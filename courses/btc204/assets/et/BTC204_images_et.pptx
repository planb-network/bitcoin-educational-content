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2464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4010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39056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3996397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44399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03966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019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3138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7952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1503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302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6195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5396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0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4498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0562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1460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3118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2711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584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682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732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7214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3141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734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408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5070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843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270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0640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0292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281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2845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938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6154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26539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40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820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5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1548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34139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19336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6101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7762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42996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3767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8372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322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9819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296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04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5422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79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599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698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3250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3829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053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008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6616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7946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047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9661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470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924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5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76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81362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234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9086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61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3050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358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27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2741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9336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6010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7468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77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756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2760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6705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350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104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5714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4987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24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1284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09446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6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711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7702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1126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4151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9653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5867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9427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01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701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72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6244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1816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110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9825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5215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547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9092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3508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4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0015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915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0162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2403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4738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211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771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1359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400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3893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7203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022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3228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312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0383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38718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54562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9560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517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279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3943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2829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900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5435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7467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3850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056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1741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40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20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6334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3824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35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3856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1240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251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827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6316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062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711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4230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869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681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5304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9845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008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714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33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200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1128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2496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03204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168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15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9736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0440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7479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96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1670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877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2098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715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869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7834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365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38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2238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1698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601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3424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9632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04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1618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9859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1595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394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53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3994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6220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70151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093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674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0142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1512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4169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7153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404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6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1596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7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0898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610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145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7396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142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548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1943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180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45DB39-7E13-AF09-A926-E1F507B53F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396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5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9189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1309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2516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37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976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156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915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464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317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842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992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1359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2214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0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5722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2646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9483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8248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144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7064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598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240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248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838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423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5783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629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3705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7032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872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409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177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3974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945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75992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6644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8050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6205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473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1438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29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8004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64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643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05508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1315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399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786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2534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6936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9460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270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9233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1055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4581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4450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6448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24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9615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781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2856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126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308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2083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6803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3338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90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490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8352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8809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2168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1870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908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9468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7760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5443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9332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50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309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78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2660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9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90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936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97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3287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52492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5096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0684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6368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173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55741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3813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162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4128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4166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5134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2548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192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800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804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1117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209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6427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55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3868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462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03814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0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016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6456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9231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59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5575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2673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5943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51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4007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10303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6380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877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5643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661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8410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4692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2452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097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1803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89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299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2172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4828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60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699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7740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9424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69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02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827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123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5501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5878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4784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1026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2100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5035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643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4272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9425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46244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511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2353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898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44965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7440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3133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635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97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0954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650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225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4655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31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04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2519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4295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57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05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068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2834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8837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7790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1274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938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7581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407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3816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121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4041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0774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1624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28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85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361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4448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0675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8079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3917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9162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2882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7631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7243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4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5297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3122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281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1668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2168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737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342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2275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60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9597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50363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2842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02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5122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8860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4200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695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176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2558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07195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733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058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5302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961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2628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865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5691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544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104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1448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8110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4114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9420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152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4267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6415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6347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1912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514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4528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6398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2994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986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238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236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527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8010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2612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6523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0913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704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921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668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607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0249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1794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978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470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477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190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5699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79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3568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09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7222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217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4650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7413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9888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6652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9731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417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7100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3570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620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7703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8351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059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3880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1567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248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9519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7994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8283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637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504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286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795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0602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9840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7070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3507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3618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4552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2450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4896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4596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4105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8737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4340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559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1185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4421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4493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3312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822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5306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54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383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4103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3197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0882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8298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0403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7370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0161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6784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651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6204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3552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6082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7189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8568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455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5338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5055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264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368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6820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012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8061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762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8278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23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915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6184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9099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2593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86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1952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008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37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9473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798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6783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236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7537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3238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5177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722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1122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2716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231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353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24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6699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6957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80527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602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130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2702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3820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4998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2590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7183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397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8230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3642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523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9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916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1487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0185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0156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7840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053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001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1808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5621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3153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458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47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6054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67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340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9392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5562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980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491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258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87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808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650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985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5726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7683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3564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411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87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3012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6687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5323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790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2623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519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3633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799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4895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8693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295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44888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18871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098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34062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2665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684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5551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7842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6185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9256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09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7018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59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7804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9817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9298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650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4746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68310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9307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14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0093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28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55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0462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0705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92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0943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0766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5193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4971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76561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147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7527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194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0687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23684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60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47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5022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1183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8894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937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1311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000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4527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603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395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9567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592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8448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9703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229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4471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8736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5177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624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4356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61054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6006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059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0718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6358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5346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1344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621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92841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2906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4831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204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8447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2362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22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9564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4992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38161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537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52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64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9593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605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55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5449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184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8902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4218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692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65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5646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258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4728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8944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9491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5975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7601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5972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512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8829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4143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9029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4298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420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7734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4095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7739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0154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5720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927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8573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4096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566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9204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014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0933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536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5902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548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714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6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905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6548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1207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030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9462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5214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3285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1212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5312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970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1710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78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0795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8117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750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030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4043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7747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7847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183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552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66190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014405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569906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11094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04745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9517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23642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53251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432150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54011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62847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94725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7536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421018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33157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1404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381387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39108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06139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05782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86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62568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27242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65136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935001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672025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78880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666646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671436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1421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986540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485204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116703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4451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587536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02883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65490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14599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66675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768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9476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63450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11772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095380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663397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25761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669306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48351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0528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86222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03188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5247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98672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87415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961878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61357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79531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31419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45852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4824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1614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842839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613418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4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5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4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4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9.png"/><Relationship Id="rId9" Type="http://schemas.openxmlformats.org/officeDocument/2006/relationships/image" Target="../media/image450.png"/><Relationship Id="rId10" Type="http://schemas.openxmlformats.org/officeDocument/2006/relationships/image" Target="../media/image448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Relationship Id="rId4" Type="http://schemas.openxmlformats.org/officeDocument/2006/relationships/image" Target="../media/image84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1.png"/><Relationship Id="rId4" Type="http://schemas.openxmlformats.org/officeDocument/2006/relationships/image" Target="../media/image842.png"/><Relationship Id="rId5" Type="http://schemas.openxmlformats.org/officeDocument/2006/relationships/image" Target="../media/image843.png"/><Relationship Id="rId6" Type="http://schemas.openxmlformats.org/officeDocument/2006/relationships/image" Target="../media/image844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5.png"/><Relationship Id="rId4" Type="http://schemas.openxmlformats.org/officeDocument/2006/relationships/image" Target="../media/image846.png"/><Relationship Id="rId5" Type="http://schemas.openxmlformats.org/officeDocument/2006/relationships/image" Target="../media/image847.png"/><Relationship Id="rId6" Type="http://schemas.openxmlformats.org/officeDocument/2006/relationships/image" Target="../media/image848.png"/><Relationship Id="rId7" Type="http://schemas.openxmlformats.org/officeDocument/2006/relationships/image" Target="../media/image849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50.png"/><Relationship Id="rId4" Type="http://schemas.openxmlformats.org/officeDocument/2006/relationships/image" Target="../media/image851.png"/><Relationship Id="rId5" Type="http://schemas.openxmlformats.org/officeDocument/2006/relationships/image" Target="../media/image852.png"/><Relationship Id="rId6" Type="http://schemas.openxmlformats.org/officeDocument/2006/relationships/image" Target="../media/image85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4.png"/><Relationship Id="rId4" Type="http://schemas.openxmlformats.org/officeDocument/2006/relationships/image" Target="../media/image855.png"/><Relationship Id="rId5" Type="http://schemas.openxmlformats.org/officeDocument/2006/relationships/image" Target="../media/image856.png"/><Relationship Id="rId6" Type="http://schemas.openxmlformats.org/officeDocument/2006/relationships/image" Target="../media/image857.png"/><Relationship Id="rId7" Type="http://schemas.openxmlformats.org/officeDocument/2006/relationships/image" Target="../media/image858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9.png"/><Relationship Id="rId4" Type="http://schemas.openxmlformats.org/officeDocument/2006/relationships/image" Target="../media/image860.png"/><Relationship Id="rId5" Type="http://schemas.openxmlformats.org/officeDocument/2006/relationships/image" Target="../media/image861.png"/><Relationship Id="rId6" Type="http://schemas.openxmlformats.org/officeDocument/2006/relationships/image" Target="../media/image862.png"/><Relationship Id="rId7" Type="http://schemas.openxmlformats.org/officeDocument/2006/relationships/image" Target="../media/image863.png"/><Relationship Id="rId8" Type="http://schemas.openxmlformats.org/officeDocument/2006/relationships/image" Target="../media/image864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5.png"/><Relationship Id="rId4" Type="http://schemas.openxmlformats.org/officeDocument/2006/relationships/image" Target="../media/image866.png"/><Relationship Id="rId5" Type="http://schemas.openxmlformats.org/officeDocument/2006/relationships/image" Target="../media/image867.png"/><Relationship Id="rId6" Type="http://schemas.openxmlformats.org/officeDocument/2006/relationships/image" Target="../media/image868.png"/><Relationship Id="rId7" Type="http://schemas.openxmlformats.org/officeDocument/2006/relationships/image" Target="../media/image869.png"/><Relationship Id="rId8" Type="http://schemas.openxmlformats.org/officeDocument/2006/relationships/image" Target="../media/image870.png"/><Relationship Id="rId9" Type="http://schemas.openxmlformats.org/officeDocument/2006/relationships/image" Target="../media/image87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2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3.png"/><Relationship Id="rId4" Type="http://schemas.openxmlformats.org/officeDocument/2006/relationships/image" Target="../media/image874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5.png"/><Relationship Id="rId4" Type="http://schemas.openxmlformats.org/officeDocument/2006/relationships/image" Target="../media/image876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7.png"/><Relationship Id="rId4" Type="http://schemas.openxmlformats.org/officeDocument/2006/relationships/image" Target="../media/image878.png"/><Relationship Id="rId5" Type="http://schemas.openxmlformats.org/officeDocument/2006/relationships/image" Target="../media/image879.png"/><Relationship Id="rId6" Type="http://schemas.openxmlformats.org/officeDocument/2006/relationships/image" Target="../media/image880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1.png"/><Relationship Id="rId4" Type="http://schemas.openxmlformats.org/officeDocument/2006/relationships/image" Target="../media/image882.png"/><Relationship Id="rId5" Type="http://schemas.openxmlformats.org/officeDocument/2006/relationships/image" Target="../media/image883.png"/><Relationship Id="rId6" Type="http://schemas.openxmlformats.org/officeDocument/2006/relationships/image" Target="../media/image884.png"/><Relationship Id="rId7" Type="http://schemas.openxmlformats.org/officeDocument/2006/relationships/image" Target="../media/image885.png"/><Relationship Id="rId8" Type="http://schemas.openxmlformats.org/officeDocument/2006/relationships/image" Target="../media/image886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7.png"/><Relationship Id="rId4" Type="http://schemas.openxmlformats.org/officeDocument/2006/relationships/image" Target="../media/image888.png"/><Relationship Id="rId5" Type="http://schemas.openxmlformats.org/officeDocument/2006/relationships/image" Target="../media/image889.png"/><Relationship Id="rId6" Type="http://schemas.openxmlformats.org/officeDocument/2006/relationships/image" Target="../media/image890.png"/><Relationship Id="rId7" Type="http://schemas.openxmlformats.org/officeDocument/2006/relationships/image" Target="../media/image891.png"/><Relationship Id="rId8" Type="http://schemas.openxmlformats.org/officeDocument/2006/relationships/image" Target="../media/image892.png"/><Relationship Id="rId9" Type="http://schemas.openxmlformats.org/officeDocument/2006/relationships/image" Target="../media/image893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4.png"/><Relationship Id="rId4" Type="http://schemas.openxmlformats.org/officeDocument/2006/relationships/image" Target="../media/image895.png"/><Relationship Id="rId5" Type="http://schemas.openxmlformats.org/officeDocument/2006/relationships/image" Target="../media/image896.png"/><Relationship Id="rId6" Type="http://schemas.openxmlformats.org/officeDocument/2006/relationships/image" Target="../media/image897.png"/><Relationship Id="rId7" Type="http://schemas.openxmlformats.org/officeDocument/2006/relationships/image" Target="../media/image898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9.png"/><Relationship Id="rId4" Type="http://schemas.openxmlformats.org/officeDocument/2006/relationships/image" Target="../media/image900.png"/><Relationship Id="rId5" Type="http://schemas.openxmlformats.org/officeDocument/2006/relationships/image" Target="../media/image901.png"/><Relationship Id="rId6" Type="http://schemas.openxmlformats.org/officeDocument/2006/relationships/image" Target="../media/image902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3.png"/><Relationship Id="rId4" Type="http://schemas.openxmlformats.org/officeDocument/2006/relationships/image" Target="../media/image904.png"/><Relationship Id="rId5" Type="http://schemas.openxmlformats.org/officeDocument/2006/relationships/image" Target="../media/image905.png"/><Relationship Id="rId6" Type="http://schemas.openxmlformats.org/officeDocument/2006/relationships/image" Target="../media/image906.png"/><Relationship Id="rId7" Type="http://schemas.openxmlformats.org/officeDocument/2006/relationships/image" Target="../media/image907.png"/><Relationship Id="rId8" Type="http://schemas.openxmlformats.org/officeDocument/2006/relationships/image" Target="../media/image908.png"/><Relationship Id="rId9" Type="http://schemas.openxmlformats.org/officeDocument/2006/relationships/image" Target="../media/image909.png"/><Relationship Id="rId10" Type="http://schemas.openxmlformats.org/officeDocument/2006/relationships/image" Target="../media/image910.png"/><Relationship Id="rId11" Type="http://schemas.openxmlformats.org/officeDocument/2006/relationships/image" Target="../media/image91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2.png"/><Relationship Id="rId4" Type="http://schemas.openxmlformats.org/officeDocument/2006/relationships/image" Target="../media/image913.png"/><Relationship Id="rId5" Type="http://schemas.openxmlformats.org/officeDocument/2006/relationships/image" Target="../media/image914.png"/><Relationship Id="rId6" Type="http://schemas.openxmlformats.org/officeDocument/2006/relationships/image" Target="../media/image915.png"/><Relationship Id="rId7" Type="http://schemas.openxmlformats.org/officeDocument/2006/relationships/image" Target="../media/image916.png"/><Relationship Id="rId8" Type="http://schemas.openxmlformats.org/officeDocument/2006/relationships/image" Target="../media/image917.png"/><Relationship Id="rId9" Type="http://schemas.openxmlformats.org/officeDocument/2006/relationships/image" Target="../media/image918.png"/><Relationship Id="rId10" Type="http://schemas.openxmlformats.org/officeDocument/2006/relationships/image" Target="../media/image919.png"/><Relationship Id="rId11" Type="http://schemas.openxmlformats.org/officeDocument/2006/relationships/image" Target="../media/image920.png"/><Relationship Id="rId12" Type="http://schemas.openxmlformats.org/officeDocument/2006/relationships/image" Target="../media/image921.png"/><Relationship Id="rId13" Type="http://schemas.openxmlformats.org/officeDocument/2006/relationships/image" Target="../media/image922.png"/><Relationship Id="rId14" Type="http://schemas.openxmlformats.org/officeDocument/2006/relationships/image" Target="../media/image92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4.png"/><Relationship Id="rId4" Type="http://schemas.openxmlformats.org/officeDocument/2006/relationships/image" Target="../media/image925.png"/><Relationship Id="rId5" Type="http://schemas.openxmlformats.org/officeDocument/2006/relationships/image" Target="../media/image926.png"/><Relationship Id="rId6" Type="http://schemas.openxmlformats.org/officeDocument/2006/relationships/image" Target="../media/image927.png"/><Relationship Id="rId7" Type="http://schemas.openxmlformats.org/officeDocument/2006/relationships/image" Target="../media/image928.png"/><Relationship Id="rId8" Type="http://schemas.openxmlformats.org/officeDocument/2006/relationships/image" Target="../media/image929.png"/><Relationship Id="rId9" Type="http://schemas.openxmlformats.org/officeDocument/2006/relationships/image" Target="../media/image930.png"/><Relationship Id="rId10" Type="http://schemas.openxmlformats.org/officeDocument/2006/relationships/image" Target="../media/image931.png"/><Relationship Id="rId11" Type="http://schemas.openxmlformats.org/officeDocument/2006/relationships/image" Target="../media/image932.png"/><Relationship Id="rId12" Type="http://schemas.openxmlformats.org/officeDocument/2006/relationships/image" Target="../media/image933.png"/><Relationship Id="rId13" Type="http://schemas.openxmlformats.org/officeDocument/2006/relationships/image" Target="../media/image934.png"/><Relationship Id="rId14" Type="http://schemas.openxmlformats.org/officeDocument/2006/relationships/image" Target="../media/image93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6.png"/><Relationship Id="rId4" Type="http://schemas.openxmlformats.org/officeDocument/2006/relationships/image" Target="../media/image937.png"/><Relationship Id="rId5" Type="http://schemas.openxmlformats.org/officeDocument/2006/relationships/image" Target="../media/image938.png"/><Relationship Id="rId6" Type="http://schemas.openxmlformats.org/officeDocument/2006/relationships/image" Target="../media/image939.png"/><Relationship Id="rId7" Type="http://schemas.openxmlformats.org/officeDocument/2006/relationships/image" Target="../media/image940.png"/><Relationship Id="rId8" Type="http://schemas.openxmlformats.org/officeDocument/2006/relationships/image" Target="../media/image941.png"/><Relationship Id="rId9" Type="http://schemas.openxmlformats.org/officeDocument/2006/relationships/image" Target="../media/image942.png"/><Relationship Id="rId10" Type="http://schemas.openxmlformats.org/officeDocument/2006/relationships/image" Target="../media/image943.png"/><Relationship Id="rId11" Type="http://schemas.openxmlformats.org/officeDocument/2006/relationships/image" Target="../media/image944.png"/><Relationship Id="rId12" Type="http://schemas.openxmlformats.org/officeDocument/2006/relationships/image" Target="../media/image945.png"/><Relationship Id="rId13" Type="http://schemas.openxmlformats.org/officeDocument/2006/relationships/image" Target="../media/image94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7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8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9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50.png"/><Relationship Id="rId4" Type="http://schemas.openxmlformats.org/officeDocument/2006/relationships/image" Target="../media/image951.png"/><Relationship Id="rId5" Type="http://schemas.openxmlformats.org/officeDocument/2006/relationships/image" Target="../media/image952.png"/><Relationship Id="rId6" Type="http://schemas.openxmlformats.org/officeDocument/2006/relationships/image" Target="../media/image953.png"/><Relationship Id="rId7" Type="http://schemas.openxmlformats.org/officeDocument/2006/relationships/image" Target="../media/image954.png"/><Relationship Id="rId8" Type="http://schemas.openxmlformats.org/officeDocument/2006/relationships/image" Target="../media/image955.png"/><Relationship Id="rId9" Type="http://schemas.openxmlformats.org/officeDocument/2006/relationships/image" Target="../media/image956.png"/><Relationship Id="rId10" Type="http://schemas.openxmlformats.org/officeDocument/2006/relationships/image" Target="../media/image957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8.png"/><Relationship Id="rId4" Type="http://schemas.openxmlformats.org/officeDocument/2006/relationships/image" Target="../media/image959.png"/><Relationship Id="rId5" Type="http://schemas.openxmlformats.org/officeDocument/2006/relationships/image" Target="../media/image960.png"/><Relationship Id="rId6" Type="http://schemas.openxmlformats.org/officeDocument/2006/relationships/image" Target="../media/image961.png"/><Relationship Id="rId7" Type="http://schemas.openxmlformats.org/officeDocument/2006/relationships/image" Target="../media/image962.png"/><Relationship Id="rId8" Type="http://schemas.openxmlformats.org/officeDocument/2006/relationships/image" Target="../media/image963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4.png"/><Relationship Id="rId4" Type="http://schemas.openxmlformats.org/officeDocument/2006/relationships/image" Target="../media/image965.png"/><Relationship Id="rId5" Type="http://schemas.openxmlformats.org/officeDocument/2006/relationships/image" Target="../media/image966.png"/><Relationship Id="rId6" Type="http://schemas.openxmlformats.org/officeDocument/2006/relationships/image" Target="../media/image967.png"/><Relationship Id="rId7" Type="http://schemas.openxmlformats.org/officeDocument/2006/relationships/image" Target="../media/image968.png"/><Relationship Id="rId8" Type="http://schemas.openxmlformats.org/officeDocument/2006/relationships/image" Target="../media/image969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70.png"/><Relationship Id="rId4" Type="http://schemas.openxmlformats.org/officeDocument/2006/relationships/image" Target="../media/image971.png"/><Relationship Id="rId5" Type="http://schemas.openxmlformats.org/officeDocument/2006/relationships/image" Target="../media/image972.png"/><Relationship Id="rId6" Type="http://schemas.openxmlformats.org/officeDocument/2006/relationships/image" Target="../media/image973.png"/><Relationship Id="rId7" Type="http://schemas.openxmlformats.org/officeDocument/2006/relationships/image" Target="../media/image974.png"/><Relationship Id="rId8" Type="http://schemas.openxmlformats.org/officeDocument/2006/relationships/image" Target="../media/image975.png"/><Relationship Id="rId9" Type="http://schemas.openxmlformats.org/officeDocument/2006/relationships/image" Target="../media/image976.png"/><Relationship Id="rId10" Type="http://schemas.openxmlformats.org/officeDocument/2006/relationships/image" Target="../media/image977.png"/><Relationship Id="rId11" Type="http://schemas.openxmlformats.org/officeDocument/2006/relationships/image" Target="../media/image978.png"/><Relationship Id="rId12" Type="http://schemas.openxmlformats.org/officeDocument/2006/relationships/image" Target="../media/image979.png"/><Relationship Id="rId13" Type="http://schemas.openxmlformats.org/officeDocument/2006/relationships/image" Target="../media/image980.png"/><Relationship Id="rId14" Type="http://schemas.openxmlformats.org/officeDocument/2006/relationships/image" Target="../media/image981.png"/><Relationship Id="rId15" Type="http://schemas.openxmlformats.org/officeDocument/2006/relationships/image" Target="../media/image982.png"/><Relationship Id="rId16" Type="http://schemas.openxmlformats.org/officeDocument/2006/relationships/image" Target="../media/image983.png"/><Relationship Id="rId17" Type="http://schemas.openxmlformats.org/officeDocument/2006/relationships/image" Target="../media/image984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5.png"/><Relationship Id="rId4" Type="http://schemas.openxmlformats.org/officeDocument/2006/relationships/image" Target="../media/image986.png"/><Relationship Id="rId5" Type="http://schemas.openxmlformats.org/officeDocument/2006/relationships/image" Target="../media/image987.png"/><Relationship Id="rId6" Type="http://schemas.openxmlformats.org/officeDocument/2006/relationships/image" Target="../media/image988.png"/><Relationship Id="rId7" Type="http://schemas.openxmlformats.org/officeDocument/2006/relationships/image" Target="../media/image989.png"/><Relationship Id="rId8" Type="http://schemas.openxmlformats.org/officeDocument/2006/relationships/image" Target="../media/image990.png"/><Relationship Id="rId9" Type="http://schemas.openxmlformats.org/officeDocument/2006/relationships/image" Target="../media/image991.png"/><Relationship Id="rId10" Type="http://schemas.openxmlformats.org/officeDocument/2006/relationships/image" Target="../media/image992.png"/><Relationship Id="rId11" Type="http://schemas.openxmlformats.org/officeDocument/2006/relationships/image" Target="../media/image993.png"/><Relationship Id="rId12" Type="http://schemas.openxmlformats.org/officeDocument/2006/relationships/image" Target="../media/image994.png"/><Relationship Id="rId13" Type="http://schemas.openxmlformats.org/officeDocument/2006/relationships/image" Target="../media/image995.png"/><Relationship Id="rId14" Type="http://schemas.openxmlformats.org/officeDocument/2006/relationships/image" Target="../media/image996.png"/><Relationship Id="rId15" Type="http://schemas.openxmlformats.org/officeDocument/2006/relationships/image" Target="../media/image997.png"/><Relationship Id="rId16" Type="http://schemas.openxmlformats.org/officeDocument/2006/relationships/image" Target="../media/image998.png"/><Relationship Id="rId17" Type="http://schemas.openxmlformats.org/officeDocument/2006/relationships/image" Target="../media/image999.png"/><Relationship Id="rId18" Type="http://schemas.openxmlformats.org/officeDocument/2006/relationships/image" Target="../media/image1000.png"/><Relationship Id="rId19" Type="http://schemas.openxmlformats.org/officeDocument/2006/relationships/image" Target="../media/image1001.png"/><Relationship Id="rId20" Type="http://schemas.openxmlformats.org/officeDocument/2006/relationships/image" Target="../media/image1002.png"/><Relationship Id="rId21" Type="http://schemas.openxmlformats.org/officeDocument/2006/relationships/image" Target="../media/image1003.png"/><Relationship Id="rId22" Type="http://schemas.openxmlformats.org/officeDocument/2006/relationships/image" Target="../media/image1004.png"/><Relationship Id="rId23" Type="http://schemas.openxmlformats.org/officeDocument/2006/relationships/image" Target="../media/image1005.png"/><Relationship Id="rId24" Type="http://schemas.openxmlformats.org/officeDocument/2006/relationships/image" Target="../media/image1006.png"/><Relationship Id="rId25" Type="http://schemas.openxmlformats.org/officeDocument/2006/relationships/image" Target="../media/image1007.png"/><Relationship Id="rId26" Type="http://schemas.openxmlformats.org/officeDocument/2006/relationships/image" Target="../media/image1008.png"/><Relationship Id="rId27" Type="http://schemas.openxmlformats.org/officeDocument/2006/relationships/image" Target="../media/image1009.png"/><Relationship Id="rId28" Type="http://schemas.openxmlformats.org/officeDocument/2006/relationships/image" Target="../media/image1010.png"/><Relationship Id="rId29" Type="http://schemas.openxmlformats.org/officeDocument/2006/relationships/image" Target="../media/image1011.png"/><Relationship Id="rId30" Type="http://schemas.openxmlformats.org/officeDocument/2006/relationships/image" Target="../media/image1012.png"/><Relationship Id="rId31" Type="http://schemas.openxmlformats.org/officeDocument/2006/relationships/image" Target="../media/image1013.png"/><Relationship Id="rId32" Type="http://schemas.openxmlformats.org/officeDocument/2006/relationships/image" Target="../media/image1014.png"/><Relationship Id="rId33" Type="http://schemas.openxmlformats.org/officeDocument/2006/relationships/image" Target="../media/image1015.png"/><Relationship Id="rId34" Type="http://schemas.openxmlformats.org/officeDocument/2006/relationships/image" Target="../media/image1016.png"/><Relationship Id="rId35" Type="http://schemas.openxmlformats.org/officeDocument/2006/relationships/image" Target="../media/image1017.png"/><Relationship Id="rId36" Type="http://schemas.openxmlformats.org/officeDocument/2006/relationships/image" Target="../media/image1018.png"/><Relationship Id="rId37" Type="http://schemas.openxmlformats.org/officeDocument/2006/relationships/image" Target="../media/image1019.png"/><Relationship Id="rId38" Type="http://schemas.openxmlformats.org/officeDocument/2006/relationships/image" Target="../media/image1020.png"/><Relationship Id="rId39" Type="http://schemas.openxmlformats.org/officeDocument/2006/relationships/image" Target="../media/image1021.png"/><Relationship Id="rId40" Type="http://schemas.openxmlformats.org/officeDocument/2006/relationships/image" Target="../media/image1022.png"/><Relationship Id="rId41" Type="http://schemas.openxmlformats.org/officeDocument/2006/relationships/image" Target="../media/image1023.png"/><Relationship Id="rId42" Type="http://schemas.openxmlformats.org/officeDocument/2006/relationships/image" Target="../media/image1024.png"/><Relationship Id="rId43" Type="http://schemas.openxmlformats.org/officeDocument/2006/relationships/image" Target="../media/image1025.png"/><Relationship Id="rId44" Type="http://schemas.openxmlformats.org/officeDocument/2006/relationships/image" Target="../media/image1026.png"/><Relationship Id="rId45" Type="http://schemas.openxmlformats.org/officeDocument/2006/relationships/image" Target="../media/image1027.png"/><Relationship Id="rId46" Type="http://schemas.openxmlformats.org/officeDocument/2006/relationships/image" Target="../media/image1028.png"/><Relationship Id="rId47" Type="http://schemas.openxmlformats.org/officeDocument/2006/relationships/image" Target="../media/image1029.png"/><Relationship Id="rId48" Type="http://schemas.openxmlformats.org/officeDocument/2006/relationships/image" Target="../media/image1030.png"/><Relationship Id="rId49" Type="http://schemas.openxmlformats.org/officeDocument/2006/relationships/image" Target="../media/image1031.png"/><Relationship Id="rId50" Type="http://schemas.openxmlformats.org/officeDocument/2006/relationships/image" Target="../media/image1032.png"/><Relationship Id="rId51" Type="http://schemas.openxmlformats.org/officeDocument/2006/relationships/image" Target="../media/image1033.png"/><Relationship Id="rId52" Type="http://schemas.openxmlformats.org/officeDocument/2006/relationships/image" Target="../media/image1034.png"/><Relationship Id="rId53" Type="http://schemas.openxmlformats.org/officeDocument/2006/relationships/image" Target="../media/image1035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6.png"/><Relationship Id="rId4" Type="http://schemas.openxmlformats.org/officeDocument/2006/relationships/image" Target="../media/image1037.png"/><Relationship Id="rId5" Type="http://schemas.openxmlformats.org/officeDocument/2006/relationships/image" Target="../media/image1038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9.png"/><Relationship Id="rId4" Type="http://schemas.openxmlformats.org/officeDocument/2006/relationships/image" Target="../media/image1040.png"/><Relationship Id="rId5" Type="http://schemas.openxmlformats.org/officeDocument/2006/relationships/image" Target="../media/image1041.png"/><Relationship Id="rId6" Type="http://schemas.openxmlformats.org/officeDocument/2006/relationships/image" Target="../media/image1042.png"/><Relationship Id="rId7" Type="http://schemas.openxmlformats.org/officeDocument/2006/relationships/image" Target="../media/image1043.png"/><Relationship Id="rId8" Type="http://schemas.openxmlformats.org/officeDocument/2006/relationships/image" Target="../media/image1044.png"/><Relationship Id="rId9" Type="http://schemas.openxmlformats.org/officeDocument/2006/relationships/image" Target="../media/image1045.png"/><Relationship Id="rId10" Type="http://schemas.openxmlformats.org/officeDocument/2006/relationships/image" Target="../media/media1.svg"/><Relationship Id="rId11" Type="http://schemas.openxmlformats.org/officeDocument/2006/relationships/image" Target="../media/image1046.png"/><Relationship Id="rId12" Type="http://schemas.openxmlformats.org/officeDocument/2006/relationships/image" Target="../media/image1047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8.png"/><Relationship Id="rId4" Type="http://schemas.openxmlformats.org/officeDocument/2006/relationships/image" Target="../media/image1049.png"/><Relationship Id="rId5" Type="http://schemas.openxmlformats.org/officeDocument/2006/relationships/image" Target="../media/image1050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1.png"/><Relationship Id="rId4" Type="http://schemas.openxmlformats.org/officeDocument/2006/relationships/image" Target="../media/image1052.png"/><Relationship Id="rId5" Type="http://schemas.openxmlformats.org/officeDocument/2006/relationships/image" Target="../media/image1053.png"/><Relationship Id="rId6" Type="http://schemas.openxmlformats.org/officeDocument/2006/relationships/image" Target="../media/image1054.png"/><Relationship Id="rId7" Type="http://schemas.openxmlformats.org/officeDocument/2006/relationships/image" Target="../media/image1055.png"/><Relationship Id="rId8" Type="http://schemas.openxmlformats.org/officeDocument/2006/relationships/image" Target="../media/image1056.png"/><Relationship Id="rId9" Type="http://schemas.openxmlformats.org/officeDocument/2006/relationships/image" Target="../media/image1057.png"/><Relationship Id="rId10" Type="http://schemas.openxmlformats.org/officeDocument/2006/relationships/image" Target="../media/image1058.png"/><Relationship Id="rId11" Type="http://schemas.openxmlformats.org/officeDocument/2006/relationships/image" Target="../media/image1059.png"/><Relationship Id="rId12" Type="http://schemas.openxmlformats.org/officeDocument/2006/relationships/image" Target="../media/image1060.png"/><Relationship Id="rId13" Type="http://schemas.openxmlformats.org/officeDocument/2006/relationships/image" Target="../media/image106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2.png"/><Relationship Id="rId4" Type="http://schemas.openxmlformats.org/officeDocument/2006/relationships/image" Target="../media/image1063.png"/><Relationship Id="rId5" Type="http://schemas.openxmlformats.org/officeDocument/2006/relationships/image" Target="../media/image1064.png"/><Relationship Id="rId6" Type="http://schemas.openxmlformats.org/officeDocument/2006/relationships/image" Target="../media/image1065.png"/><Relationship Id="rId7" Type="http://schemas.openxmlformats.org/officeDocument/2006/relationships/image" Target="../media/image1066.png"/><Relationship Id="rId8" Type="http://schemas.openxmlformats.org/officeDocument/2006/relationships/image" Target="../media/image1067.png"/><Relationship Id="rId9" Type="http://schemas.openxmlformats.org/officeDocument/2006/relationships/image" Target="../media/image1068.png"/><Relationship Id="rId10" Type="http://schemas.openxmlformats.org/officeDocument/2006/relationships/image" Target="../media/image1069.png"/><Relationship Id="rId11" Type="http://schemas.openxmlformats.org/officeDocument/2006/relationships/image" Target="../media/image1070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1.png"/><Relationship Id="rId4" Type="http://schemas.openxmlformats.org/officeDocument/2006/relationships/image" Target="../media/image1072.png"/><Relationship Id="rId5" Type="http://schemas.openxmlformats.org/officeDocument/2006/relationships/image" Target="../media/image1073.png"/><Relationship Id="rId6" Type="http://schemas.openxmlformats.org/officeDocument/2006/relationships/image" Target="../media/image1074.png"/><Relationship Id="rId7" Type="http://schemas.openxmlformats.org/officeDocument/2006/relationships/image" Target="../media/image1075.png"/><Relationship Id="rId8" Type="http://schemas.openxmlformats.org/officeDocument/2006/relationships/image" Target="../media/image1076.png"/><Relationship Id="rId9" Type="http://schemas.openxmlformats.org/officeDocument/2006/relationships/image" Target="../media/image1077.png"/><Relationship Id="rId10" Type="http://schemas.openxmlformats.org/officeDocument/2006/relationships/image" Target="../media/image1078.png"/><Relationship Id="rId11" Type="http://schemas.openxmlformats.org/officeDocument/2006/relationships/image" Target="../media/image1079.png"/><Relationship Id="rId12" Type="http://schemas.openxmlformats.org/officeDocument/2006/relationships/image" Target="../media/image1080.png"/><Relationship Id="rId13" Type="http://schemas.openxmlformats.org/officeDocument/2006/relationships/image" Target="../media/image1081.png"/><Relationship Id="rId14" Type="http://schemas.openxmlformats.org/officeDocument/2006/relationships/image" Target="../media/image1082.png"/><Relationship Id="rId15" Type="http://schemas.openxmlformats.org/officeDocument/2006/relationships/image" Target="../media/image1083.png"/><Relationship Id="rId16" Type="http://schemas.openxmlformats.org/officeDocument/2006/relationships/image" Target="../media/image1084.png"/><Relationship Id="rId17" Type="http://schemas.openxmlformats.org/officeDocument/2006/relationships/image" Target="../media/image1085.png"/><Relationship Id="rId18" Type="http://schemas.openxmlformats.org/officeDocument/2006/relationships/image" Target="../media/image1086.png"/><Relationship Id="rId19" Type="http://schemas.openxmlformats.org/officeDocument/2006/relationships/image" Target="../media/image1087.png"/><Relationship Id="rId20" Type="http://schemas.openxmlformats.org/officeDocument/2006/relationships/image" Target="../media/image1088.png"/><Relationship Id="rId21" Type="http://schemas.openxmlformats.org/officeDocument/2006/relationships/image" Target="../media/image1089.jpg"/><Relationship Id="rId22" Type="http://schemas.openxmlformats.org/officeDocument/2006/relationships/image" Target="../media/image1090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1.png"/><Relationship Id="rId4" Type="http://schemas.openxmlformats.org/officeDocument/2006/relationships/image" Target="../media/image1092.png"/><Relationship Id="rId5" Type="http://schemas.openxmlformats.org/officeDocument/2006/relationships/image" Target="../media/image1093.png"/><Relationship Id="rId6" Type="http://schemas.openxmlformats.org/officeDocument/2006/relationships/image" Target="../media/image1094.png"/><Relationship Id="rId7" Type="http://schemas.openxmlformats.org/officeDocument/2006/relationships/image" Target="../media/image1095.png"/><Relationship Id="rId8" Type="http://schemas.openxmlformats.org/officeDocument/2006/relationships/image" Target="../media/image1096.png"/><Relationship Id="rId9" Type="http://schemas.openxmlformats.org/officeDocument/2006/relationships/image" Target="../media/image1097.png"/><Relationship Id="rId10" Type="http://schemas.openxmlformats.org/officeDocument/2006/relationships/image" Target="../media/image1098.png"/><Relationship Id="rId11" Type="http://schemas.openxmlformats.org/officeDocument/2006/relationships/image" Target="../media/image1099.png"/><Relationship Id="rId12" Type="http://schemas.openxmlformats.org/officeDocument/2006/relationships/image" Target="../media/image1100.png"/><Relationship Id="rId13" Type="http://schemas.openxmlformats.org/officeDocument/2006/relationships/image" Target="../media/image1101.png"/><Relationship Id="rId14" Type="http://schemas.openxmlformats.org/officeDocument/2006/relationships/image" Target="../media/image1102.png"/><Relationship Id="rId15" Type="http://schemas.openxmlformats.org/officeDocument/2006/relationships/image" Target="../media/image1103.png"/><Relationship Id="rId16" Type="http://schemas.openxmlformats.org/officeDocument/2006/relationships/image" Target="../media/image110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5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6.png"/><Relationship Id="rId4" Type="http://schemas.openxmlformats.org/officeDocument/2006/relationships/image" Target="../media/image1107.png"/><Relationship Id="rId5" Type="http://schemas.openxmlformats.org/officeDocument/2006/relationships/image" Target="../media/image1108.png"/><Relationship Id="rId6" Type="http://schemas.openxmlformats.org/officeDocument/2006/relationships/image" Target="../media/image1109.png"/><Relationship Id="rId7" Type="http://schemas.openxmlformats.org/officeDocument/2006/relationships/image" Target="../media/image1110.png"/><Relationship Id="rId8" Type="http://schemas.openxmlformats.org/officeDocument/2006/relationships/image" Target="../media/image1111.png"/><Relationship Id="rId9" Type="http://schemas.openxmlformats.org/officeDocument/2006/relationships/image" Target="../media/image111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3.png"/><Relationship Id="rId4" Type="http://schemas.openxmlformats.org/officeDocument/2006/relationships/image" Target="../media/image1114.png"/><Relationship Id="rId5" Type="http://schemas.openxmlformats.org/officeDocument/2006/relationships/image" Target="../media/image1115.png"/><Relationship Id="rId6" Type="http://schemas.openxmlformats.org/officeDocument/2006/relationships/image" Target="../media/image1116.png"/><Relationship Id="rId7" Type="http://schemas.openxmlformats.org/officeDocument/2006/relationships/image" Target="../media/image1117.png"/><Relationship Id="rId8" Type="http://schemas.openxmlformats.org/officeDocument/2006/relationships/image" Target="../media/image1118.png"/><Relationship Id="rId9" Type="http://schemas.openxmlformats.org/officeDocument/2006/relationships/image" Target="../media/image1119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20.png"/><Relationship Id="rId4" Type="http://schemas.openxmlformats.org/officeDocument/2006/relationships/image" Target="../media/image1121.png"/><Relationship Id="rId5" Type="http://schemas.openxmlformats.org/officeDocument/2006/relationships/image" Target="../media/image1122.png"/><Relationship Id="rId6" Type="http://schemas.openxmlformats.org/officeDocument/2006/relationships/image" Target="../media/image1123.png"/><Relationship Id="rId7" Type="http://schemas.openxmlformats.org/officeDocument/2006/relationships/image" Target="../media/image1124.png"/><Relationship Id="rId8" Type="http://schemas.openxmlformats.org/officeDocument/2006/relationships/image" Target="../media/image1125.png"/><Relationship Id="rId9" Type="http://schemas.openxmlformats.org/officeDocument/2006/relationships/image" Target="../media/image1126.png"/><Relationship Id="rId10" Type="http://schemas.openxmlformats.org/officeDocument/2006/relationships/image" Target="../media/image1127.png"/><Relationship Id="rId11" Type="http://schemas.openxmlformats.org/officeDocument/2006/relationships/image" Target="../media/image1128.png"/><Relationship Id="rId12" Type="http://schemas.openxmlformats.org/officeDocument/2006/relationships/image" Target="../media/image1129.png"/><Relationship Id="rId13" Type="http://schemas.openxmlformats.org/officeDocument/2006/relationships/image" Target="../media/image1130.png"/><Relationship Id="rId14" Type="http://schemas.openxmlformats.org/officeDocument/2006/relationships/image" Target="../media/image113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2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3.png"/><Relationship Id="rId4" Type="http://schemas.openxmlformats.org/officeDocument/2006/relationships/image" Target="../media/image1134.png"/><Relationship Id="rId5" Type="http://schemas.openxmlformats.org/officeDocument/2006/relationships/image" Target="../media/image1135.png"/><Relationship Id="rId6" Type="http://schemas.openxmlformats.org/officeDocument/2006/relationships/image" Target="../media/image1136.png"/><Relationship Id="rId7" Type="http://schemas.openxmlformats.org/officeDocument/2006/relationships/image" Target="../media/image1137.png"/><Relationship Id="rId8" Type="http://schemas.openxmlformats.org/officeDocument/2006/relationships/image" Target="../media/image1138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9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40.png"/><Relationship Id="rId4" Type="http://schemas.openxmlformats.org/officeDocument/2006/relationships/image" Target="../media/image1141.png"/><Relationship Id="rId5" Type="http://schemas.openxmlformats.org/officeDocument/2006/relationships/image" Target="../media/image1142.png"/><Relationship Id="rId6" Type="http://schemas.openxmlformats.org/officeDocument/2006/relationships/image" Target="../media/image1143.png"/><Relationship Id="rId7" Type="http://schemas.openxmlformats.org/officeDocument/2006/relationships/image" Target="../media/image1144.png"/><Relationship Id="rId8" Type="http://schemas.openxmlformats.org/officeDocument/2006/relationships/image" Target="../media/image1145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6.png"/><Relationship Id="rId4" Type="http://schemas.openxmlformats.org/officeDocument/2006/relationships/image" Target="../media/image1147.png"/><Relationship Id="rId5" Type="http://schemas.openxmlformats.org/officeDocument/2006/relationships/image" Target="../media/image1148.png"/><Relationship Id="rId6" Type="http://schemas.openxmlformats.org/officeDocument/2006/relationships/image" Target="../media/image1149.png"/><Relationship Id="rId7" Type="http://schemas.openxmlformats.org/officeDocument/2006/relationships/image" Target="../media/image1150.png"/><Relationship Id="rId8" Type="http://schemas.openxmlformats.org/officeDocument/2006/relationships/image" Target="../media/image1151.png"/><Relationship Id="rId9" Type="http://schemas.openxmlformats.org/officeDocument/2006/relationships/image" Target="../media/image1152.png"/><Relationship Id="rId10" Type="http://schemas.openxmlformats.org/officeDocument/2006/relationships/image" Target="../media/image1153.png"/><Relationship Id="rId11" Type="http://schemas.openxmlformats.org/officeDocument/2006/relationships/image" Target="../media/image1154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5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6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7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8.png"/><Relationship Id="rId4" Type="http://schemas.openxmlformats.org/officeDocument/2006/relationships/image" Target="../media/image1159.png"/><Relationship Id="rId5" Type="http://schemas.openxmlformats.org/officeDocument/2006/relationships/image" Target="../media/image1160.png"/><Relationship Id="rId6" Type="http://schemas.openxmlformats.org/officeDocument/2006/relationships/image" Target="../media/image1161.png"/><Relationship Id="rId7" Type="http://schemas.openxmlformats.org/officeDocument/2006/relationships/image" Target="../media/image1162.png"/><Relationship Id="rId8" Type="http://schemas.openxmlformats.org/officeDocument/2006/relationships/image" Target="../media/image1163.png"/><Relationship Id="rId9" Type="http://schemas.openxmlformats.org/officeDocument/2006/relationships/image" Target="../media/image1164.png"/><Relationship Id="rId10" Type="http://schemas.openxmlformats.org/officeDocument/2006/relationships/image" Target="../media/image1165.png"/><Relationship Id="rId11" Type="http://schemas.openxmlformats.org/officeDocument/2006/relationships/image" Target="../media/image1166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7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789537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Pangandussüsteemi konfidentsiaalsuse mudel: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2277428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Bitcoini privaatsusmudel: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48042500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75198738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Vastaspool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7140295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6510382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Avalik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0655598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69628474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6922468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47695625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Tehingud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3541753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534413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Identiteedid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4420959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72454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3854703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Avalik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065143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9688655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Tehingud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77018496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07242215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Identiteet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1091469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91643150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29060826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58110571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65893571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14406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06788" y="84079"/>
            <a:ext cx="9578421" cy="6689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297667" name="Freeform 48"/>
          <p:cNvSpPr/>
          <p:nvPr/>
        </p:nvSpPr>
        <p:spPr bwMode="auto">
          <a:xfrm flipH="0" flipV="0">
            <a:off x="4778718" y="1828280"/>
            <a:ext cx="385551" cy="3605969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92927289" name="TextBox 49"/>
          <p:cNvSpPr txBox="1"/>
          <p:nvPr/>
        </p:nvSpPr>
        <p:spPr bwMode="auto">
          <a:xfrm flipH="0" flipV="0">
            <a:off x="2037895" y="3270249"/>
            <a:ext cx="242057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Ühine vara</a:t>
            </a:r>
            <a:endParaRPr lang="en-US" sz="22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26899963" name=""/>
          <p:cNvSpPr txBox="1"/>
          <p:nvPr/>
        </p:nvSpPr>
        <p:spPr bwMode="auto">
          <a:xfrm rot="0" flipH="0" flipV="0">
            <a:off x="351702" y="458388"/>
            <a:ext cx="26028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lang="fr-FR">
                <a:latin typeface="IBM Plex Sans"/>
              </a:rPr>
              <a:t>Rahvusvaheline sõna :</a:t>
            </a:r>
            <a:endParaRPr sz="1200">
              <a:latin typeface="IBM Plex Sans"/>
              <a:cs typeface="IBM Plex Sans"/>
            </a:endParaRPr>
          </a:p>
        </p:txBody>
      </p:sp>
      <p:grpSp>
        <p:nvGrpSpPr>
          <p:cNvPr id="1039213360" name=""/>
          <p:cNvGrpSpPr/>
          <p:nvPr/>
        </p:nvGrpSpPr>
        <p:grpSpPr bwMode="auto">
          <a:xfrm flipH="0" flipV="0">
            <a:off x="262617" y="310050"/>
            <a:ext cx="2765297" cy="2531750"/>
            <a:chOff x="0" y="0"/>
            <a:chExt cx="2765297" cy="2531750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89083" y="611150"/>
              <a:ext cx="2258778" cy="192059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Sats 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Wallet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Coinjoin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Transaction</a:t>
              </a:r>
              <a:endParaRPr sz="1200">
                <a:latin typeface="IBM Plex Sans"/>
                <a:ea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cs typeface="IBM Plex Sans"/>
                </a:rPr>
                <a:t>Alice - Bob - Charle etc </a:t>
              </a:r>
              <a:endParaRPr lang="fr-FR" sz="1200">
                <a:latin typeface="IBM Plex Sans"/>
                <a:ea typeface="IBM Plex Sans"/>
                <a:cs typeface="IBM Plex Sans"/>
              </a:endParaRPr>
            </a:p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2765298" cy="2358906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058011047" name=""/>
          <p:cNvGrpSpPr/>
          <p:nvPr/>
        </p:nvGrpSpPr>
        <p:grpSpPr bwMode="auto">
          <a:xfrm flipH="0" flipV="0">
            <a:off x="5339309" y="836248"/>
            <a:ext cx="5829479" cy="5571124"/>
            <a:chOff x="0" y="0"/>
            <a:chExt cx="5829479" cy="5571124"/>
          </a:xfrm>
        </p:grpSpPr>
        <p:sp>
          <p:nvSpPr>
            <p:cNvPr id="1601570092" name="TextBox 32"/>
            <p:cNvSpPr txBox="1"/>
            <p:nvPr/>
          </p:nvSpPr>
          <p:spPr bwMode="auto">
            <a:xfrm>
              <a:off x="234065" y="333039"/>
              <a:ext cx="540082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34754363" name="TextBox 33"/>
            <p:cNvSpPr txBox="1"/>
            <p:nvPr/>
          </p:nvSpPr>
          <p:spPr bwMode="auto">
            <a:xfrm>
              <a:off x="386273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1433325" name="AutoShape 34"/>
            <p:cNvSpPr/>
            <p:nvPr/>
          </p:nvSpPr>
          <p:spPr bwMode="auto">
            <a:xfrm flipH="0" flipV="0">
              <a:off x="2933580" y="1535830"/>
              <a:ext cx="0" cy="36615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951966070" name="TextBox 38"/>
            <p:cNvSpPr txBox="1"/>
            <p:nvPr/>
          </p:nvSpPr>
          <p:spPr bwMode="auto">
            <a:xfrm>
              <a:off x="3541831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4487469" name="Rectangle: Rounded Corners 12"/>
            <p:cNvSpPr/>
            <p:nvPr/>
          </p:nvSpPr>
          <p:spPr bwMode="auto">
            <a:xfrm>
              <a:off x="0" y="0"/>
              <a:ext cx="5829479" cy="55711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400"/>
            </a:p>
          </p:txBody>
        </p:sp>
        <p:grpSp>
          <p:nvGrpSpPr>
            <p:cNvPr id="588766708" name=""/>
            <p:cNvGrpSpPr/>
            <p:nvPr/>
          </p:nvGrpSpPr>
          <p:grpSpPr bwMode="auto">
            <a:xfrm flipH="0" flipV="0">
              <a:off x="411702" y="1931217"/>
              <a:ext cx="5115597" cy="3216535"/>
              <a:chOff x="0" y="0"/>
              <a:chExt cx="5115597" cy="3216535"/>
            </a:xfrm>
          </p:grpSpPr>
          <p:sp>
            <p:nvSpPr>
              <p:cNvPr id="939043811" name="Rectangle 1100602255"/>
              <p:cNvSpPr txBox="1"/>
              <p:nvPr/>
            </p:nvSpPr>
            <p:spPr bwMode="auto">
              <a:xfrm rot="0" flipH="0" flipV="0">
                <a:off x="2507" y="0"/>
                <a:ext cx="202648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43898420" name="Rectangle 1100602255"/>
              <p:cNvSpPr txBox="1"/>
              <p:nvPr/>
            </p:nvSpPr>
            <p:spPr bwMode="auto">
              <a:xfrm rot="0" flipH="0" flipV="0">
                <a:off x="1567" y="854339"/>
                <a:ext cx="202742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474620054" name="Rectangle 1100602255"/>
              <p:cNvSpPr txBox="1"/>
              <p:nvPr/>
            </p:nvSpPr>
            <p:spPr bwMode="auto">
              <a:xfrm rot="0" flipH="0" flipV="0">
                <a:off x="2507" y="1670965"/>
                <a:ext cx="202805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8 414 070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115435983" name="Rectangle 1100602255"/>
              <p:cNvSpPr txBox="1"/>
              <p:nvPr/>
            </p:nvSpPr>
            <p:spPr bwMode="auto">
              <a:xfrm rot="0" flipH="0" flipV="0">
                <a:off x="0" y="2500993"/>
                <a:ext cx="202899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21 478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807083" name="Rectangle 1100602255"/>
              <p:cNvSpPr txBox="1"/>
              <p:nvPr/>
            </p:nvSpPr>
            <p:spPr bwMode="auto">
              <a:xfrm rot="0" flipH="0" flipV="0">
                <a:off x="3085660" y="0"/>
                <a:ext cx="2029937" cy="715542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8 928 864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5160541" name=""/>
          <p:cNvGrpSpPr/>
          <p:nvPr/>
        </p:nvGrpSpPr>
        <p:grpSpPr bwMode="auto">
          <a:xfrm>
            <a:off x="208440" y="172509"/>
            <a:ext cx="11685168" cy="6461789"/>
            <a:chOff x="0" y="0"/>
            <a:chExt cx="11685168" cy="6461789"/>
          </a:xfrm>
        </p:grpSpPr>
        <p:sp>
          <p:nvSpPr>
            <p:cNvPr id="1077199582" name=""/>
            <p:cNvSpPr/>
            <p:nvPr/>
          </p:nvSpPr>
          <p:spPr bwMode="auto">
            <a:xfrm rot="0" flipH="0" flipV="0">
              <a:off x="0" y="6090678"/>
              <a:ext cx="2375794" cy="37111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03887011" name="TextBox 32"/>
            <p:cNvSpPr txBox="1"/>
            <p:nvPr/>
          </p:nvSpPr>
          <p:spPr bwMode="auto">
            <a:xfrm flipH="0" flipV="0">
              <a:off x="2803959" y="389415"/>
              <a:ext cx="6336670" cy="417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63346782" name="TextBox 33"/>
            <p:cNvSpPr txBox="1"/>
            <p:nvPr/>
          </p:nvSpPr>
          <p:spPr bwMode="auto">
            <a:xfrm>
              <a:off x="3275892" y="1291591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31681669" name="AutoShape 34"/>
            <p:cNvSpPr/>
            <p:nvPr/>
          </p:nvSpPr>
          <p:spPr bwMode="auto">
            <a:xfrm>
              <a:off x="5917622" y="1394897"/>
              <a:ext cx="0" cy="468830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3831936" name="TextBox 38"/>
            <p:cNvSpPr txBox="1"/>
            <p:nvPr/>
          </p:nvSpPr>
          <p:spPr bwMode="auto">
            <a:xfrm>
              <a:off x="6549025" y="1302634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24903433" name="TextBox 39"/>
            <p:cNvSpPr txBox="1"/>
            <p:nvPr/>
          </p:nvSpPr>
          <p:spPr bwMode="auto">
            <a:xfrm flipH="0" flipV="0">
              <a:off x="584934" y="1040001"/>
              <a:ext cx="197540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6224823" name="Freeform 40"/>
            <p:cNvSpPr/>
            <p:nvPr/>
          </p:nvSpPr>
          <p:spPr bwMode="auto">
            <a:xfrm rot="1981001">
              <a:off x="1565544" y="1673804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1" y="0"/>
                  </a:lnTo>
                  <a:lnTo>
                    <a:pt x="966021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0289572" name="TextBox 41"/>
            <p:cNvSpPr txBox="1"/>
            <p:nvPr/>
          </p:nvSpPr>
          <p:spPr bwMode="auto">
            <a:xfrm flipH="0" flipV="0">
              <a:off x="377523" y="3976599"/>
              <a:ext cx="242715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303569" name="Freeform 42"/>
            <p:cNvSpPr/>
            <p:nvPr/>
          </p:nvSpPr>
          <p:spPr bwMode="auto">
            <a:xfrm rot="10008104" flipH="1">
              <a:off x="1475038" y="3583560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978745" name="TextBox 43"/>
            <p:cNvSpPr txBox="1"/>
            <p:nvPr/>
          </p:nvSpPr>
          <p:spPr bwMode="auto">
            <a:xfrm flipH="0" flipV="0">
              <a:off x="9494058" y="1096255"/>
              <a:ext cx="187031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7963551" name="Freeform 44"/>
            <p:cNvSpPr/>
            <p:nvPr/>
          </p:nvSpPr>
          <p:spPr bwMode="auto">
            <a:xfrm rot="-423529" flipH="1">
              <a:off x="9386380" y="301349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20796" name="TextBox 45"/>
            <p:cNvSpPr txBox="1"/>
            <p:nvPr/>
          </p:nvSpPr>
          <p:spPr bwMode="auto">
            <a:xfrm flipH="0" flipV="0">
              <a:off x="9724470" y="259121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86231189" name="Freeform 46"/>
            <p:cNvSpPr/>
            <p:nvPr/>
          </p:nvSpPr>
          <p:spPr bwMode="auto">
            <a:xfrm rot="-2557580" flipH="1">
              <a:off x="9275694" y="1799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819551" name="Freeform 47"/>
            <p:cNvSpPr/>
            <p:nvPr/>
          </p:nvSpPr>
          <p:spPr bwMode="auto">
            <a:xfrm rot="-10662274">
              <a:off x="9273730" y="37370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890669" name="TextBox 48"/>
            <p:cNvSpPr txBox="1"/>
            <p:nvPr/>
          </p:nvSpPr>
          <p:spPr bwMode="auto">
            <a:xfrm flipH="0" flipV="0">
              <a:off x="9587806" y="405901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8812191" name="Freeform 49"/>
            <p:cNvSpPr/>
            <p:nvPr/>
          </p:nvSpPr>
          <p:spPr bwMode="auto">
            <a:xfrm rot="-9983765">
              <a:off x="9287197" y="4750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1847605" name="TextBox 50"/>
            <p:cNvSpPr txBox="1"/>
            <p:nvPr/>
          </p:nvSpPr>
          <p:spPr bwMode="auto">
            <a:xfrm flipH="0" flipV="0">
              <a:off x="9724470" y="512907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6182741" name="TextBox 60"/>
            <p:cNvSpPr txBox="1"/>
            <p:nvPr/>
          </p:nvSpPr>
          <p:spPr bwMode="auto">
            <a:xfrm flipH="0" flipV="0">
              <a:off x="292922" y="2253544"/>
              <a:ext cx="1976774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75818460" name="Freeform 61"/>
            <p:cNvSpPr/>
            <p:nvPr/>
          </p:nvSpPr>
          <p:spPr bwMode="auto">
            <a:xfrm rot="731793">
              <a:off x="1394815" y="275152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6916332" name="TextBox 62"/>
            <p:cNvSpPr txBox="1"/>
            <p:nvPr/>
          </p:nvSpPr>
          <p:spPr bwMode="auto">
            <a:xfrm flipH="0" flipV="0">
              <a:off x="493840" y="5111788"/>
              <a:ext cx="198133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249040" name="TextBox 63"/>
            <p:cNvSpPr txBox="1"/>
            <p:nvPr/>
          </p:nvSpPr>
          <p:spPr bwMode="auto">
            <a:xfrm flipH="0" flipV="0">
              <a:off x="403678" y="6090190"/>
              <a:ext cx="223259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1847822" name="Freeform 64"/>
            <p:cNvSpPr/>
            <p:nvPr/>
          </p:nvSpPr>
          <p:spPr bwMode="auto">
            <a:xfrm rot="9117488" flipH="1">
              <a:off x="1485987" y="46324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0"/>
                  </a:lnTo>
                  <a:lnTo>
                    <a:pt x="966020" y="272900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0139776" name="Freeform 65"/>
            <p:cNvSpPr/>
            <p:nvPr/>
          </p:nvSpPr>
          <p:spPr bwMode="auto">
            <a:xfrm rot="9379580" flipH="1">
              <a:off x="1476596" y="5596692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3488738" name="Freeform 66"/>
            <p:cNvSpPr/>
            <p:nvPr/>
          </p:nvSpPr>
          <p:spPr bwMode="auto">
            <a:xfrm rot="-9983765">
              <a:off x="9378442" y="565151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2446574" name="TextBox 67"/>
            <p:cNvSpPr txBox="1"/>
            <p:nvPr/>
          </p:nvSpPr>
          <p:spPr bwMode="auto">
            <a:xfrm flipH="0" flipV="0">
              <a:off x="9815716" y="602960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6463260" name="Rectangle: Rounded Corners 12"/>
            <p:cNvSpPr/>
            <p:nvPr/>
          </p:nvSpPr>
          <p:spPr bwMode="auto">
            <a:xfrm flipH="0" flipV="0">
              <a:off x="2803959" y="0"/>
              <a:ext cx="6335230" cy="639375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044476931" name=""/>
            <p:cNvGrpSpPr/>
            <p:nvPr/>
          </p:nvGrpSpPr>
          <p:grpSpPr bwMode="auto">
            <a:xfrm>
              <a:off x="3238542" y="1767441"/>
              <a:ext cx="5358152" cy="4294071"/>
              <a:chOff x="0" y="0"/>
              <a:chExt cx="5358152" cy="4294071"/>
            </a:xfrm>
          </p:grpSpPr>
          <p:sp>
            <p:nvSpPr>
              <p:cNvPr id="1169586419" name="Freeform 30"/>
              <p:cNvSpPr/>
              <p:nvPr/>
            </p:nvSpPr>
            <p:spPr bwMode="auto">
              <a:xfrm rot="0" flipH="0" flipV="0">
                <a:off x="0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92611319" name="TextBox 31"/>
              <p:cNvSpPr txBox="1"/>
              <p:nvPr/>
            </p:nvSpPr>
            <p:spPr bwMode="auto">
              <a:xfrm rot="0" flipH="0" flipV="0">
                <a:off x="0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49186476" name="Freeform 36"/>
              <p:cNvSpPr/>
              <p:nvPr/>
            </p:nvSpPr>
            <p:spPr bwMode="auto">
              <a:xfrm rot="0" flipH="0" flipV="0">
                <a:off x="0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5634086" name="TextBox 37"/>
              <p:cNvSpPr txBox="1"/>
              <p:nvPr/>
            </p:nvSpPr>
            <p:spPr bwMode="auto">
              <a:xfrm rot="0" flipH="0" flipV="0">
                <a:off x="0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0580915" name="Freeform 52"/>
              <p:cNvSpPr/>
              <p:nvPr/>
            </p:nvSpPr>
            <p:spPr bwMode="auto">
              <a:xfrm rot="0" flipH="0" flipV="0">
                <a:off x="169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60587903" name="TextBox 53"/>
              <p:cNvSpPr txBox="1"/>
              <p:nvPr/>
            </p:nvSpPr>
            <p:spPr bwMode="auto">
              <a:xfrm rot="0" flipH="0" flipV="0">
                <a:off x="169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66356885" name="Freeform 55"/>
              <p:cNvSpPr/>
              <p:nvPr/>
            </p:nvSpPr>
            <p:spPr bwMode="auto">
              <a:xfrm rot="0" flipH="0" flipV="0">
                <a:off x="169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40107236" name="TextBox 56"/>
              <p:cNvSpPr txBox="1"/>
              <p:nvPr/>
            </p:nvSpPr>
            <p:spPr bwMode="auto">
              <a:xfrm rot="0" flipH="0" flipV="0">
                <a:off x="169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15812040" name="Freeform 58"/>
              <p:cNvSpPr/>
              <p:nvPr/>
            </p:nvSpPr>
            <p:spPr bwMode="auto">
              <a:xfrm rot="0" flipH="0" flipV="0">
                <a:off x="169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72726440" name="TextBox 59"/>
              <p:cNvSpPr txBox="1"/>
              <p:nvPr/>
            </p:nvSpPr>
            <p:spPr bwMode="auto">
              <a:xfrm rot="0" flipH="0" flipV="0">
                <a:off x="169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12360596" name="Freeform 69"/>
              <p:cNvSpPr/>
              <p:nvPr/>
            </p:nvSpPr>
            <p:spPr bwMode="auto">
              <a:xfrm rot="0" flipH="0" flipV="0">
                <a:off x="3273132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283538504" name="TextBox 70"/>
              <p:cNvSpPr txBox="1"/>
              <p:nvPr/>
            </p:nvSpPr>
            <p:spPr bwMode="auto">
              <a:xfrm rot="0" flipH="0" flipV="0">
                <a:off x="3273132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69720868" name="Freeform 72"/>
              <p:cNvSpPr/>
              <p:nvPr/>
            </p:nvSpPr>
            <p:spPr bwMode="auto">
              <a:xfrm rot="0" flipH="0" flipV="0">
                <a:off x="3273132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56241373" name="TextBox 73"/>
              <p:cNvSpPr txBox="1"/>
              <p:nvPr/>
            </p:nvSpPr>
            <p:spPr bwMode="auto">
              <a:xfrm rot="0" flipH="0" flipV="0">
                <a:off x="3273132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81064449" name="Freeform 75"/>
              <p:cNvSpPr/>
              <p:nvPr/>
            </p:nvSpPr>
            <p:spPr bwMode="auto">
              <a:xfrm rot="0" flipH="0" flipV="0">
                <a:off x="3273302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2093797250" name="TextBox 76"/>
              <p:cNvSpPr txBox="1"/>
              <p:nvPr/>
            </p:nvSpPr>
            <p:spPr bwMode="auto">
              <a:xfrm rot="0" flipH="0" flipV="0">
                <a:off x="3273302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8013216" name="Freeform 78"/>
              <p:cNvSpPr/>
              <p:nvPr/>
            </p:nvSpPr>
            <p:spPr bwMode="auto">
              <a:xfrm rot="0" flipH="0" flipV="0">
                <a:off x="3273302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1769314" name="TextBox 79"/>
              <p:cNvSpPr txBox="1"/>
              <p:nvPr/>
            </p:nvSpPr>
            <p:spPr bwMode="auto">
              <a:xfrm rot="0" flipH="0" flipV="0">
                <a:off x="3273302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98831552" name="Freeform 81"/>
              <p:cNvSpPr/>
              <p:nvPr/>
            </p:nvSpPr>
            <p:spPr bwMode="auto">
              <a:xfrm rot="0" flipH="0" flipV="0">
                <a:off x="3273302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60911430" name="TextBox 82"/>
              <p:cNvSpPr txBox="1"/>
              <p:nvPr/>
            </p:nvSpPr>
            <p:spPr bwMode="auto">
              <a:xfrm rot="0" flipH="0" flipV="0">
                <a:off x="3273302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6408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3393" y="674686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643058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711649848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Kliendi pangakonto: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238548269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54298865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387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640281221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Pagari pangakonto: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377270756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2533456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6188604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63729450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039698477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3" y="506122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245396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Bitcoini </a:t>
            </a:r>
            <a:r>
              <a:rPr>
                <a:latin typeface="IBM Plex Sans"/>
              </a:rPr>
              <a:t>tehing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32003281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Kulutuste tegemiseks kasutatavad UTXOd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26742511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460669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Vastuvõtjate jaoks loodud UTXOd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55128854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012202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14621029" name=""/>
          <p:cNvGrpSpPr/>
          <p:nvPr/>
        </p:nvGrpSpPr>
        <p:grpSpPr bwMode="auto">
          <a:xfrm>
            <a:off x="3523187" y="2014409"/>
            <a:ext cx="5111317" cy="3931907"/>
            <a:chOff x="0" y="0"/>
            <a:chExt cx="5111317" cy="3931907"/>
          </a:xfrm>
        </p:grpSpPr>
        <p:sp>
          <p:nvSpPr>
            <p:cNvPr id="625786683" name="TextBox 33"/>
            <p:cNvSpPr txBox="1"/>
            <p:nvPr/>
          </p:nvSpPr>
          <p:spPr bwMode="auto">
            <a:xfrm>
              <a:off x="35629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118489582" name="TextBox 35"/>
            <p:cNvSpPr txBox="1"/>
            <p:nvPr/>
          </p:nvSpPr>
          <p:spPr bwMode="auto">
            <a:xfrm>
              <a:off x="3158077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222444761" name=""/>
            <p:cNvGrpSpPr/>
            <p:nvPr/>
          </p:nvGrpSpPr>
          <p:grpSpPr bwMode="auto">
            <a:xfrm>
              <a:off x="0" y="446036"/>
              <a:ext cx="5111319" cy="3485871"/>
              <a:chOff x="0" y="0"/>
              <a:chExt cx="5111319" cy="3485871"/>
            </a:xfrm>
          </p:grpSpPr>
          <p:sp>
            <p:nvSpPr>
              <p:cNvPr id="1248616473" name="Freeform 30"/>
              <p:cNvSpPr/>
              <p:nvPr/>
            </p:nvSpPr>
            <p:spPr bwMode="auto">
              <a:xfrm rot="0" flipH="0" flipV="0">
                <a:off x="0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 vertOverflow="overflow" horzOverflow="overflow" vert="horz" wrap="square" lIns="91440" tIns="45720" rIns="91440" bIns="45720" numCol="1" spcCol="0" rtlCol="0" fromWordArt="0" anchor="ctr" anchorCtr="0" forceAA="0" compatLnSpc="0"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13710844" name="TextBox 31"/>
              <p:cNvSpPr txBox="1"/>
              <p:nvPr/>
            </p:nvSpPr>
            <p:spPr bwMode="auto">
              <a:xfrm rot="0" flipH="0" flipV="0">
                <a:off x="0" y="0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1153715" name="AutoShape 34"/>
              <p:cNvSpPr/>
              <p:nvPr/>
            </p:nvSpPr>
            <p:spPr bwMode="auto">
              <a:xfrm flipH="0" flipV="0">
                <a:off x="2555743" y="0"/>
                <a:ext cx="0" cy="3485872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59740240" name="Freeform 37"/>
              <p:cNvSpPr/>
              <p:nvPr/>
            </p:nvSpPr>
            <p:spPr bwMode="auto">
              <a:xfrm rot="0" flipH="0" flipV="0">
                <a:off x="3122449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27421749" name="TextBox 38"/>
              <p:cNvSpPr txBox="1"/>
              <p:nvPr/>
            </p:nvSpPr>
            <p:spPr bwMode="auto">
              <a:xfrm rot="0" flipH="0" flipV="0">
                <a:off x="3122449" y="0"/>
                <a:ext cx="1988870" cy="8601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34788994" name="Freeform 40"/>
              <p:cNvSpPr/>
              <p:nvPr/>
            </p:nvSpPr>
            <p:spPr bwMode="auto">
              <a:xfrm rot="0" flipH="0" flipV="0">
                <a:off x="3122449" y="961977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98302175" name="TextBox 41"/>
              <p:cNvSpPr txBox="1"/>
              <p:nvPr/>
            </p:nvSpPr>
            <p:spPr bwMode="auto">
              <a:xfrm rot="0" flipH="0" flipV="0">
                <a:off x="3122449" y="816452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18863" name="AutoShape 42"/>
          <p:cNvSpPr/>
          <p:nvPr/>
        </p:nvSpPr>
        <p:spPr bwMode="auto">
          <a:xfrm flipV="1">
            <a:off x="4862851" y="463525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785661" name="AutoShape 43"/>
          <p:cNvSpPr/>
          <p:nvPr/>
        </p:nvSpPr>
        <p:spPr bwMode="auto">
          <a:xfrm>
            <a:off x="4862851" y="2665431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271212" name="AutoShape 44"/>
          <p:cNvSpPr/>
          <p:nvPr/>
        </p:nvSpPr>
        <p:spPr bwMode="auto">
          <a:xfrm>
            <a:off x="2922568" y="3176245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535773094" name="TextBox 45"/>
          <p:cNvSpPr txBox="1"/>
          <p:nvPr/>
        </p:nvSpPr>
        <p:spPr bwMode="auto">
          <a:xfrm flipH="0" flipV="0">
            <a:off x="2744932" y="5572351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See võimaldab teil allkirjastada, et rahuldada skripti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8813896" name="TextBox 46"/>
          <p:cNvSpPr txBox="1"/>
          <p:nvPr/>
        </p:nvSpPr>
        <p:spPr bwMode="auto">
          <a:xfrm flipH="0" flipV="0">
            <a:off x="2744932" y="961882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Luuakse skript UTXO lukustamiseks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41177063" name="Rectangle 719486095"/>
          <p:cNvSpPr txBox="1"/>
          <p:nvPr/>
        </p:nvSpPr>
        <p:spPr bwMode="auto">
          <a:xfrm rot="0" flipH="0" flipV="0">
            <a:off x="1074465" y="2032945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Avalik võti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327086053" name="Rectangle 719486095"/>
          <p:cNvSpPr txBox="1"/>
          <p:nvPr/>
        </p:nvSpPr>
        <p:spPr bwMode="auto">
          <a:xfrm rot="0" flipH="0" flipV="0">
            <a:off x="1078036" y="4121730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Privaatne võti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295061351" name=""/>
          <p:cNvGrpSpPr/>
          <p:nvPr/>
        </p:nvGrpSpPr>
        <p:grpSpPr bwMode="auto">
          <a:xfrm>
            <a:off x="7279062" y="1730455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02761" name="Freeform 27"/>
          <p:cNvSpPr/>
          <p:nvPr/>
        </p:nvSpPr>
        <p:spPr bwMode="auto">
          <a:xfrm rot="0" flipH="0" flipV="0">
            <a:off x="3216110" y="368671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291569" name="TextBox 28"/>
          <p:cNvSpPr txBox="1"/>
          <p:nvPr/>
        </p:nvSpPr>
        <p:spPr bwMode="auto">
          <a:xfrm rot="0" flipH="0" flipV="0">
            <a:off x="3216110" y="368671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Bitcoin rahakott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357658579" name=""/>
          <p:cNvGrpSpPr/>
          <p:nvPr/>
        </p:nvGrpSpPr>
        <p:grpSpPr bwMode="auto">
          <a:xfrm>
            <a:off x="3969272" y="1588654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683472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Bitcoini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>tehing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6112863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Skript on rahul, et kulutada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458777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05771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Uued UTXOd, mis on loodud ja lukustatud koos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uued skriptid</a:t>
            </a:r>
          </a:p>
        </p:txBody>
      </p:sp>
      <p:sp>
        <p:nvSpPr>
          <p:cNvPr id="174343295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450260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1709707" name=""/>
          <p:cNvGrpSpPr/>
          <p:nvPr/>
        </p:nvGrpSpPr>
        <p:grpSpPr bwMode="auto">
          <a:xfrm>
            <a:off x="3309382" y="1782399"/>
            <a:ext cx="5770649" cy="4066543"/>
            <a:chOff x="0" y="0"/>
            <a:chExt cx="5770649" cy="4066543"/>
          </a:xfrm>
        </p:grpSpPr>
        <p:sp>
          <p:nvSpPr>
            <p:cNvPr id="1160863715" name="Freeform 30"/>
            <p:cNvSpPr/>
            <p:nvPr/>
          </p:nvSpPr>
          <p:spPr bwMode="auto">
            <a:xfrm rot="0" flipH="0" flipV="0">
              <a:off x="0" y="673832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91436221" name="TextBox 31"/>
            <p:cNvSpPr txBox="1"/>
            <p:nvPr/>
          </p:nvSpPr>
          <p:spPr bwMode="auto">
            <a:xfrm rot="0" flipH="0" flipV="0">
              <a:off x="0" y="515492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23791681" name="TextBox 33"/>
            <p:cNvSpPr txBox="1"/>
            <p:nvPr/>
          </p:nvSpPr>
          <p:spPr bwMode="auto">
            <a:xfrm>
              <a:off x="3876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724360040" name="AutoShape 34"/>
            <p:cNvSpPr/>
            <p:nvPr/>
          </p:nvSpPr>
          <p:spPr bwMode="auto">
            <a:xfrm flipH="0" flipV="0">
              <a:off x="2780846" y="539317"/>
              <a:ext cx="0" cy="352722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524435" name="TextBox 35"/>
            <p:cNvSpPr txBox="1"/>
            <p:nvPr/>
          </p:nvSpPr>
          <p:spPr bwMode="auto">
            <a:xfrm>
              <a:off x="343623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1665455" name="Freeform 37"/>
            <p:cNvSpPr/>
            <p:nvPr/>
          </p:nvSpPr>
          <p:spPr bwMode="auto">
            <a:xfrm rot="0" flipH="0" flipV="0">
              <a:off x="3397469" y="638633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409883" name="TextBox 38"/>
            <p:cNvSpPr txBox="1"/>
            <p:nvPr/>
          </p:nvSpPr>
          <p:spPr bwMode="auto">
            <a:xfrm rot="0" flipH="0" flipV="0">
              <a:off x="3397469" y="480293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9874737" name="Freeform 40"/>
            <p:cNvSpPr/>
            <p:nvPr/>
          </p:nvSpPr>
          <p:spPr bwMode="auto">
            <a:xfrm rot="0" flipH="0" flipV="0">
              <a:off x="3397469" y="1526999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2899840" name="TextBox 41"/>
            <p:cNvSpPr txBox="1"/>
            <p:nvPr/>
          </p:nvSpPr>
          <p:spPr bwMode="auto">
            <a:xfrm rot="0" flipH="0" flipV="0">
              <a:off x="3397469" y="1368659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9818304" name="Freeform 46"/>
            <p:cNvSpPr/>
            <p:nvPr/>
          </p:nvSpPr>
          <p:spPr bwMode="auto">
            <a:xfrm>
              <a:off x="5352386" y="380183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6"/>
                  </a:lnTo>
                  <a:lnTo>
                    <a:pt x="0" y="595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5984796" name="Freeform 48"/>
            <p:cNvSpPr/>
            <p:nvPr/>
          </p:nvSpPr>
          <p:spPr bwMode="auto">
            <a:xfrm>
              <a:off x="5352386" y="1268548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7"/>
                  </a:lnTo>
                  <a:lnTo>
                    <a:pt x="0" y="59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62318520" name=""/>
          <p:cNvGrpSpPr/>
          <p:nvPr/>
        </p:nvGrpSpPr>
        <p:grpSpPr bwMode="auto">
          <a:xfrm>
            <a:off x="848800" y="590697"/>
            <a:ext cx="10498428" cy="5694707"/>
            <a:chOff x="0" y="0"/>
            <a:chExt cx="10498428" cy="5694707"/>
          </a:xfrm>
        </p:grpSpPr>
        <p:sp>
          <p:nvSpPr>
            <p:cNvPr id="947219872" name="TextBox 32"/>
            <p:cNvSpPr txBox="1"/>
            <p:nvPr/>
          </p:nvSpPr>
          <p:spPr bwMode="auto">
            <a:xfrm flipH="0" flipV="0">
              <a:off x="0" y="388841"/>
              <a:ext cx="5029751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9327462" name="TextBox 33"/>
            <p:cNvSpPr txBox="1"/>
            <p:nvPr/>
          </p:nvSpPr>
          <p:spPr bwMode="auto">
            <a:xfrm>
              <a:off x="364113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3858135" name="AutoShape 34"/>
            <p:cNvSpPr/>
            <p:nvPr/>
          </p:nvSpPr>
          <p:spPr bwMode="auto">
            <a:xfrm flipH="0" flipV="0">
              <a:off x="2518403" y="1393033"/>
              <a:ext cx="0" cy="369554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213363" name="TextBox 35"/>
            <p:cNvSpPr txBox="1"/>
            <p:nvPr/>
          </p:nvSpPr>
          <p:spPr bwMode="auto">
            <a:xfrm>
              <a:off x="2744056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3246648" name="TextBox 48"/>
            <p:cNvSpPr txBox="1"/>
            <p:nvPr/>
          </p:nvSpPr>
          <p:spPr bwMode="auto">
            <a:xfrm flipH="0" flipV="0">
              <a:off x="5626395" y="367079"/>
              <a:ext cx="4872033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9123495" name="TextBox 49"/>
            <p:cNvSpPr txBox="1"/>
            <p:nvPr/>
          </p:nvSpPr>
          <p:spPr bwMode="auto">
            <a:xfrm>
              <a:off x="5920515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39699933" name="AutoShape 50"/>
            <p:cNvSpPr/>
            <p:nvPr/>
          </p:nvSpPr>
          <p:spPr bwMode="auto">
            <a:xfrm flipH="0" flipV="0">
              <a:off x="8045175" y="1520100"/>
              <a:ext cx="0" cy="371730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50938" name="TextBox 51"/>
            <p:cNvSpPr txBox="1"/>
            <p:nvPr/>
          </p:nvSpPr>
          <p:spPr bwMode="auto">
            <a:xfrm>
              <a:off x="8300457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4004030" name="Rectangle: Rounded Corners 12"/>
            <p:cNvSpPr/>
            <p:nvPr/>
          </p:nvSpPr>
          <p:spPr bwMode="auto">
            <a:xfrm>
              <a:off x="0" y="0"/>
              <a:ext cx="5028312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59219724" name="Rectangle: Rounded Corners 12"/>
            <p:cNvSpPr/>
            <p:nvPr/>
          </p:nvSpPr>
          <p:spPr bwMode="auto">
            <a:xfrm>
              <a:off x="5626395" y="0"/>
              <a:ext cx="4870594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05553530" name=""/>
            <p:cNvGrpSpPr/>
            <p:nvPr/>
          </p:nvGrpSpPr>
          <p:grpSpPr bwMode="auto">
            <a:xfrm>
              <a:off x="358404" y="1766052"/>
              <a:ext cx="9879354" cy="1695475"/>
              <a:chOff x="0" y="0"/>
              <a:chExt cx="9879354" cy="1695475"/>
            </a:xfrm>
          </p:grpSpPr>
          <p:sp>
            <p:nvSpPr>
              <p:cNvPr id="181625805" name="Freeform 30"/>
              <p:cNvSpPr/>
              <p:nvPr/>
            </p:nvSpPr>
            <p:spPr bwMode="auto">
              <a:xfrm rot="0" flipH="0" flipV="0">
                <a:off x="0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89651600" name="TextBox 31"/>
              <p:cNvSpPr txBox="1"/>
              <p:nvPr/>
            </p:nvSpPr>
            <p:spPr bwMode="auto">
              <a:xfrm rot="0" flipH="0" flipV="0">
                <a:off x="0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979724626" name="Freeform 37"/>
              <p:cNvSpPr/>
              <p:nvPr/>
            </p:nvSpPr>
            <p:spPr bwMode="auto">
              <a:xfrm rot="0" flipH="0" flipV="0">
                <a:off x="2379942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55877479" name="TextBox 38"/>
              <p:cNvSpPr txBox="1"/>
              <p:nvPr/>
            </p:nvSpPr>
            <p:spPr bwMode="auto">
              <a:xfrm rot="0" flipH="0" flipV="0">
                <a:off x="2379942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00469795" name="Freeform 40"/>
              <p:cNvSpPr/>
              <p:nvPr/>
            </p:nvSpPr>
            <p:spPr bwMode="auto">
              <a:xfrm rot="0" flipH="0" flipV="0">
                <a:off x="2379942" y="95412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93365562" name="TextBox 41"/>
              <p:cNvSpPr txBox="1"/>
              <p:nvPr/>
            </p:nvSpPr>
            <p:spPr bwMode="auto">
              <a:xfrm rot="0" flipH="0" flipV="0">
                <a:off x="2379942" y="809789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43404000" name="Freeform 46"/>
              <p:cNvSpPr/>
              <p:nvPr/>
            </p:nvSpPr>
            <p:spPr bwMode="auto">
              <a:xfrm rot="0" flipH="0" flipV="0">
                <a:off x="5526770" y="293162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759143754" name="TextBox 47"/>
              <p:cNvSpPr txBox="1"/>
              <p:nvPr/>
            </p:nvSpPr>
            <p:spPr bwMode="auto">
              <a:xfrm rot="0" flipH="0" flipV="0">
                <a:off x="5526770" y="148827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27094272" name="Freeform 53"/>
              <p:cNvSpPr/>
              <p:nvPr/>
            </p:nvSpPr>
            <p:spPr bwMode="auto">
              <a:xfrm rot="0" flipH="0" flipV="0">
                <a:off x="7906716" y="27140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4223669" name="TextBox 54"/>
              <p:cNvSpPr txBox="1"/>
              <p:nvPr/>
            </p:nvSpPr>
            <p:spPr bwMode="auto">
              <a:xfrm rot="0" flipH="0" flipV="0">
                <a:off x="7906716" y="127064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314657891" name="Freeform 56"/>
              <p:cNvSpPr/>
              <p:nvPr/>
            </p:nvSpPr>
            <p:spPr bwMode="auto">
              <a:xfrm rot="0" flipH="0" flipV="0">
                <a:off x="7906716" y="108119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94374577" name="TextBox 57"/>
              <p:cNvSpPr txBox="1"/>
              <p:nvPr/>
            </p:nvSpPr>
            <p:spPr bwMode="auto">
              <a:xfrm rot="0" flipH="0" flipV="0">
                <a:off x="7906716" y="936855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61578625" name="AutoShape 58"/>
              <p:cNvSpPr/>
              <p:nvPr/>
            </p:nvSpPr>
            <p:spPr bwMode="auto">
              <a:xfrm flipH="0" flipV="1">
                <a:off x="4337766" y="809789"/>
                <a:ext cx="1102881" cy="451473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78221838" name=""/>
          <p:cNvGrpSpPr/>
          <p:nvPr/>
        </p:nvGrpSpPr>
        <p:grpSpPr bwMode="auto">
          <a:xfrm>
            <a:off x="805492" y="590695"/>
            <a:ext cx="10478212" cy="5694707"/>
            <a:chOff x="0" y="0"/>
            <a:chExt cx="10478212" cy="5694707"/>
          </a:xfrm>
        </p:grpSpPr>
        <p:sp>
          <p:nvSpPr>
            <p:cNvPr id="375463741" name="TextBox 32"/>
            <p:cNvSpPr txBox="1"/>
            <p:nvPr/>
          </p:nvSpPr>
          <p:spPr bwMode="auto">
            <a:xfrm flipH="0" flipV="0">
              <a:off x="0" y="357867"/>
              <a:ext cx="487203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7592157" name="TextBox 33"/>
            <p:cNvSpPr txBox="1"/>
            <p:nvPr/>
          </p:nvSpPr>
          <p:spPr bwMode="auto">
            <a:xfrm>
              <a:off x="32643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58545318" name="AutoShape 34"/>
            <p:cNvSpPr/>
            <p:nvPr/>
          </p:nvSpPr>
          <p:spPr bwMode="auto">
            <a:xfrm flipH="0" flipV="0">
              <a:off x="2458953" y="1512466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3169047" name="TextBox 35"/>
            <p:cNvSpPr txBox="1"/>
            <p:nvPr/>
          </p:nvSpPr>
          <p:spPr bwMode="auto">
            <a:xfrm>
              <a:off x="2715178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131003326" name="TextBox 48"/>
            <p:cNvSpPr txBox="1"/>
            <p:nvPr/>
          </p:nvSpPr>
          <p:spPr bwMode="auto">
            <a:xfrm flipH="0" flipV="0">
              <a:off x="5606901" y="357867"/>
              <a:ext cx="487131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09458" name="TextBox 49"/>
            <p:cNvSpPr txBox="1"/>
            <p:nvPr/>
          </p:nvSpPr>
          <p:spPr bwMode="auto">
            <a:xfrm>
              <a:off x="5918250" y="1444380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9898150" name="AutoShape 50"/>
            <p:cNvSpPr/>
            <p:nvPr/>
          </p:nvSpPr>
          <p:spPr bwMode="auto">
            <a:xfrm flipH="0" flipV="0">
              <a:off x="8050773" y="1438051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7803176" name="TextBox 51"/>
            <p:cNvSpPr txBox="1"/>
            <p:nvPr/>
          </p:nvSpPr>
          <p:spPr bwMode="auto">
            <a:xfrm>
              <a:off x="830700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66101036" name="Rectangle: Rounded Corners 12"/>
            <p:cNvSpPr/>
            <p:nvPr/>
          </p:nvSpPr>
          <p:spPr bwMode="auto">
            <a:xfrm>
              <a:off x="5606901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601922062" name="Rectangle: Rounded Corners 12"/>
            <p:cNvSpPr/>
            <p:nvPr/>
          </p:nvSpPr>
          <p:spPr bwMode="auto">
            <a:xfrm>
              <a:off x="0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01584466" name=""/>
            <p:cNvGrpSpPr/>
            <p:nvPr/>
          </p:nvGrpSpPr>
          <p:grpSpPr bwMode="auto">
            <a:xfrm>
              <a:off x="290961" y="1886865"/>
              <a:ext cx="9960500" cy="1576022"/>
              <a:chOff x="0" y="0"/>
              <a:chExt cx="9960500" cy="1576022"/>
            </a:xfrm>
          </p:grpSpPr>
          <p:sp>
            <p:nvSpPr>
              <p:cNvPr id="1124386563" name="Freeform 30"/>
              <p:cNvSpPr/>
              <p:nvPr/>
            </p:nvSpPr>
            <p:spPr bwMode="auto">
              <a:xfrm rot="0" flipH="0" flipV="0">
                <a:off x="0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327070884" name="TextBox 31"/>
              <p:cNvSpPr txBox="1"/>
              <p:nvPr/>
            </p:nvSpPr>
            <p:spPr bwMode="auto">
              <a:xfrm rot="0" flipH="0" flipV="0">
                <a:off x="0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274 000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89555991" name="Freeform 37"/>
              <p:cNvSpPr/>
              <p:nvPr/>
            </p:nvSpPr>
            <p:spPr bwMode="auto">
              <a:xfrm rot="0" flipH="0" flipV="0">
                <a:off x="2388747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886003424" name="TextBox 38"/>
              <p:cNvSpPr txBox="1"/>
              <p:nvPr/>
            </p:nvSpPr>
            <p:spPr bwMode="auto">
              <a:xfrm rot="0" flipH="0" flipV="0">
                <a:off x="2388747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79091862" name="Freeform 40"/>
              <p:cNvSpPr/>
              <p:nvPr/>
            </p:nvSpPr>
            <p:spPr bwMode="auto">
              <a:xfrm rot="0" flipH="0" flipV="0">
                <a:off x="2388747" y="957654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74667199" name="TextBox 41"/>
              <p:cNvSpPr txBox="1"/>
              <p:nvPr/>
            </p:nvSpPr>
            <p:spPr bwMode="auto">
              <a:xfrm rot="0" flipH="0" flipV="0">
                <a:off x="2388747" y="812784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54695313" name="Freeform 46"/>
              <p:cNvSpPr/>
              <p:nvPr/>
            </p:nvSpPr>
            <p:spPr bwMode="auto">
              <a:xfrm rot="0" flipH="0" flipV="0">
                <a:off x="5591821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39286011" name="TextBox 47"/>
              <p:cNvSpPr txBox="1"/>
              <p:nvPr/>
            </p:nvSpPr>
            <p:spPr bwMode="auto">
              <a:xfrm rot="0" flipH="0" flipV="0">
                <a:off x="5591821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3918363" name="Freeform 53"/>
              <p:cNvSpPr/>
              <p:nvPr/>
            </p:nvSpPr>
            <p:spPr bwMode="auto">
              <a:xfrm rot="0" flipH="0" flipV="0">
                <a:off x="7980570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666526828" name="TextBox 54"/>
              <p:cNvSpPr txBox="1"/>
              <p:nvPr/>
            </p:nvSpPr>
            <p:spPr bwMode="auto">
              <a:xfrm rot="0" flipH="0" flipV="0">
                <a:off x="7980570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55229620" name="Freeform 56"/>
              <p:cNvSpPr/>
              <p:nvPr/>
            </p:nvSpPr>
            <p:spPr bwMode="auto">
              <a:xfrm rot="0" flipH="0" flipV="0">
                <a:off x="7980570" y="959463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987431986" name="TextBox 57"/>
              <p:cNvSpPr txBox="1"/>
              <p:nvPr/>
            </p:nvSpPr>
            <p:spPr bwMode="auto">
              <a:xfrm rot="0" flipH="0" flipV="0">
                <a:off x="7980570" y="814595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41783865" name="AutoShape 58"/>
              <p:cNvSpPr/>
              <p:nvPr/>
            </p:nvSpPr>
            <p:spPr bwMode="auto">
              <a:xfrm flipV="1">
                <a:off x="4368683" y="453147"/>
                <a:ext cx="1208270" cy="0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098908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Alice'i UTXO kulutatakse makse rahuldamiseks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60447104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5001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luuakse selleks, et maksta pagarile leiva eest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22459216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672298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194142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Muutus UTXO naaseb Alice'i rahakotti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935067926" name=""/>
          <p:cNvGrpSpPr/>
          <p:nvPr/>
        </p:nvGrpSpPr>
        <p:grpSpPr bwMode="auto">
          <a:xfrm>
            <a:off x="2762506" y="268926"/>
            <a:ext cx="6270216" cy="6258610"/>
            <a:chOff x="0" y="0"/>
            <a:chExt cx="6270216" cy="6258610"/>
          </a:xfrm>
        </p:grpSpPr>
        <p:sp>
          <p:nvSpPr>
            <p:cNvPr id="1139927387" name="TextBox 32"/>
            <p:cNvSpPr txBox="1"/>
            <p:nvPr/>
          </p:nvSpPr>
          <p:spPr bwMode="auto">
            <a:xfrm flipH="0" flipV="0">
              <a:off x="0" y="421794"/>
              <a:ext cx="6270218" cy="4419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78123565" name="TextBox 33"/>
            <p:cNvSpPr txBox="1"/>
            <p:nvPr/>
          </p:nvSpPr>
          <p:spPr bwMode="auto">
            <a:xfrm>
              <a:off x="314265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305450" name="AutoShape 34"/>
            <p:cNvSpPr/>
            <p:nvPr/>
          </p:nvSpPr>
          <p:spPr bwMode="auto">
            <a:xfrm flipH="0" flipV="0">
              <a:off x="3108868" y="1466767"/>
              <a:ext cx="0" cy="42471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9142480" name="TextBox 35"/>
            <p:cNvSpPr txBox="1"/>
            <p:nvPr/>
          </p:nvSpPr>
          <p:spPr bwMode="auto">
            <a:xfrm>
              <a:off x="3776811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452176" name="Rectangle: Rounded Corners 12"/>
            <p:cNvSpPr/>
            <p:nvPr/>
          </p:nvSpPr>
          <p:spPr bwMode="auto">
            <a:xfrm>
              <a:off x="0" y="0"/>
              <a:ext cx="6268779" cy="62586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52608588" name=""/>
            <p:cNvGrpSpPr/>
            <p:nvPr/>
          </p:nvGrpSpPr>
          <p:grpSpPr bwMode="auto">
            <a:xfrm>
              <a:off x="274758" y="1883818"/>
              <a:ext cx="5668038" cy="1753553"/>
              <a:chOff x="0" y="0"/>
              <a:chExt cx="5668038" cy="1753553"/>
            </a:xfrm>
          </p:grpSpPr>
          <p:sp>
            <p:nvSpPr>
              <p:cNvPr id="1723181329" name="Freeform 30"/>
              <p:cNvSpPr/>
              <p:nvPr/>
            </p:nvSpPr>
            <p:spPr bwMode="auto">
              <a:xfrm rot="0" flipH="0" flipV="0">
                <a:off x="0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1035167" name="TextBox 31"/>
              <p:cNvSpPr txBox="1"/>
              <p:nvPr/>
            </p:nvSpPr>
            <p:spPr bwMode="auto">
              <a:xfrm rot="0" flipH="0" flipV="0">
                <a:off x="0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14915668" name="Freeform 37"/>
              <p:cNvSpPr/>
              <p:nvPr/>
            </p:nvSpPr>
            <p:spPr bwMode="auto">
              <a:xfrm rot="0" flipH="0" flipV="0">
                <a:off x="3462543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888856091" name="TextBox 38"/>
              <p:cNvSpPr txBox="1"/>
              <p:nvPr/>
            </p:nvSpPr>
            <p:spPr bwMode="auto">
              <a:xfrm rot="0" flipH="0" flipV="0">
                <a:off x="3462543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1354295" name="Freeform 40"/>
              <p:cNvSpPr/>
              <p:nvPr/>
            </p:nvSpPr>
            <p:spPr bwMode="auto">
              <a:xfrm rot="0" flipH="0" flipV="0">
                <a:off x="3462543" y="1066755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421922253" name="TextBox 41"/>
              <p:cNvSpPr txBox="1"/>
              <p:nvPr/>
            </p:nvSpPr>
            <p:spPr bwMode="auto">
              <a:xfrm rot="0" flipH="0" flipV="0">
                <a:off x="3462543" y="905382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422549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ühendab 2 UTXO-d sisenditeks, et rahuldada maksevajadusi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873231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108625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luuakse selleks, et maksta pagarile leiva eest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35778338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74229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865840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Muutus UTXO naaseb Alice'i rahakotti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712380872" name=""/>
          <p:cNvGrpSpPr/>
          <p:nvPr/>
        </p:nvGrpSpPr>
        <p:grpSpPr bwMode="auto">
          <a:xfrm>
            <a:off x="2704014" y="268926"/>
            <a:ext cx="6403122" cy="6258609"/>
            <a:chOff x="0" y="0"/>
            <a:chExt cx="6403122" cy="6258609"/>
          </a:xfrm>
        </p:grpSpPr>
        <p:sp>
          <p:nvSpPr>
            <p:cNvPr id="1329991585" name="TextBox 32"/>
            <p:cNvSpPr txBox="1"/>
            <p:nvPr/>
          </p:nvSpPr>
          <p:spPr bwMode="auto">
            <a:xfrm flipH="0" flipV="0">
              <a:off x="0" y="448791"/>
              <a:ext cx="6403122" cy="440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773597390" name="TextBox 33"/>
            <p:cNvSpPr txBox="1"/>
            <p:nvPr/>
          </p:nvSpPr>
          <p:spPr bwMode="auto">
            <a:xfrm>
              <a:off x="422061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035171875" name="AutoShape 34"/>
            <p:cNvSpPr/>
            <p:nvPr/>
          </p:nvSpPr>
          <p:spPr bwMode="auto">
            <a:xfrm flipH="0" flipV="0">
              <a:off x="3205428" y="1640677"/>
              <a:ext cx="0" cy="40584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5155097" name="TextBox 35"/>
            <p:cNvSpPr txBox="1"/>
            <p:nvPr/>
          </p:nvSpPr>
          <p:spPr bwMode="auto">
            <a:xfrm>
              <a:off x="3870684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1171879" name="Rectangle: Rounded Corners 12"/>
            <p:cNvSpPr/>
            <p:nvPr/>
          </p:nvSpPr>
          <p:spPr bwMode="auto">
            <a:xfrm>
              <a:off x="0" y="0"/>
              <a:ext cx="6401683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33654445" name=""/>
            <p:cNvGrpSpPr/>
            <p:nvPr/>
          </p:nvGrpSpPr>
          <p:grpSpPr bwMode="auto">
            <a:xfrm>
              <a:off x="382709" y="2056051"/>
              <a:ext cx="5645251" cy="1746502"/>
              <a:chOff x="0" y="0"/>
              <a:chExt cx="5645251" cy="1746502"/>
            </a:xfrm>
          </p:grpSpPr>
          <p:sp>
            <p:nvSpPr>
              <p:cNvPr id="1083017826" name="Freeform 30"/>
              <p:cNvSpPr/>
              <p:nvPr/>
            </p:nvSpPr>
            <p:spPr bwMode="auto">
              <a:xfrm rot="0" flipH="0" flipV="0">
                <a:off x="0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56652660" name="TextBox 31"/>
              <p:cNvSpPr txBox="1"/>
              <p:nvPr/>
            </p:nvSpPr>
            <p:spPr bwMode="auto">
              <a:xfrm rot="0" flipH="0" flipV="0">
                <a:off x="0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8438190" name="Freeform 37"/>
              <p:cNvSpPr/>
              <p:nvPr/>
            </p:nvSpPr>
            <p:spPr bwMode="auto">
              <a:xfrm rot="0" flipH="0" flipV="0">
                <a:off x="3448622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120327518" name="TextBox 38"/>
              <p:cNvSpPr txBox="1"/>
              <p:nvPr/>
            </p:nvSpPr>
            <p:spPr bwMode="auto">
              <a:xfrm rot="0" flipH="0" flipV="0">
                <a:off x="3448622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9047769" name="Freeform 40"/>
              <p:cNvSpPr/>
              <p:nvPr/>
            </p:nvSpPr>
            <p:spPr bwMode="auto">
              <a:xfrm rot="0" flipH="0" flipV="0">
                <a:off x="3448622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28039385" name="TextBox 41"/>
              <p:cNvSpPr txBox="1"/>
              <p:nvPr/>
            </p:nvSpPr>
            <p:spPr bwMode="auto">
              <a:xfrm rot="0" flipH="0" flipV="0">
                <a:off x="3448622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4088017" name="Freeform 49"/>
              <p:cNvSpPr/>
              <p:nvPr/>
            </p:nvSpPr>
            <p:spPr bwMode="auto">
              <a:xfrm rot="0" flipH="0" flipV="0">
                <a:off x="0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4223189" name="TextBox 50"/>
              <p:cNvSpPr txBox="1"/>
              <p:nvPr/>
            </p:nvSpPr>
            <p:spPr bwMode="auto">
              <a:xfrm rot="0" flipH="0" flipV="0">
                <a:off x="0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5988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Alice'i UTXO kulutatakse makse rahuldamiseks</a:t>
            </a:r>
            <a:endParaRPr/>
          </a:p>
        </p:txBody>
      </p:sp>
      <p:sp>
        <p:nvSpPr>
          <p:cNvPr id="914260943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133711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luuakse selleks, et maksta pagarile leiva eest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1336978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485390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063572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Muutus UTXO naaseb Alice'i rahakotti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77340147" name="TextBox 52"/>
          <p:cNvSpPr txBox="1"/>
          <p:nvPr/>
        </p:nvSpPr>
        <p:spPr bwMode="auto">
          <a:xfrm flipH="0" flipV="0">
            <a:off x="2974999" y="5924955"/>
            <a:ext cx="5778032" cy="34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Tehingutasu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35425600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42366917" name=""/>
          <p:cNvGrpSpPr/>
          <p:nvPr/>
        </p:nvGrpSpPr>
        <p:grpSpPr bwMode="auto">
          <a:xfrm>
            <a:off x="2694322" y="625564"/>
            <a:ext cx="6225913" cy="5137924"/>
            <a:chOff x="0" y="0"/>
            <a:chExt cx="6225913" cy="5137924"/>
          </a:xfrm>
        </p:grpSpPr>
        <p:sp>
          <p:nvSpPr>
            <p:cNvPr id="1164906434" name="TextBox 32"/>
            <p:cNvSpPr txBox="1"/>
            <p:nvPr/>
          </p:nvSpPr>
          <p:spPr bwMode="auto">
            <a:xfrm flipH="0" flipV="0">
              <a:off x="0" y="0"/>
              <a:ext cx="6225914" cy="4264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5844408" name="TextBox 33"/>
            <p:cNvSpPr txBox="1"/>
            <p:nvPr/>
          </p:nvSpPr>
          <p:spPr bwMode="auto">
            <a:xfrm>
              <a:off x="401947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26813243" name="AutoShape 34"/>
            <p:cNvSpPr/>
            <p:nvPr/>
          </p:nvSpPr>
          <p:spPr bwMode="auto">
            <a:xfrm>
              <a:off x="3097635" y="1037632"/>
              <a:ext cx="0" cy="308385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736595" name="TextBox 35"/>
            <p:cNvSpPr txBox="1"/>
            <p:nvPr/>
          </p:nvSpPr>
          <p:spPr bwMode="auto">
            <a:xfrm>
              <a:off x="3741933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090684886" name=""/>
            <p:cNvGrpSpPr/>
            <p:nvPr/>
          </p:nvGrpSpPr>
          <p:grpSpPr bwMode="auto">
            <a:xfrm>
              <a:off x="363836" y="1439922"/>
              <a:ext cx="5467419" cy="3698002"/>
              <a:chOff x="0" y="0"/>
              <a:chExt cx="5467419" cy="3698002"/>
            </a:xfrm>
          </p:grpSpPr>
          <p:sp>
            <p:nvSpPr>
              <p:cNvPr id="1564857695" name="Freeform 30"/>
              <p:cNvSpPr/>
              <p:nvPr/>
            </p:nvSpPr>
            <p:spPr bwMode="auto">
              <a:xfrm rot="0" flipH="0" flipV="0">
                <a:off x="0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66528699" name="TextBox 31"/>
              <p:cNvSpPr txBox="1"/>
              <p:nvPr/>
            </p:nvSpPr>
            <p:spPr bwMode="auto">
              <a:xfrm rot="0" flipH="0" flipV="0">
                <a:off x="0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802785" name="Freeform 37"/>
              <p:cNvSpPr/>
              <p:nvPr/>
            </p:nvSpPr>
            <p:spPr bwMode="auto">
              <a:xfrm rot="0" flipH="0" flipV="0">
                <a:off x="3339986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1577312" name="TextBox 38"/>
              <p:cNvSpPr txBox="1"/>
              <p:nvPr/>
            </p:nvSpPr>
            <p:spPr bwMode="auto">
              <a:xfrm rot="0" flipH="0" flipV="0">
                <a:off x="3339986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38488446" name="Freeform 40"/>
              <p:cNvSpPr/>
              <p:nvPr/>
            </p:nvSpPr>
            <p:spPr bwMode="auto">
              <a:xfrm rot="0" flipH="0" flipV="0">
                <a:off x="3339986" y="1028997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41071063" name="TextBox 41"/>
              <p:cNvSpPr txBox="1"/>
              <p:nvPr/>
            </p:nvSpPr>
            <p:spPr bwMode="auto">
              <a:xfrm rot="0" flipH="0" flipV="0">
                <a:off x="3339986" y="873335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5 800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45114452" name="Freeform 50"/>
              <p:cNvSpPr/>
              <p:nvPr/>
            </p:nvSpPr>
            <p:spPr bwMode="auto">
              <a:xfrm rot="0" flipH="0" flipV="0">
                <a:off x="1670078" y="3035513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75289641" name="TextBox 51"/>
              <p:cNvSpPr txBox="1"/>
              <p:nvPr/>
            </p:nvSpPr>
            <p:spPr bwMode="auto">
              <a:xfrm rot="0" flipH="0" flipV="0">
                <a:off x="1670078" y="2879852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635"/>
                  </a:lnSpc>
                  <a:defRPr/>
                </a:pPr>
                <a:r>
                  <a:rPr lang="en-US" sz="2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8434696" name=""/>
          <p:cNvGrpSpPr/>
          <p:nvPr/>
        </p:nvGrpSpPr>
        <p:grpSpPr bwMode="auto">
          <a:xfrm>
            <a:off x="7118473" y="1951627"/>
            <a:ext cx="4520505" cy="3097660"/>
            <a:chOff x="0" y="0"/>
            <a:chExt cx="4520505" cy="3097660"/>
          </a:xfrm>
        </p:grpSpPr>
        <p:sp>
          <p:nvSpPr>
            <p:cNvPr id="912694274" name="Freeform 34"/>
            <p:cNvSpPr/>
            <p:nvPr/>
          </p:nvSpPr>
          <p:spPr bwMode="auto">
            <a:xfrm rot="0" flipH="0" flipV="0">
              <a:off x="0" y="192880"/>
              <a:ext cx="4520506" cy="2904779"/>
            </a:xfrm>
            <a:custGeom>
              <a:avLst/>
              <a:gdLst/>
              <a:ahLst/>
              <a:cxnLst/>
              <a:rect l="l" t="t" r="r" b="b"/>
              <a:pathLst>
                <a:path w="1785830" h="1147536" fill="norm" stroke="1" extrusionOk="0">
                  <a:moveTo>
                    <a:pt x="11988" y="0"/>
                  </a:moveTo>
                  <a:lnTo>
                    <a:pt x="1773841" y="0"/>
                  </a:lnTo>
                  <a:cubicBezTo>
                    <a:pt x="1780462" y="0"/>
                    <a:pt x="1785830" y="5367"/>
                    <a:pt x="1785830" y="11988"/>
                  </a:cubicBezTo>
                  <a:lnTo>
                    <a:pt x="1785830" y="1135548"/>
                  </a:lnTo>
                  <a:cubicBezTo>
                    <a:pt x="1785830" y="1138727"/>
                    <a:pt x="1784567" y="1141776"/>
                    <a:pt x="1782319" y="1144025"/>
                  </a:cubicBezTo>
                  <a:cubicBezTo>
                    <a:pt x="1780070" y="1146273"/>
                    <a:pt x="1777021" y="1147536"/>
                    <a:pt x="1773841" y="1147536"/>
                  </a:cubicBezTo>
                  <a:lnTo>
                    <a:pt x="11988" y="1147536"/>
                  </a:lnTo>
                  <a:cubicBezTo>
                    <a:pt x="5367" y="1147536"/>
                    <a:pt x="0" y="1142168"/>
                    <a:pt x="0" y="1135548"/>
                  </a:cubicBezTo>
                  <a:lnTo>
                    <a:pt x="0" y="11988"/>
                  </a:lnTo>
                  <a:cubicBezTo>
                    <a:pt x="0" y="8809"/>
                    <a:pt x="1263" y="5760"/>
                    <a:pt x="3511" y="3511"/>
                  </a:cubicBezTo>
                  <a:cubicBezTo>
                    <a:pt x="5760" y="1263"/>
                    <a:pt x="8809" y="0"/>
                    <a:pt x="1198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67615710" name="TextBox 35"/>
            <p:cNvSpPr txBox="1"/>
            <p:nvPr/>
          </p:nvSpPr>
          <p:spPr bwMode="auto">
            <a:xfrm rot="0" flipH="0" flipV="0">
              <a:off x="0" y="0"/>
              <a:ext cx="4520506" cy="30976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40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Block Reward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</p:txBody>
        </p:sp>
        <p:sp>
          <p:nvSpPr>
            <p:cNvPr id="1002211072" name="Freeform 42"/>
            <p:cNvSpPr/>
            <p:nvPr/>
          </p:nvSpPr>
          <p:spPr bwMode="auto">
            <a:xfrm rot="0" flipH="0" flipV="0">
              <a:off x="344803" y="115109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41613831" name="TextBox 43"/>
            <p:cNvSpPr txBox="1"/>
            <p:nvPr/>
          </p:nvSpPr>
          <p:spPr bwMode="auto">
            <a:xfrm rot="0" flipH="0" flipV="0">
              <a:off x="344803" y="99275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Block subsidy</a:t>
              </a:r>
              <a:endParaRPr sz="1400"/>
            </a:p>
          </p:txBody>
        </p:sp>
        <p:sp>
          <p:nvSpPr>
            <p:cNvPr id="32028483" name="Freeform 45"/>
            <p:cNvSpPr/>
            <p:nvPr/>
          </p:nvSpPr>
          <p:spPr bwMode="auto">
            <a:xfrm rot="0" flipH="0" flipV="0">
              <a:off x="344803" y="207584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04064265" name="TextBox 46"/>
            <p:cNvSpPr txBox="1"/>
            <p:nvPr/>
          </p:nvSpPr>
          <p:spPr bwMode="auto">
            <a:xfrm rot="0" flipH="0" flipV="0">
              <a:off x="344803" y="191750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 fees</a:t>
              </a:r>
              <a:endParaRPr sz="1400"/>
            </a:p>
          </p:txBody>
        </p:sp>
      </p:grpSp>
      <p:grpSp>
        <p:nvGrpSpPr>
          <p:cNvPr id="679421050" name=""/>
          <p:cNvGrpSpPr/>
          <p:nvPr/>
        </p:nvGrpSpPr>
        <p:grpSpPr bwMode="auto">
          <a:xfrm>
            <a:off x="1451089" y="268926"/>
            <a:ext cx="5545354" cy="6258609"/>
            <a:chOff x="0" y="0"/>
            <a:chExt cx="5545354" cy="6258609"/>
          </a:xfrm>
        </p:grpSpPr>
        <p:sp>
          <p:nvSpPr>
            <p:cNvPr id="1695990349" name="AutoShape 29"/>
            <p:cNvSpPr/>
            <p:nvPr/>
          </p:nvSpPr>
          <p:spPr bwMode="auto">
            <a:xfrm flipH="0" flipV="0">
              <a:off x="2435374" y="1584587"/>
              <a:ext cx="0" cy="41144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6385125" name="Freeform 31"/>
            <p:cNvSpPr/>
            <p:nvPr/>
          </p:nvSpPr>
          <p:spPr bwMode="auto">
            <a:xfrm rot="0" flipH="0" flipV="0">
              <a:off x="2886761" y="2152133"/>
              <a:ext cx="1584144" cy="673875"/>
            </a:xfrm>
            <a:custGeom>
              <a:avLst/>
              <a:gdLst/>
              <a:ahLst/>
              <a:cxnLst/>
              <a:rect l="l" t="t" r="r" b="b"/>
              <a:pathLst>
                <a:path w="667055" h="283758" fill="norm" stroke="1" extrusionOk="0">
                  <a:moveTo>
                    <a:pt x="117291" y="0"/>
                  </a:moveTo>
                  <a:lnTo>
                    <a:pt x="549764" y="0"/>
                  </a:lnTo>
                  <a:cubicBezTo>
                    <a:pt x="614542" y="0"/>
                    <a:pt x="667055" y="52513"/>
                    <a:pt x="667055" y="117291"/>
                  </a:cubicBezTo>
                  <a:lnTo>
                    <a:pt x="667055" y="166467"/>
                  </a:lnTo>
                  <a:cubicBezTo>
                    <a:pt x="667055" y="231245"/>
                    <a:pt x="614542" y="283758"/>
                    <a:pt x="549764" y="283758"/>
                  </a:cubicBezTo>
                  <a:lnTo>
                    <a:pt x="117291" y="283758"/>
                  </a:lnTo>
                  <a:cubicBezTo>
                    <a:pt x="52513" y="283758"/>
                    <a:pt x="0" y="231245"/>
                    <a:pt x="0" y="166467"/>
                  </a:cubicBezTo>
                  <a:lnTo>
                    <a:pt x="0" y="117291"/>
                  </a:lnTo>
                  <a:cubicBezTo>
                    <a:pt x="0" y="52513"/>
                    <a:pt x="52513" y="0"/>
                    <a:pt x="1172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115936" name="TextBox 32"/>
            <p:cNvSpPr txBox="1"/>
            <p:nvPr/>
          </p:nvSpPr>
          <p:spPr bwMode="auto">
            <a:xfrm rot="0" flipH="0" flipV="0">
              <a:off x="2886761" y="1993794"/>
              <a:ext cx="1584144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4.24 BTC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9693122" name="Freeform 36"/>
            <p:cNvSpPr/>
            <p:nvPr/>
          </p:nvSpPr>
          <p:spPr bwMode="auto">
            <a:xfrm>
              <a:off x="854849" y="2152133"/>
              <a:ext cx="673876" cy="673876"/>
            </a:xfrm>
            <a:custGeom>
              <a:avLst/>
              <a:gdLst/>
              <a:ahLst/>
              <a:cxnLst/>
              <a:rect l="l" t="t" r="r" b="b"/>
              <a:pathLst>
                <a:path w="673878" h="673878" fill="norm" stroke="1" extrusionOk="0">
                  <a:moveTo>
                    <a:pt x="0" y="0"/>
                  </a:moveTo>
                  <a:lnTo>
                    <a:pt x="673878" y="0"/>
                  </a:lnTo>
                  <a:lnTo>
                    <a:pt x="673878" y="673879"/>
                  </a:lnTo>
                  <a:lnTo>
                    <a:pt x="0" y="67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9017086" name="TextBox 37"/>
            <p:cNvSpPr txBox="1"/>
            <p:nvPr/>
          </p:nvSpPr>
          <p:spPr bwMode="auto">
            <a:xfrm flipH="0" flipV="0">
              <a:off x="0" y="274136"/>
              <a:ext cx="4918995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Coinbase 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40869" name="TextBox 38"/>
            <p:cNvSpPr txBox="1"/>
            <p:nvPr/>
          </p:nvSpPr>
          <p:spPr bwMode="auto">
            <a:xfrm flipH="0" flipV="0">
              <a:off x="116325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733794468" name="TextBox 39"/>
            <p:cNvSpPr txBox="1"/>
            <p:nvPr/>
          </p:nvSpPr>
          <p:spPr bwMode="auto">
            <a:xfrm flipH="0" flipV="0">
              <a:off x="2603374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3105627" name="AutoShape 40"/>
            <p:cNvSpPr/>
            <p:nvPr/>
          </p:nvSpPr>
          <p:spPr bwMode="auto">
            <a:xfrm flipH="1" flipV="1">
              <a:off x="4629054" y="2533936"/>
              <a:ext cx="916300" cy="382055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4237703" name="Rectangle: Rounded Corners 12"/>
            <p:cNvSpPr/>
            <p:nvPr/>
          </p:nvSpPr>
          <p:spPr bwMode="auto">
            <a:xfrm>
              <a:off x="0" y="0"/>
              <a:ext cx="4917556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335268" name="Freeform 26"/>
          <p:cNvSpPr/>
          <p:nvPr/>
        </p:nvSpPr>
        <p:spPr bwMode="auto">
          <a:xfrm>
            <a:off x="2639451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452508" name="Freeform 28"/>
          <p:cNvSpPr/>
          <p:nvPr/>
        </p:nvSpPr>
        <p:spPr bwMode="auto">
          <a:xfrm>
            <a:off x="8231274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921848" name="AutoShape 29"/>
          <p:cNvSpPr/>
          <p:nvPr/>
        </p:nvSpPr>
        <p:spPr bwMode="auto">
          <a:xfrm>
            <a:off x="4460003" y="3206082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667461" name="AutoShape 30"/>
          <p:cNvSpPr/>
          <p:nvPr/>
        </p:nvSpPr>
        <p:spPr bwMode="auto">
          <a:xfrm>
            <a:off x="4460003" y="3602247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74677976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407833" y="4227501"/>
            <a:ext cx="1451216" cy="729704"/>
          </a:xfrm>
          <a:prstGeom prst="rect">
            <a:avLst/>
          </a:prstGeom>
        </p:spPr>
      </p:pic>
      <p:pic>
        <p:nvPicPr>
          <p:cNvPr id="2123445870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490055" y="1618770"/>
            <a:ext cx="1082657" cy="1367399"/>
          </a:xfrm>
          <a:prstGeom prst="rect">
            <a:avLst/>
          </a:prstGeom>
        </p:spPr>
      </p:pic>
      <p:sp>
        <p:nvSpPr>
          <p:cNvPr id="2115771190" name="Freeform 33"/>
          <p:cNvSpPr/>
          <p:nvPr/>
        </p:nvSpPr>
        <p:spPr bwMode="auto">
          <a:xfrm>
            <a:off x="9190156" y="2037669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76212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12666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905918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864957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2349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240404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44911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959578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61561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369071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566419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66484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284006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05676658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4342690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543502" name="Freeform 26"/>
          <p:cNvSpPr/>
          <p:nvPr/>
        </p:nvSpPr>
        <p:spPr bwMode="auto">
          <a:xfrm>
            <a:off x="671191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916696" name="Freeform 27"/>
          <p:cNvSpPr/>
          <p:nvPr/>
        </p:nvSpPr>
        <p:spPr bwMode="auto">
          <a:xfrm>
            <a:off x="9592472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588314" name="AutoShape 28"/>
          <p:cNvSpPr/>
          <p:nvPr/>
        </p:nvSpPr>
        <p:spPr bwMode="auto">
          <a:xfrm>
            <a:off x="3575729" y="3126983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025612" name="Freeform 29"/>
          <p:cNvSpPr/>
          <p:nvPr/>
        </p:nvSpPr>
        <p:spPr bwMode="auto">
          <a:xfrm>
            <a:off x="10862026" y="4323225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33183" name="Freeform 30"/>
          <p:cNvSpPr/>
          <p:nvPr/>
        </p:nvSpPr>
        <p:spPr bwMode="auto">
          <a:xfrm>
            <a:off x="5190490" y="1633725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65783" name="Freeform 31"/>
          <p:cNvSpPr/>
          <p:nvPr/>
        </p:nvSpPr>
        <p:spPr bwMode="auto">
          <a:xfrm>
            <a:off x="8879683" y="4151400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84128" name="Freeform 32"/>
          <p:cNvSpPr/>
          <p:nvPr/>
        </p:nvSpPr>
        <p:spPr bwMode="auto">
          <a:xfrm>
            <a:off x="671191" y="4142287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374988" name="Freeform 33"/>
          <p:cNvSpPr/>
          <p:nvPr/>
        </p:nvSpPr>
        <p:spPr bwMode="auto">
          <a:xfrm>
            <a:off x="2656602" y="433233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56829" name="Freeform 26"/>
          <p:cNvSpPr/>
          <p:nvPr/>
        </p:nvSpPr>
        <p:spPr bwMode="auto">
          <a:xfrm>
            <a:off x="767064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057118" name="Freeform 27"/>
          <p:cNvSpPr/>
          <p:nvPr/>
        </p:nvSpPr>
        <p:spPr bwMode="auto">
          <a:xfrm>
            <a:off x="9688345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157853" name="AutoShape 28"/>
          <p:cNvSpPr/>
          <p:nvPr/>
        </p:nvSpPr>
        <p:spPr bwMode="auto">
          <a:xfrm>
            <a:off x="3671602" y="3265775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8799" name="Freeform 31"/>
          <p:cNvSpPr/>
          <p:nvPr/>
        </p:nvSpPr>
        <p:spPr bwMode="auto">
          <a:xfrm>
            <a:off x="1920021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273575" name="Freeform 33"/>
          <p:cNvSpPr/>
          <p:nvPr/>
        </p:nvSpPr>
        <p:spPr bwMode="auto">
          <a:xfrm>
            <a:off x="10841302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24259752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405880" y="1455981"/>
            <a:ext cx="1285095" cy="1313526"/>
          </a:xfrm>
          <a:prstGeom prst="rect">
            <a:avLst/>
          </a:prstGeom>
        </p:spPr>
      </p:pic>
      <p:pic>
        <p:nvPicPr>
          <p:cNvPr id="2006315598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428671" y="4222688"/>
            <a:ext cx="1285094" cy="1313525"/>
          </a:xfrm>
          <a:prstGeom prst="rect">
            <a:avLst/>
          </a:prstGeom>
        </p:spPr>
      </p:pic>
      <p:pic>
        <p:nvPicPr>
          <p:cNvPr id="12717299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424503" y="4222688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538113" name="Freeform 26"/>
          <p:cNvSpPr/>
          <p:nvPr/>
        </p:nvSpPr>
        <p:spPr bwMode="auto">
          <a:xfrm>
            <a:off x="596777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559782" name="Freeform 27"/>
          <p:cNvSpPr/>
          <p:nvPr/>
        </p:nvSpPr>
        <p:spPr bwMode="auto">
          <a:xfrm>
            <a:off x="9518058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048186" name="AutoShape 28"/>
          <p:cNvSpPr/>
          <p:nvPr/>
        </p:nvSpPr>
        <p:spPr bwMode="auto">
          <a:xfrm>
            <a:off x="3501315" y="2712030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49553" name="Freeform 29"/>
          <p:cNvSpPr/>
          <p:nvPr/>
        </p:nvSpPr>
        <p:spPr bwMode="auto">
          <a:xfrm>
            <a:off x="4924444" y="3892023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299261" name="Freeform 30"/>
          <p:cNvSpPr/>
          <p:nvPr/>
        </p:nvSpPr>
        <p:spPr bwMode="auto">
          <a:xfrm>
            <a:off x="4602972" y="1004568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754130" name="TextBox 31"/>
          <p:cNvSpPr txBox="1"/>
          <p:nvPr/>
        </p:nvSpPr>
        <p:spPr bwMode="auto">
          <a:xfrm>
            <a:off x="6314229" y="1121699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4513618" name="TextBox 32"/>
          <p:cNvSpPr txBox="1"/>
          <p:nvPr/>
        </p:nvSpPr>
        <p:spPr bwMode="auto">
          <a:xfrm>
            <a:off x="797368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713546" name="TextBox 33"/>
          <p:cNvSpPr txBox="1"/>
          <p:nvPr/>
        </p:nvSpPr>
        <p:spPr bwMode="auto">
          <a:xfrm>
            <a:off x="9718649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79262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Pangandussüsteemi konfidentsiaalsuse mudel: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767930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86651387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Vastaspool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6346199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92802176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Avalik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5970146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94044969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5462175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82957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Tehingud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4549456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90173410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Identiteedid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526914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07471411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28119166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25858185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220394" name="Freeform 26"/>
          <p:cNvSpPr/>
          <p:nvPr/>
        </p:nvSpPr>
        <p:spPr bwMode="auto">
          <a:xfrm>
            <a:off x="2654582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427698" name="Freeform 28"/>
          <p:cNvSpPr/>
          <p:nvPr/>
        </p:nvSpPr>
        <p:spPr bwMode="auto">
          <a:xfrm>
            <a:off x="8246404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48880" name="AutoShape 29"/>
          <p:cNvSpPr/>
          <p:nvPr/>
        </p:nvSpPr>
        <p:spPr bwMode="auto">
          <a:xfrm>
            <a:off x="4475133" y="4695285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752451" name="AutoShape 30"/>
          <p:cNvSpPr/>
          <p:nvPr/>
        </p:nvSpPr>
        <p:spPr bwMode="auto">
          <a:xfrm>
            <a:off x="4475133" y="5091450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703251" name="Freeform 31"/>
          <p:cNvSpPr/>
          <p:nvPr/>
        </p:nvSpPr>
        <p:spPr bwMode="auto">
          <a:xfrm>
            <a:off x="5655452" y="3895331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363295" name="Freeform 32"/>
          <p:cNvSpPr/>
          <p:nvPr/>
        </p:nvSpPr>
        <p:spPr bwMode="auto">
          <a:xfrm>
            <a:off x="2376916" y="30763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89802" name="Freeform 33"/>
          <p:cNvSpPr/>
          <p:nvPr/>
        </p:nvSpPr>
        <p:spPr bwMode="auto">
          <a:xfrm>
            <a:off x="8436566" y="29701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545942" name="AutoShape 34"/>
          <p:cNvSpPr/>
          <p:nvPr/>
        </p:nvSpPr>
        <p:spPr bwMode="auto">
          <a:xfrm>
            <a:off x="3738704" y="2311521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444973" name="AutoShape 35"/>
          <p:cNvSpPr/>
          <p:nvPr/>
        </p:nvSpPr>
        <p:spPr bwMode="auto">
          <a:xfrm flipH="1">
            <a:off x="6531203" y="2311521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361662" name="Freeform 36"/>
          <p:cNvSpPr/>
          <p:nvPr/>
        </p:nvSpPr>
        <p:spPr bwMode="auto">
          <a:xfrm>
            <a:off x="3406536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090564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Klient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219135" name="TextBox 38"/>
          <p:cNvSpPr txBox="1"/>
          <p:nvPr/>
        </p:nvSpPr>
        <p:spPr bwMode="auto">
          <a:xfrm flipH="0" flipV="0">
            <a:off x="6447435" y="5523629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Baker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5495799" name="TextBox 39"/>
          <p:cNvSpPr txBox="1"/>
          <p:nvPr/>
        </p:nvSpPr>
        <p:spPr bwMode="auto">
          <a:xfrm flipH="0" flipV="0">
            <a:off x="7041942" y="168054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Naaber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821701" name="TextBox 40"/>
          <p:cNvSpPr txBox="1"/>
          <p:nvPr/>
        </p:nvSpPr>
        <p:spPr bwMode="auto">
          <a:xfrm flipH="0" flipV="0">
            <a:off x="1316397" y="1680543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Pankur</a:t>
            </a:r>
            <a:endParaRPr/>
          </a:p>
        </p:txBody>
      </p:sp>
      <p:sp>
        <p:nvSpPr>
          <p:cNvPr id="1144102154" name="Freeform 41"/>
          <p:cNvSpPr/>
          <p:nvPr/>
        </p:nvSpPr>
        <p:spPr bwMode="auto">
          <a:xfrm>
            <a:off x="7811578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418181" name="Freeform 42"/>
          <p:cNvSpPr/>
          <p:nvPr/>
        </p:nvSpPr>
        <p:spPr bwMode="auto">
          <a:xfrm>
            <a:off x="2971636" y="2602235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997056" name="Freeform 43"/>
          <p:cNvSpPr/>
          <p:nvPr/>
        </p:nvSpPr>
        <p:spPr bwMode="auto">
          <a:xfrm>
            <a:off x="8681230" y="2577813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44056759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80784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905711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4244247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Pangandussüsteemi konfidentsiaalsuse mudel: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584104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Bitcoini privaatsusmudel: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1799027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13365844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Vastaspool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718506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06882897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Avalik</a:t>
            </a:r>
            <a:endParaRPr sz="1600"/>
          </a:p>
        </p:txBody>
      </p:sp>
      <p:sp>
        <p:nvSpPr>
          <p:cNvPr id="227261661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107277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1695672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23516553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Tehingud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321552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3628371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Identiteedid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3179645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22760605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1214357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Avalik</a:t>
            </a:r>
            <a:endParaRPr sz="1600"/>
          </a:p>
        </p:txBody>
      </p:sp>
      <p:sp>
        <p:nvSpPr>
          <p:cNvPr id="444748647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33844690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Tehingud</a:t>
            </a:r>
            <a:endParaRPr sz="1600"/>
          </a:p>
        </p:txBody>
      </p:sp>
      <p:sp>
        <p:nvSpPr>
          <p:cNvPr id="820523618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45739129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Identiteedid</a:t>
            </a:r>
            <a:endParaRPr sz="1600"/>
          </a:p>
        </p:txBody>
      </p:sp>
      <p:sp>
        <p:nvSpPr>
          <p:cNvPr id="1997038446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31323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58418611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9611233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5258591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38274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239091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57383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6882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473964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147430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688799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702019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94782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518895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689765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215656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86214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376437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64727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3662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757003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1309371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747650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Naaber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378086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Klient</a:t>
            </a:r>
            <a:endParaRPr sz="2000"/>
          </a:p>
        </p:txBody>
      </p:sp>
      <p:sp>
        <p:nvSpPr>
          <p:cNvPr id="1154849594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Baker</a:t>
            </a:r>
            <a:endParaRPr sz="2000"/>
          </a:p>
        </p:txBody>
      </p:sp>
      <p:pic>
        <p:nvPicPr>
          <p:cNvPr id="151651644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421327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0375826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61631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10940830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783267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985208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02252543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4145002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798413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8506391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4403498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2133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251132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89235838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973771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420470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5935510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6381724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99272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21472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349672999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2191316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941658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01725958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191891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9528263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7847335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383626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174104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2720648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1976024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25370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981086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419229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0339822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759224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75697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055631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444662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521714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6719174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602589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Blockchain järelevalve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133354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sisendid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36565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väljundid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8790593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Omaduste identifitseerimine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992671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Hüpoteesi tuletamine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2172280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06055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6835018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0953096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12380893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617947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97826138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4779224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092893296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1554201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4858463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8343493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36267798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3797647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108454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996114829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03980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85061258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16359525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23310410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571306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56241041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0106041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99705743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921581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7706400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5278223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6191731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4347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18849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682602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6794378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7710152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64218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2143727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23073227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877505614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9220346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4564998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78711696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72114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562029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278269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33332523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47331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43634987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307469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835785297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58325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6192086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7571821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076809192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11028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2656112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97089886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390099855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914631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4916480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11593327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3626349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175721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1037515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20896879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70934970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288430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7236656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42192337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11658699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863537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9266219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8692480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1955178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7735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78864625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86616677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785675638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2061971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0400986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1052698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980597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05207613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8476152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740138416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295577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88712963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8361029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94699246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5187590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0120833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3662203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35334156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591940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651914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2956079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0108782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740562675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09879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775875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3360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20834100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3844489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4854356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259951884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538452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0198384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0823423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921659624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386614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0922621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17218834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59110452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55699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08575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115513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955348409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154249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686558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89908979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8167497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194304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6526317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9652753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85378180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241950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5243994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0569657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2011678122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332689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124821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23761963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39539282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302479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582497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7464157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494194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492614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56919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374108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697509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196651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563673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809227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613828937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89544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58482441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17839273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0101947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0720432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8517605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45603576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02016798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17681963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8330070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839058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546693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494969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65756454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06640750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214411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257645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159971876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24684804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628361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086425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475360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816083176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261393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428483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9742842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4477228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098342466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95650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1454429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07740074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88891207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396245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34570782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252223073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39437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7206042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80403710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49117751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334455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452108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05211673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975168802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252775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4319197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34124011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491878792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448339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50817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23123514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589830591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77618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471610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99389004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741811430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00356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5390019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015500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14727907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941320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256671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9685429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436131035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619403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72058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491414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143373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952074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142318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548499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69909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20294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023659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085247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155151" name="TextBox 138"/>
          <p:cNvSpPr txBox="1"/>
          <p:nvPr/>
        </p:nvSpPr>
        <p:spPr bwMode="auto">
          <a:xfrm flipH="0" flipV="0">
            <a:off x="3020609" y="3919563"/>
            <a:ext cx="2089109" cy="39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52471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3157023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28042865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493986655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466907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6657207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1845345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43635198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8650927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8742211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7542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61489133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7400885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8112448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2212432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703385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01277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2671360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150234132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621974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763279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902045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0906103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7151980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6635200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5620661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2886949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44719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61727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028691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35569388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535118036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69683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5735338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85490189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12280340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0267286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171445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785444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431652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890886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72367545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3292650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7953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2895274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4181377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75939149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056535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7843277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9163821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65119411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753631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170186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1075545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6208905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098534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95385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35523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048576672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74442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64080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3954460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599635215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110795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84057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426445105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75628659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976386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5734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85170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90752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35135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49436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14949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37738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690307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086942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258442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464529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859196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7477491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857654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747295373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Peer-to-Peer elektrooniline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rahasüsteem, 10. jagu: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privaatsus. Kättesaadav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aadressil: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746288238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057348" name=""/>
          <p:cNvGrpSpPr/>
          <p:nvPr/>
        </p:nvGrpSpPr>
        <p:grpSpPr bwMode="auto">
          <a:xfrm>
            <a:off x="515548" y="864239"/>
            <a:ext cx="11204604" cy="5297536"/>
            <a:chOff x="0" y="0"/>
            <a:chExt cx="11204604" cy="5297536"/>
          </a:xfrm>
        </p:grpSpPr>
        <p:sp>
          <p:nvSpPr>
            <p:cNvPr id="1754046040" name="Freeform 30"/>
            <p:cNvSpPr/>
            <p:nvPr/>
          </p:nvSpPr>
          <p:spPr bwMode="auto">
            <a:xfrm rot="0" flipH="0" flipV="0">
              <a:off x="45028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3805517" name="TextBox 31"/>
            <p:cNvSpPr txBox="1"/>
            <p:nvPr/>
          </p:nvSpPr>
          <p:spPr bwMode="auto">
            <a:xfrm rot="0" flipH="0" flipV="0">
              <a:off x="45028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02427463" name="TextBox 32"/>
            <p:cNvSpPr txBox="1"/>
            <p:nvPr/>
          </p:nvSpPr>
          <p:spPr bwMode="auto">
            <a:xfrm flipH="0" flipV="0">
              <a:off x="0" y="342069"/>
              <a:ext cx="3368414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475842602" name="TextBox 33"/>
            <p:cNvSpPr txBox="1"/>
            <p:nvPr/>
          </p:nvSpPr>
          <p:spPr bwMode="auto">
            <a:xfrm flipH="0" flipV="0">
              <a:off x="7694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41624516" name="AutoShape 34"/>
            <p:cNvSpPr/>
            <p:nvPr/>
          </p:nvSpPr>
          <p:spPr bwMode="auto">
            <a:xfrm>
              <a:off x="1711323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4976781" name="TextBox 35"/>
            <p:cNvSpPr txBox="1"/>
            <p:nvPr/>
          </p:nvSpPr>
          <p:spPr bwMode="auto">
            <a:xfrm flipH="0" flipV="0">
              <a:off x="1617604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24395290" name="Freeform 37"/>
            <p:cNvSpPr/>
            <p:nvPr/>
          </p:nvSpPr>
          <p:spPr bwMode="auto">
            <a:xfrm rot="0" flipH="0" flipV="0">
              <a:off x="1990944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9675239" name="TextBox 38"/>
            <p:cNvSpPr txBox="1"/>
            <p:nvPr/>
          </p:nvSpPr>
          <p:spPr bwMode="auto">
            <a:xfrm rot="0" flipH="0" flipV="0">
              <a:off x="1990944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59528219" name="Freeform 40"/>
            <p:cNvSpPr/>
            <p:nvPr/>
          </p:nvSpPr>
          <p:spPr bwMode="auto">
            <a:xfrm rot="0" flipH="0" flipV="0">
              <a:off x="1990944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9283423" name="TextBox 41"/>
            <p:cNvSpPr txBox="1"/>
            <p:nvPr/>
          </p:nvSpPr>
          <p:spPr bwMode="auto">
            <a:xfrm rot="0" flipH="0" flipV="0">
              <a:off x="1990944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28610341" name="Freeform 46"/>
            <p:cNvSpPr/>
            <p:nvPr/>
          </p:nvSpPr>
          <p:spPr bwMode="auto">
            <a:xfrm rot="0" flipH="0" flipV="0">
              <a:off x="432811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6355518" name="TextBox 47"/>
            <p:cNvSpPr txBox="1"/>
            <p:nvPr/>
          </p:nvSpPr>
          <p:spPr bwMode="auto">
            <a:xfrm rot="0" flipH="0" flipV="0">
              <a:off x="432811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62028404" name="TextBox 48"/>
            <p:cNvSpPr txBox="1"/>
            <p:nvPr/>
          </p:nvSpPr>
          <p:spPr bwMode="auto">
            <a:xfrm flipH="0" flipV="0">
              <a:off x="3918096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44423125" name="TextBox 49"/>
            <p:cNvSpPr txBox="1"/>
            <p:nvPr/>
          </p:nvSpPr>
          <p:spPr bwMode="auto">
            <a:xfrm flipH="0" flipV="0">
              <a:off x="395477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25732004" name="AutoShape 50"/>
            <p:cNvSpPr/>
            <p:nvPr/>
          </p:nvSpPr>
          <p:spPr bwMode="auto">
            <a:xfrm>
              <a:off x="5589151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5235408" name="TextBox 51"/>
            <p:cNvSpPr txBox="1"/>
            <p:nvPr/>
          </p:nvSpPr>
          <p:spPr bwMode="auto">
            <a:xfrm flipH="0" flipV="0">
              <a:off x="5495432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03572558" name="Freeform 53"/>
            <p:cNvSpPr/>
            <p:nvPr/>
          </p:nvSpPr>
          <p:spPr bwMode="auto">
            <a:xfrm rot="0" flipH="0" flipV="0">
              <a:off x="5868770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8587727" name="TextBox 54"/>
            <p:cNvSpPr txBox="1"/>
            <p:nvPr/>
          </p:nvSpPr>
          <p:spPr bwMode="auto">
            <a:xfrm rot="0" flipH="0" flipV="0">
              <a:off x="5868770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139511118" name="Freeform 56"/>
            <p:cNvSpPr/>
            <p:nvPr/>
          </p:nvSpPr>
          <p:spPr bwMode="auto">
            <a:xfrm rot="0" flipH="0" flipV="0">
              <a:off x="4328119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3258134" name="TextBox 57"/>
            <p:cNvSpPr txBox="1"/>
            <p:nvPr/>
          </p:nvSpPr>
          <p:spPr bwMode="auto">
            <a:xfrm rot="0" flipH="0" flipV="0">
              <a:off x="4328119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406242370" name="Freeform 59"/>
            <p:cNvSpPr/>
            <p:nvPr/>
          </p:nvSpPr>
          <p:spPr bwMode="auto">
            <a:xfrm rot="0" flipH="0" flipV="0">
              <a:off x="4328119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2142489" name="TextBox 60"/>
            <p:cNvSpPr txBox="1"/>
            <p:nvPr/>
          </p:nvSpPr>
          <p:spPr bwMode="auto">
            <a:xfrm rot="0" flipH="0" flipV="0">
              <a:off x="4328119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762679094" name="Freeform 62"/>
            <p:cNvSpPr/>
            <p:nvPr/>
          </p:nvSpPr>
          <p:spPr bwMode="auto">
            <a:xfrm rot="0" flipH="0" flipV="0">
              <a:off x="4328119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7945305" name="TextBox 63"/>
            <p:cNvSpPr txBox="1"/>
            <p:nvPr/>
          </p:nvSpPr>
          <p:spPr bwMode="auto">
            <a:xfrm rot="0" flipH="0" flipV="0">
              <a:off x="4328119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397265078" name="Freeform 65"/>
            <p:cNvSpPr/>
            <p:nvPr/>
          </p:nvSpPr>
          <p:spPr bwMode="auto">
            <a:xfrm rot="0" flipH="0" flipV="0">
              <a:off x="4328119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3993013" name="TextBox 66"/>
            <p:cNvSpPr txBox="1"/>
            <p:nvPr/>
          </p:nvSpPr>
          <p:spPr bwMode="auto">
            <a:xfrm rot="0" flipH="0" flipV="0">
              <a:off x="4328119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476959187" name="Freeform 68"/>
            <p:cNvSpPr/>
            <p:nvPr/>
          </p:nvSpPr>
          <p:spPr bwMode="auto">
            <a:xfrm rot="0" flipH="0" flipV="0">
              <a:off x="4328119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9348874" name="TextBox 69"/>
            <p:cNvSpPr txBox="1"/>
            <p:nvPr/>
          </p:nvSpPr>
          <p:spPr bwMode="auto">
            <a:xfrm rot="0" flipH="0" flipV="0">
              <a:off x="4328119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596621354" name="Freeform 74"/>
            <p:cNvSpPr/>
            <p:nvPr/>
          </p:nvSpPr>
          <p:spPr bwMode="auto">
            <a:xfrm rot="0" flipH="0" flipV="0">
              <a:off x="8205945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9463802" name="TextBox 75"/>
            <p:cNvSpPr txBox="1"/>
            <p:nvPr/>
          </p:nvSpPr>
          <p:spPr bwMode="auto">
            <a:xfrm rot="0" flipH="0" flipV="0">
              <a:off x="8205945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19814819" name="TextBox 76"/>
            <p:cNvSpPr txBox="1"/>
            <p:nvPr/>
          </p:nvSpPr>
          <p:spPr bwMode="auto">
            <a:xfrm flipH="0" flipV="0">
              <a:off x="7836193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593772899" name="TextBox 77"/>
            <p:cNvSpPr txBox="1"/>
            <p:nvPr/>
          </p:nvSpPr>
          <p:spPr bwMode="auto">
            <a:xfrm flipH="0" flipV="0">
              <a:off x="783260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900657" name="AutoShape 78"/>
            <p:cNvSpPr/>
            <p:nvPr/>
          </p:nvSpPr>
          <p:spPr bwMode="auto">
            <a:xfrm>
              <a:off x="9466978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7680730" name="TextBox 79"/>
            <p:cNvSpPr txBox="1"/>
            <p:nvPr/>
          </p:nvSpPr>
          <p:spPr bwMode="auto">
            <a:xfrm flipH="0" flipV="0">
              <a:off x="937325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25494082" name="Freeform 81"/>
            <p:cNvSpPr/>
            <p:nvPr/>
          </p:nvSpPr>
          <p:spPr bwMode="auto">
            <a:xfrm rot="0" flipH="0" flipV="0">
              <a:off x="9746601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4499301" name="TextBox 82"/>
            <p:cNvSpPr txBox="1"/>
            <p:nvPr/>
          </p:nvSpPr>
          <p:spPr bwMode="auto">
            <a:xfrm rot="0" flipH="0" flipV="0">
              <a:off x="9746601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824672534" name="Freeform 84"/>
            <p:cNvSpPr/>
            <p:nvPr/>
          </p:nvSpPr>
          <p:spPr bwMode="auto">
            <a:xfrm rot="0" flipH="0" flipV="0">
              <a:off x="9746601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6070173" name="TextBox 85"/>
            <p:cNvSpPr txBox="1"/>
            <p:nvPr/>
          </p:nvSpPr>
          <p:spPr bwMode="auto">
            <a:xfrm rot="0" flipH="0" flipV="0">
              <a:off x="9746601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103940221" name="Freeform 87"/>
            <p:cNvSpPr/>
            <p:nvPr/>
          </p:nvSpPr>
          <p:spPr bwMode="auto">
            <a:xfrm rot="0" flipH="0" flipV="0">
              <a:off x="9746601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0323211" name="TextBox 88"/>
            <p:cNvSpPr txBox="1"/>
            <p:nvPr/>
          </p:nvSpPr>
          <p:spPr bwMode="auto">
            <a:xfrm rot="0" flipH="0" flipV="0">
              <a:off x="9746601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953856767" name="Freeform 90"/>
            <p:cNvSpPr/>
            <p:nvPr/>
          </p:nvSpPr>
          <p:spPr bwMode="auto">
            <a:xfrm rot="0" flipH="0" flipV="0">
              <a:off x="9746601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7463285" name="TextBox 91"/>
            <p:cNvSpPr txBox="1"/>
            <p:nvPr/>
          </p:nvSpPr>
          <p:spPr bwMode="auto">
            <a:xfrm rot="0" flipH="0" flipV="0">
              <a:off x="9746601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208805410" name="Freeform 93"/>
            <p:cNvSpPr/>
            <p:nvPr/>
          </p:nvSpPr>
          <p:spPr bwMode="auto">
            <a:xfrm rot="0" flipH="0" flipV="0">
              <a:off x="9746601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3556760" name="TextBox 94"/>
            <p:cNvSpPr txBox="1"/>
            <p:nvPr/>
          </p:nvSpPr>
          <p:spPr bwMode="auto">
            <a:xfrm rot="0" flipH="0" flipV="0">
              <a:off x="9746601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064334904" name="Freeform 96"/>
            <p:cNvSpPr/>
            <p:nvPr/>
          </p:nvSpPr>
          <p:spPr bwMode="auto">
            <a:xfrm rot="0" flipH="0" flipV="0">
              <a:off x="9746601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32937" name="TextBox 97"/>
            <p:cNvSpPr txBox="1"/>
            <p:nvPr/>
          </p:nvSpPr>
          <p:spPr bwMode="auto">
            <a:xfrm rot="0" flipH="0" flipV="0">
              <a:off x="9746601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734226052" name="Freeform 98"/>
            <p:cNvSpPr/>
            <p:nvPr/>
          </p:nvSpPr>
          <p:spPr bwMode="auto">
            <a:xfrm>
              <a:off x="1221889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975918" name="Freeform 99"/>
            <p:cNvSpPr/>
            <p:nvPr/>
          </p:nvSpPr>
          <p:spPr bwMode="auto">
            <a:xfrm>
              <a:off x="5099717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3832902" name="Freeform 100"/>
            <p:cNvSpPr/>
            <p:nvPr/>
          </p:nvSpPr>
          <p:spPr bwMode="auto">
            <a:xfrm>
              <a:off x="8974186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70" y="0"/>
                  </a:lnTo>
                  <a:lnTo>
                    <a:pt x="978870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531722" name="Rectangle: Rounded Corners 12"/>
            <p:cNvSpPr/>
            <p:nvPr/>
          </p:nvSpPr>
          <p:spPr bwMode="auto">
            <a:xfrm>
              <a:off x="0" y="0"/>
              <a:ext cx="3366975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35932955" name="Rectangle: Rounded Corners 12"/>
            <p:cNvSpPr/>
            <p:nvPr/>
          </p:nvSpPr>
          <p:spPr bwMode="auto">
            <a:xfrm>
              <a:off x="3918096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817451228" name="Rectangle: Rounded Corners 12"/>
            <p:cNvSpPr/>
            <p:nvPr/>
          </p:nvSpPr>
          <p:spPr bwMode="auto">
            <a:xfrm>
              <a:off x="7836194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67105" name="TextBox 32"/>
          <p:cNvSpPr txBox="1"/>
          <p:nvPr/>
        </p:nvSpPr>
        <p:spPr bwMode="auto">
          <a:xfrm flipH="0" flipV="0">
            <a:off x="2529574" y="529205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Lihtne makse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5914368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16822915" name=""/>
          <p:cNvGrpSpPr/>
          <p:nvPr/>
        </p:nvGrpSpPr>
        <p:grpSpPr bwMode="auto">
          <a:xfrm>
            <a:off x="3043765" y="1831191"/>
            <a:ext cx="5927717" cy="4226110"/>
            <a:chOff x="0" y="0"/>
            <a:chExt cx="5927717" cy="4226110"/>
          </a:xfrm>
        </p:grpSpPr>
        <p:sp>
          <p:nvSpPr>
            <p:cNvPr id="1777287462" name="Freeform 30"/>
            <p:cNvSpPr/>
            <p:nvPr/>
          </p:nvSpPr>
          <p:spPr bwMode="auto">
            <a:xfrm rot="0" flipH="0" flipV="0">
              <a:off x="0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41930691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6576285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69087798" name="AutoShape 34"/>
            <p:cNvSpPr/>
            <p:nvPr/>
          </p:nvSpPr>
          <p:spPr bwMode="auto">
            <a:xfrm flipH="0" flipV="0">
              <a:off x="2963953" y="71998"/>
              <a:ext cx="0" cy="415411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5902428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397620148" name="Freeform 37"/>
            <p:cNvSpPr/>
            <p:nvPr/>
          </p:nvSpPr>
          <p:spPr bwMode="auto">
            <a:xfrm rot="0" flipH="0" flipV="0">
              <a:off x="3621178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5252234" name="TextBox 38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205128" name="Freeform 40"/>
            <p:cNvSpPr/>
            <p:nvPr/>
          </p:nvSpPr>
          <p:spPr bwMode="auto">
            <a:xfrm rot="0" flipH="0" flipV="0">
              <a:off x="3621178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31449419" name="TextBox 41"/>
            <p:cNvSpPr txBox="1"/>
            <p:nvPr/>
          </p:nvSpPr>
          <p:spPr bwMode="auto">
            <a:xfrm rot="0" flipH="0" flipV="0">
              <a:off x="3621178" y="147406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2821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529" y="273843"/>
            <a:ext cx="11918941" cy="6190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561566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Pühkimine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395669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7581526" name=""/>
          <p:cNvGrpSpPr/>
          <p:nvPr/>
        </p:nvGrpSpPr>
        <p:grpSpPr bwMode="auto">
          <a:xfrm>
            <a:off x="3081837" y="1787789"/>
            <a:ext cx="5927716" cy="4209981"/>
            <a:chOff x="0" y="0"/>
            <a:chExt cx="5927716" cy="4209981"/>
          </a:xfrm>
        </p:grpSpPr>
        <p:sp>
          <p:nvSpPr>
            <p:cNvPr id="196075885" name="Freeform 30"/>
            <p:cNvSpPr/>
            <p:nvPr/>
          </p:nvSpPr>
          <p:spPr bwMode="auto">
            <a:xfrm rot="0" flipH="0" flipV="0">
              <a:off x="0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689127" name="TextBox 31"/>
            <p:cNvSpPr txBox="1"/>
            <p:nvPr/>
          </p:nvSpPr>
          <p:spPr bwMode="auto">
            <a:xfrm rot="0" flipH="0" flipV="0">
              <a:off x="0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73467187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5988910" name="AutoShape 34"/>
            <p:cNvSpPr/>
            <p:nvPr/>
          </p:nvSpPr>
          <p:spPr bwMode="auto">
            <a:xfrm flipH="0" flipV="0">
              <a:off x="2963953" y="71996"/>
              <a:ext cx="0" cy="41379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7304122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8082707" name="Freeform 37"/>
            <p:cNvSpPr/>
            <p:nvPr/>
          </p:nvSpPr>
          <p:spPr bwMode="auto">
            <a:xfrm rot="0" flipH="0" flipV="0">
              <a:off x="3621177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2459201" name="TextBox 38"/>
            <p:cNvSpPr txBox="1"/>
            <p:nvPr/>
          </p:nvSpPr>
          <p:spPr bwMode="auto">
            <a:xfrm rot="0" flipH="0" flipV="0">
              <a:off x="3621177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86878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69213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33576288" name="TextBox 32"/>
          <p:cNvSpPr txBox="1"/>
          <p:nvPr/>
        </p:nvSpPr>
        <p:spPr bwMode="auto">
          <a:xfrm rot="0" flipH="0" flipV="0">
            <a:off x="2605717" y="544711"/>
            <a:ext cx="6956902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Konsolideerimine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51159677" name=""/>
          <p:cNvGrpSpPr/>
          <p:nvPr/>
        </p:nvGrpSpPr>
        <p:grpSpPr bwMode="auto">
          <a:xfrm>
            <a:off x="3135600" y="1697867"/>
            <a:ext cx="6001945" cy="4663515"/>
            <a:chOff x="0" y="0"/>
            <a:chExt cx="6001945" cy="4663515"/>
          </a:xfrm>
        </p:grpSpPr>
        <p:sp>
          <p:nvSpPr>
            <p:cNvPr id="1405590550" name="Freeform 30"/>
            <p:cNvSpPr/>
            <p:nvPr/>
          </p:nvSpPr>
          <p:spPr bwMode="auto">
            <a:xfrm rot="0" flipH="0" flipV="0">
              <a:off x="74227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9221788" name="TextBox 31"/>
            <p:cNvSpPr txBox="1"/>
            <p:nvPr/>
          </p:nvSpPr>
          <p:spPr bwMode="auto">
            <a:xfrm rot="0" flipH="0" flipV="0">
              <a:off x="74227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584548669" name="TextBox 33"/>
            <p:cNvSpPr txBox="1"/>
            <p:nvPr/>
          </p:nvSpPr>
          <p:spPr bwMode="auto">
            <a:xfrm rot="0" flipH="0" flipV="0">
              <a:off x="11554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587169" name="AutoShape 34"/>
            <p:cNvSpPr/>
            <p:nvPr/>
          </p:nvSpPr>
          <p:spPr bwMode="auto">
            <a:xfrm rot="0" flipH="0" flipV="0">
              <a:off x="3038181" y="71996"/>
              <a:ext cx="0" cy="422092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926661" name="Freeform 36"/>
            <p:cNvSpPr/>
            <p:nvPr/>
          </p:nvSpPr>
          <p:spPr bwMode="auto">
            <a:xfrm rot="0" flipH="0" flipV="0">
              <a:off x="74227" y="149400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2356943" name="TextBox 37"/>
            <p:cNvSpPr txBox="1"/>
            <p:nvPr/>
          </p:nvSpPr>
          <p:spPr bwMode="auto">
            <a:xfrm rot="0" flipH="0" flipV="0">
              <a:off x="74227" y="14740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55808845" name="TextBox 38"/>
            <p:cNvSpPr txBox="1"/>
            <p:nvPr/>
          </p:nvSpPr>
          <p:spPr bwMode="auto">
            <a:xfrm rot="0" flipH="0" flipV="0">
              <a:off x="3736725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7746488" name="Freeform 40"/>
            <p:cNvSpPr/>
            <p:nvPr/>
          </p:nvSpPr>
          <p:spPr bwMode="auto">
            <a:xfrm rot="0" flipH="0" flipV="0">
              <a:off x="74414" y="231109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8950678" name="TextBox 41"/>
            <p:cNvSpPr txBox="1"/>
            <p:nvPr/>
          </p:nvSpPr>
          <p:spPr bwMode="auto">
            <a:xfrm rot="0" flipH="0" flipV="0">
              <a:off x="74414" y="243997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855253854" name="Freeform 43"/>
            <p:cNvSpPr/>
            <p:nvPr/>
          </p:nvSpPr>
          <p:spPr bwMode="auto">
            <a:xfrm rot="0" flipH="0" flipV="0">
              <a:off x="74414" y="31281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488370" name="TextBox 44"/>
            <p:cNvSpPr txBox="1"/>
            <p:nvPr/>
          </p:nvSpPr>
          <p:spPr bwMode="auto">
            <a:xfrm rot="0" flipH="0" flipV="0">
              <a:off x="74414" y="295940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8375458" name="Freeform 46"/>
            <p:cNvSpPr/>
            <p:nvPr/>
          </p:nvSpPr>
          <p:spPr bwMode="auto">
            <a:xfrm rot="0" flipH="0" flipV="0">
              <a:off x="3695406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5350756" name="TextBox 47"/>
            <p:cNvSpPr txBox="1"/>
            <p:nvPr/>
          </p:nvSpPr>
          <p:spPr bwMode="auto">
            <a:xfrm rot="0" flipH="0" flipV="0">
              <a:off x="3695406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03631169" name="Freeform 49"/>
            <p:cNvSpPr/>
            <p:nvPr/>
          </p:nvSpPr>
          <p:spPr bwMode="auto">
            <a:xfrm rot="0" flipH="0" flipV="0">
              <a:off x="74414" y="394525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9296469" name="TextBox 50"/>
            <p:cNvSpPr txBox="1"/>
            <p:nvPr/>
          </p:nvSpPr>
          <p:spPr bwMode="auto">
            <a:xfrm rot="0" flipH="0" flipV="0">
              <a:off x="0" y="370207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85522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06093" y="122913"/>
            <a:ext cx="10521899" cy="6612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890449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Konsolideerimine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2109324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170583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10305213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529366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08489937" name=""/>
          <p:cNvGrpSpPr/>
          <p:nvPr/>
        </p:nvGrpSpPr>
        <p:grpSpPr bwMode="auto">
          <a:xfrm>
            <a:off x="3676905" y="1461887"/>
            <a:ext cx="5927715" cy="4899498"/>
            <a:chOff x="0" y="0"/>
            <a:chExt cx="5927715" cy="4899498"/>
          </a:xfrm>
        </p:grpSpPr>
        <p:sp>
          <p:nvSpPr>
            <p:cNvPr id="503028555" name="Freeform 30"/>
            <p:cNvSpPr/>
            <p:nvPr/>
          </p:nvSpPr>
          <p:spPr bwMode="auto">
            <a:xfrm rot="0" flipH="0" flipV="0">
              <a:off x="0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94414644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43262871" name="TextBox 33"/>
            <p:cNvSpPr txBox="1"/>
            <p:nvPr/>
          </p:nvSpPr>
          <p:spPr bwMode="auto">
            <a:xfrm>
              <a:off x="41317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475447929" name="AutoShape 34"/>
            <p:cNvSpPr/>
            <p:nvPr/>
          </p:nvSpPr>
          <p:spPr bwMode="auto">
            <a:xfrm flipH="0" flipV="0">
              <a:off x="2963952" y="531222"/>
              <a:ext cx="0" cy="42998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991425" name="Freeform 36"/>
            <p:cNvSpPr/>
            <p:nvPr/>
          </p:nvSpPr>
          <p:spPr bwMode="auto">
            <a:xfrm rot="0" flipH="0" flipV="0">
              <a:off x="0" y="172998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0919842" name="TextBox 37"/>
            <p:cNvSpPr txBox="1"/>
            <p:nvPr/>
          </p:nvSpPr>
          <p:spPr bwMode="auto">
            <a:xfrm rot="0" flipH="0" flipV="0">
              <a:off x="0" y="156122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6375867" name="TextBox 38"/>
            <p:cNvSpPr txBox="1"/>
            <p:nvPr/>
          </p:nvSpPr>
          <p:spPr bwMode="auto">
            <a:xfrm>
              <a:off x="3662496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244111" name="Freeform 40"/>
            <p:cNvSpPr/>
            <p:nvPr/>
          </p:nvSpPr>
          <p:spPr bwMode="auto">
            <a:xfrm rot="0" flipH="0" flipV="0">
              <a:off x="184" y="25470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2860588" name="TextBox 41"/>
            <p:cNvSpPr txBox="1"/>
            <p:nvPr/>
          </p:nvSpPr>
          <p:spPr bwMode="auto">
            <a:xfrm rot="0" flipH="0" flipV="0">
              <a:off x="184" y="237830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36129755" name="Freeform 43"/>
            <p:cNvSpPr/>
            <p:nvPr/>
          </p:nvSpPr>
          <p:spPr bwMode="auto">
            <a:xfrm rot="0" flipH="0" flipV="0">
              <a:off x="184" y="33641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2596946" name="TextBox 44"/>
            <p:cNvSpPr txBox="1"/>
            <p:nvPr/>
          </p:nvSpPr>
          <p:spPr bwMode="auto">
            <a:xfrm rot="0" flipH="0" flipV="0">
              <a:off x="184" y="319538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7017691" name="Freeform 46"/>
            <p:cNvSpPr/>
            <p:nvPr/>
          </p:nvSpPr>
          <p:spPr bwMode="auto">
            <a:xfrm rot="0" flipH="0" flipV="0">
              <a:off x="3621177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05707826" name="TextBox 47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37523110" name="Freeform 49"/>
            <p:cNvSpPr/>
            <p:nvPr/>
          </p:nvSpPr>
          <p:spPr bwMode="auto">
            <a:xfrm rot="0" flipH="0" flipV="0">
              <a:off x="184" y="418123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5006145" name="TextBox 50"/>
            <p:cNvSpPr txBox="1"/>
            <p:nvPr/>
          </p:nvSpPr>
          <p:spPr bwMode="auto">
            <a:xfrm rot="0" flipH="0" flipV="0">
              <a:off x="18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228995" name="TextBox 32"/>
          <p:cNvSpPr txBox="1"/>
          <p:nvPr/>
        </p:nvSpPr>
        <p:spPr bwMode="auto">
          <a:xfrm rot="0" flipH="0" flipV="0">
            <a:off x="2642058" y="544710"/>
            <a:ext cx="6851906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Partiiline maksmine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3662131" name="Rectangle: Rounded Corners 12"/>
          <p:cNvSpPr/>
          <p:nvPr/>
        </p:nvSpPr>
        <p:spPr bwMode="auto">
          <a:xfrm rot="0" flipH="0" flipV="0">
            <a:off x="2642058" y="87215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36860857" name=""/>
          <p:cNvGrpSpPr/>
          <p:nvPr/>
        </p:nvGrpSpPr>
        <p:grpSpPr bwMode="auto">
          <a:xfrm>
            <a:off x="3045494" y="1536298"/>
            <a:ext cx="5927903" cy="4750677"/>
            <a:chOff x="0" y="0"/>
            <a:chExt cx="5927903" cy="4750677"/>
          </a:xfrm>
        </p:grpSpPr>
        <p:sp>
          <p:nvSpPr>
            <p:cNvPr id="2062997098" name="Freeform 30"/>
            <p:cNvSpPr/>
            <p:nvPr/>
          </p:nvSpPr>
          <p:spPr bwMode="auto">
            <a:xfrm rot="0" flipH="0" flipV="0">
              <a:off x="0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6525239" name="TextBox 31"/>
            <p:cNvSpPr txBox="1"/>
            <p:nvPr/>
          </p:nvSpPr>
          <p:spPr bwMode="auto">
            <a:xfrm rot="0" flipH="0" flipV="0">
              <a:off x="0" y="66972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11039310" name="TextBox 33"/>
            <p:cNvSpPr txBox="1"/>
            <p:nvPr/>
          </p:nvSpPr>
          <p:spPr bwMode="auto">
            <a:xfrm rot="0" flipH="0" flipV="0">
              <a:off x="41319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60960153" name="AutoShape 34"/>
            <p:cNvSpPr/>
            <p:nvPr/>
          </p:nvSpPr>
          <p:spPr bwMode="auto">
            <a:xfrm rot="0" flipH="0" flipV="0">
              <a:off x="2963953" y="754465"/>
              <a:ext cx="0" cy="3855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00157" name="TextBox 35"/>
            <p:cNvSpPr txBox="1"/>
            <p:nvPr/>
          </p:nvSpPr>
          <p:spPr bwMode="auto">
            <a:xfrm rot="0" flipH="0" flipV="0">
              <a:off x="3662496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001414135" name="Freeform 37"/>
            <p:cNvSpPr/>
            <p:nvPr/>
          </p:nvSpPr>
          <p:spPr bwMode="auto">
            <a:xfrm rot="0" flipH="0" flipV="0">
              <a:off x="3621178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16849" name="TextBox 38"/>
            <p:cNvSpPr txBox="1"/>
            <p:nvPr/>
          </p:nvSpPr>
          <p:spPr bwMode="auto">
            <a:xfrm rot="0" flipH="0" flipV="0">
              <a:off x="3621178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37456738" name="Freeform 40"/>
            <p:cNvSpPr/>
            <p:nvPr/>
          </p:nvSpPr>
          <p:spPr bwMode="auto">
            <a:xfrm rot="0" flipH="0" flipV="0">
              <a:off x="3621178" y="15811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635886" name="TextBox 41"/>
            <p:cNvSpPr txBox="1"/>
            <p:nvPr/>
          </p:nvSpPr>
          <p:spPr bwMode="auto">
            <a:xfrm rot="0" flipH="0" flipV="0">
              <a:off x="3621178" y="96590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6502953" name="Freeform 43"/>
            <p:cNvSpPr/>
            <p:nvPr/>
          </p:nvSpPr>
          <p:spPr bwMode="auto">
            <a:xfrm rot="0" flipH="0" flipV="0">
              <a:off x="3621364" y="239824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13751" name="TextBox 44"/>
            <p:cNvSpPr txBox="1"/>
            <p:nvPr/>
          </p:nvSpPr>
          <p:spPr bwMode="auto">
            <a:xfrm rot="0" flipH="0" flipV="0">
              <a:off x="3621364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0957962" name="Freeform 46"/>
            <p:cNvSpPr/>
            <p:nvPr/>
          </p:nvSpPr>
          <p:spPr bwMode="auto">
            <a:xfrm rot="0" flipH="0" flipV="0">
              <a:off x="3621364" y="321532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2582826" name="TextBox 47"/>
            <p:cNvSpPr txBox="1"/>
            <p:nvPr/>
          </p:nvSpPr>
          <p:spPr bwMode="auto">
            <a:xfrm rot="0" flipH="0" flipV="0">
              <a:off x="3621364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776358320" name="Freeform 49"/>
            <p:cNvSpPr/>
            <p:nvPr/>
          </p:nvSpPr>
          <p:spPr bwMode="auto">
            <a:xfrm rot="0" flipH="0" flipV="0">
              <a:off x="3621364" y="403241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7380568" name="TextBox 50"/>
            <p:cNvSpPr txBox="1"/>
            <p:nvPr/>
          </p:nvSpPr>
          <p:spPr bwMode="auto">
            <a:xfrm rot="0" flipH="0" flipV="0">
              <a:off x="362136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3659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15593" y="97548"/>
            <a:ext cx="10913687" cy="6662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67427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Koostöös tehing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6704193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06027722" name=""/>
          <p:cNvGrpSpPr/>
          <p:nvPr/>
        </p:nvGrpSpPr>
        <p:grpSpPr bwMode="auto">
          <a:xfrm>
            <a:off x="3045495" y="1549042"/>
            <a:ext cx="5927903" cy="4737935"/>
            <a:chOff x="0" y="0"/>
            <a:chExt cx="5927903" cy="4737935"/>
          </a:xfrm>
        </p:grpSpPr>
        <p:sp>
          <p:nvSpPr>
            <p:cNvPr id="271601508" name="Freeform 30"/>
            <p:cNvSpPr/>
            <p:nvPr/>
          </p:nvSpPr>
          <p:spPr bwMode="auto">
            <a:xfrm rot="0" flipH="0" flipV="0">
              <a:off x="0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5479982" name="TextBox 31"/>
            <p:cNvSpPr txBox="1"/>
            <p:nvPr/>
          </p:nvSpPr>
          <p:spPr bwMode="auto">
            <a:xfrm rot="0" flipH="0" flipV="0">
              <a:off x="0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90495494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135926706" name="AutoShape 34"/>
            <p:cNvSpPr/>
            <p:nvPr/>
          </p:nvSpPr>
          <p:spPr bwMode="auto">
            <a:xfrm flipH="0" flipV="0">
              <a:off x="2963953" y="518481"/>
              <a:ext cx="0" cy="41386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7550128" name="Freeform 36"/>
            <p:cNvSpPr/>
            <p:nvPr/>
          </p:nvSpPr>
          <p:spPr bwMode="auto">
            <a:xfrm rot="0" flipH="0" flipV="0">
              <a:off x="0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5172" name="TextBox 37"/>
            <p:cNvSpPr txBox="1"/>
            <p:nvPr/>
          </p:nvSpPr>
          <p:spPr bwMode="auto">
            <a:xfrm rot="0" flipH="0" flipV="0">
              <a:off x="0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97423703" name="TextBox 38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8050096" name="Freeform 40"/>
            <p:cNvSpPr/>
            <p:nvPr/>
          </p:nvSpPr>
          <p:spPr bwMode="auto">
            <a:xfrm rot="0" flipH="0" flipV="0">
              <a:off x="186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032822" name="TextBox 41"/>
            <p:cNvSpPr txBox="1"/>
            <p:nvPr/>
          </p:nvSpPr>
          <p:spPr bwMode="auto">
            <a:xfrm rot="0" flipH="0" flipV="0">
              <a:off x="186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95106905" name="Freeform 43"/>
            <p:cNvSpPr/>
            <p:nvPr/>
          </p:nvSpPr>
          <p:spPr bwMode="auto">
            <a:xfrm rot="0" flipH="0" flipV="0">
              <a:off x="186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482586" name="TextBox 44"/>
            <p:cNvSpPr txBox="1"/>
            <p:nvPr/>
          </p:nvSpPr>
          <p:spPr bwMode="auto">
            <a:xfrm rot="0" flipH="0" flipV="0">
              <a:off x="186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66655122" name="Freeform 46"/>
            <p:cNvSpPr/>
            <p:nvPr/>
          </p:nvSpPr>
          <p:spPr bwMode="auto">
            <a:xfrm rot="0" flipH="0" flipV="0">
              <a:off x="186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952394" name="TextBox 47"/>
            <p:cNvSpPr txBox="1"/>
            <p:nvPr/>
          </p:nvSpPr>
          <p:spPr bwMode="auto">
            <a:xfrm rot="0" flipH="0" flipV="0">
              <a:off x="186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03047533" name="Freeform 49"/>
            <p:cNvSpPr/>
            <p:nvPr/>
          </p:nvSpPr>
          <p:spPr bwMode="auto">
            <a:xfrm rot="0" flipH="0" flipV="0">
              <a:off x="3621178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042614" name="TextBox 50"/>
            <p:cNvSpPr txBox="1"/>
            <p:nvPr/>
          </p:nvSpPr>
          <p:spPr bwMode="auto">
            <a:xfrm rot="0" flipH="0" flipV="0">
              <a:off x="3621178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61597154" name="Freeform 52"/>
            <p:cNvSpPr/>
            <p:nvPr/>
          </p:nvSpPr>
          <p:spPr bwMode="auto">
            <a:xfrm rot="0" flipH="0" flipV="0">
              <a:off x="3621178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1089878" name="TextBox 53"/>
            <p:cNvSpPr txBox="1"/>
            <p:nvPr/>
          </p:nvSpPr>
          <p:spPr bwMode="auto">
            <a:xfrm rot="0" flipH="0" flipV="0">
              <a:off x="3621178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5509951" name="Freeform 55"/>
            <p:cNvSpPr/>
            <p:nvPr/>
          </p:nvSpPr>
          <p:spPr bwMode="auto">
            <a:xfrm rot="0" flipH="0" flipV="0">
              <a:off x="3621364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4630313" name="TextBox 56"/>
            <p:cNvSpPr txBox="1"/>
            <p:nvPr/>
          </p:nvSpPr>
          <p:spPr bwMode="auto">
            <a:xfrm rot="0" flipH="0" flipV="0">
              <a:off x="3621364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60618280" name="Freeform 58"/>
            <p:cNvSpPr/>
            <p:nvPr/>
          </p:nvSpPr>
          <p:spPr bwMode="auto">
            <a:xfrm rot="0" flipH="0" flipV="0">
              <a:off x="3621364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9702392" name="TextBox 59"/>
            <p:cNvSpPr txBox="1"/>
            <p:nvPr/>
          </p:nvSpPr>
          <p:spPr bwMode="auto">
            <a:xfrm rot="0" flipH="0" flipV="0">
              <a:off x="3621364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05883250" name="Freeform 61"/>
            <p:cNvSpPr/>
            <p:nvPr/>
          </p:nvSpPr>
          <p:spPr bwMode="auto">
            <a:xfrm rot="0" flipH="0" flipV="0">
              <a:off x="3621364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0526968" name="TextBox 62"/>
            <p:cNvSpPr txBox="1"/>
            <p:nvPr/>
          </p:nvSpPr>
          <p:spPr bwMode="auto">
            <a:xfrm rot="0" flipH="0" flipV="0">
              <a:off x="3621364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57715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29968" y="126906"/>
            <a:ext cx="9457404" cy="6604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496938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86990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371603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Jälgitavale kasutajale kuuluv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6729846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Milline väljund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kujutab endast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muutust?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77367952" name=""/>
          <p:cNvGrpSpPr/>
          <p:nvPr/>
        </p:nvGrpSpPr>
        <p:grpSpPr bwMode="auto">
          <a:xfrm>
            <a:off x="3056701" y="236045"/>
            <a:ext cx="6026552" cy="6288114"/>
            <a:chOff x="0" y="0"/>
            <a:chExt cx="6026552" cy="6288114"/>
          </a:xfrm>
        </p:grpSpPr>
        <p:sp>
          <p:nvSpPr>
            <p:cNvPr id="748771973" name="Freeform 30"/>
            <p:cNvSpPr/>
            <p:nvPr/>
          </p:nvSpPr>
          <p:spPr bwMode="auto">
            <a:xfrm rot="0" flipH="0" flipV="0">
              <a:off x="346323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263790" name="TextBox 31"/>
            <p:cNvSpPr txBox="1"/>
            <p:nvPr/>
          </p:nvSpPr>
          <p:spPr bwMode="auto">
            <a:xfrm rot="0" flipH="0" flipV="0">
              <a:off x="346323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3670980" name="AutoShape 32"/>
            <p:cNvSpPr/>
            <p:nvPr/>
          </p:nvSpPr>
          <p:spPr bwMode="auto">
            <a:xfrm flipH="0" flipV="0">
              <a:off x="2927667" y="1803692"/>
              <a:ext cx="0" cy="366037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5729880" name="Freeform 34"/>
            <p:cNvSpPr/>
            <p:nvPr/>
          </p:nvSpPr>
          <p:spPr bwMode="auto">
            <a:xfrm rot="0" flipH="0" flipV="0">
              <a:off x="3500052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3309965" name="TextBox 35"/>
            <p:cNvSpPr txBox="1"/>
            <p:nvPr/>
          </p:nvSpPr>
          <p:spPr bwMode="auto">
            <a:xfrm rot="0" flipH="0" flipV="0">
              <a:off x="3500052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5745691" name="Freeform 37"/>
            <p:cNvSpPr/>
            <p:nvPr/>
          </p:nvSpPr>
          <p:spPr bwMode="auto">
            <a:xfrm rot="0" flipH="0" flipV="0">
              <a:off x="3500052" y="3171752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401604" name="TextBox 38"/>
            <p:cNvSpPr txBox="1"/>
            <p:nvPr/>
          </p:nvSpPr>
          <p:spPr bwMode="auto">
            <a:xfrm rot="0" flipH="0" flipV="0">
              <a:off x="3500052" y="3024772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15806913" name="TextBox 41"/>
            <p:cNvSpPr txBox="1"/>
            <p:nvPr/>
          </p:nvSpPr>
          <p:spPr bwMode="auto">
            <a:xfrm flipH="0" flipV="0">
              <a:off x="0" y="503558"/>
              <a:ext cx="6026553" cy="40256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007088095" name="TextBox 42"/>
            <p:cNvSpPr txBox="1"/>
            <p:nvPr/>
          </p:nvSpPr>
          <p:spPr bwMode="auto">
            <a:xfrm>
              <a:off x="382308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1187600" name="TextBox 43"/>
            <p:cNvSpPr txBox="1"/>
            <p:nvPr/>
          </p:nvSpPr>
          <p:spPr bwMode="auto">
            <a:xfrm>
              <a:off x="3536036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84259566" name="Rectangle: Rounded Corners 12"/>
            <p:cNvSpPr/>
            <p:nvPr/>
          </p:nvSpPr>
          <p:spPr bwMode="auto">
            <a:xfrm>
              <a:off x="0" y="0"/>
              <a:ext cx="6025114" cy="628811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582288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Sisemise aadressi korduvkasutamine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6258763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41474396" name=""/>
          <p:cNvGrpSpPr/>
          <p:nvPr/>
        </p:nvGrpSpPr>
        <p:grpSpPr bwMode="auto">
          <a:xfrm>
            <a:off x="3310057" y="1900276"/>
            <a:ext cx="5850812" cy="4067728"/>
            <a:chOff x="0" y="0"/>
            <a:chExt cx="5850812" cy="4067728"/>
          </a:xfrm>
        </p:grpSpPr>
        <p:sp>
          <p:nvSpPr>
            <p:cNvPr id="275093922" name="AutoShape 32"/>
            <p:cNvSpPr/>
            <p:nvPr/>
          </p:nvSpPr>
          <p:spPr bwMode="auto">
            <a:xfrm flipH="0" flipV="0">
              <a:off x="2922634" y="71997"/>
              <a:ext cx="0" cy="39957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909654" name="TextBox 40"/>
            <p:cNvSpPr txBox="1"/>
            <p:nvPr/>
          </p:nvSpPr>
          <p:spPr bwMode="auto">
            <a:xfrm>
              <a:off x="0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836294045" name="TextBox 41"/>
            <p:cNvSpPr txBox="1"/>
            <p:nvPr/>
          </p:nvSpPr>
          <p:spPr bwMode="auto">
            <a:xfrm>
              <a:off x="362117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57864988" name="Rectangle 1100602255"/>
            <p:cNvSpPr txBox="1"/>
            <p:nvPr/>
          </p:nvSpPr>
          <p:spPr bwMode="auto">
            <a:xfrm rot="0" flipH="0" flipV="0">
              <a:off x="80060" y="676923"/>
              <a:ext cx="23238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66535641" name="Rectangle 1100602255"/>
            <p:cNvSpPr txBox="1"/>
            <p:nvPr/>
          </p:nvSpPr>
          <p:spPr bwMode="auto">
            <a:xfrm rot="0" flipH="0" flipV="0">
              <a:off x="3522000" y="1689424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22243625" name="Rectangle 1100602255"/>
            <p:cNvSpPr txBox="1"/>
            <p:nvPr/>
          </p:nvSpPr>
          <p:spPr bwMode="auto">
            <a:xfrm rot="0" flipH="0" flipV="0">
              <a:off x="3525572" y="725613"/>
              <a:ext cx="23252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11780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3250" y="403543"/>
            <a:ext cx="11845498" cy="61461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742856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Versioonimise korduvkasutamine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2916098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91502690" name=""/>
          <p:cNvGrpSpPr/>
          <p:nvPr/>
        </p:nvGrpSpPr>
        <p:grpSpPr bwMode="auto">
          <a:xfrm>
            <a:off x="3173364" y="1879440"/>
            <a:ext cx="5846880" cy="3909970"/>
            <a:chOff x="0" y="0"/>
            <a:chExt cx="5846880" cy="3909970"/>
          </a:xfrm>
        </p:grpSpPr>
        <p:sp>
          <p:nvSpPr>
            <p:cNvPr id="1005631278" name="AutoShape 32"/>
            <p:cNvSpPr/>
            <p:nvPr/>
          </p:nvSpPr>
          <p:spPr bwMode="auto">
            <a:xfrm flipH="0" flipV="0">
              <a:off x="2922634" y="71998"/>
              <a:ext cx="0" cy="383797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132988" name="TextBox 40"/>
            <p:cNvSpPr txBox="1"/>
            <p:nvPr/>
          </p:nvSpPr>
          <p:spPr bwMode="auto">
            <a:xfrm flipH="0" flipV="0">
              <a:off x="0" y="0"/>
              <a:ext cx="238016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55711531" name="TextBox 41"/>
            <p:cNvSpPr txBox="1"/>
            <p:nvPr/>
          </p:nvSpPr>
          <p:spPr bwMode="auto">
            <a:xfrm flipH="0" flipV="0">
              <a:off x="3465892" y="0"/>
              <a:ext cx="238098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6040630" name="Rectangle 1100602255"/>
            <p:cNvSpPr txBox="1"/>
            <p:nvPr/>
          </p:nvSpPr>
          <p:spPr bwMode="auto">
            <a:xfrm rot="0" flipH="0" flipV="0">
              <a:off x="0" y="772173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07663526" name="Rectangle 1100602255"/>
            <p:cNvSpPr txBox="1"/>
            <p:nvPr/>
          </p:nvSpPr>
          <p:spPr bwMode="auto">
            <a:xfrm rot="0" flipH="0" flipV="0">
              <a:off x="3521280" y="775744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57631225" name="Rectangle 1100602255"/>
            <p:cNvSpPr txBox="1"/>
            <p:nvPr/>
          </p:nvSpPr>
          <p:spPr bwMode="auto">
            <a:xfrm rot="0" flipH="0" flipV="0">
              <a:off x="3520200" y="1940175"/>
              <a:ext cx="23259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bc1p...jjj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05677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8575" y="395096"/>
            <a:ext cx="12014847" cy="6163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800204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Ümmargused maksed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8709801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67431382" name=""/>
          <p:cNvGrpSpPr/>
          <p:nvPr/>
        </p:nvGrpSpPr>
        <p:grpSpPr bwMode="auto">
          <a:xfrm>
            <a:off x="3098949" y="1825862"/>
            <a:ext cx="5887964" cy="3427767"/>
            <a:chOff x="0" y="0"/>
            <a:chExt cx="5887964" cy="3427767"/>
          </a:xfrm>
        </p:grpSpPr>
        <p:sp>
          <p:nvSpPr>
            <p:cNvPr id="500971898" name="AutoShape 32"/>
            <p:cNvSpPr/>
            <p:nvPr/>
          </p:nvSpPr>
          <p:spPr bwMode="auto">
            <a:xfrm flipH="0" flipV="0">
              <a:off x="2964079" y="71996"/>
              <a:ext cx="0" cy="335577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5931266" name="TextBox 40"/>
            <p:cNvSpPr txBox="1"/>
            <p:nvPr/>
          </p:nvSpPr>
          <p:spPr bwMode="auto">
            <a:xfrm>
              <a:off x="41443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700210893" name="TextBox 41"/>
            <p:cNvSpPr txBox="1"/>
            <p:nvPr/>
          </p:nvSpPr>
          <p:spPr bwMode="auto">
            <a:xfrm>
              <a:off x="3662622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784886712" name="Rectangle 1100602255"/>
            <p:cNvSpPr txBox="1"/>
            <p:nvPr/>
          </p:nvSpPr>
          <p:spPr bwMode="auto">
            <a:xfrm rot="0" flipH="0" flipV="0">
              <a:off x="0" y="676922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27683724" name="Rectangle 1100602255"/>
            <p:cNvSpPr txBox="1"/>
            <p:nvPr/>
          </p:nvSpPr>
          <p:spPr bwMode="auto">
            <a:xfrm rot="0" flipH="0" flipV="0">
              <a:off x="3562004" y="695377"/>
              <a:ext cx="23259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248 607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1932492" name="Rectangle 1100602255"/>
            <p:cNvSpPr txBox="1"/>
            <p:nvPr/>
          </p:nvSpPr>
          <p:spPr bwMode="auto">
            <a:xfrm rot="0" flipH="0" flipV="0">
              <a:off x="3561284" y="1800276"/>
              <a:ext cx="23266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572795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Ümmargused maksed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153985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14253215" name=""/>
          <p:cNvGrpSpPr/>
          <p:nvPr/>
        </p:nvGrpSpPr>
        <p:grpSpPr bwMode="auto">
          <a:xfrm>
            <a:off x="3247902" y="1784190"/>
            <a:ext cx="5927717" cy="3796861"/>
            <a:chOff x="0" y="0"/>
            <a:chExt cx="5927717" cy="3796861"/>
          </a:xfrm>
        </p:grpSpPr>
        <p:sp>
          <p:nvSpPr>
            <p:cNvPr id="1716736587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8552689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62,76 €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7493656" name="AutoShape 32"/>
            <p:cNvSpPr/>
            <p:nvPr/>
          </p:nvSpPr>
          <p:spPr bwMode="auto">
            <a:xfrm flipH="0" flipV="0">
              <a:off x="2963954" y="71997"/>
              <a:ext cx="0" cy="372486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9108035" name="Freeform 34"/>
            <p:cNvSpPr/>
            <p:nvPr/>
          </p:nvSpPr>
          <p:spPr bwMode="auto">
            <a:xfrm rot="0" flipH="0" flipV="0">
              <a:off x="3621179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7453315" name="TextBox 35"/>
            <p:cNvSpPr txBox="1"/>
            <p:nvPr/>
          </p:nvSpPr>
          <p:spPr bwMode="auto">
            <a:xfrm rot="0" flipH="0" flipV="0">
              <a:off x="3621179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41,27 €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0530" name="Freeform 37"/>
            <p:cNvSpPr/>
            <p:nvPr/>
          </p:nvSpPr>
          <p:spPr bwMode="auto">
            <a:xfrm rot="0" flipH="0" flipV="0">
              <a:off x="3621179" y="16428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6943191" name="TextBox 38"/>
            <p:cNvSpPr txBox="1"/>
            <p:nvPr/>
          </p:nvSpPr>
          <p:spPr bwMode="auto">
            <a:xfrm rot="0" flipH="0" flipV="0">
              <a:off x="3621179" y="14740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4459817" name="TextBox 40"/>
            <p:cNvSpPr txBox="1"/>
            <p:nvPr/>
          </p:nvSpPr>
          <p:spPr bwMode="auto">
            <a:xfrm>
              <a:off x="4131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921916017" name="TextBox 41"/>
            <p:cNvSpPr txBox="1"/>
            <p:nvPr/>
          </p:nvSpPr>
          <p:spPr bwMode="auto">
            <a:xfrm>
              <a:off x="366249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33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4405" y="248477"/>
            <a:ext cx="11943187" cy="6361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419053" name="TextBox 39"/>
          <p:cNvSpPr txBox="1"/>
          <p:nvPr/>
        </p:nvSpPr>
        <p:spPr bwMode="auto">
          <a:xfrm rot="0" flipH="0" flipV="0">
            <a:off x="2859069" y="702469"/>
            <a:ext cx="6691447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Suurim </a:t>
            </a:r>
            <a:r>
              <a:rPr sz="2600" b="1" lang="en-US">
                <a:solidFill>
                  <a:srgbClr val="000000"/>
                </a:solidFill>
                <a:latin typeface="IBM Plex Sans"/>
              </a:rPr>
              <a:t>toodang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3801904" name="Rectangle: Rounded Corners 12"/>
          <p:cNvSpPr/>
          <p:nvPr/>
        </p:nvSpPr>
        <p:spPr bwMode="auto">
          <a:xfrm rot="0" flipH="0" flipV="0">
            <a:off x="2859069" y="19624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63446310" name=""/>
          <p:cNvGrpSpPr/>
          <p:nvPr/>
        </p:nvGrpSpPr>
        <p:grpSpPr bwMode="auto">
          <a:xfrm>
            <a:off x="3227064" y="2004454"/>
            <a:ext cx="5928256" cy="3755189"/>
            <a:chOff x="0" y="0"/>
            <a:chExt cx="5928256" cy="3755189"/>
          </a:xfrm>
        </p:grpSpPr>
        <p:sp>
          <p:nvSpPr>
            <p:cNvPr id="406112845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349115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2702759" name="AutoShape 32"/>
            <p:cNvSpPr/>
            <p:nvPr/>
          </p:nvSpPr>
          <p:spPr bwMode="auto">
            <a:xfrm rot="0" flipH="0" flipV="0">
              <a:off x="2963955" y="71997"/>
              <a:ext cx="0" cy="36831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829998" name="Freeform 34"/>
            <p:cNvSpPr/>
            <p:nvPr/>
          </p:nvSpPr>
          <p:spPr bwMode="auto">
            <a:xfrm rot="0" flipH="0" flipV="0">
              <a:off x="362118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916957619" name="Freeform 37"/>
            <p:cNvSpPr/>
            <p:nvPr/>
          </p:nvSpPr>
          <p:spPr bwMode="auto">
            <a:xfrm rot="0" flipH="0" flipV="0">
              <a:off x="3621180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6400223" name="TextBox 40"/>
            <p:cNvSpPr txBox="1"/>
            <p:nvPr/>
          </p:nvSpPr>
          <p:spPr bwMode="auto">
            <a:xfrm rot="0" flipH="0" flipV="0"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929353228" name="TextBox 41"/>
            <p:cNvSpPr txBox="1"/>
            <p:nvPr/>
          </p:nvSpPr>
          <p:spPr bwMode="auto">
            <a:xfrm rot="0" flipH="0" flipV="0">
              <a:off x="366249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10060542" name=""/>
            <p:cNvGrpSpPr/>
            <p:nvPr/>
          </p:nvGrpSpPr>
          <p:grpSpPr bwMode="auto">
            <a:xfrm rot="0" flipH="0" flipV="0">
              <a:off x="3621718" y="508155"/>
              <a:ext cx="2306538" cy="1852941"/>
              <a:chOff x="0" y="0"/>
              <a:chExt cx="2306538" cy="1852940"/>
            </a:xfrm>
          </p:grpSpPr>
          <p:sp>
            <p:nvSpPr>
              <p:cNvPr id="1792357661" name="TextBox 35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57 814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4816395" name="TextBox 38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390 987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58061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7297" y="391372"/>
            <a:ext cx="11857404" cy="6075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859171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411870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120496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366678" name="TextBox 81"/>
          <p:cNvSpPr txBox="1"/>
          <p:nvPr/>
        </p:nvSpPr>
        <p:spPr bwMode="auto">
          <a:xfrm flipH="0" flipV="0">
            <a:off x="7586908" y="5455345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Kõigi UTXOde ühine omanik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72521092" name=""/>
          <p:cNvGrpSpPr/>
          <p:nvPr/>
        </p:nvGrpSpPr>
        <p:grpSpPr bwMode="auto">
          <a:xfrm>
            <a:off x="686526" y="467132"/>
            <a:ext cx="4976049" cy="6045651"/>
            <a:chOff x="0" y="0"/>
            <a:chExt cx="4976049" cy="6045651"/>
          </a:xfrm>
        </p:grpSpPr>
        <p:sp>
          <p:nvSpPr>
            <p:cNvPr id="1663124744" name="AutoShape 32"/>
            <p:cNvSpPr/>
            <p:nvPr/>
          </p:nvSpPr>
          <p:spPr bwMode="auto">
            <a:xfrm flipH="1">
              <a:off x="2115991" y="72439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8047580" name="TextBox 39"/>
            <p:cNvSpPr txBox="1"/>
            <p:nvPr/>
          </p:nvSpPr>
          <p:spPr bwMode="auto">
            <a:xfrm flipH="0" flipV="0">
              <a:off x="0" y="226719"/>
              <a:ext cx="4409519" cy="2795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6725242" name="TextBox 40"/>
            <p:cNvSpPr txBox="1"/>
            <p:nvPr/>
          </p:nvSpPr>
          <p:spPr bwMode="auto">
            <a:xfrm>
              <a:off x="349196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0485207" name="TextBox 41"/>
            <p:cNvSpPr txBox="1"/>
            <p:nvPr/>
          </p:nvSpPr>
          <p:spPr bwMode="auto">
            <a:xfrm>
              <a:off x="2538275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5985874" name="AutoShape 48"/>
            <p:cNvSpPr/>
            <p:nvPr/>
          </p:nvSpPr>
          <p:spPr bwMode="auto">
            <a:xfrm>
              <a:off x="2822467" y="3644183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4381794" name="TextBox 55"/>
            <p:cNvSpPr txBox="1"/>
            <p:nvPr/>
          </p:nvSpPr>
          <p:spPr bwMode="auto">
            <a:xfrm>
              <a:off x="950085" y="3295339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824839916" name="TextBox 56"/>
            <p:cNvSpPr txBox="1"/>
            <p:nvPr/>
          </p:nvSpPr>
          <p:spPr bwMode="auto">
            <a:xfrm>
              <a:off x="1055675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8094777" name="TextBox 57"/>
            <p:cNvSpPr txBox="1"/>
            <p:nvPr/>
          </p:nvSpPr>
          <p:spPr bwMode="auto">
            <a:xfrm>
              <a:off x="3244753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50641145" name="Rectangle: Rounded Corners 12"/>
            <p:cNvSpPr/>
            <p:nvPr/>
          </p:nvSpPr>
          <p:spPr bwMode="auto">
            <a:xfrm>
              <a:off x="0" y="0"/>
              <a:ext cx="4408080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46372002" name="Rectangle: Rounded Corners 12"/>
            <p:cNvSpPr/>
            <p:nvPr/>
          </p:nvSpPr>
          <p:spPr bwMode="auto">
            <a:xfrm>
              <a:off x="723028" y="3079161"/>
              <a:ext cx="4253022" cy="296649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959381561" name=""/>
            <p:cNvSpPr txBox="1"/>
            <p:nvPr/>
          </p:nvSpPr>
          <p:spPr bwMode="auto">
            <a:xfrm rot="0" flipH="0" flipV="0">
              <a:off x="2425629" y="1096248"/>
              <a:ext cx="154993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2685800" name=""/>
            <p:cNvSpPr txBox="1"/>
            <p:nvPr/>
          </p:nvSpPr>
          <p:spPr bwMode="auto">
            <a:xfrm rot="0" flipH="0" flipV="0">
              <a:off x="2429200" y="1620717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75528806" name=""/>
            <p:cNvSpPr txBox="1"/>
            <p:nvPr/>
          </p:nvSpPr>
          <p:spPr bwMode="auto">
            <a:xfrm rot="0" flipH="0" flipV="0">
              <a:off x="349195" y="1125972"/>
              <a:ext cx="155137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15125700" name=""/>
            <p:cNvSpPr txBox="1"/>
            <p:nvPr/>
          </p:nvSpPr>
          <p:spPr bwMode="auto">
            <a:xfrm rot="0" flipH="0" flipV="0">
              <a:off x="3091186" y="4003662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5033581" name=""/>
            <p:cNvSpPr txBox="1"/>
            <p:nvPr/>
          </p:nvSpPr>
          <p:spPr bwMode="auto">
            <a:xfrm rot="0" flipH="0" flipV="0">
              <a:off x="3094758" y="4528132"/>
              <a:ext cx="155209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71596745" name=""/>
            <p:cNvSpPr txBox="1"/>
            <p:nvPr/>
          </p:nvSpPr>
          <p:spPr bwMode="auto">
            <a:xfrm rot="0" flipH="0" flipV="0">
              <a:off x="3098329" y="5052601"/>
              <a:ext cx="155245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13694761" name=""/>
            <p:cNvSpPr txBox="1"/>
            <p:nvPr/>
          </p:nvSpPr>
          <p:spPr bwMode="auto">
            <a:xfrm rot="0" flipH="0" flipV="0">
              <a:off x="943893" y="4014376"/>
              <a:ext cx="155317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525889987" name=""/>
          <p:cNvGrpSpPr/>
          <p:nvPr/>
        </p:nvGrpSpPr>
        <p:grpSpPr bwMode="auto">
          <a:xfrm>
            <a:off x="6730444" y="315587"/>
            <a:ext cx="4408078" cy="3230707"/>
            <a:chOff x="0" y="0"/>
            <a:chExt cx="4408078" cy="3230707"/>
          </a:xfrm>
        </p:grpSpPr>
        <p:sp>
          <p:nvSpPr>
            <p:cNvPr id="557642523" name="AutoShape 67"/>
            <p:cNvSpPr/>
            <p:nvPr/>
          </p:nvSpPr>
          <p:spPr bwMode="auto">
            <a:xfrm>
              <a:off x="2215373" y="573784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8647591" name="TextBox 74"/>
            <p:cNvSpPr txBox="1"/>
            <p:nvPr/>
          </p:nvSpPr>
          <p:spPr bwMode="auto">
            <a:xfrm>
              <a:off x="342988" y="224940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5879630" name="TextBox 75"/>
            <p:cNvSpPr txBox="1"/>
            <p:nvPr/>
          </p:nvSpPr>
          <p:spPr bwMode="auto">
            <a:xfrm>
              <a:off x="448579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75558487" name="TextBox 76"/>
            <p:cNvSpPr txBox="1"/>
            <p:nvPr/>
          </p:nvSpPr>
          <p:spPr bwMode="auto">
            <a:xfrm>
              <a:off x="2637657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861531782" name="AutoShape 79"/>
            <p:cNvSpPr/>
            <p:nvPr/>
          </p:nvSpPr>
          <p:spPr bwMode="auto">
            <a:xfrm flipH="1">
              <a:off x="3076528" y="1957592"/>
              <a:ext cx="199334" cy="127311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0134764" name="Rectangle: Rounded Corners 12"/>
            <p:cNvSpPr/>
            <p:nvPr/>
          </p:nvSpPr>
          <p:spPr bwMode="auto">
            <a:xfrm>
              <a:off x="0" y="0"/>
              <a:ext cx="4408079" cy="24776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16012412" name=""/>
            <p:cNvSpPr txBox="1"/>
            <p:nvPr/>
          </p:nvSpPr>
          <p:spPr bwMode="auto">
            <a:xfrm rot="0" flipH="0" flipV="0">
              <a:off x="363896" y="959149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4308114" name=""/>
            <p:cNvSpPr txBox="1"/>
            <p:nvPr/>
          </p:nvSpPr>
          <p:spPr bwMode="auto">
            <a:xfrm rot="0" flipH="0" flipV="0">
              <a:off x="2535455" y="1461822"/>
              <a:ext cx="1551014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04363623" name=""/>
            <p:cNvSpPr txBox="1"/>
            <p:nvPr/>
          </p:nvSpPr>
          <p:spPr bwMode="auto">
            <a:xfrm rot="0" flipH="0" flipV="0">
              <a:off x="2539026" y="944495"/>
              <a:ext cx="155173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00624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51905373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Peer-to-Peer elektrooniline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rahasüsteem, 10. jagu: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privaatsus. Kättesaadav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aadressil: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45461100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12127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889392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122913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702261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687574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Ühine saatja kõikidele tehingutele?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885996380" name=""/>
          <p:cNvGrpSpPr/>
          <p:nvPr/>
        </p:nvGrpSpPr>
        <p:grpSpPr bwMode="auto">
          <a:xfrm>
            <a:off x="664377" y="626806"/>
            <a:ext cx="4857712" cy="5855829"/>
            <a:chOff x="0" y="0"/>
            <a:chExt cx="4857712" cy="5855829"/>
          </a:xfrm>
        </p:grpSpPr>
        <p:sp>
          <p:nvSpPr>
            <p:cNvPr id="2009815205" name="Freeform 30"/>
            <p:cNvSpPr/>
            <p:nvPr/>
          </p:nvSpPr>
          <p:spPr bwMode="auto">
            <a:xfrm rot="0" flipH="0" flipV="0">
              <a:off x="325531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767893" name="TextBox 31"/>
            <p:cNvSpPr txBox="1"/>
            <p:nvPr/>
          </p:nvSpPr>
          <p:spPr bwMode="auto">
            <a:xfrm rot="0" flipH="0" flipV="0">
              <a:off x="325531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65683822" name="AutoShape 32"/>
            <p:cNvSpPr/>
            <p:nvPr/>
          </p:nvSpPr>
          <p:spPr bwMode="auto">
            <a:xfrm flipH="1">
              <a:off x="2117305" y="606388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773782" name="Freeform 34"/>
            <p:cNvSpPr/>
            <p:nvPr/>
          </p:nvSpPr>
          <p:spPr bwMode="auto">
            <a:xfrm rot="0" flipH="0" flipV="0">
              <a:off x="2514610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1318600" name="TextBox 35"/>
            <p:cNvSpPr txBox="1"/>
            <p:nvPr/>
          </p:nvSpPr>
          <p:spPr bwMode="auto">
            <a:xfrm rot="0" flipH="0" flipV="0">
              <a:off x="2514610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883371969" name="Freeform 37"/>
            <p:cNvSpPr/>
            <p:nvPr/>
          </p:nvSpPr>
          <p:spPr bwMode="auto">
            <a:xfrm rot="0" flipH="0" flipV="0">
              <a:off x="2514610" y="15559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992608" name="TextBox 38"/>
            <p:cNvSpPr txBox="1"/>
            <p:nvPr/>
          </p:nvSpPr>
          <p:spPr bwMode="auto">
            <a:xfrm rot="0" flipH="0" flipV="0">
              <a:off x="2514610" y="149769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435538102" name="TextBox 39"/>
            <p:cNvSpPr txBox="1"/>
            <p:nvPr/>
          </p:nvSpPr>
          <p:spPr bwMode="auto">
            <a:xfrm>
              <a:off x="244919" y="25754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091453382" name="TextBox 40"/>
            <p:cNvSpPr txBox="1"/>
            <p:nvPr/>
          </p:nvSpPr>
          <p:spPr bwMode="auto">
            <a:xfrm>
              <a:off x="350510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874264407" name="TextBox 41"/>
            <p:cNvSpPr txBox="1"/>
            <p:nvPr/>
          </p:nvSpPr>
          <p:spPr bwMode="auto">
            <a:xfrm>
              <a:off x="2539588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839864436" name="Freeform 46"/>
            <p:cNvSpPr/>
            <p:nvPr/>
          </p:nvSpPr>
          <p:spPr bwMode="auto">
            <a:xfrm rot="0" flipH="0" flipV="0">
              <a:off x="1032009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3206450" name="TextBox 47"/>
            <p:cNvSpPr txBox="1"/>
            <p:nvPr/>
          </p:nvSpPr>
          <p:spPr bwMode="auto">
            <a:xfrm rot="0" flipH="0" flipV="0">
              <a:off x="1032009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488043123" name="AutoShape 48"/>
            <p:cNvSpPr/>
            <p:nvPr/>
          </p:nvSpPr>
          <p:spPr bwMode="auto">
            <a:xfrm>
              <a:off x="2823781" y="3526180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551693" name="Freeform 50"/>
            <p:cNvSpPr/>
            <p:nvPr/>
          </p:nvSpPr>
          <p:spPr bwMode="auto">
            <a:xfrm rot="0" flipH="0" flipV="0">
              <a:off x="3221085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530085" name="TextBox 51"/>
            <p:cNvSpPr txBox="1"/>
            <p:nvPr/>
          </p:nvSpPr>
          <p:spPr bwMode="auto">
            <a:xfrm rot="0" flipH="0" flipV="0">
              <a:off x="3221085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11943784" name="Freeform 53"/>
            <p:cNvSpPr/>
            <p:nvPr/>
          </p:nvSpPr>
          <p:spPr bwMode="auto">
            <a:xfrm rot="0" flipH="0" flipV="0">
              <a:off x="3221085" y="4475784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6434630" name="TextBox 54"/>
            <p:cNvSpPr txBox="1"/>
            <p:nvPr/>
          </p:nvSpPr>
          <p:spPr bwMode="auto">
            <a:xfrm rot="0" flipH="0" flipV="0">
              <a:off x="3221085" y="4417486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5312367" name="TextBox 55"/>
            <p:cNvSpPr txBox="1"/>
            <p:nvPr/>
          </p:nvSpPr>
          <p:spPr bwMode="auto">
            <a:xfrm>
              <a:off x="951397" y="317733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892614056" name="TextBox 56"/>
            <p:cNvSpPr txBox="1"/>
            <p:nvPr/>
          </p:nvSpPr>
          <p:spPr bwMode="auto">
            <a:xfrm>
              <a:off x="1056988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529141483" name="TextBox 57"/>
            <p:cNvSpPr txBox="1"/>
            <p:nvPr/>
          </p:nvSpPr>
          <p:spPr bwMode="auto">
            <a:xfrm>
              <a:off x="3246067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226431307" name="Freeform 59"/>
            <p:cNvSpPr/>
            <p:nvPr/>
          </p:nvSpPr>
          <p:spPr bwMode="auto">
            <a:xfrm rot="0" flipH="0" flipV="0">
              <a:off x="3221085" y="50623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486488" name="TextBox 60"/>
            <p:cNvSpPr txBox="1"/>
            <p:nvPr/>
          </p:nvSpPr>
          <p:spPr bwMode="auto">
            <a:xfrm rot="0" flipH="0" flipV="0">
              <a:off x="3221085" y="500409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10363960" name="AutoShape 82"/>
            <p:cNvSpPr/>
            <p:nvPr/>
          </p:nvSpPr>
          <p:spPr bwMode="auto">
            <a:xfrm>
              <a:off x="1022708" y="1406283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2151523" name="TextBox 83"/>
            <p:cNvSpPr txBox="1"/>
            <p:nvPr/>
          </p:nvSpPr>
          <p:spPr bwMode="auto">
            <a:xfrm>
              <a:off x="224003" y="1579247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58228992" name="AutoShape 86"/>
            <p:cNvSpPr/>
            <p:nvPr/>
          </p:nvSpPr>
          <p:spPr bwMode="auto">
            <a:xfrm flipH="1">
              <a:off x="1729186" y="432516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9515347" name="TextBox 87"/>
            <p:cNvSpPr txBox="1"/>
            <p:nvPr/>
          </p:nvSpPr>
          <p:spPr bwMode="auto">
            <a:xfrm>
              <a:off x="930481" y="4498134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5473240" name="Rectangle: Rounded Corners 12"/>
            <p:cNvSpPr/>
            <p:nvPr/>
          </p:nvSpPr>
          <p:spPr bwMode="auto">
            <a:xfrm>
              <a:off x="0" y="0"/>
              <a:ext cx="4208718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769833900" name="Rectangle: Rounded Corners 12"/>
            <p:cNvSpPr/>
            <p:nvPr/>
          </p:nvSpPr>
          <p:spPr bwMode="auto">
            <a:xfrm>
              <a:off x="819592" y="3032050"/>
              <a:ext cx="4038120" cy="282377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656126075" name=""/>
          <p:cNvGrpSpPr/>
          <p:nvPr/>
        </p:nvGrpSpPr>
        <p:grpSpPr bwMode="auto">
          <a:xfrm>
            <a:off x="6797590" y="336182"/>
            <a:ext cx="4208716" cy="3280604"/>
            <a:chOff x="0" y="0"/>
            <a:chExt cx="4208716" cy="3280604"/>
          </a:xfrm>
        </p:grpSpPr>
        <p:sp>
          <p:nvSpPr>
            <p:cNvPr id="1373378584" name="Freeform 65"/>
            <p:cNvSpPr/>
            <p:nvPr/>
          </p:nvSpPr>
          <p:spPr bwMode="auto">
            <a:xfrm rot="0" flipH="0" flipV="0">
              <a:off x="335619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0647795" name="TextBox 66"/>
            <p:cNvSpPr txBox="1"/>
            <p:nvPr/>
          </p:nvSpPr>
          <p:spPr bwMode="auto">
            <a:xfrm rot="0" flipH="0" flipV="0">
              <a:off x="335619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37329217" name="AutoShape 67"/>
            <p:cNvSpPr/>
            <p:nvPr/>
          </p:nvSpPr>
          <p:spPr bwMode="auto">
            <a:xfrm>
              <a:off x="2127391" y="59486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563795" name="Freeform 69"/>
            <p:cNvSpPr/>
            <p:nvPr/>
          </p:nvSpPr>
          <p:spPr bwMode="auto">
            <a:xfrm rot="0" flipH="0" flipV="0">
              <a:off x="2524695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2832747" name="TextBox 70"/>
            <p:cNvSpPr txBox="1"/>
            <p:nvPr/>
          </p:nvSpPr>
          <p:spPr bwMode="auto">
            <a:xfrm rot="0" flipH="0" flipV="0">
              <a:off x="2524695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764939123" name="Freeform 72"/>
            <p:cNvSpPr/>
            <p:nvPr/>
          </p:nvSpPr>
          <p:spPr bwMode="auto">
            <a:xfrm rot="0" flipH="0" flipV="0">
              <a:off x="2524695" y="154446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8915464" name="TextBox 73"/>
            <p:cNvSpPr txBox="1"/>
            <p:nvPr/>
          </p:nvSpPr>
          <p:spPr bwMode="auto">
            <a:xfrm rot="0" flipH="0" flipV="0">
              <a:off x="2524695" y="148616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95011526" name="TextBox 74"/>
            <p:cNvSpPr txBox="1"/>
            <p:nvPr/>
          </p:nvSpPr>
          <p:spPr bwMode="auto">
            <a:xfrm>
              <a:off x="255006" y="24601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33485352" name="TextBox 75"/>
            <p:cNvSpPr txBox="1"/>
            <p:nvPr/>
          </p:nvSpPr>
          <p:spPr bwMode="auto">
            <a:xfrm>
              <a:off x="360597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662808809" name="TextBox 76"/>
            <p:cNvSpPr txBox="1"/>
            <p:nvPr/>
          </p:nvSpPr>
          <p:spPr bwMode="auto">
            <a:xfrm>
              <a:off x="2549675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583397168" name="AutoShape 79"/>
            <p:cNvSpPr/>
            <p:nvPr/>
          </p:nvSpPr>
          <p:spPr bwMode="auto">
            <a:xfrm>
              <a:off x="2360147" y="2335476"/>
              <a:ext cx="234910" cy="94512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0344576" name="AutoShape 84"/>
            <p:cNvSpPr/>
            <p:nvPr/>
          </p:nvSpPr>
          <p:spPr bwMode="auto">
            <a:xfrm flipH="1">
              <a:off x="1032796" y="139500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5176625" name="TextBox 85"/>
            <p:cNvSpPr txBox="1"/>
            <p:nvPr/>
          </p:nvSpPr>
          <p:spPr bwMode="auto">
            <a:xfrm>
              <a:off x="234089" y="1567973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617986" name="Rectangle: Rounded Corners 12"/>
            <p:cNvSpPr/>
            <p:nvPr/>
          </p:nvSpPr>
          <p:spPr bwMode="auto">
            <a:xfrm>
              <a:off x="0" y="0"/>
              <a:ext cx="4208717" cy="26044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19166672" name=""/>
          <p:cNvGrpSpPr/>
          <p:nvPr/>
        </p:nvGrpSpPr>
        <p:grpSpPr bwMode="auto">
          <a:xfrm>
            <a:off x="565929" y="658648"/>
            <a:ext cx="10572166" cy="5651955"/>
            <a:chOff x="0" y="0"/>
            <a:chExt cx="10572166" cy="5651955"/>
          </a:xfrm>
        </p:grpSpPr>
        <p:sp>
          <p:nvSpPr>
            <p:cNvPr id="1216726200" name="TextBox 32"/>
            <p:cNvSpPr txBox="1"/>
            <p:nvPr/>
          </p:nvSpPr>
          <p:spPr bwMode="auto">
            <a:xfrm flipH="0" flipV="0">
              <a:off x="3903948" y="343968"/>
              <a:ext cx="666821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947707609" name="TextBox 33"/>
            <p:cNvSpPr txBox="1"/>
            <p:nvPr/>
          </p:nvSpPr>
          <p:spPr bwMode="auto">
            <a:xfrm>
              <a:off x="4356747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687589927" name="AutoShape 34"/>
            <p:cNvSpPr/>
            <p:nvPr/>
          </p:nvSpPr>
          <p:spPr bwMode="auto">
            <a:xfrm>
              <a:off x="7279380" y="1122637"/>
              <a:ext cx="0" cy="43409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5601102" name="TextBox 38"/>
            <p:cNvSpPr txBox="1"/>
            <p:nvPr/>
          </p:nvSpPr>
          <p:spPr bwMode="auto">
            <a:xfrm>
              <a:off x="7977924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92260850" name="Freeform 48"/>
            <p:cNvSpPr/>
            <p:nvPr/>
          </p:nvSpPr>
          <p:spPr bwMode="auto">
            <a:xfrm>
              <a:off x="2560591" y="1243787"/>
              <a:ext cx="931060" cy="4138050"/>
            </a:xfrm>
            <a:custGeom>
              <a:avLst/>
              <a:gdLst/>
              <a:ahLst/>
              <a:cxnLst/>
              <a:rect l="l" t="t" r="r" b="b"/>
              <a:pathLst>
                <a:path w="931062" h="4138052" fill="norm" stroke="1" extrusionOk="0">
                  <a:moveTo>
                    <a:pt x="0" y="0"/>
                  </a:moveTo>
                  <a:lnTo>
                    <a:pt x="931062" y="0"/>
                  </a:lnTo>
                  <a:lnTo>
                    <a:pt x="931062" y="4138053"/>
                  </a:lnTo>
                  <a:lnTo>
                    <a:pt x="0" y="4138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403491" name="TextBox 49"/>
            <p:cNvSpPr txBox="1"/>
            <p:nvPr/>
          </p:nvSpPr>
          <p:spPr bwMode="auto">
            <a:xfrm>
              <a:off x="0" y="2614140"/>
              <a:ext cx="2430837" cy="14633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Common Input Ownership Heuristic</a:t>
              </a:r>
              <a:endParaRPr lang="en-US" sz="26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ct val="100000"/>
                </a:lnSpc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3606690" name="Rectangle: Rounded Corners 12"/>
            <p:cNvSpPr/>
            <p:nvPr/>
          </p:nvSpPr>
          <p:spPr bwMode="auto">
            <a:xfrm>
              <a:off x="3903948" y="0"/>
              <a:ext cx="6667499" cy="565195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04244252" name=""/>
            <p:cNvGrpSpPr/>
            <p:nvPr/>
          </p:nvGrpSpPr>
          <p:grpSpPr bwMode="auto">
            <a:xfrm>
              <a:off x="4283245" y="1681581"/>
              <a:ext cx="5915720" cy="3729737"/>
              <a:chOff x="0" y="0"/>
              <a:chExt cx="5915720" cy="3729737"/>
            </a:xfrm>
          </p:grpSpPr>
          <p:sp>
            <p:nvSpPr>
              <p:cNvPr id="629231680" name="Rectangle 1100602255"/>
              <p:cNvSpPr txBox="1"/>
              <p:nvPr/>
            </p:nvSpPr>
            <p:spPr bwMode="auto">
              <a:xfrm rot="0" flipH="0" flipV="0">
                <a:off x="0" y="0"/>
                <a:ext cx="23266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266107183" name="Rectangle 1100602255"/>
              <p:cNvSpPr txBox="1"/>
              <p:nvPr/>
            </p:nvSpPr>
            <p:spPr bwMode="auto">
              <a:xfrm rot="0" flipH="0" flipV="0">
                <a:off x="3571" y="970954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27229816" name="Rectangle 1100602255"/>
              <p:cNvSpPr txBox="1"/>
              <p:nvPr/>
            </p:nvSpPr>
            <p:spPr bwMode="auto">
              <a:xfrm rot="0" flipH="0" flipV="0">
                <a:off x="7142" y="1941908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4007692" name="Rectangle 1100602255"/>
              <p:cNvSpPr txBox="1"/>
              <p:nvPr/>
            </p:nvSpPr>
            <p:spPr bwMode="auto">
              <a:xfrm rot="0" flipH="0" flipV="0">
                <a:off x="10713" y="2912862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85039765" name="Rectangle 1100602255"/>
              <p:cNvSpPr txBox="1"/>
              <p:nvPr/>
            </p:nvSpPr>
            <p:spPr bwMode="auto">
              <a:xfrm rot="0" flipH="0" flipV="0">
                <a:off x="3586160" y="14285"/>
                <a:ext cx="23295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706786" name=""/>
          <p:cNvGrpSpPr/>
          <p:nvPr/>
        </p:nvGrpSpPr>
        <p:grpSpPr bwMode="auto">
          <a:xfrm>
            <a:off x="915984" y="139482"/>
            <a:ext cx="10041120" cy="6609783"/>
            <a:chOff x="0" y="0"/>
            <a:chExt cx="10041120" cy="6609783"/>
          </a:xfrm>
        </p:grpSpPr>
        <p:sp>
          <p:nvSpPr>
            <p:cNvPr id="107392216" name="Freeform 60"/>
            <p:cNvSpPr/>
            <p:nvPr/>
          </p:nvSpPr>
          <p:spPr bwMode="auto">
            <a:xfrm>
              <a:off x="1846584" y="1503127"/>
              <a:ext cx="1049656" cy="4665146"/>
            </a:xfrm>
            <a:custGeom>
              <a:avLst/>
              <a:gdLst/>
              <a:ahLst/>
              <a:cxnLst/>
              <a:rect l="l" t="t" r="r" b="b"/>
              <a:pathLst>
                <a:path w="1049658" h="4665148" fill="norm" stroke="1" extrusionOk="0">
                  <a:moveTo>
                    <a:pt x="0" y="0"/>
                  </a:moveTo>
                  <a:lnTo>
                    <a:pt x="1049658" y="0"/>
                  </a:lnTo>
                  <a:lnTo>
                    <a:pt x="1049658" y="4665148"/>
                  </a:lnTo>
                  <a:lnTo>
                    <a:pt x="0" y="4665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509302" name="Freeform 61"/>
            <p:cNvSpPr/>
            <p:nvPr/>
          </p:nvSpPr>
          <p:spPr bwMode="auto">
            <a:xfrm>
              <a:off x="0" y="3528506"/>
              <a:ext cx="602867" cy="614387"/>
            </a:xfrm>
            <a:custGeom>
              <a:avLst/>
              <a:gdLst/>
              <a:ahLst/>
              <a:cxnLst/>
              <a:rect l="l" t="t" r="r" b="b"/>
              <a:pathLst>
                <a:path w="602869" h="614389" fill="norm" stroke="1" extrusionOk="0">
                  <a:moveTo>
                    <a:pt x="0" y="0"/>
                  </a:moveTo>
                  <a:lnTo>
                    <a:pt x="602869" y="0"/>
                  </a:lnTo>
                  <a:lnTo>
                    <a:pt x="602869" y="614390"/>
                  </a:lnTo>
                  <a:lnTo>
                    <a:pt x="0" y="614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4394610" name="TextBox 62"/>
            <p:cNvSpPr txBox="1"/>
            <p:nvPr/>
          </p:nvSpPr>
          <p:spPr bwMode="auto">
            <a:xfrm flipH="0" flipV="0">
              <a:off x="3283579" y="384395"/>
              <a:ext cx="6757541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0503271" name="TextBox 63"/>
            <p:cNvSpPr txBox="1"/>
            <p:nvPr/>
          </p:nvSpPr>
          <p:spPr bwMode="auto">
            <a:xfrm>
              <a:off x="3882852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812891" name="TextBox 64"/>
            <p:cNvSpPr txBox="1"/>
            <p:nvPr/>
          </p:nvSpPr>
          <p:spPr bwMode="auto">
            <a:xfrm>
              <a:off x="7280787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79538263" name="TextBox 65"/>
            <p:cNvSpPr txBox="1"/>
            <p:nvPr/>
          </p:nvSpPr>
          <p:spPr bwMode="auto">
            <a:xfrm>
              <a:off x="764793" y="3582972"/>
              <a:ext cx="92094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403786288" name="Rectangle: Rounded Corners 12"/>
            <p:cNvSpPr/>
            <p:nvPr/>
          </p:nvSpPr>
          <p:spPr bwMode="auto">
            <a:xfrm>
              <a:off x="3283580" y="0"/>
              <a:ext cx="6756102" cy="660978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45524528" name=""/>
            <p:cNvGrpSpPr/>
            <p:nvPr/>
          </p:nvGrpSpPr>
          <p:grpSpPr bwMode="auto">
            <a:xfrm>
              <a:off x="3808452" y="1948170"/>
              <a:ext cx="5771542" cy="4428561"/>
              <a:chOff x="0" y="0"/>
              <a:chExt cx="5771542" cy="4428561"/>
            </a:xfrm>
          </p:grpSpPr>
          <p:sp>
            <p:nvSpPr>
              <p:cNvPr id="1243198938" name="AutoShape 32"/>
              <p:cNvSpPr/>
              <p:nvPr/>
            </p:nvSpPr>
            <p:spPr bwMode="auto">
              <a:xfrm flipH="0" flipV="0">
                <a:off x="2848203" y="54822"/>
                <a:ext cx="0" cy="4293389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091736964" name="Rectangle 1100602255"/>
              <p:cNvSpPr txBox="1"/>
              <p:nvPr/>
            </p:nvSpPr>
            <p:spPr bwMode="auto">
              <a:xfrm rot="0" flipH="0" flipV="0">
                <a:off x="0" y="0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083519365" name="Rectangle 1100602255"/>
              <p:cNvSpPr txBox="1"/>
              <p:nvPr/>
            </p:nvSpPr>
            <p:spPr bwMode="auto">
              <a:xfrm rot="0" flipH="0" flipV="0">
                <a:off x="3571" y="896539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828828254" name="Rectangle 1100602255"/>
              <p:cNvSpPr txBox="1"/>
              <p:nvPr/>
            </p:nvSpPr>
            <p:spPr bwMode="auto">
              <a:xfrm rot="0" flipH="0" flipV="0">
                <a:off x="7142" y="1793079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02749907" name="Rectangle 1100602255"/>
              <p:cNvSpPr txBox="1"/>
              <p:nvPr/>
            </p:nvSpPr>
            <p:spPr bwMode="auto">
              <a:xfrm rot="0" flipH="0" flipV="0">
                <a:off x="10713" y="2715147"/>
                <a:ext cx="232956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83728921" name="Rectangle 1100602255"/>
              <p:cNvSpPr txBox="1"/>
              <p:nvPr/>
            </p:nvSpPr>
            <p:spPr bwMode="auto">
              <a:xfrm rot="0" flipH="0" flipV="0">
                <a:off x="14284" y="3611686"/>
                <a:ext cx="23302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54223354" name="Rectangle 1100602255"/>
              <p:cNvSpPr txBox="1"/>
              <p:nvPr/>
            </p:nvSpPr>
            <p:spPr bwMode="auto">
              <a:xfrm rot="0" flipH="0" flipV="0">
                <a:off x="3437331" y="2689861"/>
                <a:ext cx="233028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0925399" name="Rectangle 1100602255"/>
              <p:cNvSpPr txBox="1"/>
              <p:nvPr/>
            </p:nvSpPr>
            <p:spPr bwMode="auto">
              <a:xfrm rot="0" flipH="0" flipV="0">
                <a:off x="3440902" y="3586401"/>
                <a:ext cx="23306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310990157" name="Rectangle 1100602255"/>
              <p:cNvSpPr txBox="1"/>
              <p:nvPr/>
            </p:nvSpPr>
            <p:spPr bwMode="auto">
              <a:xfrm rot="0" flipH="0" flipV="0">
                <a:off x="3426617" y="21375"/>
                <a:ext cx="23277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11030365" name="Rectangle 1100602255"/>
              <p:cNvSpPr txBox="1"/>
              <p:nvPr/>
            </p:nvSpPr>
            <p:spPr bwMode="auto">
              <a:xfrm rot="0" flipH="0" flipV="0">
                <a:off x="3430189" y="896539"/>
                <a:ext cx="23288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040782126" name="Rectangle 1100602255"/>
              <p:cNvSpPr txBox="1"/>
              <p:nvPr/>
            </p:nvSpPr>
            <p:spPr bwMode="auto">
              <a:xfrm rot="0" flipH="0" flipV="0">
                <a:off x="3433761" y="1793079"/>
                <a:ext cx="232920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18284381" name=""/>
          <p:cNvGrpSpPr/>
          <p:nvPr/>
        </p:nvGrpSpPr>
        <p:grpSpPr bwMode="auto">
          <a:xfrm>
            <a:off x="484616" y="417627"/>
            <a:ext cx="11123151" cy="6275200"/>
            <a:chOff x="0" y="0"/>
            <a:chExt cx="11123151" cy="6275200"/>
          </a:xfrm>
        </p:grpSpPr>
        <p:sp>
          <p:nvSpPr>
            <p:cNvPr id="491878585" name="AutoShape 32"/>
            <p:cNvSpPr/>
            <p:nvPr/>
          </p:nvSpPr>
          <p:spPr bwMode="auto">
            <a:xfrm>
              <a:off x="8855312" y="957804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29131" name="Freeform 60"/>
            <p:cNvSpPr/>
            <p:nvPr/>
          </p:nvSpPr>
          <p:spPr bwMode="auto">
            <a:xfrm>
              <a:off x="6553800" y="4735344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127955" name="AutoShape 61"/>
            <p:cNvSpPr/>
            <p:nvPr/>
          </p:nvSpPr>
          <p:spPr bwMode="auto">
            <a:xfrm>
              <a:off x="5282406" y="2712889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19697" name="AutoShape 62"/>
            <p:cNvSpPr/>
            <p:nvPr/>
          </p:nvSpPr>
          <p:spPr bwMode="auto">
            <a:xfrm>
              <a:off x="2375692" y="2159565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2634170" name="AutoShape 63"/>
            <p:cNvSpPr/>
            <p:nvPr/>
          </p:nvSpPr>
          <p:spPr bwMode="auto">
            <a:xfrm>
              <a:off x="4052934" y="1023273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2191622" name="AutoShape 64"/>
            <p:cNvSpPr/>
            <p:nvPr/>
          </p:nvSpPr>
          <p:spPr bwMode="auto">
            <a:xfrm flipV="1">
              <a:off x="3687751" y="3497609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199411" name="TextBox 65"/>
            <p:cNvSpPr txBox="1"/>
            <p:nvPr/>
          </p:nvSpPr>
          <p:spPr bwMode="auto">
            <a:xfrm flipH="0" flipV="0">
              <a:off x="6553800" y="303647"/>
              <a:ext cx="4569352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600"/>
            </a:p>
          </p:txBody>
        </p:sp>
        <p:sp>
          <p:nvSpPr>
            <p:cNvPr id="235478865" name="TextBox 66"/>
            <p:cNvSpPr txBox="1"/>
            <p:nvPr/>
          </p:nvSpPr>
          <p:spPr bwMode="auto">
            <a:xfrm flipH="0" flipV="0">
              <a:off x="6987732" y="910216"/>
              <a:ext cx="159241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2809746" name="TextBox 67"/>
            <p:cNvSpPr txBox="1"/>
            <p:nvPr/>
          </p:nvSpPr>
          <p:spPr bwMode="auto">
            <a:xfrm flipH="0" flipV="0">
              <a:off x="9187120" y="910216"/>
              <a:ext cx="153780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070038" name="AutoShape 68"/>
            <p:cNvSpPr/>
            <p:nvPr/>
          </p:nvSpPr>
          <p:spPr bwMode="auto">
            <a:xfrm>
              <a:off x="5282406" y="4169651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187052" name="Rectangle: Rounded Corners 12"/>
            <p:cNvSpPr/>
            <p:nvPr/>
          </p:nvSpPr>
          <p:spPr bwMode="auto">
            <a:xfrm>
              <a:off x="6553798" y="74541"/>
              <a:ext cx="4568634" cy="40951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22324752" name=""/>
            <p:cNvGrpSpPr/>
            <p:nvPr/>
          </p:nvGrpSpPr>
          <p:grpSpPr bwMode="auto">
            <a:xfrm>
              <a:off x="7014826" y="1299847"/>
              <a:ext cx="3844566" cy="2301223"/>
              <a:chOff x="0" y="0"/>
              <a:chExt cx="3844566" cy="2301223"/>
            </a:xfrm>
          </p:grpSpPr>
          <p:sp>
            <p:nvSpPr>
              <p:cNvPr id="855765366" name=""/>
              <p:cNvSpPr txBox="1"/>
              <p:nvPr/>
            </p:nvSpPr>
            <p:spPr bwMode="auto">
              <a:xfrm rot="0" flipH="0" flipV="0">
                <a:off x="0" y="0"/>
                <a:ext cx="1669182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5335215" name=""/>
              <p:cNvSpPr txBox="1"/>
              <p:nvPr/>
            </p:nvSpPr>
            <p:spPr bwMode="auto">
              <a:xfrm rot="0" flipH="0" flipV="0">
                <a:off x="3570" y="524468"/>
                <a:ext cx="1669955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5512759" name=""/>
              <p:cNvSpPr txBox="1"/>
              <p:nvPr/>
            </p:nvSpPr>
            <p:spPr bwMode="auto">
              <a:xfrm rot="0" flipH="0" flipV="0">
                <a:off x="7140" y="1048938"/>
                <a:ext cx="167072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628828350" name=""/>
              <p:cNvSpPr txBox="1"/>
              <p:nvPr/>
            </p:nvSpPr>
            <p:spPr bwMode="auto">
              <a:xfrm rot="0" flipH="0" flipV="0">
                <a:off x="10711" y="1871065"/>
                <a:ext cx="1671501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62354328" name=""/>
              <p:cNvSpPr txBox="1"/>
              <p:nvPr/>
            </p:nvSpPr>
            <p:spPr bwMode="auto">
              <a:xfrm rot="0" flipH="0" flipV="0">
                <a:off x="2172291" y="14285"/>
                <a:ext cx="1672274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85209415" name=""/>
            <p:cNvGrpSpPr/>
            <p:nvPr/>
          </p:nvGrpSpPr>
          <p:grpSpPr bwMode="auto">
            <a:xfrm>
              <a:off x="0" y="0"/>
              <a:ext cx="6125169" cy="4944730"/>
              <a:chOff x="0" y="0"/>
              <a:chExt cx="6125169" cy="4944730"/>
            </a:xfrm>
          </p:grpSpPr>
          <p:sp>
            <p:nvSpPr>
              <p:cNvPr id="261187345" name="Freeform 46"/>
              <p:cNvSpPr/>
              <p:nvPr/>
            </p:nvSpPr>
            <p:spPr bwMode="auto">
              <a:xfrm rot="0" flipH="0" flipV="0">
                <a:off x="0" y="0"/>
                <a:ext cx="6125170" cy="4944731"/>
              </a:xfrm>
              <a:custGeom>
                <a:avLst/>
                <a:gdLst/>
                <a:ahLst/>
                <a:cxnLst/>
                <a:rect l="l" t="t" r="r" b="b"/>
                <a:pathLst>
                  <a:path w="2419822" h="1953475" fill="norm" stroke="1" extrusionOk="0">
                    <a:moveTo>
                      <a:pt x="1209911" y="0"/>
                    </a:moveTo>
                    <a:cubicBezTo>
                      <a:pt x="541696" y="0"/>
                      <a:pt x="0" y="437300"/>
                      <a:pt x="0" y="976737"/>
                    </a:cubicBezTo>
                    <a:cubicBezTo>
                      <a:pt x="0" y="1516175"/>
                      <a:pt x="541696" y="1953475"/>
                      <a:pt x="1209911" y="1953475"/>
                    </a:cubicBezTo>
                    <a:cubicBezTo>
                      <a:pt x="1878126" y="1953475"/>
                      <a:pt x="2419822" y="1516175"/>
                      <a:pt x="2419822" y="976737"/>
                    </a:cubicBezTo>
                    <a:cubicBezTo>
                      <a:pt x="2419822" y="437300"/>
                      <a:pt x="1878126" y="0"/>
                      <a:pt x="120991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FF5C00"/>
                </a:solidFill>
                <a:prstDash val="dash"/>
                <a:miter/>
              </a:ln>
            </p:spPr>
          </p:sp>
          <p:sp>
            <p:nvSpPr>
              <p:cNvPr id="649614819" name="TextBox 47"/>
              <p:cNvSpPr txBox="1"/>
              <p:nvPr/>
            </p:nvSpPr>
            <p:spPr bwMode="auto">
              <a:xfrm rot="0" flipH="0" flipV="0">
                <a:off x="574229" y="367122"/>
                <a:ext cx="4976699" cy="411403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065941108" name="Freeform 49"/>
              <p:cNvSpPr/>
              <p:nvPr/>
            </p:nvSpPr>
            <p:spPr bwMode="auto">
              <a:xfrm rot="0" flipH="0" flipV="0">
                <a:off x="2279602" y="632028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4911783" name="TextBox 50"/>
              <p:cNvSpPr txBox="1"/>
              <p:nvPr/>
            </p:nvSpPr>
            <p:spPr bwMode="auto">
              <a:xfrm rot="0" flipH="0" flipV="0">
                <a:off x="2279602" y="539589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80229428" name="Freeform 52"/>
              <p:cNvSpPr/>
              <p:nvPr/>
            </p:nvSpPr>
            <p:spPr bwMode="auto">
              <a:xfrm rot="0" flipH="0" flipV="0">
                <a:off x="602361" y="1896989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4328697" name="TextBox 53"/>
              <p:cNvSpPr txBox="1"/>
              <p:nvPr/>
            </p:nvSpPr>
            <p:spPr bwMode="auto">
              <a:xfrm rot="0" flipH="0" flipV="0">
                <a:off x="602361" y="180455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61759949" name="Freeform 55"/>
              <p:cNvSpPr/>
              <p:nvPr/>
            </p:nvSpPr>
            <p:spPr bwMode="auto">
              <a:xfrm rot="0" flipH="0" flipV="0">
                <a:off x="3509074" y="2420550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06167298" name="TextBox 56"/>
              <p:cNvSpPr txBox="1"/>
              <p:nvPr/>
            </p:nvSpPr>
            <p:spPr bwMode="auto">
              <a:xfrm rot="0" flipH="0" flipV="0">
                <a:off x="3509074" y="232811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103541374" name="Freeform 58"/>
              <p:cNvSpPr/>
              <p:nvPr/>
            </p:nvSpPr>
            <p:spPr bwMode="auto">
              <a:xfrm rot="0" flipH="0" flipV="0">
                <a:off x="1914422" y="3654994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43228943" name="TextBox 59"/>
              <p:cNvSpPr txBox="1"/>
              <p:nvPr/>
            </p:nvSpPr>
            <p:spPr bwMode="auto">
              <a:xfrm rot="0" flipH="0" flipV="0">
                <a:off x="1914422" y="3562555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005591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907320206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Peer-to-Peer elektrooniline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rahasüsteem, 10. jagu: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privaatsus. Kättesaadav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aadressil: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722621469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74940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14778" y="91144"/>
            <a:ext cx="9623532" cy="667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74781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073027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99371130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970007124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212734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827681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71379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009720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230505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64275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463058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43257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880165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49593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6862951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518107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3511211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3880929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8358128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640394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870068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125019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4"/>
            <a:srcRect l="0" t="2549" r="0" b="2549"/>
            <a:stretch/>
          </a:blipFill>
        </p:spPr>
        <p:txBody>
          <a:bodyPr/>
          <a:p/>
        </p:txBody>
      </p:sp>
      <p:sp>
        <p:nvSpPr>
          <p:cNvPr id="679035900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6192737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7402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284407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181746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854611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661376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944226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96124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8718949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30698309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7484319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8576179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4389908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43286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754443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914286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839997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560628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8196327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7039829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8215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221405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7024625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961695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01806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948473507" name=""/>
          <p:cNvGrpSpPr/>
          <p:nvPr/>
        </p:nvGrpSpPr>
        <p:grpSpPr bwMode="auto">
          <a:xfrm>
            <a:off x="7088838" y="4651698"/>
            <a:ext cx="1625715" cy="1223087"/>
            <a:chOff x="0" y="0"/>
            <a:chExt cx="1625715" cy="1223087"/>
          </a:xfrm>
        </p:grpSpPr>
        <p:sp>
          <p:nvSpPr>
            <p:cNvPr id="700402326" name="Freeform 38"/>
            <p:cNvSpPr/>
            <p:nvPr/>
          </p:nvSpPr>
          <p:spPr bwMode="auto">
            <a:xfrm>
              <a:off x="254864" y="0"/>
              <a:ext cx="1114539" cy="1223088"/>
            </a:xfrm>
            <a:custGeom>
              <a:avLst/>
              <a:gdLst/>
              <a:ahLst/>
              <a:cxnLst/>
              <a:rect l="l" t="t" r="r" b="b"/>
              <a:pathLst>
                <a:path w="1114541" h="1223090" fill="norm" stroke="1" extrusionOk="0">
                  <a:moveTo>
                    <a:pt x="0" y="0"/>
                  </a:moveTo>
                  <a:lnTo>
                    <a:pt x="1114541" y="0"/>
                  </a:lnTo>
                  <a:lnTo>
                    <a:pt x="1114541" y="1223089"/>
                  </a:lnTo>
                  <a:lnTo>
                    <a:pt x="0" y="1223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266549" name="TextBox 54"/>
            <p:cNvSpPr txBox="1"/>
            <p:nvPr/>
          </p:nvSpPr>
          <p:spPr bwMode="auto">
            <a:xfrm>
              <a:off x="0" y="693500"/>
              <a:ext cx="1625715" cy="4141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57"/>
                </a:lnSpc>
                <a:defRPr/>
              </a:pPr>
              <a:r>
                <a:rPr lang="en-US" sz="2200" b="1" i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Loïc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3477741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48634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2" y="1360256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075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2525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894294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Tehing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7179427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08015980" name=""/>
          <p:cNvGrpSpPr/>
          <p:nvPr/>
        </p:nvGrpSpPr>
        <p:grpSpPr bwMode="auto">
          <a:xfrm>
            <a:off x="3065979" y="1900276"/>
            <a:ext cx="6055725" cy="3412885"/>
            <a:chOff x="0" y="0"/>
            <a:chExt cx="6055725" cy="3412885"/>
          </a:xfrm>
        </p:grpSpPr>
        <p:sp>
          <p:nvSpPr>
            <p:cNvPr id="377423585" name="TextBox 33"/>
            <p:cNvSpPr txBox="1"/>
            <p:nvPr/>
          </p:nvSpPr>
          <p:spPr bwMode="auto">
            <a:xfrm flipH="0" flipV="0">
              <a:off x="0" y="0"/>
              <a:ext cx="2361552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4565941" name="AutoShape 34"/>
            <p:cNvSpPr/>
            <p:nvPr/>
          </p:nvSpPr>
          <p:spPr bwMode="auto">
            <a:xfrm flipH="0" flipV="0">
              <a:off x="2922634" y="71997"/>
              <a:ext cx="0" cy="334088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421248" name="TextBox 35"/>
            <p:cNvSpPr txBox="1"/>
            <p:nvPr/>
          </p:nvSpPr>
          <p:spPr bwMode="auto">
            <a:xfrm flipH="0" flipV="0">
              <a:off x="3569249" y="0"/>
              <a:ext cx="2329920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151567" name="Rectangle 1100602255"/>
            <p:cNvSpPr txBox="1"/>
            <p:nvPr/>
          </p:nvSpPr>
          <p:spPr bwMode="auto">
            <a:xfrm rot="0" flipH="0" flipV="0">
              <a:off x="32351" y="786260"/>
              <a:ext cx="23284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ScriptSig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1905177" name="Rectangle 1100602255"/>
            <p:cNvSpPr txBox="1"/>
            <p:nvPr/>
          </p:nvSpPr>
          <p:spPr bwMode="auto">
            <a:xfrm rot="0" flipH="0" flipV="0">
              <a:off x="3569249" y="801632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ScriptPubKey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17854884" name="Freeform 40"/>
            <p:cNvSpPr/>
            <p:nvPr/>
          </p:nvSpPr>
          <p:spPr bwMode="auto">
            <a:xfrm>
              <a:off x="2063155" y="484201"/>
              <a:ext cx="445806" cy="700676"/>
            </a:xfrm>
            <a:custGeom>
              <a:avLst/>
              <a:gdLst/>
              <a:ahLst/>
              <a:cxnLst/>
              <a:rect l="l" t="t" r="r" b="b"/>
              <a:pathLst>
                <a:path w="445807" h="700679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700679"/>
                  </a:lnTo>
                  <a:lnTo>
                    <a:pt x="0" y="70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8650678" name="Freeform 39"/>
            <p:cNvSpPr/>
            <p:nvPr/>
          </p:nvSpPr>
          <p:spPr bwMode="auto">
            <a:xfrm>
              <a:off x="5609919" y="550280"/>
              <a:ext cx="445806" cy="634599"/>
            </a:xfrm>
            <a:custGeom>
              <a:avLst/>
              <a:gdLst/>
              <a:ahLst/>
              <a:cxnLst/>
              <a:rect l="l" t="t" r="r" b="b"/>
              <a:pathLst>
                <a:path w="445807" h="634601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634601"/>
                  </a:lnTo>
                  <a:lnTo>
                    <a:pt x="0" y="634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306019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Klassikalised kulutused avalik võti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1318762257" name=""/>
          <p:cNvGrpSpPr/>
          <p:nvPr/>
        </p:nvGrpSpPr>
        <p:grpSpPr bwMode="auto">
          <a:xfrm>
            <a:off x="4333218" y="2377753"/>
            <a:ext cx="7254777" cy="3911154"/>
            <a:chOff x="0" y="0"/>
            <a:chExt cx="7254777" cy="3911154"/>
          </a:xfrm>
        </p:grpSpPr>
        <p:sp>
          <p:nvSpPr>
            <p:cNvPr id="769108029" name="AutoShape 29"/>
            <p:cNvSpPr/>
            <p:nvPr/>
          </p:nvSpPr>
          <p:spPr bwMode="auto">
            <a:xfrm flipV="1">
              <a:off x="776945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62434063" name="AutoShape 39"/>
            <p:cNvSpPr/>
            <p:nvPr/>
          </p:nvSpPr>
          <p:spPr bwMode="auto">
            <a:xfrm flipV="1">
              <a:off x="2677172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5320742" name="AutoShape 46"/>
            <p:cNvSpPr/>
            <p:nvPr/>
          </p:nvSpPr>
          <p:spPr bwMode="auto">
            <a:xfrm flipV="1">
              <a:off x="776945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80837341" name="AutoShape 47"/>
            <p:cNvSpPr/>
            <p:nvPr/>
          </p:nvSpPr>
          <p:spPr bwMode="auto">
            <a:xfrm flipH="1" flipV="1">
              <a:off x="1717701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87584634" name="AutoShape 48"/>
            <p:cNvSpPr/>
            <p:nvPr/>
          </p:nvSpPr>
          <p:spPr bwMode="auto">
            <a:xfrm flipH="0" flipV="1">
              <a:off x="1717700" y="1159602"/>
              <a:ext cx="1636698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753798" name="AutoShape 52"/>
            <p:cNvSpPr/>
            <p:nvPr/>
          </p:nvSpPr>
          <p:spPr bwMode="auto">
            <a:xfrm flipH="1" flipV="1">
              <a:off x="4579151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824036" name="AutoShape 62"/>
            <p:cNvSpPr/>
            <p:nvPr/>
          </p:nvSpPr>
          <p:spPr bwMode="auto">
            <a:xfrm flipV="1">
              <a:off x="6479377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15770541" name="AutoShape 66"/>
            <p:cNvSpPr/>
            <p:nvPr/>
          </p:nvSpPr>
          <p:spPr bwMode="auto">
            <a:xfrm flipV="1">
              <a:off x="4579151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2921482" name="AutoShape 67"/>
            <p:cNvSpPr/>
            <p:nvPr/>
          </p:nvSpPr>
          <p:spPr bwMode="auto">
            <a:xfrm flipH="1" flipV="1">
              <a:off x="5519908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1374381" name="AutoShape 68"/>
            <p:cNvSpPr/>
            <p:nvPr/>
          </p:nvSpPr>
          <p:spPr bwMode="auto">
            <a:xfrm flipH="1" flipV="1">
              <a:off x="3962378" y="1159602"/>
              <a:ext cx="1557526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822095" name="Rectangle 867144088"/>
            <p:cNvSpPr txBox="1"/>
            <p:nvPr/>
          </p:nvSpPr>
          <p:spPr bwMode="auto">
            <a:xfrm rot="0" flipH="0" flipV="0">
              <a:off x="1643455" y="0"/>
              <a:ext cx="3695580" cy="1068479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36084147" name=""/>
            <p:cNvSpPr txBox="1"/>
            <p:nvPr/>
          </p:nvSpPr>
          <p:spPr bwMode="auto">
            <a:xfrm rot="0" flipH="0" flipV="0">
              <a:off x="925772" y="1631011"/>
              <a:ext cx="1552811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25167536" name=""/>
            <p:cNvSpPr txBox="1"/>
            <p:nvPr/>
          </p:nvSpPr>
          <p:spPr bwMode="auto">
            <a:xfrm rot="0" flipH="0" flipV="0">
              <a:off x="4798875" y="1634584"/>
              <a:ext cx="1553530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0400118" name=""/>
            <p:cNvSpPr txBox="1"/>
            <p:nvPr/>
          </p:nvSpPr>
          <p:spPr bwMode="auto">
            <a:xfrm rot="0" flipH="0" flipV="0">
              <a:off x="0" y="2581147"/>
              <a:ext cx="1554249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92232431" name=""/>
            <p:cNvSpPr txBox="1"/>
            <p:nvPr/>
          </p:nvSpPr>
          <p:spPr bwMode="auto">
            <a:xfrm rot="0" flipH="0" flipV="0">
              <a:off x="1899682" y="2581147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717185277" name=""/>
            <p:cNvSpPr txBox="1"/>
            <p:nvPr/>
          </p:nvSpPr>
          <p:spPr bwMode="auto">
            <a:xfrm rot="0" flipH="0" flipV="0">
              <a:off x="18452" y="3507633"/>
              <a:ext cx="155496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13012428" name=""/>
            <p:cNvSpPr txBox="1"/>
            <p:nvPr/>
          </p:nvSpPr>
          <p:spPr bwMode="auto">
            <a:xfrm rot="0" flipH="0" flipV="0">
              <a:off x="1882376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67981260" name=""/>
            <p:cNvSpPr txBox="1"/>
            <p:nvPr/>
          </p:nvSpPr>
          <p:spPr bwMode="auto">
            <a:xfrm rot="0" flipH="0" flipV="0">
              <a:off x="3798687" y="2584718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3206378" name=""/>
            <p:cNvSpPr txBox="1"/>
            <p:nvPr/>
          </p:nvSpPr>
          <p:spPr bwMode="auto">
            <a:xfrm rot="0" flipH="0" flipV="0">
              <a:off x="5698370" y="2584718"/>
              <a:ext cx="155640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24255784" name=""/>
            <p:cNvSpPr txBox="1"/>
            <p:nvPr/>
          </p:nvSpPr>
          <p:spPr bwMode="auto">
            <a:xfrm rot="0" flipH="0" flipV="0">
              <a:off x="3817141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35145414" name=""/>
            <p:cNvSpPr txBox="1"/>
            <p:nvPr/>
          </p:nvSpPr>
          <p:spPr bwMode="auto">
            <a:xfrm rot="0" flipH="0" flipV="0">
              <a:off x="5681064" y="3514774"/>
              <a:ext cx="1557126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676874226" name=""/>
          <p:cNvGrpSpPr/>
          <p:nvPr/>
        </p:nvGrpSpPr>
        <p:grpSpPr bwMode="auto">
          <a:xfrm>
            <a:off x="1993090" y="557284"/>
            <a:ext cx="5976459" cy="1708268"/>
            <a:chOff x="0" y="0"/>
            <a:chExt cx="5976459" cy="1708268"/>
          </a:xfrm>
        </p:grpSpPr>
        <p:sp>
          <p:nvSpPr>
            <p:cNvPr id="2109627148" name="AutoShape 75"/>
            <p:cNvSpPr/>
            <p:nvPr/>
          </p:nvSpPr>
          <p:spPr bwMode="auto">
            <a:xfrm flipH="0" flipV="1">
              <a:off x="0" y="1236884"/>
              <a:ext cx="2674901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08141315" name="AutoShape 76"/>
            <p:cNvSpPr/>
            <p:nvPr/>
          </p:nvSpPr>
          <p:spPr bwMode="auto">
            <a:xfrm flipH="1" flipV="1">
              <a:off x="3303146" y="1236884"/>
              <a:ext cx="2673313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44990304" name=""/>
            <p:cNvSpPr txBox="1"/>
            <p:nvPr/>
          </p:nvSpPr>
          <p:spPr bwMode="auto">
            <a:xfrm rot="0" flipH="0" flipV="0">
              <a:off x="491729" y="0"/>
              <a:ext cx="4832186" cy="94267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6216658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724229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Peer-to-Peer elektrooniline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rahasüsteem, 10. jagu: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privaatsus. Kättesaadav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aadressil: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822950331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679718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018105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040049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436749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184470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Kõigi UTXOde ühine omanik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34642749" name=""/>
          <p:cNvGrpSpPr/>
          <p:nvPr/>
        </p:nvGrpSpPr>
        <p:grpSpPr bwMode="auto">
          <a:xfrm>
            <a:off x="664377" y="555963"/>
            <a:ext cx="4937047" cy="6045948"/>
            <a:chOff x="0" y="0"/>
            <a:chExt cx="4937047" cy="6045948"/>
          </a:xfrm>
        </p:grpSpPr>
        <p:sp>
          <p:nvSpPr>
            <p:cNvPr id="808362757" name="Freeform 30"/>
            <p:cNvSpPr/>
            <p:nvPr/>
          </p:nvSpPr>
          <p:spPr bwMode="auto">
            <a:xfrm rot="0" flipH="0" flipV="0">
              <a:off x="325531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5925431" name="TextBox 31"/>
            <p:cNvSpPr txBox="1"/>
            <p:nvPr/>
          </p:nvSpPr>
          <p:spPr bwMode="auto">
            <a:xfrm rot="0" flipH="0" flipV="0">
              <a:off x="325531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7733346" name="AutoShape 32"/>
            <p:cNvSpPr/>
            <p:nvPr/>
          </p:nvSpPr>
          <p:spPr bwMode="auto">
            <a:xfrm flipH="1">
              <a:off x="2117305" y="708727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4850067" name="Freeform 34"/>
            <p:cNvSpPr/>
            <p:nvPr/>
          </p:nvSpPr>
          <p:spPr bwMode="auto">
            <a:xfrm rot="0" flipH="0" flipV="0">
              <a:off x="2514610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261020" name="TextBox 35"/>
            <p:cNvSpPr txBox="1"/>
            <p:nvPr/>
          </p:nvSpPr>
          <p:spPr bwMode="auto">
            <a:xfrm rot="0" flipH="0" flipV="0">
              <a:off x="2514610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72041907" name="Freeform 37"/>
            <p:cNvSpPr/>
            <p:nvPr/>
          </p:nvSpPr>
          <p:spPr bwMode="auto">
            <a:xfrm rot="0" flipH="0" flipV="0">
              <a:off x="2514610" y="165832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399892" name="TextBox 38"/>
            <p:cNvSpPr txBox="1"/>
            <p:nvPr/>
          </p:nvSpPr>
          <p:spPr bwMode="auto">
            <a:xfrm rot="0" flipH="0" flipV="0">
              <a:off x="2514610" y="160003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8437562" name="TextBox 39"/>
            <p:cNvSpPr txBox="1"/>
            <p:nvPr/>
          </p:nvSpPr>
          <p:spPr bwMode="auto">
            <a:xfrm>
              <a:off x="266118" y="35988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4628243" name="TextBox 40"/>
            <p:cNvSpPr txBox="1"/>
            <p:nvPr/>
          </p:nvSpPr>
          <p:spPr bwMode="auto">
            <a:xfrm>
              <a:off x="371710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559834554" name="TextBox 41"/>
            <p:cNvSpPr txBox="1"/>
            <p:nvPr/>
          </p:nvSpPr>
          <p:spPr bwMode="auto">
            <a:xfrm>
              <a:off x="2560789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0509916" name="Freeform 46"/>
            <p:cNvSpPr/>
            <p:nvPr/>
          </p:nvSpPr>
          <p:spPr bwMode="auto">
            <a:xfrm rot="0" flipH="0" flipV="0">
              <a:off x="1032009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5085172" name="TextBox 47"/>
            <p:cNvSpPr txBox="1"/>
            <p:nvPr/>
          </p:nvSpPr>
          <p:spPr bwMode="auto">
            <a:xfrm rot="0" flipH="0" flipV="0">
              <a:off x="1032009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0772595" name="AutoShape 48"/>
            <p:cNvSpPr/>
            <p:nvPr/>
          </p:nvSpPr>
          <p:spPr bwMode="auto">
            <a:xfrm>
              <a:off x="2823781" y="3628517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8561772" name="Freeform 50"/>
            <p:cNvSpPr/>
            <p:nvPr/>
          </p:nvSpPr>
          <p:spPr bwMode="auto">
            <a:xfrm rot="0" flipH="0" flipV="0">
              <a:off x="3221085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3145133" name="TextBox 51"/>
            <p:cNvSpPr txBox="1"/>
            <p:nvPr/>
          </p:nvSpPr>
          <p:spPr bwMode="auto">
            <a:xfrm rot="0" flipH="0" flipV="0">
              <a:off x="3221085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22864174" name="Freeform 53"/>
            <p:cNvSpPr/>
            <p:nvPr/>
          </p:nvSpPr>
          <p:spPr bwMode="auto">
            <a:xfrm rot="0" flipH="0" flipV="0">
              <a:off x="3221085" y="4578123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953396" name="TextBox 54"/>
            <p:cNvSpPr txBox="1"/>
            <p:nvPr/>
          </p:nvSpPr>
          <p:spPr bwMode="auto">
            <a:xfrm rot="0" flipH="0" flipV="0">
              <a:off x="3221085" y="451982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7409562" name="TextBox 55"/>
            <p:cNvSpPr txBox="1"/>
            <p:nvPr/>
          </p:nvSpPr>
          <p:spPr bwMode="auto">
            <a:xfrm>
              <a:off x="972596" y="327967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507527" name="TextBox 56"/>
            <p:cNvSpPr txBox="1"/>
            <p:nvPr/>
          </p:nvSpPr>
          <p:spPr bwMode="auto">
            <a:xfrm>
              <a:off x="1078187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928704454" name="TextBox 57"/>
            <p:cNvSpPr txBox="1"/>
            <p:nvPr/>
          </p:nvSpPr>
          <p:spPr bwMode="auto">
            <a:xfrm>
              <a:off x="3267264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2042353812" name="Freeform 59"/>
            <p:cNvSpPr/>
            <p:nvPr/>
          </p:nvSpPr>
          <p:spPr bwMode="auto">
            <a:xfrm rot="0" flipH="0" flipV="0">
              <a:off x="3221085" y="516472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530081" name="TextBox 60"/>
            <p:cNvSpPr txBox="1"/>
            <p:nvPr/>
          </p:nvSpPr>
          <p:spPr bwMode="auto">
            <a:xfrm rot="0" flipH="0" flipV="0">
              <a:off x="3221085" y="510643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9156791" name="Rectangle: Rounded Corners 12"/>
            <p:cNvSpPr/>
            <p:nvPr/>
          </p:nvSpPr>
          <p:spPr bwMode="auto">
            <a:xfrm>
              <a:off x="0" y="0"/>
              <a:ext cx="4275173" cy="25214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720014500" name="Rectangle: Rounded Corners 12"/>
            <p:cNvSpPr/>
            <p:nvPr/>
          </p:nvSpPr>
          <p:spPr bwMode="auto">
            <a:xfrm>
              <a:off x="708836" y="2990406"/>
              <a:ext cx="4228211" cy="30555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300748824" name=""/>
          <p:cNvGrpSpPr/>
          <p:nvPr/>
        </p:nvGrpSpPr>
        <p:grpSpPr bwMode="auto">
          <a:xfrm>
            <a:off x="6911005" y="292808"/>
            <a:ext cx="4075812" cy="2521482"/>
            <a:chOff x="0" y="0"/>
            <a:chExt cx="4075812" cy="2521482"/>
          </a:xfrm>
        </p:grpSpPr>
        <p:sp>
          <p:nvSpPr>
            <p:cNvPr id="374828168" name="Freeform 65"/>
            <p:cNvSpPr/>
            <p:nvPr/>
          </p:nvSpPr>
          <p:spPr bwMode="auto">
            <a:xfrm rot="0" flipH="0" flipV="0">
              <a:off x="222204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9447489" name="TextBox 66"/>
            <p:cNvSpPr txBox="1"/>
            <p:nvPr/>
          </p:nvSpPr>
          <p:spPr bwMode="auto">
            <a:xfrm rot="0" flipH="0" flipV="0">
              <a:off x="222204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74554452" name="AutoShape 67"/>
            <p:cNvSpPr/>
            <p:nvPr/>
          </p:nvSpPr>
          <p:spPr bwMode="auto">
            <a:xfrm flipH="1">
              <a:off x="2013976" y="669732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0880138" name="Freeform 69"/>
            <p:cNvSpPr/>
            <p:nvPr/>
          </p:nvSpPr>
          <p:spPr bwMode="auto">
            <a:xfrm rot="0" flipH="0" flipV="0">
              <a:off x="2411280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29248051" name="TextBox 70"/>
            <p:cNvSpPr txBox="1"/>
            <p:nvPr/>
          </p:nvSpPr>
          <p:spPr bwMode="auto">
            <a:xfrm rot="0" flipH="0" flipV="0">
              <a:off x="2411280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4696100" name="Freeform 72"/>
            <p:cNvSpPr/>
            <p:nvPr/>
          </p:nvSpPr>
          <p:spPr bwMode="auto">
            <a:xfrm rot="0" flipH="0" flipV="0">
              <a:off x="2411280" y="161933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87200447" name="TextBox 73"/>
            <p:cNvSpPr txBox="1"/>
            <p:nvPr/>
          </p:nvSpPr>
          <p:spPr bwMode="auto">
            <a:xfrm rot="0" flipH="0" flipV="0">
              <a:off x="2411280" y="1561038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1097892" name="TextBox 74"/>
            <p:cNvSpPr txBox="1"/>
            <p:nvPr/>
          </p:nvSpPr>
          <p:spPr bwMode="auto">
            <a:xfrm>
              <a:off x="162790" y="320888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487793495" name="TextBox 75"/>
            <p:cNvSpPr txBox="1"/>
            <p:nvPr/>
          </p:nvSpPr>
          <p:spPr bwMode="auto">
            <a:xfrm>
              <a:off x="268383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8668420" name="TextBox 76"/>
            <p:cNvSpPr txBox="1"/>
            <p:nvPr/>
          </p:nvSpPr>
          <p:spPr bwMode="auto">
            <a:xfrm>
              <a:off x="2436259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89370" name="Rectangle: Rounded Corners 12"/>
            <p:cNvSpPr/>
            <p:nvPr/>
          </p:nvSpPr>
          <p:spPr bwMode="auto">
            <a:xfrm>
              <a:off x="0" y="0"/>
              <a:ext cx="4075812" cy="252148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67214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Sisemise aadressi korduvkasutamine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6511448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44661198" name=""/>
          <p:cNvGrpSpPr/>
          <p:nvPr/>
        </p:nvGrpSpPr>
        <p:grpSpPr bwMode="auto">
          <a:xfrm>
            <a:off x="3003824" y="1821015"/>
            <a:ext cx="5927717" cy="3998161"/>
            <a:chOff x="0" y="0"/>
            <a:chExt cx="5927717" cy="3998161"/>
          </a:xfrm>
        </p:grpSpPr>
        <p:sp>
          <p:nvSpPr>
            <p:cNvPr id="570560900" name="Freeform 30"/>
            <p:cNvSpPr/>
            <p:nvPr/>
          </p:nvSpPr>
          <p:spPr bwMode="auto">
            <a:xfrm rot="0" flipH="0" flipV="0">
              <a:off x="0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2831326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802784" name="AutoShape 32"/>
            <p:cNvSpPr/>
            <p:nvPr/>
          </p:nvSpPr>
          <p:spPr bwMode="auto">
            <a:xfrm flipH="0" flipV="0">
              <a:off x="2963953" y="72000"/>
              <a:ext cx="0" cy="392616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9527347" name="Freeform 34"/>
            <p:cNvSpPr/>
            <p:nvPr/>
          </p:nvSpPr>
          <p:spPr bwMode="auto">
            <a:xfrm rot="0" flipH="0" flipV="0">
              <a:off x="3621178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095404" name="TextBox 35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15135" name="Freeform 37"/>
            <p:cNvSpPr/>
            <p:nvPr/>
          </p:nvSpPr>
          <p:spPr bwMode="auto">
            <a:xfrm rot="0" flipH="0" flipV="0">
              <a:off x="3621178" y="164283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5869423" name="TextBox 38"/>
            <p:cNvSpPr txBox="1"/>
            <p:nvPr/>
          </p:nvSpPr>
          <p:spPr bwMode="auto">
            <a:xfrm rot="0" flipH="0" flipV="0">
              <a:off x="3621178" y="147406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6803264" name="TextBox 40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5174361" name="TextBox 41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8244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294592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511106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3550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89046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92065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941830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188779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317263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4290025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502623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408949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779744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92594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519301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275349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560171871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218526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809345237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898664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44122551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120099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88641016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571799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jänes satoshi pitsa matemaatika naeratus orus muna klaver puhkus sügis hello hill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3904164" name=""/>
          <p:cNvGrpSpPr/>
          <p:nvPr/>
        </p:nvGrpSpPr>
        <p:grpSpPr bwMode="auto">
          <a:xfrm>
            <a:off x="538194" y="934035"/>
            <a:ext cx="11086213" cy="4944730"/>
            <a:chOff x="0" y="0"/>
            <a:chExt cx="11086213" cy="4944730"/>
          </a:xfrm>
        </p:grpSpPr>
        <p:sp>
          <p:nvSpPr>
            <p:cNvPr id="1260228525" name="AutoShape 32"/>
            <p:cNvSpPr/>
            <p:nvPr/>
          </p:nvSpPr>
          <p:spPr bwMode="auto">
            <a:xfrm>
              <a:off x="8855311" y="1228488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1567279" name="Freeform 34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</p:sp>
        <p:sp>
          <p:nvSpPr>
            <p:cNvPr id="1412158746" name="TextBox 35"/>
            <p:cNvSpPr txBox="1"/>
            <p:nvPr/>
          </p:nvSpPr>
          <p:spPr bwMode="auto">
            <a:xfrm rot="0" flipH="0" flipV="0">
              <a:off x="574228" y="367122"/>
              <a:ext cx="4976699" cy="41140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76913050" name="AutoShape 48"/>
            <p:cNvSpPr/>
            <p:nvPr/>
          </p:nvSpPr>
          <p:spPr bwMode="auto">
            <a:xfrm flipH="0" flipV="0">
              <a:off x="4985846" y="1161242"/>
              <a:ext cx="1890270" cy="515898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2753995" name="TextBox 49"/>
            <p:cNvSpPr txBox="1"/>
            <p:nvPr/>
          </p:nvSpPr>
          <p:spPr bwMode="auto">
            <a:xfrm flipH="0" flipV="0">
              <a:off x="6676695" y="723159"/>
              <a:ext cx="4409519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68183930" name="TextBox 50"/>
            <p:cNvSpPr txBox="1"/>
            <p:nvPr/>
          </p:nvSpPr>
          <p:spPr bwMode="auto">
            <a:xfrm flipH="0" flipV="0">
              <a:off x="6987733" y="1180901"/>
              <a:ext cx="1597753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82545845" name="TextBox 51"/>
            <p:cNvSpPr txBox="1"/>
            <p:nvPr/>
          </p:nvSpPr>
          <p:spPr bwMode="auto">
            <a:xfrm>
              <a:off x="9301684" y="1180902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965062" name="TextBox 55"/>
            <p:cNvSpPr txBox="1"/>
            <p:nvPr/>
          </p:nvSpPr>
          <p:spPr bwMode="auto">
            <a:xfrm>
              <a:off x="2203744" y="212472"/>
              <a:ext cx="1718769" cy="32027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4716186" name="AutoShape 68"/>
            <p:cNvSpPr/>
            <p:nvPr/>
          </p:nvSpPr>
          <p:spPr bwMode="auto">
            <a:xfrm flipH="1" flipV="0">
              <a:off x="4690909" y="2658411"/>
              <a:ext cx="4679501" cy="142883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7867704" name="Rectangle: Rounded Corners 12"/>
            <p:cNvSpPr/>
            <p:nvPr/>
          </p:nvSpPr>
          <p:spPr bwMode="auto">
            <a:xfrm>
              <a:off x="6676695" y="462375"/>
              <a:ext cx="4408080" cy="390616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34429689" name=""/>
            <p:cNvGrpSpPr/>
            <p:nvPr/>
          </p:nvGrpSpPr>
          <p:grpSpPr bwMode="auto">
            <a:xfrm>
              <a:off x="7105658" y="1659272"/>
              <a:ext cx="3805081" cy="958196"/>
              <a:chOff x="0" y="0"/>
              <a:chExt cx="3805081" cy="958196"/>
            </a:xfrm>
          </p:grpSpPr>
          <p:sp>
            <p:nvSpPr>
              <p:cNvPr id="610192571" name=""/>
              <p:cNvSpPr txBox="1"/>
              <p:nvPr/>
            </p:nvSpPr>
            <p:spPr bwMode="auto">
              <a:xfrm rot="0" flipH="0" flipV="0">
                <a:off x="0" y="0"/>
                <a:ext cx="147910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28740" name=""/>
              <p:cNvSpPr txBox="1"/>
              <p:nvPr/>
            </p:nvSpPr>
            <p:spPr bwMode="auto">
              <a:xfrm rot="0" flipH="0" flipV="0">
                <a:off x="2161578" y="3569"/>
                <a:ext cx="164350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4161872" name=""/>
              <p:cNvSpPr txBox="1"/>
              <p:nvPr/>
            </p:nvSpPr>
            <p:spPr bwMode="auto">
              <a:xfrm rot="0" flipH="0" flipV="0">
                <a:off x="2165149" y="528039"/>
                <a:ext cx="163921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2990609" name=""/>
            <p:cNvGrpSpPr/>
            <p:nvPr/>
          </p:nvGrpSpPr>
          <p:grpSpPr bwMode="auto">
            <a:xfrm>
              <a:off x="474318" y="845448"/>
              <a:ext cx="5366966" cy="3523091"/>
              <a:chOff x="0" y="0"/>
              <a:chExt cx="5366966" cy="3523091"/>
            </a:xfrm>
          </p:grpSpPr>
          <p:sp>
            <p:nvSpPr>
              <p:cNvPr id="1141834351" name=""/>
              <p:cNvSpPr txBox="1"/>
              <p:nvPr/>
            </p:nvSpPr>
            <p:spPr bwMode="auto">
              <a:xfrm rot="0" flipH="0" flipV="0">
                <a:off x="2468408" y="3092934"/>
                <a:ext cx="1637031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192108625" name=""/>
              <p:cNvSpPr txBox="1"/>
              <p:nvPr/>
            </p:nvSpPr>
            <p:spPr bwMode="auto">
              <a:xfrm rot="0" flipH="0" flipV="0">
                <a:off x="666154" y="2605374"/>
                <a:ext cx="163775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190 000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7724743" name=""/>
              <p:cNvSpPr txBox="1"/>
              <p:nvPr/>
            </p:nvSpPr>
            <p:spPr bwMode="auto">
              <a:xfrm rot="0" flipH="0" flipV="0">
                <a:off x="0" y="1492734"/>
                <a:ext cx="163847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101 784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61630081" name=""/>
              <p:cNvSpPr txBox="1"/>
              <p:nvPr/>
            </p:nvSpPr>
            <p:spPr bwMode="auto">
              <a:xfrm rot="0" flipH="0" flipV="0">
                <a:off x="301225" y="156850"/>
                <a:ext cx="1639189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02484007" name=""/>
              <p:cNvSpPr txBox="1"/>
              <p:nvPr/>
            </p:nvSpPr>
            <p:spPr bwMode="auto">
              <a:xfrm rot="0" flipH="0" flipV="0">
                <a:off x="1867494" y="830150"/>
                <a:ext cx="163990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977364773" name=""/>
              <p:cNvSpPr txBox="1"/>
              <p:nvPr/>
            </p:nvSpPr>
            <p:spPr bwMode="auto">
              <a:xfrm rot="0" flipH="0" flipV="0">
                <a:off x="2605838" y="2071720"/>
                <a:ext cx="1640627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75 041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94395180" name=""/>
              <p:cNvSpPr txBox="1"/>
              <p:nvPr/>
            </p:nvSpPr>
            <p:spPr bwMode="auto">
              <a:xfrm rot="0" flipH="0" flipV="0">
                <a:off x="3725620" y="1331151"/>
                <a:ext cx="164134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59775194" name=""/>
              <p:cNvSpPr txBox="1"/>
              <p:nvPr/>
            </p:nvSpPr>
            <p:spPr bwMode="auto">
              <a:xfrm rot="0" flipH="0" flipV="0">
                <a:off x="2776692" y="0"/>
                <a:ext cx="1642785" cy="446346"/>
              </a:xfrm>
              <a:prstGeom prst="flowChartAlternateProcess">
                <a:avLst/>
              </a:prstGeom>
              <a:solidFill>
                <a:srgbClr val="FFAE8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lnSpc>
                    <a:spcPts val="2034"/>
                  </a:lnSpc>
                  <a:defRPr/>
                </a:pPr>
                <a:r>
                  <a:rPr lang="en-US" sz="1600" b="1" i="0" u="none" strike="noStrike" cap="none" spc="0">
                    <a:solidFill>
                      <a:srgbClr val="FFFFFF">
                        <a:alpha val="49804"/>
                      </a:srgbClr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449645" name="Freeform 45"/>
          <p:cNvSpPr/>
          <p:nvPr/>
        </p:nvSpPr>
        <p:spPr bwMode="auto">
          <a:xfrm rot="0" flipH="0" flipV="0">
            <a:off x="2372289" y="183770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31184258" name="TextBox 46"/>
          <p:cNvSpPr txBox="1"/>
          <p:nvPr/>
        </p:nvSpPr>
        <p:spPr bwMode="auto">
          <a:xfrm rot="0" flipH="0" flipV="0">
            <a:off x="2372289" y="1741271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Muuda diivani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ostmiseks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7580694" name="Freeform 48"/>
          <p:cNvSpPr/>
          <p:nvPr/>
        </p:nvSpPr>
        <p:spPr bwMode="auto">
          <a:xfrm rot="0" flipH="0" flipV="0">
            <a:off x="2372289" y="264913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7745878" name="TextBox 49"/>
          <p:cNvSpPr txBox="1"/>
          <p:nvPr/>
        </p:nvSpPr>
        <p:spPr bwMode="auto">
          <a:xfrm rot="0" flipH="0" flipV="0">
            <a:off x="2372289" y="255269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Exchange.com tagasivõtmine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7569403" name="Freeform 51"/>
          <p:cNvSpPr/>
          <p:nvPr/>
        </p:nvSpPr>
        <p:spPr bwMode="auto">
          <a:xfrm rot="0" flipH="0" flipV="0">
            <a:off x="2372289" y="346220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3419722" name="TextBox 52"/>
          <p:cNvSpPr txBox="1"/>
          <p:nvPr/>
        </p:nvSpPr>
        <p:spPr bwMode="auto">
          <a:xfrm rot="0" flipH="0" flipV="0">
            <a:off x="2372289" y="336577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Klient David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makse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648207" name="Freeform 54"/>
          <p:cNvSpPr/>
          <p:nvPr/>
        </p:nvSpPr>
        <p:spPr bwMode="auto">
          <a:xfrm rot="0" flipH="0" flipV="0">
            <a:off x="2372289" y="427527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0980147" name="TextBox 55"/>
          <p:cNvSpPr txBox="1"/>
          <p:nvPr/>
        </p:nvSpPr>
        <p:spPr bwMode="auto">
          <a:xfrm rot="0" flipH="0" flipV="0">
            <a:off x="2372289" y="417884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Arvuti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ostmine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9756304" name="Freeform 57"/>
          <p:cNvSpPr/>
          <p:nvPr/>
        </p:nvSpPr>
        <p:spPr bwMode="auto">
          <a:xfrm rot="0" flipH="0" flipV="0">
            <a:off x="2372289" y="508834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02828748" name="TextBox 58"/>
          <p:cNvSpPr txBox="1"/>
          <p:nvPr/>
        </p:nvSpPr>
        <p:spPr bwMode="auto">
          <a:xfrm rot="0" flipH="0" flipV="0">
            <a:off x="2372289" y="499191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ostmine Charlesilt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7424162" name="AutoShape 59"/>
          <p:cNvSpPr/>
          <p:nvPr/>
        </p:nvSpPr>
        <p:spPr bwMode="auto">
          <a:xfrm flipV="1">
            <a:off x="5960068" y="203391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014576" name="AutoShape 60"/>
          <p:cNvSpPr/>
          <p:nvPr/>
        </p:nvSpPr>
        <p:spPr bwMode="auto">
          <a:xfrm flipV="1">
            <a:off x="5960068" y="284533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585011" name="AutoShape 61"/>
          <p:cNvSpPr/>
          <p:nvPr/>
        </p:nvSpPr>
        <p:spPr bwMode="auto">
          <a:xfrm flipV="1">
            <a:off x="5960068" y="3658409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468040" name="AutoShape 62"/>
          <p:cNvSpPr/>
          <p:nvPr/>
        </p:nvSpPr>
        <p:spPr bwMode="auto">
          <a:xfrm flipV="1">
            <a:off x="5960068" y="447148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176123" name="AutoShape 63"/>
          <p:cNvSpPr/>
          <p:nvPr/>
        </p:nvSpPr>
        <p:spPr bwMode="auto">
          <a:xfrm flipV="1">
            <a:off x="5960068" y="528455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27972" name="TextBox 64"/>
          <p:cNvSpPr txBox="1"/>
          <p:nvPr/>
        </p:nvSpPr>
        <p:spPr bwMode="auto">
          <a:xfrm flipH="0" flipV="0">
            <a:off x="2614280" y="470817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Rahakott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9797158" name="TextBox 65"/>
          <p:cNvSpPr txBox="1"/>
          <p:nvPr/>
        </p:nvSpPr>
        <p:spPr bwMode="auto">
          <a:xfrm flipH="0" flipV="0">
            <a:off x="2686450" y="1223956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Märgised</a:t>
            </a:r>
            <a:endParaRPr/>
          </a:p>
        </p:txBody>
      </p:sp>
      <p:sp>
        <p:nvSpPr>
          <p:cNvPr id="245178550" name="TextBox 66"/>
          <p:cNvSpPr txBox="1"/>
          <p:nvPr/>
        </p:nvSpPr>
        <p:spPr bwMode="auto">
          <a:xfrm flipH="0" flipV="0">
            <a:off x="6313506" y="1223956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44421289" name="Freeform 71"/>
          <p:cNvSpPr/>
          <p:nvPr/>
        </p:nvSpPr>
        <p:spPr bwMode="auto">
          <a:xfrm rot="0" flipH="0" flipV="0">
            <a:off x="2372289" y="5901420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912239" name="TextBox 72"/>
          <p:cNvSpPr txBox="1"/>
          <p:nvPr/>
        </p:nvSpPr>
        <p:spPr bwMode="auto">
          <a:xfrm rot="0" flipH="0" flipV="0">
            <a:off x="2372289" y="580498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ostmine Alice'ilt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2176622" name="AutoShape 73"/>
          <p:cNvSpPr/>
          <p:nvPr/>
        </p:nvSpPr>
        <p:spPr bwMode="auto">
          <a:xfrm flipV="1">
            <a:off x="5960068" y="609762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608452" name="Rectangle: Rounded Corners 12"/>
          <p:cNvSpPr/>
          <p:nvPr/>
        </p:nvSpPr>
        <p:spPr bwMode="auto">
          <a:xfrm flipH="0" flipV="0">
            <a:off x="1992766" y="246398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29211321" name=""/>
          <p:cNvSpPr/>
          <p:nvPr/>
        </p:nvSpPr>
        <p:spPr bwMode="auto">
          <a:xfrm rot="0" flipH="0" flipV="0">
            <a:off x="2755486" y="3565286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96958423" name="TextBox 55"/>
          <p:cNvSpPr txBox="1"/>
          <p:nvPr/>
        </p:nvSpPr>
        <p:spPr bwMode="auto">
          <a:xfrm flipH="0" flipV="0">
            <a:off x="2866235" y="3576170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Makse kliendile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95534739" name=""/>
          <p:cNvGrpSpPr/>
          <p:nvPr/>
        </p:nvGrpSpPr>
        <p:grpSpPr bwMode="auto">
          <a:xfrm>
            <a:off x="6313505" y="1547619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79508" name="Freeform 45"/>
          <p:cNvSpPr/>
          <p:nvPr/>
        </p:nvSpPr>
        <p:spPr bwMode="auto">
          <a:xfrm rot="0" flipH="0" flipV="0">
            <a:off x="2458280" y="184659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47595026" name="TextBox 46"/>
          <p:cNvSpPr txBox="1"/>
          <p:nvPr/>
        </p:nvSpPr>
        <p:spPr bwMode="auto">
          <a:xfrm rot="0" flipH="0" flipV="0">
            <a:off x="2458280" y="175016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Muuda diivanite ostmiseks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3093586" name="Freeform 48"/>
          <p:cNvSpPr/>
          <p:nvPr/>
        </p:nvSpPr>
        <p:spPr bwMode="auto">
          <a:xfrm rot="0" flipH="0" flipV="0">
            <a:off x="2458280" y="265802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082901" name="TextBox 49"/>
          <p:cNvSpPr txBox="1"/>
          <p:nvPr/>
        </p:nvSpPr>
        <p:spPr bwMode="auto">
          <a:xfrm rot="0" flipH="0" flipV="0">
            <a:off x="2458280" y="256159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Exchange.com tagasivõtmine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22330119" name="Freeform 51"/>
          <p:cNvSpPr/>
          <p:nvPr/>
        </p:nvSpPr>
        <p:spPr bwMode="auto">
          <a:xfrm rot="0" flipH="0" flipV="0">
            <a:off x="2458280" y="347109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156214" name="TextBox 52"/>
          <p:cNvSpPr txBox="1"/>
          <p:nvPr/>
        </p:nvSpPr>
        <p:spPr bwMode="auto">
          <a:xfrm rot="0" flipH="0" flipV="0">
            <a:off x="2458280" y="337466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Klient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David makse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3573120" name="Freeform 54"/>
          <p:cNvSpPr/>
          <p:nvPr/>
        </p:nvSpPr>
        <p:spPr bwMode="auto">
          <a:xfrm rot="0" flipH="0" flipV="0">
            <a:off x="2458280" y="428417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9548586" name="TextBox 55"/>
          <p:cNvSpPr txBox="1"/>
          <p:nvPr/>
        </p:nvSpPr>
        <p:spPr bwMode="auto">
          <a:xfrm rot="0" flipH="0" flipV="0">
            <a:off x="2458280" y="418773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arvuti ostmine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619005" name="Freeform 57"/>
          <p:cNvSpPr/>
          <p:nvPr/>
        </p:nvSpPr>
        <p:spPr bwMode="auto">
          <a:xfrm rot="0" flipH="0" flipV="0">
            <a:off x="2458280" y="509724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167238" name="TextBox 58"/>
          <p:cNvSpPr txBox="1"/>
          <p:nvPr/>
        </p:nvSpPr>
        <p:spPr bwMode="auto">
          <a:xfrm rot="0" flipH="0" flipV="0">
            <a:off x="2458280" y="500080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ostmine Charlesilt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855325" name="TextBox 64"/>
          <p:cNvSpPr txBox="1"/>
          <p:nvPr/>
        </p:nvSpPr>
        <p:spPr bwMode="auto">
          <a:xfrm flipH="0" flipV="0">
            <a:off x="2749881" y="479711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Rahakott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3374011" name="TextBox 65"/>
          <p:cNvSpPr txBox="1"/>
          <p:nvPr/>
        </p:nvSpPr>
        <p:spPr bwMode="auto">
          <a:xfrm flipH="0" flipV="0">
            <a:off x="2410782" y="1232847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Märgised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9530908" name="TextBox 66"/>
          <p:cNvSpPr txBox="1"/>
          <p:nvPr/>
        </p:nvSpPr>
        <p:spPr bwMode="auto">
          <a:xfrm flipH="0" flipV="0">
            <a:off x="6419959" y="1232848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021334987" name="Freeform 71"/>
          <p:cNvSpPr/>
          <p:nvPr/>
        </p:nvSpPr>
        <p:spPr bwMode="auto">
          <a:xfrm rot="0" flipH="0" flipV="0">
            <a:off x="2458280" y="5910313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387291" name="TextBox 72"/>
          <p:cNvSpPr txBox="1"/>
          <p:nvPr/>
        </p:nvSpPr>
        <p:spPr bwMode="auto">
          <a:xfrm rot="0" flipH="0" flipV="0">
            <a:off x="2458280" y="581387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ostmine Alice'ilt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4728492" name="Rectangle: Rounded Corners 12"/>
          <p:cNvSpPr/>
          <p:nvPr/>
        </p:nvSpPr>
        <p:spPr bwMode="auto">
          <a:xfrm flipH="0" flipV="0">
            <a:off x="2083716" y="214972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716542886" name=""/>
          <p:cNvSpPr/>
          <p:nvPr/>
        </p:nvSpPr>
        <p:spPr bwMode="auto">
          <a:xfrm rot="0" flipH="0" flipV="0">
            <a:off x="2904262" y="3568212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2470740" name="TextBox 55"/>
          <p:cNvSpPr txBox="1"/>
          <p:nvPr/>
        </p:nvSpPr>
        <p:spPr bwMode="auto">
          <a:xfrm flipH="0" flipV="0">
            <a:off x="2762130" y="3467303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makse kliendile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5453045" name=""/>
          <p:cNvGrpSpPr/>
          <p:nvPr/>
        </p:nvGrpSpPr>
        <p:grpSpPr bwMode="auto">
          <a:xfrm>
            <a:off x="6066524" y="1556510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808359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775769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971654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150272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8037359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46026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87439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257726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026748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4937891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032140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044707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20294024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453002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326730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20413449" name=""/>
          <p:cNvGrpSpPr/>
          <p:nvPr/>
        </p:nvGrpSpPr>
        <p:grpSpPr bwMode="auto">
          <a:xfrm>
            <a:off x="3637528" y="460326"/>
            <a:ext cx="7577029" cy="5923904"/>
            <a:chOff x="0" y="0"/>
            <a:chExt cx="7577029" cy="5923904"/>
          </a:xfrm>
        </p:grpSpPr>
        <p:sp>
          <p:nvSpPr>
            <p:cNvPr id="336299039" name="AutoShape 34"/>
            <p:cNvSpPr/>
            <p:nvPr/>
          </p:nvSpPr>
          <p:spPr bwMode="auto">
            <a:xfrm>
              <a:off x="3708598" y="1345504"/>
              <a:ext cx="0" cy="43260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292934" name="TextBox 47"/>
            <p:cNvSpPr txBox="1"/>
            <p:nvPr/>
          </p:nvSpPr>
          <p:spPr bwMode="auto">
            <a:xfrm>
              <a:off x="621929" y="345303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28750" name="TextBox 48"/>
            <p:cNvSpPr txBox="1"/>
            <p:nvPr/>
          </p:nvSpPr>
          <p:spPr bwMode="auto">
            <a:xfrm>
              <a:off x="795996" y="1273558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48205246" name="TextBox 49"/>
            <p:cNvSpPr txBox="1"/>
            <p:nvPr/>
          </p:nvSpPr>
          <p:spPr bwMode="auto">
            <a:xfrm>
              <a:off x="4404742" y="1294322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533037791" name="Rectangle: Rounded Corners 12"/>
            <p:cNvSpPr/>
            <p:nvPr/>
          </p:nvSpPr>
          <p:spPr bwMode="auto">
            <a:xfrm>
              <a:off x="0" y="0"/>
              <a:ext cx="7577030" cy="59239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60998110" name=""/>
            <p:cNvGrpSpPr/>
            <p:nvPr/>
          </p:nvGrpSpPr>
          <p:grpSpPr bwMode="auto">
            <a:xfrm>
              <a:off x="754821" y="1824952"/>
              <a:ext cx="5907362" cy="3747741"/>
              <a:chOff x="0" y="0"/>
              <a:chExt cx="5907362" cy="3747741"/>
            </a:xfrm>
          </p:grpSpPr>
          <p:sp>
            <p:nvSpPr>
              <p:cNvPr id="1077671625" name="Freeform 32"/>
              <p:cNvSpPr/>
              <p:nvPr/>
            </p:nvSpPr>
            <p:spPr bwMode="auto">
              <a:xfrm rot="0" flipH="0" flipV="0">
                <a:off x="0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854469286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4551642" name="Freeform 36"/>
              <p:cNvSpPr/>
              <p:nvPr/>
            </p:nvSpPr>
            <p:spPr bwMode="auto">
              <a:xfrm rot="0" flipH="0" flipV="0">
                <a:off x="0" y="110675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7144335" name="TextBox 37"/>
              <p:cNvSpPr txBox="1"/>
              <p:nvPr/>
            </p:nvSpPr>
            <p:spPr bwMode="auto">
              <a:xfrm rot="0" flipH="0" flipV="0">
                <a:off x="0" y="96259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39790401" name="Freeform 39"/>
              <p:cNvSpPr/>
              <p:nvPr/>
            </p:nvSpPr>
            <p:spPr bwMode="auto">
              <a:xfrm rot="0" flipH="0" flipV="0">
                <a:off x="184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04539674" name="TextBox 40"/>
              <p:cNvSpPr txBox="1"/>
              <p:nvPr/>
            </p:nvSpPr>
            <p:spPr bwMode="auto">
              <a:xfrm rot="0" flipH="0" flipV="0">
                <a:off x="184" y="1925188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65752471" name="Freeform 42"/>
              <p:cNvSpPr/>
              <p:nvPr/>
            </p:nvSpPr>
            <p:spPr bwMode="auto">
              <a:xfrm rot="0" flipH="0" flipV="0">
                <a:off x="184" y="303194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89117497" name="TextBox 43"/>
              <p:cNvSpPr txBox="1"/>
              <p:nvPr/>
            </p:nvSpPr>
            <p:spPr bwMode="auto">
              <a:xfrm rot="0" flipH="0" flipV="0">
                <a:off x="184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81800784" name="Freeform 45"/>
              <p:cNvSpPr/>
              <p:nvPr/>
            </p:nvSpPr>
            <p:spPr bwMode="auto">
              <a:xfrm rot="0" flipH="0" flipV="0">
                <a:off x="3608743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61339358" name="TextBox 46"/>
              <p:cNvSpPr txBox="1"/>
              <p:nvPr/>
            </p:nvSpPr>
            <p:spPr bwMode="auto">
              <a:xfrm rot="0" flipH="0" flipV="0">
                <a:off x="3608743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9109215" name="Freeform 51"/>
              <p:cNvSpPr/>
              <p:nvPr/>
            </p:nvSpPr>
            <p:spPr bwMode="auto">
              <a:xfrm rot="0" flipH="0" flipV="0">
                <a:off x="3608743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139150590" name="TextBox 52"/>
              <p:cNvSpPr txBox="1"/>
              <p:nvPr/>
            </p:nvSpPr>
            <p:spPr bwMode="auto">
              <a:xfrm rot="0" flipH="0" flipV="0">
                <a:off x="3608743" y="955793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0950119" name=""/>
          <p:cNvGrpSpPr/>
          <p:nvPr/>
        </p:nvGrpSpPr>
        <p:grpSpPr bwMode="auto">
          <a:xfrm>
            <a:off x="538196" y="384886"/>
            <a:ext cx="11106927" cy="6275199"/>
            <a:chOff x="0" y="0"/>
            <a:chExt cx="11106927" cy="6275199"/>
          </a:xfrm>
        </p:grpSpPr>
        <p:sp>
          <p:nvSpPr>
            <p:cNvPr id="987541237" name="AutoShape 32"/>
            <p:cNvSpPr/>
            <p:nvPr/>
          </p:nvSpPr>
          <p:spPr bwMode="auto">
            <a:xfrm flipH="0" flipV="0">
              <a:off x="8929723" y="1181045"/>
              <a:ext cx="0" cy="255660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803732" name="Freeform 46"/>
            <p:cNvSpPr/>
            <p:nvPr/>
          </p:nvSpPr>
          <p:spPr bwMode="auto">
            <a:xfrm rot="0" flipH="0" flipV="0">
              <a:off x="1823295" y="632025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4477369" name="TextBox 47"/>
            <p:cNvSpPr txBox="1"/>
            <p:nvPr/>
          </p:nvSpPr>
          <p:spPr bwMode="auto">
            <a:xfrm rot="0" flipH="0" flipV="0">
              <a:off x="1823295" y="539586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793970635" name="Freeform 49"/>
            <p:cNvSpPr/>
            <p:nvPr/>
          </p:nvSpPr>
          <p:spPr bwMode="auto">
            <a:xfrm rot="0" flipH="0" flipV="0">
              <a:off x="146051" y="1896987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3700327" name="TextBox 50"/>
            <p:cNvSpPr txBox="1"/>
            <p:nvPr/>
          </p:nvSpPr>
          <p:spPr bwMode="auto">
            <a:xfrm rot="0" flipH="0" flipV="0">
              <a:off x="146051" y="1804548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307416580" name="Freeform 52"/>
            <p:cNvSpPr/>
            <p:nvPr/>
          </p:nvSpPr>
          <p:spPr bwMode="auto">
            <a:xfrm rot="0" flipH="0" flipV="0">
              <a:off x="3052767" y="2420548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212181" name="TextBox 53"/>
            <p:cNvSpPr txBox="1"/>
            <p:nvPr/>
          </p:nvSpPr>
          <p:spPr bwMode="auto">
            <a:xfrm rot="0" flipH="0" flipV="0">
              <a:off x="3052767" y="2328109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995001547" name="Freeform 55"/>
            <p:cNvSpPr/>
            <p:nvPr/>
          </p:nvSpPr>
          <p:spPr bwMode="auto">
            <a:xfrm rot="0" flipH="0" flipV="0">
              <a:off x="1458111" y="3654992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7354933" name="TextBox 56"/>
            <p:cNvSpPr txBox="1"/>
            <p:nvPr/>
          </p:nvSpPr>
          <p:spPr bwMode="auto">
            <a:xfrm rot="0" flipH="0" flipV="0">
              <a:off x="1458111" y="3562553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028206115" name="Freeform 57"/>
            <p:cNvSpPr/>
            <p:nvPr/>
          </p:nvSpPr>
          <p:spPr bwMode="auto">
            <a:xfrm>
              <a:off x="6553800" y="4735343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826603" name="AutoShape 58"/>
            <p:cNvSpPr/>
            <p:nvPr/>
          </p:nvSpPr>
          <p:spPr bwMode="auto">
            <a:xfrm>
              <a:off x="5282404" y="2712888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5206201" name="AutoShape 59"/>
            <p:cNvSpPr/>
            <p:nvPr/>
          </p:nvSpPr>
          <p:spPr bwMode="auto">
            <a:xfrm>
              <a:off x="2375692" y="2159564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4058749" name="AutoShape 60"/>
            <p:cNvSpPr/>
            <p:nvPr/>
          </p:nvSpPr>
          <p:spPr bwMode="auto">
            <a:xfrm>
              <a:off x="4052932" y="1023271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5283819" name="AutoShape 61"/>
            <p:cNvSpPr/>
            <p:nvPr/>
          </p:nvSpPr>
          <p:spPr bwMode="auto">
            <a:xfrm flipV="1">
              <a:off x="3687750" y="3497607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033632" name="TextBox 62"/>
            <p:cNvSpPr txBox="1"/>
            <p:nvPr/>
          </p:nvSpPr>
          <p:spPr bwMode="auto">
            <a:xfrm>
              <a:off x="6876119" y="601302"/>
              <a:ext cx="3959822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2200"/>
            </a:p>
          </p:txBody>
        </p:sp>
        <p:sp>
          <p:nvSpPr>
            <p:cNvPr id="847034035" name="TextBox 63"/>
            <p:cNvSpPr txBox="1"/>
            <p:nvPr/>
          </p:nvSpPr>
          <p:spPr bwMode="auto">
            <a:xfrm>
              <a:off x="7062147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/>
            </a:p>
          </p:txBody>
        </p:sp>
        <p:sp>
          <p:nvSpPr>
            <p:cNvPr id="722702297" name="TextBox 64"/>
            <p:cNvSpPr txBox="1"/>
            <p:nvPr/>
          </p:nvSpPr>
          <p:spPr bwMode="auto">
            <a:xfrm>
              <a:off x="9301682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202512" name="AutoShape 65"/>
            <p:cNvSpPr/>
            <p:nvPr/>
          </p:nvSpPr>
          <p:spPr bwMode="auto">
            <a:xfrm>
              <a:off x="5282404" y="4169649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7521930" name="Freeform 67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523388977" name="Rectangle: Rounded Corners 12"/>
            <p:cNvSpPr/>
            <p:nvPr/>
          </p:nvSpPr>
          <p:spPr bwMode="auto">
            <a:xfrm>
              <a:off x="6654544" y="223181"/>
              <a:ext cx="4452382" cy="386957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121441036" name=""/>
            <p:cNvGrpSpPr/>
            <p:nvPr/>
          </p:nvGrpSpPr>
          <p:grpSpPr bwMode="auto">
            <a:xfrm>
              <a:off x="7035743" y="1505971"/>
              <a:ext cx="3713425" cy="2372268"/>
              <a:chOff x="0" y="0"/>
              <a:chExt cx="3713425" cy="2372268"/>
            </a:xfrm>
          </p:grpSpPr>
          <p:sp>
            <p:nvSpPr>
              <p:cNvPr id="1733468421" name="Freeform 30"/>
              <p:cNvSpPr/>
              <p:nvPr/>
            </p:nvSpPr>
            <p:spPr bwMode="auto">
              <a:xfrm rot="0" flipH="0" flipV="0">
                <a:off x="0" y="61623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502327741" name="TextBox 31"/>
              <p:cNvSpPr txBox="1"/>
              <p:nvPr/>
            </p:nvSpPr>
            <p:spPr bwMode="auto">
              <a:xfrm rot="0" flipH="0" flipV="0">
                <a:off x="0" y="0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91685038" name="Freeform 34"/>
              <p:cNvSpPr/>
              <p:nvPr/>
            </p:nvSpPr>
            <p:spPr bwMode="auto">
              <a:xfrm rot="0" flipH="0" flipV="0">
                <a:off x="0" y="678844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6073496" name="TextBox 35"/>
              <p:cNvSpPr txBox="1"/>
              <p:nvPr/>
            </p:nvSpPr>
            <p:spPr bwMode="auto">
              <a:xfrm rot="0" flipH="0" flipV="0">
                <a:off x="0" y="617221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540909" name="Freeform 37"/>
              <p:cNvSpPr/>
              <p:nvPr/>
            </p:nvSpPr>
            <p:spPr bwMode="auto">
              <a:xfrm rot="0" flipH="0" flipV="0">
                <a:off x="117" y="1296067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41084323" name="TextBox 38"/>
              <p:cNvSpPr txBox="1"/>
              <p:nvPr/>
            </p:nvSpPr>
            <p:spPr bwMode="auto">
              <a:xfrm rot="0" flipH="0" flipV="0">
                <a:off x="117" y="1234442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26235541" name="Freeform 40"/>
              <p:cNvSpPr/>
              <p:nvPr/>
            </p:nvSpPr>
            <p:spPr bwMode="auto">
              <a:xfrm rot="0" flipH="0" flipV="0">
                <a:off x="117" y="1913289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5466420" name="TextBox 41"/>
              <p:cNvSpPr txBox="1"/>
              <p:nvPr/>
            </p:nvSpPr>
            <p:spPr bwMode="auto">
              <a:xfrm rot="0" flipH="0" flipV="0">
                <a:off x="117" y="1851666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5638069" name="Freeform 43"/>
              <p:cNvSpPr/>
              <p:nvPr/>
            </p:nvSpPr>
            <p:spPr bwMode="auto">
              <a:xfrm rot="0" flipH="0" flipV="0">
                <a:off x="2239536" y="6162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2506320" name="TextBox 44"/>
              <p:cNvSpPr txBox="1"/>
              <p:nvPr/>
            </p:nvSpPr>
            <p:spPr bwMode="auto">
              <a:xfrm rot="0" flipH="0" flipV="0">
                <a:off x="2239536" y="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83980002" name="Freeform 70"/>
              <p:cNvSpPr/>
              <p:nvPr/>
            </p:nvSpPr>
            <p:spPr bwMode="auto">
              <a:xfrm rot="0" flipH="0" flipV="0">
                <a:off x="2239536" y="67448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61599959" name="TextBox 71"/>
              <p:cNvSpPr txBox="1"/>
              <p:nvPr/>
            </p:nvSpPr>
            <p:spPr bwMode="auto">
              <a:xfrm rot="0" flipH="0" flipV="0">
                <a:off x="2239536" y="61286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49911735" name=""/>
          <p:cNvGrpSpPr/>
          <p:nvPr/>
        </p:nvGrpSpPr>
        <p:grpSpPr bwMode="auto">
          <a:xfrm>
            <a:off x="182858" y="158094"/>
            <a:ext cx="9912335" cy="5952796"/>
            <a:chOff x="0" y="0"/>
            <a:chExt cx="9912335" cy="5952796"/>
          </a:xfrm>
        </p:grpSpPr>
        <p:sp>
          <p:nvSpPr>
            <p:cNvPr id="1590968088" name="AutoShape 32"/>
            <p:cNvSpPr/>
            <p:nvPr/>
          </p:nvSpPr>
          <p:spPr bwMode="auto">
            <a:xfrm>
              <a:off x="7388086" y="766648"/>
              <a:ext cx="0" cy="305096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524006" name="Freeform 40"/>
            <p:cNvSpPr/>
            <p:nvPr/>
          </p:nvSpPr>
          <p:spPr bwMode="auto">
            <a:xfrm rot="0" flipH="0" flipV="0">
              <a:off x="1201662" y="1163374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6096319" name="TextBox 41"/>
            <p:cNvSpPr txBox="1"/>
            <p:nvPr/>
          </p:nvSpPr>
          <p:spPr bwMode="auto">
            <a:xfrm rot="0" flipH="0" flipV="0">
              <a:off x="1201662" y="1061700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47139620" name="Freeform 43"/>
            <p:cNvSpPr/>
            <p:nvPr/>
          </p:nvSpPr>
          <p:spPr bwMode="auto">
            <a:xfrm rot="0" flipH="0" flipV="0">
              <a:off x="1201662" y="1835271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2483039" name="TextBox 44"/>
            <p:cNvSpPr txBox="1"/>
            <p:nvPr/>
          </p:nvSpPr>
          <p:spPr bwMode="auto">
            <a:xfrm rot="0" flipH="0" flipV="0">
              <a:off x="1201662" y="1733598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32487231" name="Freeform 45"/>
            <p:cNvSpPr/>
            <p:nvPr/>
          </p:nvSpPr>
          <p:spPr bwMode="auto">
            <a:xfrm>
              <a:off x="1405216" y="4259119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6" y="0"/>
                  </a:lnTo>
                  <a:lnTo>
                    <a:pt x="1543366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1870154" name="AutoShape 46"/>
            <p:cNvSpPr/>
            <p:nvPr/>
          </p:nvSpPr>
          <p:spPr bwMode="auto">
            <a:xfrm>
              <a:off x="3152137" y="2119492"/>
              <a:ext cx="2152774" cy="262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9361352" name="AutoShape 47"/>
            <p:cNvSpPr/>
            <p:nvPr/>
          </p:nvSpPr>
          <p:spPr bwMode="auto">
            <a:xfrm flipV="1">
              <a:off x="3152137" y="1444672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6358337" name="TextBox 48"/>
            <p:cNvSpPr txBox="1"/>
            <p:nvPr/>
          </p:nvSpPr>
          <p:spPr bwMode="auto">
            <a:xfrm>
              <a:off x="5211185" y="378339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800"/>
            </a:p>
          </p:txBody>
        </p:sp>
        <p:sp>
          <p:nvSpPr>
            <p:cNvPr id="481200022" name="TextBox 49"/>
            <p:cNvSpPr txBox="1"/>
            <p:nvPr/>
          </p:nvSpPr>
          <p:spPr bwMode="auto">
            <a:xfrm>
              <a:off x="53339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9251796" name="TextBox 50"/>
            <p:cNvSpPr txBox="1"/>
            <p:nvPr/>
          </p:nvSpPr>
          <p:spPr bwMode="auto">
            <a:xfrm>
              <a:off x="78790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6779563" name="AutoShape 51"/>
            <p:cNvSpPr/>
            <p:nvPr/>
          </p:nvSpPr>
          <p:spPr bwMode="auto">
            <a:xfrm flipH="1">
              <a:off x="2176899" y="2401338"/>
              <a:ext cx="0" cy="172736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2658024" name="AutoShape 55"/>
            <p:cNvSpPr/>
            <p:nvPr/>
          </p:nvSpPr>
          <p:spPr bwMode="auto">
            <a:xfrm flipH="1">
              <a:off x="103531" y="1446407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8826225" name="TextBox 56"/>
            <p:cNvSpPr txBox="1"/>
            <p:nvPr/>
          </p:nvSpPr>
          <p:spPr bwMode="auto">
            <a:xfrm>
              <a:off x="0" y="756064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2873874" name="AutoShape 57"/>
            <p:cNvSpPr/>
            <p:nvPr/>
          </p:nvSpPr>
          <p:spPr bwMode="auto">
            <a:xfrm>
              <a:off x="103531" y="5105959"/>
              <a:ext cx="1301684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0233727" name="AutoShape 58"/>
            <p:cNvSpPr/>
            <p:nvPr/>
          </p:nvSpPr>
          <p:spPr bwMode="auto">
            <a:xfrm>
              <a:off x="103531" y="1446407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6711770" name="Rectangle: Rounded Corners 12"/>
            <p:cNvSpPr/>
            <p:nvPr/>
          </p:nvSpPr>
          <p:spPr bwMode="auto">
            <a:xfrm>
              <a:off x="4795418" y="0"/>
              <a:ext cx="5116917" cy="42591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6206735" name=""/>
            <p:cNvGrpSpPr/>
            <p:nvPr/>
          </p:nvGrpSpPr>
          <p:grpSpPr bwMode="auto">
            <a:xfrm>
              <a:off x="5304910" y="1124032"/>
              <a:ext cx="4459493" cy="1251482"/>
              <a:chOff x="0" y="0"/>
              <a:chExt cx="4459493" cy="1251482"/>
            </a:xfrm>
          </p:grpSpPr>
          <p:sp>
            <p:nvSpPr>
              <p:cNvPr id="1954140277" name="Freeform 30"/>
              <p:cNvSpPr/>
              <p:nvPr/>
            </p:nvSpPr>
            <p:spPr bwMode="auto">
              <a:xfrm rot="0" flipH="0" flipV="0">
                <a:off x="0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19993458" name="TextBox 31"/>
              <p:cNvSpPr txBox="1"/>
              <p:nvPr/>
            </p:nvSpPr>
            <p:spPr bwMode="auto">
              <a:xfrm rot="0" flipH="0" flipV="0">
                <a:off x="0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428019791" name="Freeform 34"/>
              <p:cNvSpPr/>
              <p:nvPr/>
            </p:nvSpPr>
            <p:spPr bwMode="auto">
              <a:xfrm rot="0" flipH="0" flipV="0">
                <a:off x="0" y="746656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113394" name="TextBox 35"/>
              <p:cNvSpPr txBox="1"/>
              <p:nvPr/>
            </p:nvSpPr>
            <p:spPr bwMode="auto">
              <a:xfrm rot="0" flipH="0" flipV="0">
                <a:off x="0" y="678878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259239213" name="Freeform 37"/>
              <p:cNvSpPr/>
              <p:nvPr/>
            </p:nvSpPr>
            <p:spPr bwMode="auto">
              <a:xfrm rot="0" flipH="0" flipV="0">
                <a:off x="2545097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74452803" name="TextBox 38"/>
              <p:cNvSpPr txBox="1"/>
              <p:nvPr/>
            </p:nvSpPr>
            <p:spPr bwMode="auto">
              <a:xfrm rot="0" flipH="0" flipV="0">
                <a:off x="2545097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6819551" name="Freeform 53"/>
              <p:cNvSpPr/>
              <p:nvPr/>
            </p:nvSpPr>
            <p:spPr bwMode="auto">
              <a:xfrm rot="0" flipH="0" flipV="0">
                <a:off x="2545097" y="741859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23986938" name="TextBox 54"/>
              <p:cNvSpPr txBox="1"/>
              <p:nvPr/>
            </p:nvSpPr>
            <p:spPr bwMode="auto">
              <a:xfrm rot="0" flipH="0" flipV="0">
                <a:off x="2545097" y="674081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849624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20954455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295293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92165530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334322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410497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1743220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430073023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42069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5828586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65740263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55960672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263502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3083497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479007431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467289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278580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25248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97276202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753090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7594417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177259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74410521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604609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989559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39925606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87816441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359492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303662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27942893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66409251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96330604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6597244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45679758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8809734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9854986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1331111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21063374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82033490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285403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2738673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2758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44924046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0796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138532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1075760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486049920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64457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6121234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219060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64210164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168993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2372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964668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97485660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530183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7956305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3299530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859242646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295530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718170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28149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423417481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243550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381627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18669387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58190994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121641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434999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967682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900913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29779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890654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917653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73982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457336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7823214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2064499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435065708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74329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220357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1557039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79425273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400139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48534708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19920054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920880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23062608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18660875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854500520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550479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4147933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2836892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26146520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3669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6932212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7936240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1636419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1110960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187405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8998017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658326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6810717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909622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4095086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0439669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259831591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8259335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95408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28589744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308368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560950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1531499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9462662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666198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3436989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1506649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95928253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323533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97940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70560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237363738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694997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056319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8367135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5138183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76710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8116987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72223546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14228436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934789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5249026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2511352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725270110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994630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102374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6005776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552220117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2500222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379443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111296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916495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513973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170636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881543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600252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841387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7166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722905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64130918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4864207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945166553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7357258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758504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629016818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0999214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710401856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093876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99916332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17925226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76593311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850834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785802934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03330724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45429632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78337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557110114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622647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398133569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193882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432222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37176009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232254325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801109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755801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37367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62695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348320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165269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397460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487392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828111343" name=""/>
          <p:cNvGrpSpPr/>
          <p:nvPr/>
        </p:nvGrpSpPr>
        <p:grpSpPr bwMode="auto">
          <a:xfrm>
            <a:off x="850392" y="709349"/>
            <a:ext cx="6174774" cy="5786551"/>
            <a:chOff x="0" y="0"/>
            <a:chExt cx="6174774" cy="5786551"/>
          </a:xfrm>
        </p:grpSpPr>
        <p:sp>
          <p:nvSpPr>
            <p:cNvPr id="272686784" name="AutoShape 26"/>
            <p:cNvSpPr/>
            <p:nvPr/>
          </p:nvSpPr>
          <p:spPr bwMode="auto">
            <a:xfrm flipV="1">
              <a:off x="637354" y="438273"/>
              <a:ext cx="1021349" cy="76978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522775" name="Freeform 29"/>
            <p:cNvSpPr/>
            <p:nvPr/>
          </p:nvSpPr>
          <p:spPr bwMode="auto">
            <a:xfrm rot="0" flipH="0" flipV="0">
              <a:off x="1658704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655822" name="TextBox 30"/>
            <p:cNvSpPr txBox="1"/>
            <p:nvPr/>
          </p:nvSpPr>
          <p:spPr bwMode="auto">
            <a:xfrm rot="0" flipH="0" flipV="0">
              <a:off x="1685505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346380641" name="Freeform 31"/>
            <p:cNvSpPr/>
            <p:nvPr/>
          </p:nvSpPr>
          <p:spPr bwMode="auto">
            <a:xfrm rot="0" flipH="0" flipV="0">
              <a:off x="1695822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</p:sp>
        <p:sp>
          <p:nvSpPr>
            <p:cNvPr id="906702395" name="Freeform 34"/>
            <p:cNvSpPr/>
            <p:nvPr/>
          </p:nvSpPr>
          <p:spPr bwMode="auto">
            <a:xfrm rot="0" flipH="0" flipV="0">
              <a:off x="209232" y="1155328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0414185" name="TextBox 35"/>
            <p:cNvSpPr txBox="1"/>
            <p:nvPr/>
          </p:nvSpPr>
          <p:spPr bwMode="auto">
            <a:xfrm rot="0" flipH="0" flipV="0">
              <a:off x="249366" y="1170380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703945643" name="Freeform 36"/>
            <p:cNvSpPr/>
            <p:nvPr/>
          </p:nvSpPr>
          <p:spPr bwMode="auto">
            <a:xfrm rot="0" flipH="0" flipV="0">
              <a:off x="264817" y="1210914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</p:sp>
        <p:sp>
          <p:nvSpPr>
            <p:cNvPr id="388168600" name="AutoShape 37"/>
            <p:cNvSpPr/>
            <p:nvPr/>
          </p:nvSpPr>
          <p:spPr bwMode="auto">
            <a:xfrm>
              <a:off x="1920520" y="473481"/>
              <a:ext cx="525105" cy="63142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151804" name="Freeform 40"/>
            <p:cNvSpPr/>
            <p:nvPr/>
          </p:nvSpPr>
          <p:spPr bwMode="auto">
            <a:xfrm rot="0" flipH="0" flipV="0">
              <a:off x="3671451" y="443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4713874" name="TextBox 41"/>
            <p:cNvSpPr txBox="1"/>
            <p:nvPr/>
          </p:nvSpPr>
          <p:spPr bwMode="auto">
            <a:xfrm rot="0" flipH="0" flipV="0">
              <a:off x="3698250" y="453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735619366" name="Freeform 42"/>
            <p:cNvSpPr/>
            <p:nvPr/>
          </p:nvSpPr>
          <p:spPr bwMode="auto">
            <a:xfrm rot="0" flipH="0" flipV="0">
              <a:off x="3708567" y="480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</p:sp>
        <p:sp>
          <p:nvSpPr>
            <p:cNvPr id="1695559890" name="AutoShape 43"/>
            <p:cNvSpPr/>
            <p:nvPr/>
          </p:nvSpPr>
          <p:spPr bwMode="auto">
            <a:xfrm flipH="1">
              <a:off x="2974252" y="674882"/>
              <a:ext cx="697196" cy="43002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1085634" name="Freeform 46"/>
            <p:cNvSpPr/>
            <p:nvPr/>
          </p:nvSpPr>
          <p:spPr bwMode="auto">
            <a:xfrm rot="0" flipH="0" flipV="0">
              <a:off x="3251733" y="8882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8278682" name="TextBox 47"/>
            <p:cNvSpPr txBox="1"/>
            <p:nvPr/>
          </p:nvSpPr>
          <p:spPr bwMode="auto">
            <a:xfrm rot="0" flipH="0" flipV="0">
              <a:off x="3278534" y="9887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24101471" name="Freeform 48"/>
            <p:cNvSpPr/>
            <p:nvPr/>
          </p:nvSpPr>
          <p:spPr bwMode="auto">
            <a:xfrm rot="0" flipH="0" flipV="0">
              <a:off x="3288852" y="12594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</p:sp>
        <p:sp>
          <p:nvSpPr>
            <p:cNvPr id="1769888747" name="AutoShape 49"/>
            <p:cNvSpPr/>
            <p:nvPr/>
          </p:nvSpPr>
          <p:spPr bwMode="auto">
            <a:xfrm flipH="1">
              <a:off x="2777243" y="374707"/>
              <a:ext cx="516350" cy="73019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8379127" name="Freeform 52"/>
            <p:cNvSpPr/>
            <p:nvPr/>
          </p:nvSpPr>
          <p:spPr bwMode="auto">
            <a:xfrm rot="0" flipH="0" flipV="0">
              <a:off x="2477799" y="0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4113325" name="TextBox 53"/>
            <p:cNvSpPr txBox="1"/>
            <p:nvPr/>
          </p:nvSpPr>
          <p:spPr bwMode="auto">
            <a:xfrm rot="0" flipH="0" flipV="0">
              <a:off x="2504601" y="10050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289018496" name="Freeform 54"/>
            <p:cNvSpPr/>
            <p:nvPr/>
          </p:nvSpPr>
          <p:spPr bwMode="auto">
            <a:xfrm rot="0" flipH="0" flipV="0">
              <a:off x="2514916" y="37118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</p:sp>
        <p:sp>
          <p:nvSpPr>
            <p:cNvPr id="1292799287" name="AutoShape 55"/>
            <p:cNvSpPr/>
            <p:nvPr/>
          </p:nvSpPr>
          <p:spPr bwMode="auto">
            <a:xfrm>
              <a:off x="2621241" y="285883"/>
              <a:ext cx="2854" cy="81902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435813" name="AutoShape 56"/>
            <p:cNvSpPr/>
            <p:nvPr/>
          </p:nvSpPr>
          <p:spPr bwMode="auto">
            <a:xfrm>
              <a:off x="2868250" y="1535926"/>
              <a:ext cx="847874" cy="75071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6830473" name="Freeform 59"/>
            <p:cNvSpPr/>
            <p:nvPr/>
          </p:nvSpPr>
          <p:spPr bwMode="auto">
            <a:xfrm rot="0" flipH="0" flipV="0">
              <a:off x="3716127" y="226211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2125436754" name="TextBox 60"/>
            <p:cNvSpPr txBox="1"/>
            <p:nvPr/>
          </p:nvSpPr>
          <p:spPr bwMode="auto">
            <a:xfrm rot="0" flipH="0" flipV="0">
              <a:off x="3756261" y="227716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697429390" name="Freeform 61"/>
            <p:cNvSpPr/>
            <p:nvPr/>
          </p:nvSpPr>
          <p:spPr bwMode="auto">
            <a:xfrm rot="0" flipH="0" flipV="0">
              <a:off x="3771712" y="2317698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15000"/>
              </a:blip>
              <a:stretch/>
            </a:blipFill>
          </p:spPr>
        </p:sp>
        <p:sp>
          <p:nvSpPr>
            <p:cNvPr id="854330437" name="AutoShape 62"/>
            <p:cNvSpPr/>
            <p:nvPr/>
          </p:nvSpPr>
          <p:spPr bwMode="auto">
            <a:xfrm flipV="1">
              <a:off x="4044996" y="908255"/>
              <a:ext cx="726105" cy="1353854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0055071" name="Freeform 65"/>
            <p:cNvSpPr/>
            <p:nvPr/>
          </p:nvSpPr>
          <p:spPr bwMode="auto">
            <a:xfrm rot="0" flipH="0" flipV="0">
              <a:off x="4671846" y="48013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569747599" name="TextBox 66"/>
            <p:cNvSpPr txBox="1"/>
            <p:nvPr/>
          </p:nvSpPr>
          <p:spPr bwMode="auto">
            <a:xfrm rot="0" flipH="0" flipV="0">
              <a:off x="4711982" y="49518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569184111" name="Freeform 67"/>
            <p:cNvSpPr/>
            <p:nvPr/>
          </p:nvSpPr>
          <p:spPr bwMode="auto">
            <a:xfrm rot="0" flipH="0" flipV="0">
              <a:off x="4727432" y="535716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alphaModFix amt="15000"/>
              </a:blip>
              <a:stretch/>
            </a:blipFill>
          </p:spPr>
        </p:sp>
        <p:sp>
          <p:nvSpPr>
            <p:cNvPr id="1009077700" name="Freeform 70"/>
            <p:cNvSpPr/>
            <p:nvPr/>
          </p:nvSpPr>
          <p:spPr bwMode="auto">
            <a:xfrm rot="0" flipH="0" flipV="0">
              <a:off x="4700304" y="239416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116857459" name="TextBox 71"/>
            <p:cNvSpPr txBox="1"/>
            <p:nvPr/>
          </p:nvSpPr>
          <p:spPr bwMode="auto">
            <a:xfrm rot="0" flipH="0" flipV="0">
              <a:off x="4727103" y="240421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823907674" name="Freeform 72"/>
            <p:cNvSpPr/>
            <p:nvPr/>
          </p:nvSpPr>
          <p:spPr bwMode="auto">
            <a:xfrm rot="0" flipH="0" flipV="0">
              <a:off x="4737420" y="2431286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15000"/>
              </a:blip>
              <a:stretch/>
            </a:blipFill>
          </p:spPr>
        </p:sp>
        <p:sp>
          <p:nvSpPr>
            <p:cNvPr id="683075848" name="AutoShape 73"/>
            <p:cNvSpPr/>
            <p:nvPr/>
          </p:nvSpPr>
          <p:spPr bwMode="auto">
            <a:xfrm>
              <a:off x="4144251" y="2490459"/>
              <a:ext cx="556051" cy="37108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5138473" name="Freeform 76"/>
            <p:cNvSpPr/>
            <p:nvPr/>
          </p:nvSpPr>
          <p:spPr bwMode="auto">
            <a:xfrm rot="0" flipH="0" flipV="0">
              <a:off x="5817773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993434949" name="TextBox 77"/>
            <p:cNvSpPr txBox="1"/>
            <p:nvPr/>
          </p:nvSpPr>
          <p:spPr bwMode="auto">
            <a:xfrm rot="0" flipH="0" flipV="0">
              <a:off x="5844574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82356488" name="Freeform 78"/>
            <p:cNvSpPr/>
            <p:nvPr/>
          </p:nvSpPr>
          <p:spPr bwMode="auto">
            <a:xfrm rot="0" flipH="0" flipV="0">
              <a:off x="5854890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15000"/>
              </a:blip>
              <a:stretch/>
            </a:blipFill>
          </p:spPr>
        </p:sp>
        <p:sp>
          <p:nvSpPr>
            <p:cNvPr id="187340794" name="AutoShape 79"/>
            <p:cNvSpPr/>
            <p:nvPr/>
          </p:nvSpPr>
          <p:spPr bwMode="auto">
            <a:xfrm flipV="1">
              <a:off x="5099972" y="378903"/>
              <a:ext cx="717800" cy="242862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724882" name="Freeform 82"/>
            <p:cNvSpPr/>
            <p:nvPr/>
          </p:nvSpPr>
          <p:spPr bwMode="auto">
            <a:xfrm rot="0" flipH="0" flipV="0">
              <a:off x="5746653" y="1484775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368767637" name="TextBox 83"/>
            <p:cNvSpPr txBox="1"/>
            <p:nvPr/>
          </p:nvSpPr>
          <p:spPr bwMode="auto">
            <a:xfrm rot="0" flipH="0" flipV="0">
              <a:off x="5786789" y="1499827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507617420" name="Freeform 84"/>
            <p:cNvSpPr/>
            <p:nvPr/>
          </p:nvSpPr>
          <p:spPr bwMode="auto">
            <a:xfrm rot="0" flipH="0" flipV="0">
              <a:off x="5802239" y="1540362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alphaModFix amt="15000"/>
              </a:blip>
              <a:stretch/>
            </a:blipFill>
          </p:spPr>
        </p:sp>
        <p:sp>
          <p:nvSpPr>
            <p:cNvPr id="440328764" name="AutoShape 85"/>
            <p:cNvSpPr/>
            <p:nvPr/>
          </p:nvSpPr>
          <p:spPr bwMode="auto">
            <a:xfrm>
              <a:off x="5099972" y="894283"/>
              <a:ext cx="646679" cy="604467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885524" name="Freeform 123"/>
            <p:cNvSpPr/>
            <p:nvPr/>
          </p:nvSpPr>
          <p:spPr bwMode="auto">
            <a:xfrm>
              <a:off x="3155729" y="3773806"/>
              <a:ext cx="1518430" cy="1666315"/>
            </a:xfrm>
            <a:custGeom>
              <a:avLst/>
              <a:gdLst/>
              <a:ahLst/>
              <a:cxnLst/>
              <a:rect l="l" t="t" r="r" b="b"/>
              <a:pathLst>
                <a:path w="1518432" h="1666317" fill="norm" stroke="1" extrusionOk="0">
                  <a:moveTo>
                    <a:pt x="0" y="0"/>
                  </a:moveTo>
                  <a:lnTo>
                    <a:pt x="1518432" y="0"/>
                  </a:lnTo>
                  <a:lnTo>
                    <a:pt x="1518432" y="1666317"/>
                  </a:lnTo>
                  <a:lnTo>
                    <a:pt x="0" y="1666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6969170" name="Freeform 124"/>
            <p:cNvSpPr/>
            <p:nvPr/>
          </p:nvSpPr>
          <p:spPr bwMode="auto">
            <a:xfrm>
              <a:off x="5099972" y="4369982"/>
              <a:ext cx="789936" cy="473961"/>
            </a:xfrm>
            <a:custGeom>
              <a:avLst/>
              <a:gdLst/>
              <a:ahLst/>
              <a:cxnLst/>
              <a:rect l="l" t="t" r="r" b="b"/>
              <a:pathLst>
                <a:path w="789938" h="473963" fill="norm" stroke="1" extrusionOk="0">
                  <a:moveTo>
                    <a:pt x="0" y="0"/>
                  </a:moveTo>
                  <a:lnTo>
                    <a:pt x="789938" y="0"/>
                  </a:lnTo>
                  <a:lnTo>
                    <a:pt x="789938" y="473963"/>
                  </a:lnTo>
                  <a:lnTo>
                    <a:pt x="0" y="473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654129" name="Freeform 126"/>
            <p:cNvSpPr/>
            <p:nvPr/>
          </p:nvSpPr>
          <p:spPr bwMode="auto">
            <a:xfrm rot="0" flipH="0" flipV="0">
              <a:off x="0" y="4311906"/>
              <a:ext cx="846585" cy="590108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9739" y="0"/>
                  </a:moveTo>
                  <a:lnTo>
                    <a:pt x="255858" y="0"/>
                  </a:lnTo>
                  <a:cubicBezTo>
                    <a:pt x="316465" y="0"/>
                    <a:pt x="365597" y="49132"/>
                    <a:pt x="365597" y="109739"/>
                  </a:cubicBezTo>
                  <a:lnTo>
                    <a:pt x="365597" y="145100"/>
                  </a:lnTo>
                  <a:cubicBezTo>
                    <a:pt x="365597" y="174205"/>
                    <a:pt x="354035" y="202117"/>
                    <a:pt x="333455" y="222697"/>
                  </a:cubicBezTo>
                  <a:cubicBezTo>
                    <a:pt x="312875" y="243277"/>
                    <a:pt x="284963" y="254839"/>
                    <a:pt x="255858" y="254839"/>
                  </a:cubicBezTo>
                  <a:lnTo>
                    <a:pt x="109739" y="254839"/>
                  </a:lnTo>
                  <a:cubicBezTo>
                    <a:pt x="80634" y="254839"/>
                    <a:pt x="52722" y="243277"/>
                    <a:pt x="32142" y="222697"/>
                  </a:cubicBezTo>
                  <a:cubicBezTo>
                    <a:pt x="11562" y="202117"/>
                    <a:pt x="0" y="174205"/>
                    <a:pt x="0" y="145100"/>
                  </a:cubicBezTo>
                  <a:lnTo>
                    <a:pt x="0" y="109739"/>
                  </a:lnTo>
                  <a:cubicBezTo>
                    <a:pt x="0" y="80634"/>
                    <a:pt x="11562" y="52722"/>
                    <a:pt x="32142" y="32142"/>
                  </a:cubicBezTo>
                  <a:cubicBezTo>
                    <a:pt x="52722" y="11562"/>
                    <a:pt x="80634" y="0"/>
                    <a:pt x="1097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9371933" name="TextBox 127"/>
            <p:cNvSpPr txBox="1"/>
            <p:nvPr/>
          </p:nvSpPr>
          <p:spPr bwMode="auto">
            <a:xfrm rot="0" flipH="0" flipV="0">
              <a:off x="0" y="4157516"/>
              <a:ext cx="846585" cy="74450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  <p:sp>
          <p:nvSpPr>
            <p:cNvPr id="143835757" name="AutoShape 128"/>
            <p:cNvSpPr/>
            <p:nvPr/>
          </p:nvSpPr>
          <p:spPr bwMode="auto">
            <a:xfrm>
              <a:off x="423292" y="1583454"/>
              <a:ext cx="0" cy="27284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998628" name="AutoShape 129"/>
            <p:cNvSpPr/>
            <p:nvPr/>
          </p:nvSpPr>
          <p:spPr bwMode="auto">
            <a:xfrm flipH="1">
              <a:off x="846586" y="4606965"/>
              <a:ext cx="230914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0954150" name="Freeform 131"/>
            <p:cNvSpPr/>
            <p:nvPr/>
          </p:nvSpPr>
          <p:spPr bwMode="auto">
            <a:xfrm rot="0" flipH="0" flipV="0">
              <a:off x="1230855" y="1104905"/>
              <a:ext cx="1924871" cy="431019"/>
            </a:xfrm>
            <a:custGeom>
              <a:avLst/>
              <a:gdLst/>
              <a:ahLst/>
              <a:cxnLst/>
              <a:rect l="l" t="t" r="r" b="b"/>
              <a:pathLst>
                <a:path w="458522" h="186135" fill="norm" stroke="1" extrusionOk="0">
                  <a:moveTo>
                    <a:pt x="87499" y="0"/>
                  </a:moveTo>
                  <a:lnTo>
                    <a:pt x="371024" y="0"/>
                  </a:lnTo>
                  <a:cubicBezTo>
                    <a:pt x="419348" y="0"/>
                    <a:pt x="458522" y="39174"/>
                    <a:pt x="458522" y="87499"/>
                  </a:cubicBezTo>
                  <a:lnTo>
                    <a:pt x="458522" y="98636"/>
                  </a:lnTo>
                  <a:cubicBezTo>
                    <a:pt x="458522" y="146960"/>
                    <a:pt x="419348" y="186135"/>
                    <a:pt x="371024" y="186135"/>
                  </a:cubicBezTo>
                  <a:lnTo>
                    <a:pt x="87499" y="186135"/>
                  </a:lnTo>
                  <a:cubicBezTo>
                    <a:pt x="39174" y="186135"/>
                    <a:pt x="0" y="146960"/>
                    <a:pt x="0" y="98636"/>
                  </a:cubicBezTo>
                  <a:lnTo>
                    <a:pt x="0" y="87499"/>
                  </a:lnTo>
                  <a:cubicBezTo>
                    <a:pt x="0" y="39174"/>
                    <a:pt x="39174" y="0"/>
                    <a:pt x="874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701675" name="TextBox 132"/>
            <p:cNvSpPr txBox="1"/>
            <p:nvPr/>
          </p:nvSpPr>
          <p:spPr bwMode="auto">
            <a:xfrm rot="0" flipH="0" flipV="0">
              <a:off x="1230855" y="1016685"/>
              <a:ext cx="1924871" cy="519248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400"/>
            </a:p>
          </p:txBody>
        </p:sp>
        <p:sp>
          <p:nvSpPr>
            <p:cNvPr id="1880343056" name="Freeform 135"/>
            <p:cNvSpPr/>
            <p:nvPr/>
          </p:nvSpPr>
          <p:spPr bwMode="auto">
            <a:xfrm rot="0" flipH="0" flipV="0">
              <a:off x="3759112" y="1060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7863833" name="TextBox 136"/>
            <p:cNvSpPr txBox="1"/>
            <p:nvPr/>
          </p:nvSpPr>
          <p:spPr bwMode="auto">
            <a:xfrm rot="0" flipH="0" flipV="0">
              <a:off x="3785913" y="1070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09237054" name="Freeform 137"/>
            <p:cNvSpPr/>
            <p:nvPr/>
          </p:nvSpPr>
          <p:spPr bwMode="auto">
            <a:xfrm rot="0" flipH="0" flipV="0">
              <a:off x="3796230" y="1097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</p:sp>
        <p:sp>
          <p:nvSpPr>
            <p:cNvPr id="840550895" name="AutoShape 138"/>
            <p:cNvSpPr/>
            <p:nvPr/>
          </p:nvSpPr>
          <p:spPr bwMode="auto">
            <a:xfrm flipH="1">
              <a:off x="3155729" y="1216777"/>
              <a:ext cx="603380" cy="5513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485928" name="Freeform 141"/>
            <p:cNvSpPr/>
            <p:nvPr/>
          </p:nvSpPr>
          <p:spPr bwMode="auto">
            <a:xfrm rot="0" flipH="0" flipV="0">
              <a:off x="2715201" y="2340222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9911072" name="TextBox 142"/>
            <p:cNvSpPr txBox="1"/>
            <p:nvPr/>
          </p:nvSpPr>
          <p:spPr bwMode="auto">
            <a:xfrm rot="0" flipH="0" flipV="0">
              <a:off x="2742000" y="2350273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13945719" name="Freeform 143"/>
            <p:cNvSpPr/>
            <p:nvPr/>
          </p:nvSpPr>
          <p:spPr bwMode="auto">
            <a:xfrm rot="0" flipH="0" flipV="0">
              <a:off x="2752317" y="237734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</p:sp>
        <p:sp>
          <p:nvSpPr>
            <p:cNvPr id="1433978222" name="AutoShape 144"/>
            <p:cNvSpPr/>
            <p:nvPr/>
          </p:nvSpPr>
          <p:spPr bwMode="auto">
            <a:xfrm flipH="1" flipV="1">
              <a:off x="2668088" y="1535926"/>
              <a:ext cx="161372" cy="80429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3530621" name="Freeform 147"/>
            <p:cNvSpPr/>
            <p:nvPr/>
          </p:nvSpPr>
          <p:spPr bwMode="auto">
            <a:xfrm rot="0" flipH="0" flipV="0">
              <a:off x="1868067" y="233052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9469008" name="TextBox 148"/>
            <p:cNvSpPr txBox="1"/>
            <p:nvPr/>
          </p:nvSpPr>
          <p:spPr bwMode="auto">
            <a:xfrm rot="0" flipH="0" flipV="0">
              <a:off x="1894869" y="234057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01589201" name="Freeform 149"/>
            <p:cNvSpPr/>
            <p:nvPr/>
          </p:nvSpPr>
          <p:spPr bwMode="auto">
            <a:xfrm rot="0" flipH="0" flipV="0">
              <a:off x="1905185" y="236764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</p:sp>
        <p:sp>
          <p:nvSpPr>
            <p:cNvPr id="1596929558" name="AutoShape 150"/>
            <p:cNvSpPr/>
            <p:nvPr/>
          </p:nvSpPr>
          <p:spPr bwMode="auto">
            <a:xfrm flipV="1">
              <a:off x="2087104" y="1535926"/>
              <a:ext cx="423013" cy="79460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865747" name="Freeform 153"/>
            <p:cNvSpPr/>
            <p:nvPr/>
          </p:nvSpPr>
          <p:spPr bwMode="auto">
            <a:xfrm rot="0" flipH="0" flipV="0">
              <a:off x="1364343" y="210090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635470" name="TextBox 154"/>
            <p:cNvSpPr txBox="1"/>
            <p:nvPr/>
          </p:nvSpPr>
          <p:spPr bwMode="auto">
            <a:xfrm rot="0" flipH="0" flipV="0">
              <a:off x="1391144" y="211095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30132254" name="Freeform 155"/>
            <p:cNvSpPr/>
            <p:nvPr/>
          </p:nvSpPr>
          <p:spPr bwMode="auto">
            <a:xfrm rot="0" flipH="0" flipV="0">
              <a:off x="1401461" y="213802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</p:sp>
        <p:sp>
          <p:nvSpPr>
            <p:cNvPr id="535577564" name="AutoShape 156"/>
            <p:cNvSpPr/>
            <p:nvPr/>
          </p:nvSpPr>
          <p:spPr bwMode="auto">
            <a:xfrm flipV="1">
              <a:off x="1650224" y="1535926"/>
              <a:ext cx="713804" cy="58980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9590607" name="Freeform 159"/>
            <p:cNvSpPr/>
            <p:nvPr/>
          </p:nvSpPr>
          <p:spPr bwMode="auto">
            <a:xfrm rot="0" flipH="0" flipV="0">
              <a:off x="2338965" y="2902655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6875690" name="TextBox 160"/>
            <p:cNvSpPr txBox="1"/>
            <p:nvPr/>
          </p:nvSpPr>
          <p:spPr bwMode="auto">
            <a:xfrm rot="0" flipH="0" flipV="0">
              <a:off x="2365767" y="2912706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036362981" name="Freeform 161"/>
            <p:cNvSpPr/>
            <p:nvPr/>
          </p:nvSpPr>
          <p:spPr bwMode="auto">
            <a:xfrm rot="0" flipH="0" flipV="0">
              <a:off x="2376083" y="293977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</p:sp>
        <p:sp>
          <p:nvSpPr>
            <p:cNvPr id="1032508164" name="AutoShape 162"/>
            <p:cNvSpPr/>
            <p:nvPr/>
          </p:nvSpPr>
          <p:spPr bwMode="auto">
            <a:xfrm flipV="1">
              <a:off x="2493750" y="1535926"/>
              <a:ext cx="113240" cy="136672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0068970" name="Freeform 163"/>
            <p:cNvSpPr/>
            <p:nvPr/>
          </p:nvSpPr>
          <p:spPr bwMode="auto">
            <a:xfrm>
              <a:off x="3118827" y="1698838"/>
              <a:ext cx="345458" cy="345458"/>
            </a:xfrm>
            <a:custGeom>
              <a:avLst/>
              <a:gdLst/>
              <a:ahLst/>
              <a:cxnLst/>
              <a:rect l="l" t="t" r="r" b="b"/>
              <a:pathLst>
                <a:path w="345460" h="345460" fill="norm" stroke="1" extrusionOk="0">
                  <a:moveTo>
                    <a:pt x="0" y="0"/>
                  </a:moveTo>
                  <a:lnTo>
                    <a:pt x="345461" y="0"/>
                  </a:lnTo>
                  <a:lnTo>
                    <a:pt x="345461" y="345461"/>
                  </a:lnTo>
                  <a:lnTo>
                    <a:pt x="0" y="34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5457073" name="TextBox 164"/>
            <p:cNvSpPr txBox="1"/>
            <p:nvPr/>
          </p:nvSpPr>
          <p:spPr bwMode="auto">
            <a:xfrm>
              <a:off x="3105335" y="5461072"/>
              <a:ext cx="1596405" cy="3254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9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229971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761389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65376974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96419538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2152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270841977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528484047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460561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995528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185061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94665811" name=""/>
          <p:cNvGrpSpPr/>
          <p:nvPr/>
        </p:nvGrpSpPr>
        <p:grpSpPr bwMode="auto">
          <a:xfrm>
            <a:off x="2370366" y="1041932"/>
            <a:ext cx="2719679" cy="2612920"/>
            <a:chOff x="0" y="0"/>
            <a:chExt cx="2719679" cy="2612920"/>
          </a:xfrm>
        </p:grpSpPr>
        <p:sp>
          <p:nvSpPr>
            <p:cNvPr id="385490098" name="AutoShape 38"/>
            <p:cNvSpPr/>
            <p:nvPr/>
          </p:nvSpPr>
          <p:spPr bwMode="auto">
            <a:xfrm flipV="1">
              <a:off x="462708" y="491296"/>
              <a:ext cx="0" cy="2121624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4957280" name="AutoShape 39"/>
            <p:cNvSpPr/>
            <p:nvPr/>
          </p:nvSpPr>
          <p:spPr bwMode="auto">
            <a:xfrm>
              <a:off x="462708" y="491296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6965766" name="Freeform 41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578461" name="TextBox 42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217591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535366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586159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572829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06272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993651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21543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195109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6429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56785189" name=""/>
          <p:cNvGrpSpPr/>
          <p:nvPr/>
        </p:nvGrpSpPr>
        <p:grpSpPr bwMode="auto">
          <a:xfrm>
            <a:off x="2372796" y="785428"/>
            <a:ext cx="3774540" cy="1144746"/>
            <a:chOff x="0" y="0"/>
            <a:chExt cx="3774540" cy="1144746"/>
          </a:xfrm>
        </p:grpSpPr>
        <p:sp>
          <p:nvSpPr>
            <p:cNvPr id="363000965" name="Freeform 29"/>
            <p:cNvSpPr/>
            <p:nvPr/>
          </p:nvSpPr>
          <p:spPr bwMode="auto">
            <a:xfrm rot="0" flipH="0" flipV="0">
              <a:off x="3569108" y="0"/>
              <a:ext cx="205431" cy="328691"/>
            </a:xfrm>
            <a:custGeom>
              <a:avLst/>
              <a:gdLst/>
              <a:ahLst/>
              <a:cxnLst/>
              <a:rect l="l" t="t" r="r" b="b"/>
              <a:pathLst>
                <a:path w="273910" h="438255" fill="norm" stroke="1" extrusionOk="0">
                  <a:moveTo>
                    <a:pt x="0" y="0"/>
                  </a:moveTo>
                  <a:lnTo>
                    <a:pt x="273910" y="0"/>
                  </a:lnTo>
                  <a:lnTo>
                    <a:pt x="273910" y="438255"/>
                  </a:lnTo>
                  <a:lnTo>
                    <a:pt x="0" y="438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883121899" name="AutoShape 35"/>
            <p:cNvSpPr/>
            <p:nvPr/>
          </p:nvSpPr>
          <p:spPr bwMode="auto">
            <a:xfrm>
              <a:off x="462706" y="822214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451206" name="Freeform 37"/>
            <p:cNvSpPr/>
            <p:nvPr/>
          </p:nvSpPr>
          <p:spPr bwMode="auto">
            <a:xfrm rot="0" flipH="0" flipV="0">
              <a:off x="0" y="499683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82377" name="TextBox 38"/>
            <p:cNvSpPr txBox="1"/>
            <p:nvPr/>
          </p:nvSpPr>
          <p:spPr bwMode="auto">
            <a:xfrm rot="0" flipH="0" flipV="0">
              <a:off x="0" y="330917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220744" name="Freeform 26"/>
          <p:cNvSpPr/>
          <p:nvPr/>
        </p:nvSpPr>
        <p:spPr bwMode="auto">
          <a:xfrm>
            <a:off x="1020606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45737" name="AutoShape 27"/>
          <p:cNvSpPr/>
          <p:nvPr/>
        </p:nvSpPr>
        <p:spPr bwMode="auto">
          <a:xfrm flipH="1">
            <a:off x="3636928" y="3192287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957643" name="Freeform 28"/>
          <p:cNvSpPr/>
          <p:nvPr/>
        </p:nvSpPr>
        <p:spPr bwMode="auto">
          <a:xfrm>
            <a:off x="5401167" y="1698564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267006" name="AutoShape 29"/>
          <p:cNvSpPr/>
          <p:nvPr/>
        </p:nvSpPr>
        <p:spPr bwMode="auto">
          <a:xfrm flipV="1">
            <a:off x="3636928" y="398352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860161" name="Freeform 30"/>
          <p:cNvSpPr/>
          <p:nvPr/>
        </p:nvSpPr>
        <p:spPr bwMode="auto">
          <a:xfrm>
            <a:off x="5549039" y="4360100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629934" name="Freeform 31"/>
          <p:cNvSpPr/>
          <p:nvPr/>
        </p:nvSpPr>
        <p:spPr bwMode="auto">
          <a:xfrm>
            <a:off x="9070135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482330" name="Freeform 26"/>
          <p:cNvSpPr/>
          <p:nvPr/>
        </p:nvSpPr>
        <p:spPr bwMode="auto">
          <a:xfrm>
            <a:off x="1020605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6186662" name="AutoShape 27"/>
          <p:cNvSpPr/>
          <p:nvPr/>
        </p:nvSpPr>
        <p:spPr bwMode="auto">
          <a:xfrm flipH="1">
            <a:off x="3636928" y="3192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574939" name="Freeform 28"/>
          <p:cNvSpPr/>
          <p:nvPr/>
        </p:nvSpPr>
        <p:spPr bwMode="auto">
          <a:xfrm>
            <a:off x="5401166" y="1698563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976624" name="AutoShape 29"/>
          <p:cNvSpPr/>
          <p:nvPr/>
        </p:nvSpPr>
        <p:spPr bwMode="auto">
          <a:xfrm flipV="1">
            <a:off x="3636928" y="3983519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089578" name="Freeform 30"/>
          <p:cNvSpPr/>
          <p:nvPr/>
        </p:nvSpPr>
        <p:spPr bwMode="auto">
          <a:xfrm>
            <a:off x="5549038" y="436009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654204" name="Freeform 31"/>
          <p:cNvSpPr/>
          <p:nvPr/>
        </p:nvSpPr>
        <p:spPr bwMode="auto">
          <a:xfrm>
            <a:off x="9070134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349439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53833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205421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571745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920710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218223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322540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5373737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55923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3893847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3518401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0891135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0374779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63856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418764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55664197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8148134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154964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97104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814865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192130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42194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61895428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76270782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468127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137768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987097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47931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44373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29742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951346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09837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59837691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456450271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72787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662681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25692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788089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323786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048644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188949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855650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69259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94155012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50951858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924102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340917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066279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34602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648103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94164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603262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531632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8376989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9931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73417976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78243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361731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10338266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2179502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46081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335538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958352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7987411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496828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534557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063730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690503" name=""/>
          <p:cNvGrpSpPr/>
          <p:nvPr/>
        </p:nvGrpSpPr>
        <p:grpSpPr bwMode="auto">
          <a:xfrm>
            <a:off x="2447208" y="1218546"/>
            <a:ext cx="925416" cy="813827"/>
            <a:chOff x="0" y="0"/>
            <a:chExt cx="925416" cy="813827"/>
          </a:xfrm>
        </p:grpSpPr>
        <p:sp>
          <p:nvSpPr>
            <p:cNvPr id="393983788" name="Freeform 37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7028264" name="TextBox 38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470294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8053587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92627741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4747814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97415359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1436183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49012658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31263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960760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604531609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22674487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413532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4816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061028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07060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60450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291229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910983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155785983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811652" name="Freeform 26"/>
          <p:cNvSpPr/>
          <p:nvPr/>
        </p:nvSpPr>
        <p:spPr bwMode="auto">
          <a:xfrm>
            <a:off x="1006850" y="2266491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186536" name="AutoShape 27"/>
          <p:cNvSpPr/>
          <p:nvPr/>
        </p:nvSpPr>
        <p:spPr bwMode="auto">
          <a:xfrm flipH="1">
            <a:off x="3623172" y="3132756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77139" name="Freeform 28"/>
          <p:cNvSpPr/>
          <p:nvPr/>
        </p:nvSpPr>
        <p:spPr bwMode="auto">
          <a:xfrm>
            <a:off x="5387412" y="1639032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130985" name="AutoShape 29"/>
          <p:cNvSpPr/>
          <p:nvPr/>
        </p:nvSpPr>
        <p:spPr bwMode="auto">
          <a:xfrm flipV="1">
            <a:off x="3623172" y="3923988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6870903" name="Freeform 30"/>
          <p:cNvSpPr/>
          <p:nvPr/>
        </p:nvSpPr>
        <p:spPr bwMode="auto">
          <a:xfrm>
            <a:off x="5535283" y="4300569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59623" name="Freeform 31"/>
          <p:cNvSpPr/>
          <p:nvPr/>
        </p:nvSpPr>
        <p:spPr bwMode="auto">
          <a:xfrm>
            <a:off x="9080311" y="2266491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972627" name="Freeform 32"/>
          <p:cNvSpPr/>
          <p:nvPr/>
        </p:nvSpPr>
        <p:spPr bwMode="auto">
          <a:xfrm>
            <a:off x="10098438" y="4018997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940597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5220646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886238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41172995" name=""/>
          <p:cNvGrpSpPr/>
          <p:nvPr/>
        </p:nvGrpSpPr>
        <p:grpSpPr bwMode="auto">
          <a:xfrm>
            <a:off x="1018013" y="1356846"/>
            <a:ext cx="9994032" cy="4097914"/>
            <a:chOff x="0" y="0"/>
            <a:chExt cx="9994032" cy="4097914"/>
          </a:xfrm>
        </p:grpSpPr>
        <p:sp>
          <p:nvSpPr>
            <p:cNvPr id="1936703638" name="TextBox 32"/>
            <p:cNvSpPr txBox="1"/>
            <p:nvPr/>
          </p:nvSpPr>
          <p:spPr bwMode="auto">
            <a:xfrm>
              <a:off x="108550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9080606" name="TextBox 33"/>
            <p:cNvSpPr txBox="1"/>
            <p:nvPr/>
          </p:nvSpPr>
          <p:spPr bwMode="auto">
            <a:xfrm>
              <a:off x="223614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481226036" name="AutoShape 34"/>
            <p:cNvSpPr/>
            <p:nvPr/>
          </p:nvSpPr>
          <p:spPr bwMode="auto">
            <a:xfrm>
              <a:off x="2148897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3383217" name="TextBox 35"/>
            <p:cNvSpPr txBox="1"/>
            <p:nvPr/>
          </p:nvSpPr>
          <p:spPr bwMode="auto">
            <a:xfrm>
              <a:off x="2609062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13990236" name="TextBox 49"/>
            <p:cNvSpPr txBox="1"/>
            <p:nvPr/>
          </p:nvSpPr>
          <p:spPr bwMode="auto">
            <a:xfrm>
              <a:off x="5814437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9063656" name="TextBox 50"/>
            <p:cNvSpPr txBox="1"/>
            <p:nvPr/>
          </p:nvSpPr>
          <p:spPr bwMode="auto">
            <a:xfrm>
              <a:off x="5929499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136039" name="AutoShape 51"/>
            <p:cNvSpPr/>
            <p:nvPr/>
          </p:nvSpPr>
          <p:spPr bwMode="auto">
            <a:xfrm>
              <a:off x="7855142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817828" name="TextBox 52"/>
            <p:cNvSpPr txBox="1"/>
            <p:nvPr/>
          </p:nvSpPr>
          <p:spPr bwMode="auto">
            <a:xfrm>
              <a:off x="8314947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19132950" name="Rectangle: Rounded Corners 12"/>
            <p:cNvSpPr/>
            <p:nvPr/>
          </p:nvSpPr>
          <p:spPr bwMode="auto">
            <a:xfrm>
              <a:off x="0" y="0"/>
              <a:ext cx="4317133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17645393" name="Rectangle: Rounded Corners 12"/>
            <p:cNvSpPr/>
            <p:nvPr/>
          </p:nvSpPr>
          <p:spPr bwMode="auto">
            <a:xfrm>
              <a:off x="5676900" y="0"/>
              <a:ext cx="4317132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93572274" name=""/>
            <p:cNvGrpSpPr/>
            <p:nvPr/>
          </p:nvGrpSpPr>
          <p:grpSpPr bwMode="auto">
            <a:xfrm>
              <a:off x="196394" y="1132385"/>
              <a:ext cx="9611120" cy="1160425"/>
              <a:chOff x="0" y="0"/>
              <a:chExt cx="9611120" cy="1160425"/>
            </a:xfrm>
          </p:grpSpPr>
          <p:sp>
            <p:nvSpPr>
              <p:cNvPr id="1752553401" name="Freeform 30"/>
              <p:cNvSpPr/>
              <p:nvPr/>
            </p:nvSpPr>
            <p:spPr bwMode="auto">
              <a:xfrm rot="0" flipH="0" flipV="0">
                <a:off x="0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0606665" name="TextBox 31"/>
              <p:cNvSpPr txBox="1"/>
              <p:nvPr/>
            </p:nvSpPr>
            <p:spPr bwMode="auto">
              <a:xfrm rot="0" flipH="0" flipV="0">
                <a:off x="0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23054930" name="Freeform 37"/>
              <p:cNvSpPr/>
              <p:nvPr/>
            </p:nvSpPr>
            <p:spPr bwMode="auto">
              <a:xfrm rot="0" flipH="0" flipV="0">
                <a:off x="2385446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22983184" name="TextBox 38"/>
              <p:cNvSpPr txBox="1"/>
              <p:nvPr/>
            </p:nvSpPr>
            <p:spPr bwMode="auto">
              <a:xfrm rot="0" flipH="0" flipV="0">
                <a:off x="2385446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2356952" name="Freeform 47"/>
              <p:cNvSpPr/>
              <p:nvPr/>
            </p:nvSpPr>
            <p:spPr bwMode="auto">
              <a:xfrm rot="0" flipH="0" flipV="0">
                <a:off x="5706244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6963125" name="TextBox 48"/>
              <p:cNvSpPr txBox="1"/>
              <p:nvPr/>
            </p:nvSpPr>
            <p:spPr bwMode="auto">
              <a:xfrm rot="0" flipH="0" flipV="0">
                <a:off x="5706244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3710885" name="Freeform 54"/>
              <p:cNvSpPr/>
              <p:nvPr/>
            </p:nvSpPr>
            <p:spPr bwMode="auto">
              <a:xfrm rot="0" flipH="0" flipV="0">
                <a:off x="8091691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3999741" name="TextBox 55"/>
              <p:cNvSpPr txBox="1"/>
              <p:nvPr/>
            </p:nvSpPr>
            <p:spPr bwMode="auto">
              <a:xfrm rot="0" flipH="0" flipV="0">
                <a:off x="8091691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79939877" name="Freeform 57"/>
              <p:cNvSpPr/>
              <p:nvPr/>
            </p:nvSpPr>
            <p:spPr bwMode="auto">
              <a:xfrm rot="0" flipH="0" flipV="0">
                <a:off x="8091691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3537698" name="TextBox 58"/>
              <p:cNvSpPr txBox="1"/>
              <p:nvPr/>
            </p:nvSpPr>
            <p:spPr bwMode="auto">
              <a:xfrm rot="0" flipH="0" flipV="0">
                <a:off x="8091691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2405600" name="Freeform 64"/>
              <p:cNvSpPr/>
              <p:nvPr/>
            </p:nvSpPr>
            <p:spPr bwMode="auto">
              <a:xfrm rot="0" flipH="0" flipV="0">
                <a:off x="5705926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12963724" name="TextBox 65"/>
              <p:cNvSpPr txBox="1"/>
              <p:nvPr/>
            </p:nvSpPr>
            <p:spPr bwMode="auto">
              <a:xfrm rot="0" flipH="0" flipV="0">
                <a:off x="5705926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45172685" name=""/>
            <p:cNvGrpSpPr/>
            <p:nvPr/>
          </p:nvGrpSpPr>
          <p:grpSpPr bwMode="auto">
            <a:xfrm>
              <a:off x="1389179" y="3247027"/>
              <a:ext cx="7225672" cy="850887"/>
              <a:chOff x="0" y="0"/>
              <a:chExt cx="7225672" cy="850887"/>
            </a:xfrm>
          </p:grpSpPr>
          <p:sp>
            <p:nvSpPr>
              <p:cNvPr id="474101732" name="AutoShape 39"/>
              <p:cNvSpPr/>
              <p:nvPr/>
            </p:nvSpPr>
            <p:spPr bwMode="auto">
              <a:xfrm>
                <a:off x="759717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90372980" name="Freeform 41"/>
              <p:cNvSpPr/>
              <p:nvPr/>
            </p:nvSpPr>
            <p:spPr bwMode="auto">
              <a:xfrm rot="0" flipH="0" flipV="0">
                <a:off x="0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30577244" name="TextBox 42"/>
              <p:cNvSpPr txBox="1"/>
              <p:nvPr/>
            </p:nvSpPr>
            <p:spPr bwMode="auto">
              <a:xfrm rot="0" flipH="0" flipV="0">
                <a:off x="0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744215" name="AutoShape 59"/>
              <p:cNvSpPr/>
              <p:nvPr/>
            </p:nvSpPr>
            <p:spPr bwMode="auto">
              <a:xfrm>
                <a:off x="6465961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04292381" name="Freeform 61"/>
              <p:cNvSpPr/>
              <p:nvPr/>
            </p:nvSpPr>
            <p:spPr bwMode="auto">
              <a:xfrm rot="0" flipH="0" flipV="0">
                <a:off x="5706243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02422157" name="TextBox 62"/>
              <p:cNvSpPr txBox="1"/>
              <p:nvPr/>
            </p:nvSpPr>
            <p:spPr bwMode="auto">
              <a:xfrm rot="0" flipH="0" flipV="0">
                <a:off x="5706243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19262035" name=""/>
          <p:cNvGrpSpPr/>
          <p:nvPr/>
        </p:nvGrpSpPr>
        <p:grpSpPr bwMode="auto">
          <a:xfrm>
            <a:off x="1077610" y="900772"/>
            <a:ext cx="10134597" cy="4905984"/>
            <a:chOff x="0" y="0"/>
            <a:chExt cx="10134597" cy="4905984"/>
          </a:xfrm>
        </p:grpSpPr>
        <p:sp>
          <p:nvSpPr>
            <p:cNvPr id="788814718" name="TextBox 32"/>
            <p:cNvSpPr txBox="1"/>
            <p:nvPr/>
          </p:nvSpPr>
          <p:spPr bwMode="auto">
            <a:xfrm>
              <a:off x="165340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1805025" name="TextBox 33"/>
            <p:cNvSpPr txBox="1"/>
            <p:nvPr/>
          </p:nvSpPr>
          <p:spPr bwMode="auto">
            <a:xfrm>
              <a:off x="280404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416718129" name="AutoShape 34"/>
            <p:cNvSpPr/>
            <p:nvPr/>
          </p:nvSpPr>
          <p:spPr bwMode="auto">
            <a:xfrm>
              <a:off x="2206047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9462409" name="TextBox 35"/>
            <p:cNvSpPr txBox="1"/>
            <p:nvPr/>
          </p:nvSpPr>
          <p:spPr bwMode="auto">
            <a:xfrm>
              <a:off x="2665852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60132172" name="AutoShape 39"/>
            <p:cNvSpPr/>
            <p:nvPr/>
          </p:nvSpPr>
          <p:spPr bwMode="auto">
            <a:xfrm>
              <a:off x="2206047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035717" name="TextBox 49"/>
            <p:cNvSpPr txBox="1"/>
            <p:nvPr/>
          </p:nvSpPr>
          <p:spPr bwMode="auto">
            <a:xfrm>
              <a:off x="5871587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51822070" name="TextBox 50"/>
            <p:cNvSpPr txBox="1"/>
            <p:nvPr/>
          </p:nvSpPr>
          <p:spPr bwMode="auto">
            <a:xfrm>
              <a:off x="5986649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524221511" name="AutoShape 51"/>
            <p:cNvSpPr/>
            <p:nvPr/>
          </p:nvSpPr>
          <p:spPr bwMode="auto">
            <a:xfrm>
              <a:off x="7912292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6572621" name="TextBox 52"/>
            <p:cNvSpPr txBox="1"/>
            <p:nvPr/>
          </p:nvSpPr>
          <p:spPr bwMode="auto">
            <a:xfrm>
              <a:off x="8372457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52906678" name="AutoShape 59"/>
            <p:cNvSpPr/>
            <p:nvPr/>
          </p:nvSpPr>
          <p:spPr bwMode="auto">
            <a:xfrm>
              <a:off x="7912292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8155912" name="Rectangle: Rounded Corners 12"/>
            <p:cNvSpPr/>
            <p:nvPr/>
          </p:nvSpPr>
          <p:spPr bwMode="auto">
            <a:xfrm>
              <a:off x="0" y="0"/>
              <a:ext cx="440054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417824545" name="Rectangle: Rounded Corners 12"/>
            <p:cNvSpPr/>
            <p:nvPr/>
          </p:nvSpPr>
          <p:spPr bwMode="auto">
            <a:xfrm>
              <a:off x="5638799" y="0"/>
              <a:ext cx="449579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54002345" name=""/>
            <p:cNvGrpSpPr/>
            <p:nvPr/>
          </p:nvGrpSpPr>
          <p:grpSpPr bwMode="auto">
            <a:xfrm>
              <a:off x="1446329" y="3578680"/>
              <a:ext cx="7225675" cy="1327304"/>
              <a:chOff x="0" y="0"/>
              <a:chExt cx="7225675" cy="1327304"/>
            </a:xfrm>
          </p:grpSpPr>
          <p:grpSp>
            <p:nvGrpSpPr>
              <p:cNvPr id="1600492454" name="Group 40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619289362" name="Freeform 4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691853404" name="TextBox 4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1 994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889351502" name="Group 60"/>
              <p:cNvGrpSpPr/>
              <p:nvPr/>
            </p:nvGrpSpPr>
            <p:grpSpPr bwMode="auto">
              <a:xfrm>
                <a:off x="5706245" y="0"/>
                <a:ext cx="1519430" cy="473152"/>
                <a:chOff x="0" y="0"/>
                <a:chExt cx="911224" cy="283756"/>
              </a:xfrm>
            </p:grpSpPr>
            <p:sp>
              <p:nvSpPr>
                <p:cNvPr id="1738129936" name="Freeform 6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224223912" name="TextBox 6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2 640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22983125" name="Group 66"/>
              <p:cNvGrpSpPr/>
              <p:nvPr/>
            </p:nvGrpSpPr>
            <p:grpSpPr bwMode="auto">
              <a:xfrm>
                <a:off x="5706245" y="854152"/>
                <a:ext cx="1519430" cy="473152"/>
                <a:chOff x="0" y="0"/>
                <a:chExt cx="911224" cy="283756"/>
              </a:xfrm>
            </p:grpSpPr>
            <p:sp>
              <p:nvSpPr>
                <p:cNvPr id="559733485" name="Freeform 6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710893572" name="TextBox 6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12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sp>
            <p:nvSpPr>
              <p:cNvPr id="1224032126" name="AutoShape 69"/>
              <p:cNvSpPr/>
              <p:nvPr/>
            </p:nvSpPr>
            <p:spPr bwMode="auto">
              <a:xfrm flipH="1">
                <a:off x="6465961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40892218" name="AutoShape 70"/>
              <p:cNvSpPr/>
              <p:nvPr/>
            </p:nvSpPr>
            <p:spPr bwMode="auto">
              <a:xfrm>
                <a:off x="759717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59966253" name="Group 71"/>
              <p:cNvGrpSpPr/>
              <p:nvPr/>
            </p:nvGrpSpPr>
            <p:grpSpPr bwMode="auto">
              <a:xfrm>
                <a:off x="0" y="854152"/>
                <a:ext cx="1519430" cy="473152"/>
                <a:chOff x="0" y="0"/>
                <a:chExt cx="911224" cy="283756"/>
              </a:xfrm>
            </p:grpSpPr>
            <p:sp>
              <p:nvSpPr>
                <p:cNvPr id="2105362871" name="Freeform 72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652453462" name="TextBox 73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14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  <p:grpSp>
          <p:nvGrpSpPr>
            <p:cNvPr id="866159980" name=""/>
            <p:cNvGrpSpPr/>
            <p:nvPr/>
          </p:nvGrpSpPr>
          <p:grpSpPr bwMode="auto">
            <a:xfrm>
              <a:off x="253545" y="1149837"/>
              <a:ext cx="9611121" cy="1096893"/>
              <a:chOff x="0" y="0"/>
              <a:chExt cx="9611121" cy="1096893"/>
            </a:xfrm>
          </p:grpSpPr>
          <p:grpSp>
            <p:nvGrpSpPr>
              <p:cNvPr id="2075107259" name="Group 29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366526586" name="Freeform 30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537112606" name="TextBox 31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200 000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573201062" name="Group 36"/>
              <p:cNvGrpSpPr/>
              <p:nvPr/>
            </p:nvGrpSpPr>
            <p:grpSpPr bwMode="auto">
              <a:xfrm>
                <a:off x="2385446" y="0"/>
                <a:ext cx="1519430" cy="473152"/>
                <a:chOff x="0" y="0"/>
                <a:chExt cx="911224" cy="283756"/>
              </a:xfrm>
            </p:grpSpPr>
            <p:sp>
              <p:nvSpPr>
                <p:cNvPr id="699287068" name="Freeform 3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053308648" name="TextBox 3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198 006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851465438" name="Group 46"/>
              <p:cNvGrpSpPr/>
              <p:nvPr/>
            </p:nvGrpSpPr>
            <p:grpSpPr bwMode="auto">
              <a:xfrm>
                <a:off x="5706244" y="0"/>
                <a:ext cx="1519430" cy="473152"/>
                <a:chOff x="0" y="0"/>
                <a:chExt cx="911224" cy="283756"/>
              </a:xfrm>
            </p:grpSpPr>
            <p:sp>
              <p:nvSpPr>
                <p:cNvPr id="1338986628" name="Freeform 4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132874448" name="TextBox 4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797030115" name="Group 53"/>
              <p:cNvGrpSpPr/>
              <p:nvPr/>
            </p:nvGrpSpPr>
            <p:grpSpPr bwMode="auto">
              <a:xfrm>
                <a:off x="8091691" y="0"/>
                <a:ext cx="1519430" cy="473152"/>
                <a:chOff x="0" y="0"/>
                <a:chExt cx="911224" cy="283756"/>
              </a:xfrm>
            </p:grpSpPr>
            <p:sp>
              <p:nvSpPr>
                <p:cNvPr id="233845446" name="Freeform 5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489819133" name="TextBox 5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175 000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315177373" name="Group 56"/>
              <p:cNvGrpSpPr/>
              <p:nvPr/>
            </p:nvGrpSpPr>
            <p:grpSpPr bwMode="auto">
              <a:xfrm>
                <a:off x="8091691" y="623741"/>
                <a:ext cx="1519430" cy="473152"/>
                <a:chOff x="0" y="0"/>
                <a:chExt cx="911224" cy="283756"/>
              </a:xfrm>
            </p:grpSpPr>
            <p:sp>
              <p:nvSpPr>
                <p:cNvPr id="603583509" name="Freeform 5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61015106" name="TextBox 5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22 360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67699903" name="Group 63"/>
              <p:cNvGrpSpPr/>
              <p:nvPr/>
            </p:nvGrpSpPr>
            <p:grpSpPr bwMode="auto">
              <a:xfrm>
                <a:off x="5705926" y="623741"/>
                <a:ext cx="1519430" cy="473152"/>
                <a:chOff x="0" y="0"/>
                <a:chExt cx="911224" cy="283756"/>
              </a:xfrm>
            </p:grpSpPr>
            <p:sp>
              <p:nvSpPr>
                <p:cNvPr id="701537283" name="Freeform 6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2010530298" name="TextBox 6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9382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38814" y="404673"/>
            <a:ext cx="10400079" cy="5759537"/>
          </a:xfrm>
          <a:prstGeom prst="rect">
            <a:avLst/>
          </a:prstGeom>
        </p:spPr>
      </p:pic>
      <p:sp>
        <p:nvSpPr>
          <p:cNvPr id="561538653" name=""/>
          <p:cNvSpPr txBox="1"/>
          <p:nvPr/>
        </p:nvSpPr>
        <p:spPr bwMode="auto">
          <a:xfrm rot="0" flipH="0" flipV="0">
            <a:off x="1081125" y="480217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Keskmine kulu satsides/vB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3313970" name=""/>
          <p:cNvGrpSpPr/>
          <p:nvPr/>
        </p:nvGrpSpPr>
        <p:grpSpPr bwMode="auto">
          <a:xfrm>
            <a:off x="817857" y="633873"/>
            <a:ext cx="10096695" cy="5676897"/>
            <a:chOff x="0" y="0"/>
            <a:chExt cx="10096695" cy="5676897"/>
          </a:xfrm>
        </p:grpSpPr>
        <p:sp>
          <p:nvSpPr>
            <p:cNvPr id="2126417795" name="Freeform 26"/>
            <p:cNvSpPr/>
            <p:nvPr/>
          </p:nvSpPr>
          <p:spPr bwMode="auto">
            <a:xfrm>
              <a:off x="1822295" y="1478803"/>
              <a:ext cx="810803" cy="3603577"/>
            </a:xfrm>
            <a:custGeom>
              <a:avLst/>
              <a:gdLst/>
              <a:ahLst/>
              <a:cxnLst/>
              <a:rect l="l" t="t" r="r" b="b"/>
              <a:pathLst>
                <a:path w="810806" h="3603580" fill="norm" stroke="1" extrusionOk="0">
                  <a:moveTo>
                    <a:pt x="0" y="0"/>
                  </a:moveTo>
                  <a:lnTo>
                    <a:pt x="810806" y="0"/>
                  </a:lnTo>
                  <a:lnTo>
                    <a:pt x="810806" y="3603580"/>
                  </a:lnTo>
                  <a:lnTo>
                    <a:pt x="0" y="3603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6253238" name="Freeform 27"/>
            <p:cNvSpPr/>
            <p:nvPr/>
          </p:nvSpPr>
          <p:spPr bwMode="auto">
            <a:xfrm>
              <a:off x="0" y="2510665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1046118" name="AutoShape 34"/>
            <p:cNvSpPr/>
            <p:nvPr/>
          </p:nvSpPr>
          <p:spPr bwMode="auto">
            <a:xfrm flipH="0" flipV="0">
              <a:off x="6643692" y="1099197"/>
              <a:ext cx="0" cy="3924049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5634" name="TextBox 47"/>
            <p:cNvSpPr txBox="1"/>
            <p:nvPr/>
          </p:nvSpPr>
          <p:spPr bwMode="auto">
            <a:xfrm>
              <a:off x="3557025" y="322238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2647920" name="TextBox 48"/>
            <p:cNvSpPr txBox="1"/>
            <p:nvPr/>
          </p:nvSpPr>
          <p:spPr bwMode="auto">
            <a:xfrm>
              <a:off x="3731091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15597632" name="TextBox 49"/>
            <p:cNvSpPr txBox="1"/>
            <p:nvPr/>
          </p:nvSpPr>
          <p:spPr bwMode="auto">
            <a:xfrm>
              <a:off x="7339836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5269443" name="Rectangle: Rounded Corners 12"/>
            <p:cNvSpPr/>
            <p:nvPr/>
          </p:nvSpPr>
          <p:spPr bwMode="auto">
            <a:xfrm>
              <a:off x="3162495" y="0"/>
              <a:ext cx="6934199" cy="56768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2149934" name=""/>
            <p:cNvGrpSpPr/>
            <p:nvPr/>
          </p:nvGrpSpPr>
          <p:grpSpPr bwMode="auto">
            <a:xfrm>
              <a:off x="3689916" y="1557879"/>
              <a:ext cx="5907360" cy="3747741"/>
              <a:chOff x="0" y="0"/>
              <a:chExt cx="5907360" cy="3747741"/>
            </a:xfrm>
          </p:grpSpPr>
          <p:sp>
            <p:nvSpPr>
              <p:cNvPr id="955285746" name="Freeform 32"/>
              <p:cNvSpPr/>
              <p:nvPr/>
            </p:nvSpPr>
            <p:spPr bwMode="auto">
              <a:xfrm rot="0" flipH="0" flipV="0">
                <a:off x="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9826740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5508473" name="Freeform 36"/>
              <p:cNvSpPr/>
              <p:nvPr/>
            </p:nvSpPr>
            <p:spPr bwMode="auto">
              <a:xfrm rot="0" flipH="0" flipV="0">
                <a:off x="0" y="1106757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468291829" name="TextBox 37"/>
              <p:cNvSpPr txBox="1"/>
              <p:nvPr/>
            </p:nvSpPr>
            <p:spPr bwMode="auto">
              <a:xfrm rot="0" flipH="0" flipV="0">
                <a:off x="0" y="9625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04806284" name="Freeform 39"/>
              <p:cNvSpPr/>
              <p:nvPr/>
            </p:nvSpPr>
            <p:spPr bwMode="auto">
              <a:xfrm rot="0" flipH="0" flipV="0">
                <a:off x="182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091205628" name="TextBox 40"/>
              <p:cNvSpPr txBox="1"/>
              <p:nvPr/>
            </p:nvSpPr>
            <p:spPr bwMode="auto">
              <a:xfrm rot="0" flipH="0" flipV="0">
                <a:off x="182" y="192519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22656038" name="Freeform 42"/>
              <p:cNvSpPr/>
              <p:nvPr/>
            </p:nvSpPr>
            <p:spPr bwMode="auto">
              <a:xfrm rot="0" flipH="0" flipV="0">
                <a:off x="182" y="303194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0211662" name="TextBox 43"/>
              <p:cNvSpPr txBox="1"/>
              <p:nvPr/>
            </p:nvSpPr>
            <p:spPr bwMode="auto">
              <a:xfrm rot="0" flipH="0" flipV="0">
                <a:off x="182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73468589" name="Freeform 45"/>
              <p:cNvSpPr/>
              <p:nvPr/>
            </p:nvSpPr>
            <p:spPr bwMode="auto">
              <a:xfrm rot="0" flipH="0" flipV="0">
                <a:off x="360874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623305378" name="TextBox 46"/>
              <p:cNvSpPr txBox="1"/>
              <p:nvPr/>
            </p:nvSpPr>
            <p:spPr bwMode="auto">
              <a:xfrm rot="0" flipH="0" flipV="0">
                <a:off x="360874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627986" name="Freeform 51"/>
              <p:cNvSpPr/>
              <p:nvPr/>
            </p:nvSpPr>
            <p:spPr bwMode="auto">
              <a:xfrm rot="0" flipH="0" flipV="0">
                <a:off x="3608740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64590089" name="TextBox 52"/>
              <p:cNvSpPr txBox="1"/>
              <p:nvPr/>
            </p:nvSpPr>
            <p:spPr bwMode="auto">
              <a:xfrm rot="0" flipH="0" flipV="0">
                <a:off x="3608740" y="9557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6529248" name=""/>
          <p:cNvGrpSpPr/>
          <p:nvPr/>
        </p:nvGrpSpPr>
        <p:grpSpPr bwMode="auto">
          <a:xfrm>
            <a:off x="1292455" y="558464"/>
            <a:ext cx="9515640" cy="5721097"/>
            <a:chOff x="0" y="0"/>
            <a:chExt cx="9515640" cy="5721097"/>
          </a:xfrm>
        </p:grpSpPr>
        <p:sp>
          <p:nvSpPr>
            <p:cNvPr id="550628032" name="Freeform 40"/>
            <p:cNvSpPr/>
            <p:nvPr/>
          </p:nvSpPr>
          <p:spPr bwMode="auto">
            <a:xfrm rot="0" flipH="0" flipV="0">
              <a:off x="1201662" y="931676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421746" name="TextBox 41"/>
            <p:cNvSpPr txBox="1"/>
            <p:nvPr/>
          </p:nvSpPr>
          <p:spPr bwMode="auto">
            <a:xfrm rot="0" flipH="0" flipV="0">
              <a:off x="1201662" y="830002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/>
            </a:p>
          </p:txBody>
        </p:sp>
        <p:sp>
          <p:nvSpPr>
            <p:cNvPr id="2026453813" name="Freeform 43"/>
            <p:cNvSpPr/>
            <p:nvPr/>
          </p:nvSpPr>
          <p:spPr bwMode="auto">
            <a:xfrm rot="0" flipH="0" flipV="0">
              <a:off x="1201662" y="2967510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1659673" name="TextBox 44"/>
            <p:cNvSpPr txBox="1"/>
            <p:nvPr/>
          </p:nvSpPr>
          <p:spPr bwMode="auto">
            <a:xfrm rot="0" flipH="0" flipV="0">
              <a:off x="1201662" y="2865837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9232441" name="Freeform 45"/>
            <p:cNvSpPr/>
            <p:nvPr/>
          </p:nvSpPr>
          <p:spPr bwMode="auto">
            <a:xfrm>
              <a:off x="4188069" y="4027421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5" y="0"/>
                  </a:lnTo>
                  <a:lnTo>
                    <a:pt x="1543365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656405" name="AutoShape 46"/>
            <p:cNvSpPr/>
            <p:nvPr/>
          </p:nvSpPr>
          <p:spPr bwMode="auto">
            <a:xfrm>
              <a:off x="3152136" y="1214709"/>
              <a:ext cx="2152773" cy="6766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781638" name="AutoShape 47"/>
            <p:cNvSpPr/>
            <p:nvPr/>
          </p:nvSpPr>
          <p:spPr bwMode="auto">
            <a:xfrm flipV="1">
              <a:off x="3152136" y="1212975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798257" name="TextBox 48"/>
            <p:cNvSpPr txBox="1"/>
            <p:nvPr/>
          </p:nvSpPr>
          <p:spPr bwMode="auto">
            <a:xfrm>
              <a:off x="5136770" y="146640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872804455" name="TextBox 49"/>
            <p:cNvSpPr txBox="1"/>
            <p:nvPr/>
          </p:nvSpPr>
          <p:spPr bwMode="auto">
            <a:xfrm>
              <a:off x="5408363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61682141" name="TextBox 50"/>
            <p:cNvSpPr txBox="1"/>
            <p:nvPr/>
          </p:nvSpPr>
          <p:spPr bwMode="auto">
            <a:xfrm>
              <a:off x="7655805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00103217" name="AutoShape 51"/>
            <p:cNvSpPr/>
            <p:nvPr/>
          </p:nvSpPr>
          <p:spPr bwMode="auto">
            <a:xfrm>
              <a:off x="2795852" y="3533580"/>
              <a:ext cx="1557945" cy="71241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743599" name="AutoShape 52"/>
            <p:cNvSpPr/>
            <p:nvPr/>
          </p:nvSpPr>
          <p:spPr bwMode="auto">
            <a:xfrm flipH="1">
              <a:off x="103531" y="1214709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0008192" name="TextBox 53"/>
            <p:cNvSpPr txBox="1"/>
            <p:nvPr/>
          </p:nvSpPr>
          <p:spPr bwMode="auto">
            <a:xfrm>
              <a:off x="0" y="429116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63446968" name="AutoShape 54"/>
            <p:cNvSpPr/>
            <p:nvPr/>
          </p:nvSpPr>
          <p:spPr bwMode="auto">
            <a:xfrm flipV="1">
              <a:off x="103531" y="4874261"/>
              <a:ext cx="408453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5189498" name="AutoShape 55"/>
            <p:cNvSpPr/>
            <p:nvPr/>
          </p:nvSpPr>
          <p:spPr bwMode="auto">
            <a:xfrm>
              <a:off x="103531" y="1214709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5327193" name="AutoShape 62"/>
            <p:cNvSpPr/>
            <p:nvPr/>
          </p:nvSpPr>
          <p:spPr bwMode="auto">
            <a:xfrm>
              <a:off x="3152136" y="3250545"/>
              <a:ext cx="215277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888020" name="AutoShape 63"/>
            <p:cNvSpPr/>
            <p:nvPr/>
          </p:nvSpPr>
          <p:spPr bwMode="auto">
            <a:xfrm>
              <a:off x="3152136" y="1214709"/>
              <a:ext cx="2152773" cy="135695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18945" name="Rectangle: Rounded Corners 12"/>
            <p:cNvSpPr/>
            <p:nvPr/>
          </p:nvSpPr>
          <p:spPr bwMode="auto">
            <a:xfrm flipH="0" flipV="0">
              <a:off x="5044078" y="0"/>
              <a:ext cx="4471562" cy="38897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32155460" name=""/>
            <p:cNvGrpSpPr/>
            <p:nvPr/>
          </p:nvGrpSpPr>
          <p:grpSpPr bwMode="auto">
            <a:xfrm>
              <a:off x="5379324" y="981433"/>
              <a:ext cx="3868561" cy="2670352"/>
              <a:chOff x="0" y="0"/>
              <a:chExt cx="3868561" cy="2670352"/>
            </a:xfrm>
          </p:grpSpPr>
          <p:sp>
            <p:nvSpPr>
              <p:cNvPr id="664730013" name="Freeform 30"/>
              <p:cNvSpPr/>
              <p:nvPr/>
            </p:nvSpPr>
            <p:spPr bwMode="auto">
              <a:xfrm rot="0" flipH="0" flipV="0">
                <a:off x="0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099366188" name="TextBox 31"/>
              <p:cNvSpPr txBox="1"/>
              <p:nvPr/>
            </p:nvSpPr>
            <p:spPr bwMode="auto">
              <a:xfrm rot="0" flipH="0" flipV="0">
                <a:off x="0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47110027" name="AutoShape 32"/>
              <p:cNvSpPr/>
              <p:nvPr/>
            </p:nvSpPr>
            <p:spPr bwMode="auto">
              <a:xfrm flipH="0" flipV="0">
                <a:off x="1859931" y="0"/>
                <a:ext cx="0" cy="2566766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81289386" name="Freeform 34"/>
              <p:cNvSpPr/>
              <p:nvPr/>
            </p:nvSpPr>
            <p:spPr bwMode="auto">
              <a:xfrm rot="0" flipH="0" flipV="0">
                <a:off x="0" y="806385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369907308" name="TextBox 35"/>
              <p:cNvSpPr txBox="1"/>
              <p:nvPr/>
            </p:nvSpPr>
            <p:spPr bwMode="auto">
              <a:xfrm rot="0" flipH="0" flipV="0">
                <a:off x="0" y="738607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7980996" name="Freeform 37"/>
              <p:cNvSpPr/>
              <p:nvPr/>
            </p:nvSpPr>
            <p:spPr bwMode="auto">
              <a:xfrm rot="0" flipH="0" flipV="0">
                <a:off x="2247441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82410188" name="TextBox 38"/>
              <p:cNvSpPr txBox="1"/>
              <p:nvPr/>
            </p:nvSpPr>
            <p:spPr bwMode="auto">
              <a:xfrm rot="0" flipH="0" flipV="0">
                <a:off x="2247441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22120553" name="Freeform 57"/>
              <p:cNvSpPr/>
              <p:nvPr/>
            </p:nvSpPr>
            <p:spPr bwMode="auto">
              <a:xfrm rot="0" flipH="0" flipV="0">
                <a:off x="0" y="1486649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46110922" name="TextBox 58"/>
              <p:cNvSpPr txBox="1"/>
              <p:nvPr/>
            </p:nvSpPr>
            <p:spPr bwMode="auto">
              <a:xfrm rot="0" flipH="0" flipV="0">
                <a:off x="0" y="1418870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10440464" name="Freeform 60"/>
              <p:cNvSpPr/>
              <p:nvPr/>
            </p:nvSpPr>
            <p:spPr bwMode="auto">
              <a:xfrm rot="0" flipH="0" flipV="0">
                <a:off x="0" y="216552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34707436" name="TextBox 61"/>
              <p:cNvSpPr txBox="1"/>
              <p:nvPr/>
            </p:nvSpPr>
            <p:spPr bwMode="auto">
              <a:xfrm rot="0" flipH="0" flipV="0">
                <a:off x="0" y="209774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513392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4411812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0753773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12884220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9356264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938567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3061897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5472826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147383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21102229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8664113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5169921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8039572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3688932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5439022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66817816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0438439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783668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8891651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85217690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8130181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0686977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0272302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044329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8899054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3763586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957639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7940842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4850361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161588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2029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51741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5709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3716618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7641632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600886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2257680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1647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442333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654676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001201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245699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308535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005316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984122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6555932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129391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254929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5026659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755993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68313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129862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02725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375827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039632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06338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457292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522053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157524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002715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400628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019872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502613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6440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475636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364335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686700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82727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57116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310640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91747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894366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028959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575292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701155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78529982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8125854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6217555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00795204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43735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9525319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626727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6887419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3228251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934601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1400927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207281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588430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680695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20097120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2530316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963671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425961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954384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625227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19416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317248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02877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97645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77972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088833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591393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93896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6856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761" y="377042"/>
            <a:ext cx="11730476" cy="6230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8679635" name=""/>
          <p:cNvGrpSpPr/>
          <p:nvPr/>
        </p:nvGrpSpPr>
        <p:grpSpPr bwMode="auto">
          <a:xfrm>
            <a:off x="2150888" y="460519"/>
            <a:ext cx="8063019" cy="5980812"/>
            <a:chOff x="0" y="0"/>
            <a:chExt cx="8063019" cy="5980812"/>
          </a:xfrm>
        </p:grpSpPr>
        <p:sp>
          <p:nvSpPr>
            <p:cNvPr id="739338515" name="TextBox 32"/>
            <p:cNvSpPr txBox="1"/>
            <p:nvPr/>
          </p:nvSpPr>
          <p:spPr bwMode="auto">
            <a:xfrm>
              <a:off x="236819" y="552892"/>
              <a:ext cx="7564705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7742885" name="TextBox 33"/>
            <p:cNvSpPr txBox="1"/>
            <p:nvPr/>
          </p:nvSpPr>
          <p:spPr bwMode="auto">
            <a:xfrm>
              <a:off x="450093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1284106" name="AutoShape 34"/>
            <p:cNvSpPr/>
            <p:nvPr/>
          </p:nvSpPr>
          <p:spPr bwMode="auto">
            <a:xfrm>
              <a:off x="4018635" y="1218439"/>
              <a:ext cx="0" cy="4082392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807691" name="TextBox 35"/>
            <p:cNvSpPr txBox="1"/>
            <p:nvPr/>
          </p:nvSpPr>
          <p:spPr bwMode="auto">
            <a:xfrm>
              <a:off x="4871558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5826011" name="Rectangle: Rounded Corners 12"/>
            <p:cNvSpPr/>
            <p:nvPr/>
          </p:nvSpPr>
          <p:spPr bwMode="auto">
            <a:xfrm>
              <a:off x="0" y="0"/>
              <a:ext cx="8063021" cy="598081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20509746" name=""/>
            <p:cNvGrpSpPr/>
            <p:nvPr/>
          </p:nvGrpSpPr>
          <p:grpSpPr bwMode="auto">
            <a:xfrm>
              <a:off x="399638" y="1809869"/>
              <a:ext cx="7237756" cy="2180308"/>
              <a:chOff x="0" y="0"/>
              <a:chExt cx="7237756" cy="2180308"/>
            </a:xfrm>
          </p:grpSpPr>
          <p:sp>
            <p:nvSpPr>
              <p:cNvPr id="776321856" name="Freeform 30"/>
              <p:cNvSpPr/>
              <p:nvPr/>
            </p:nvSpPr>
            <p:spPr bwMode="auto">
              <a:xfrm rot="0" flipH="0" flipV="0">
                <a:off x="0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85273817" name="TextBox 31"/>
              <p:cNvSpPr txBox="1"/>
              <p:nvPr/>
            </p:nvSpPr>
            <p:spPr bwMode="auto">
              <a:xfrm rot="0" flipH="0" flipV="0">
                <a:off x="0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415 141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94524234" name="Freeform 37"/>
              <p:cNvSpPr/>
              <p:nvPr/>
            </p:nvSpPr>
            <p:spPr bwMode="auto">
              <a:xfrm rot="0" flipH="0" flipV="0">
                <a:off x="4421466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35634629" name="TextBox 38"/>
              <p:cNvSpPr txBox="1"/>
              <p:nvPr/>
            </p:nvSpPr>
            <p:spPr bwMode="auto">
              <a:xfrm rot="0" flipH="0" flipV="0">
                <a:off x="4421466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205 120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20458043" name="Freeform 40"/>
              <p:cNvSpPr/>
              <p:nvPr/>
            </p:nvSpPr>
            <p:spPr bwMode="auto">
              <a:xfrm rot="0" flipH="0" flipV="0">
                <a:off x="4421466" y="130330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96937835" name="TextBox 41"/>
              <p:cNvSpPr txBox="1"/>
              <p:nvPr/>
            </p:nvSpPr>
            <p:spPr bwMode="auto">
              <a:xfrm rot="0" flipH="0" flipV="0">
                <a:off x="4421466" y="1156119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207 867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07022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Pangandussüsteemi konfidentsiaalsuse mudel: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97541076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Bitcoini privaatsusmudel: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23701704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3893701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Vastaspool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8335581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6026703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Avalik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51490615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9844647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858044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5116875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Tehingud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893079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19827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Identiteedid</a:t>
            </a:r>
            <a:endParaRPr/>
          </a:p>
        </p:txBody>
      </p:sp>
      <p:sp>
        <p:nvSpPr>
          <p:cNvPr id="1902395310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614404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9334455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Avalik</a:t>
            </a:r>
            <a:endParaRPr/>
          </a:p>
        </p:txBody>
      </p:sp>
      <p:sp>
        <p:nvSpPr>
          <p:cNvPr id="960991375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306393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Tehingud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5136195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311218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Identiteedid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62476796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863021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958126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097845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364363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677424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464836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6838137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782328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0357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98352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342112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474461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309669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594350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61907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683053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99322014" name=""/>
          <p:cNvGrpSpPr/>
          <p:nvPr/>
        </p:nvGrpSpPr>
        <p:grpSpPr bwMode="auto">
          <a:xfrm>
            <a:off x="2554785" y="2067765"/>
            <a:ext cx="5521491" cy="3474990"/>
            <a:chOff x="0" y="0"/>
            <a:chExt cx="5521491" cy="3474990"/>
          </a:xfrm>
        </p:grpSpPr>
        <p:sp>
          <p:nvSpPr>
            <p:cNvPr id="2002445824" name="AutoShape 26"/>
            <p:cNvSpPr/>
            <p:nvPr/>
          </p:nvSpPr>
          <p:spPr bwMode="auto">
            <a:xfrm>
              <a:off x="0" y="0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290655" name="AutoShape 32"/>
            <p:cNvSpPr/>
            <p:nvPr/>
          </p:nvSpPr>
          <p:spPr bwMode="auto">
            <a:xfrm flipV="1">
              <a:off x="2586260" y="0"/>
              <a:ext cx="175289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8431159" name="AutoShape 35"/>
            <p:cNvSpPr/>
            <p:nvPr/>
          </p:nvSpPr>
          <p:spPr bwMode="auto">
            <a:xfrm>
              <a:off x="0" y="3058272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2448617" name="Freeform 37"/>
            <p:cNvSpPr/>
            <p:nvPr/>
          </p:nvSpPr>
          <p:spPr bwMode="auto">
            <a:xfrm>
              <a:off x="1752821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1030628" name="Freeform 38"/>
            <p:cNvSpPr/>
            <p:nvPr/>
          </p:nvSpPr>
          <p:spPr bwMode="auto">
            <a:xfrm>
              <a:off x="4339159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1907248" name="AutoShape 43"/>
            <p:cNvSpPr/>
            <p:nvPr/>
          </p:nvSpPr>
          <p:spPr bwMode="auto">
            <a:xfrm>
              <a:off x="3462747" y="1782343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9540419" name="Freeform 44"/>
            <p:cNvSpPr/>
            <p:nvPr/>
          </p:nvSpPr>
          <p:spPr bwMode="auto">
            <a:xfrm>
              <a:off x="3110418" y="2705943"/>
              <a:ext cx="704656" cy="704656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8730056" name="TextBox 45"/>
            <p:cNvSpPr txBox="1"/>
            <p:nvPr/>
          </p:nvSpPr>
          <p:spPr bwMode="auto">
            <a:xfrm>
              <a:off x="1406520" y="1406764"/>
              <a:ext cx="4114971" cy="2788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0135862" name=""/>
          <p:cNvGrpSpPr/>
          <p:nvPr/>
        </p:nvGrpSpPr>
        <p:grpSpPr bwMode="auto">
          <a:xfrm>
            <a:off x="549311" y="312186"/>
            <a:ext cx="10022373" cy="6088986"/>
            <a:chOff x="0" y="0"/>
            <a:chExt cx="10022373" cy="6088986"/>
          </a:xfrm>
        </p:grpSpPr>
        <p:sp>
          <p:nvSpPr>
            <p:cNvPr id="226450566" name="Freeform 27"/>
            <p:cNvSpPr/>
            <p:nvPr/>
          </p:nvSpPr>
          <p:spPr bwMode="auto">
            <a:xfrm rot="0" flipH="0" flipV="0">
              <a:off x="3334054" y="156696"/>
              <a:ext cx="6688318" cy="5627934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13639918" name="TextBox 28"/>
            <p:cNvSpPr txBox="1"/>
            <p:nvPr/>
          </p:nvSpPr>
          <p:spPr bwMode="auto">
            <a:xfrm rot="0" flipH="0" flipV="0">
              <a:off x="3334054" y="0"/>
              <a:ext cx="6688318" cy="578463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689895473" name="TextBox 32"/>
            <p:cNvSpPr txBox="1"/>
            <p:nvPr/>
          </p:nvSpPr>
          <p:spPr bwMode="auto">
            <a:xfrm>
              <a:off x="3802393" y="219555"/>
              <a:ext cx="5752724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5944245" name="TextBox 33"/>
            <p:cNvSpPr txBox="1"/>
            <p:nvPr/>
          </p:nvSpPr>
          <p:spPr bwMode="auto">
            <a:xfrm>
              <a:off x="3964572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455287" name="TextBox 38"/>
            <p:cNvSpPr txBox="1"/>
            <p:nvPr/>
          </p:nvSpPr>
          <p:spPr bwMode="auto">
            <a:xfrm>
              <a:off x="7326808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8808806" name="TextBox 39"/>
            <p:cNvSpPr txBox="1"/>
            <p:nvPr/>
          </p:nvSpPr>
          <p:spPr bwMode="auto">
            <a:xfrm flipH="0" flipV="0">
              <a:off x="503789" y="57997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80146165" name="Freeform 40"/>
            <p:cNvSpPr/>
            <p:nvPr/>
          </p:nvSpPr>
          <p:spPr bwMode="auto">
            <a:xfrm rot="1981001">
              <a:off x="2207664" y="124827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832727" name="TextBox 41"/>
            <p:cNvSpPr txBox="1"/>
            <p:nvPr/>
          </p:nvSpPr>
          <p:spPr bwMode="auto">
            <a:xfrm flipH="0" flipV="0">
              <a:off x="0" y="3596514"/>
              <a:ext cx="2900944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96711725" name="Freeform 42"/>
            <p:cNvSpPr/>
            <p:nvPr/>
          </p:nvSpPr>
          <p:spPr bwMode="auto">
            <a:xfrm rot="10008104" flipH="1">
              <a:off x="2114692" y="3210017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8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8" y="280330"/>
                  </a:lnTo>
                  <a:lnTo>
                    <a:pt x="99231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545340" name="TextBox 52"/>
            <p:cNvSpPr txBox="1"/>
            <p:nvPr/>
          </p:nvSpPr>
          <p:spPr bwMode="auto">
            <a:xfrm flipH="0" flipV="0">
              <a:off x="203827" y="1826557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81678378" name="Freeform 53"/>
            <p:cNvSpPr/>
            <p:nvPr/>
          </p:nvSpPr>
          <p:spPr bwMode="auto">
            <a:xfrm rot="731793">
              <a:off x="2032286" y="2355332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1598958" name="TextBox 54"/>
            <p:cNvSpPr txBox="1"/>
            <p:nvPr/>
          </p:nvSpPr>
          <p:spPr bwMode="auto">
            <a:xfrm flipH="0" flipV="0">
              <a:off x="410214" y="478114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0469110" name="TextBox 55"/>
            <p:cNvSpPr txBox="1"/>
            <p:nvPr/>
          </p:nvSpPr>
          <p:spPr bwMode="auto">
            <a:xfrm flipH="0" flipV="0">
              <a:off x="74417" y="5742297"/>
              <a:ext cx="2940545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41207274" name="Freeform 56"/>
            <p:cNvSpPr/>
            <p:nvPr/>
          </p:nvSpPr>
          <p:spPr bwMode="auto">
            <a:xfrm rot="9117488" flipH="1">
              <a:off x="2125942" y="428743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7" y="280330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98664" name="Freeform 57"/>
            <p:cNvSpPr/>
            <p:nvPr/>
          </p:nvSpPr>
          <p:spPr bwMode="auto">
            <a:xfrm rot="9379580" flipH="1">
              <a:off x="2116296" y="5277954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29"/>
                  </a:lnTo>
                  <a:lnTo>
                    <a:pt x="992317" y="280329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155729745" name=""/>
            <p:cNvGrpSpPr/>
            <p:nvPr/>
          </p:nvGrpSpPr>
          <p:grpSpPr bwMode="auto">
            <a:xfrm>
              <a:off x="3651248" y="1027480"/>
              <a:ext cx="6061158" cy="4518280"/>
              <a:chOff x="0" y="0"/>
              <a:chExt cx="6061158" cy="4518280"/>
            </a:xfrm>
          </p:grpSpPr>
          <p:sp>
            <p:nvSpPr>
              <p:cNvPr id="826421348" name="Freeform 30"/>
              <p:cNvSpPr/>
              <p:nvPr/>
            </p:nvSpPr>
            <p:spPr bwMode="auto">
              <a:xfrm rot="0" flipH="0" flipV="0">
                <a:off x="0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834252061" name="TextBox 31"/>
              <p:cNvSpPr txBox="1"/>
              <p:nvPr/>
            </p:nvSpPr>
            <p:spPr bwMode="auto">
              <a:xfrm rot="0" flipH="0" flipV="0">
                <a:off x="0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00223077" name="AutoShape 34"/>
              <p:cNvSpPr/>
              <p:nvPr/>
            </p:nvSpPr>
            <p:spPr bwMode="auto">
              <a:xfrm flipH="0" flipV="0">
                <a:off x="3026964" y="0"/>
                <a:ext cx="0" cy="448248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50685255" name="Freeform 36"/>
              <p:cNvSpPr/>
              <p:nvPr/>
            </p:nvSpPr>
            <p:spPr bwMode="auto">
              <a:xfrm rot="0" flipH="0" flipV="0">
                <a:off x="0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47995553" name="TextBox 37"/>
              <p:cNvSpPr txBox="1"/>
              <p:nvPr/>
            </p:nvSpPr>
            <p:spPr bwMode="auto">
              <a:xfrm rot="0" flipH="0" flipV="0">
                <a:off x="0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8731454" name="Freeform 44"/>
              <p:cNvSpPr/>
              <p:nvPr/>
            </p:nvSpPr>
            <p:spPr bwMode="auto">
              <a:xfrm rot="0" flipH="0" flipV="0">
                <a:off x="171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66828647" name="TextBox 45"/>
              <p:cNvSpPr txBox="1"/>
              <p:nvPr/>
            </p:nvSpPr>
            <p:spPr bwMode="auto">
              <a:xfrm rot="0" flipH="0" flipV="0">
                <a:off x="171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31106213" name="Freeform 47"/>
              <p:cNvSpPr/>
              <p:nvPr/>
            </p:nvSpPr>
            <p:spPr bwMode="auto">
              <a:xfrm rot="0" flipH="0" flipV="0">
                <a:off x="171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502263614" name="TextBox 48"/>
              <p:cNvSpPr txBox="1"/>
              <p:nvPr/>
            </p:nvSpPr>
            <p:spPr bwMode="auto">
              <a:xfrm rot="0" flipH="0" flipV="0">
                <a:off x="171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61482835" name="Freeform 50"/>
              <p:cNvSpPr/>
              <p:nvPr/>
            </p:nvSpPr>
            <p:spPr bwMode="auto">
              <a:xfrm rot="0" flipH="0" flipV="0">
                <a:off x="171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50787987" name="TextBox 51"/>
              <p:cNvSpPr txBox="1"/>
              <p:nvPr/>
            </p:nvSpPr>
            <p:spPr bwMode="auto">
              <a:xfrm rot="0" flipH="0" flipV="0">
                <a:off x="171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64367025" name="Freeform 59"/>
              <p:cNvSpPr/>
              <p:nvPr/>
            </p:nvSpPr>
            <p:spPr bwMode="auto">
              <a:xfrm rot="0" flipH="0" flipV="0">
                <a:off x="3362234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42382667" name="TextBox 60"/>
              <p:cNvSpPr txBox="1"/>
              <p:nvPr/>
            </p:nvSpPr>
            <p:spPr bwMode="auto">
              <a:xfrm rot="0" flipH="0" flipV="0">
                <a:off x="3362234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58750084" name="Freeform 62"/>
              <p:cNvSpPr/>
              <p:nvPr/>
            </p:nvSpPr>
            <p:spPr bwMode="auto">
              <a:xfrm rot="0" flipH="0" flipV="0">
                <a:off x="3362234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97936550" name="TextBox 63"/>
              <p:cNvSpPr txBox="1"/>
              <p:nvPr/>
            </p:nvSpPr>
            <p:spPr bwMode="auto">
              <a:xfrm rot="0" flipH="0" flipV="0">
                <a:off x="3362234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49592425" name="Freeform 65"/>
              <p:cNvSpPr/>
              <p:nvPr/>
            </p:nvSpPr>
            <p:spPr bwMode="auto">
              <a:xfrm rot="0" flipH="0" flipV="0">
                <a:off x="3362409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446262257" name="TextBox 66"/>
              <p:cNvSpPr txBox="1"/>
              <p:nvPr/>
            </p:nvSpPr>
            <p:spPr bwMode="auto">
              <a:xfrm rot="0" flipH="0" flipV="0">
                <a:off x="3362409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14785230" name="Freeform 68"/>
              <p:cNvSpPr/>
              <p:nvPr/>
            </p:nvSpPr>
            <p:spPr bwMode="auto">
              <a:xfrm rot="0" flipH="0" flipV="0">
                <a:off x="3362409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96840801" name="TextBox 69"/>
              <p:cNvSpPr txBox="1"/>
              <p:nvPr/>
            </p:nvSpPr>
            <p:spPr bwMode="auto">
              <a:xfrm rot="0" flipH="0" flipV="0">
                <a:off x="3362409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58683636" name="Freeform 71"/>
              <p:cNvSpPr/>
              <p:nvPr/>
            </p:nvSpPr>
            <p:spPr bwMode="auto">
              <a:xfrm rot="0" flipH="0" flipV="0">
                <a:off x="3362409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501919127" name="TextBox 72"/>
              <p:cNvSpPr txBox="1"/>
              <p:nvPr/>
            </p:nvSpPr>
            <p:spPr bwMode="auto">
              <a:xfrm rot="0" flipH="0" flipV="0">
                <a:off x="3362409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3187915" name=""/>
          <p:cNvGrpSpPr/>
          <p:nvPr/>
        </p:nvGrpSpPr>
        <p:grpSpPr bwMode="auto">
          <a:xfrm>
            <a:off x="242545" y="331769"/>
            <a:ext cx="11555181" cy="5956122"/>
            <a:chOff x="0" y="0"/>
            <a:chExt cx="11555181" cy="5956122"/>
          </a:xfrm>
        </p:grpSpPr>
        <p:sp>
          <p:nvSpPr>
            <p:cNvPr id="121829509" name="Freeform 27"/>
            <p:cNvSpPr/>
            <p:nvPr/>
          </p:nvSpPr>
          <p:spPr bwMode="auto">
            <a:xfrm rot="0" flipH="0" flipV="0">
              <a:off x="2831168" y="152725"/>
              <a:ext cx="6518772" cy="5485268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40076528" name="TextBox 28"/>
            <p:cNvSpPr txBox="1"/>
            <p:nvPr/>
          </p:nvSpPr>
          <p:spPr bwMode="auto">
            <a:xfrm rot="0" flipH="0" flipV="0">
              <a:off x="2831168" y="0"/>
              <a:ext cx="6518772" cy="56379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29652348" name="TextBox 32"/>
            <p:cNvSpPr txBox="1"/>
            <p:nvPr/>
          </p:nvSpPr>
          <p:spPr bwMode="auto">
            <a:xfrm>
              <a:off x="3287635" y="203260"/>
              <a:ext cx="5607282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2027184902" name="TextBox 33"/>
            <p:cNvSpPr txBox="1"/>
            <p:nvPr/>
          </p:nvSpPr>
          <p:spPr bwMode="auto">
            <a:xfrm>
              <a:off x="3445702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110970801" name="TextBox 38"/>
            <p:cNvSpPr txBox="1"/>
            <p:nvPr/>
          </p:nvSpPr>
          <p:spPr bwMode="auto">
            <a:xfrm>
              <a:off x="6722708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470199151" name="TextBox 39"/>
            <p:cNvSpPr txBox="1"/>
            <p:nvPr/>
          </p:nvSpPr>
          <p:spPr bwMode="auto">
            <a:xfrm flipH="0" flipV="0">
              <a:off x="441702" y="586738"/>
              <a:ext cx="2174103" cy="3377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2924214" name="Freeform 40"/>
            <p:cNvSpPr/>
            <p:nvPr/>
          </p:nvSpPr>
          <p:spPr bwMode="auto">
            <a:xfrm rot="1981001">
              <a:off x="1733332" y="1216631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578566" name="TextBox 41"/>
            <p:cNvSpPr txBox="1"/>
            <p:nvPr/>
          </p:nvSpPr>
          <p:spPr bwMode="auto">
            <a:xfrm flipH="0" flipV="0">
              <a:off x="0" y="3526810"/>
              <a:ext cx="24113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1918903" name="Freeform 42"/>
            <p:cNvSpPr/>
            <p:nvPr/>
          </p:nvSpPr>
          <p:spPr bwMode="auto">
            <a:xfrm rot="10008104" flipH="1">
              <a:off x="1642718" y="31286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2" y="273224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434181" name="TextBox 43"/>
            <p:cNvSpPr txBox="1"/>
            <p:nvPr/>
          </p:nvSpPr>
          <p:spPr bwMode="auto">
            <a:xfrm>
              <a:off x="9671225" y="417649"/>
              <a:ext cx="1560116" cy="3380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9347649" name="Freeform 44"/>
            <p:cNvSpPr/>
            <p:nvPr/>
          </p:nvSpPr>
          <p:spPr bwMode="auto">
            <a:xfrm rot="-423529" flipH="1">
              <a:off x="9563418" y="2353556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2" y="273223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5813297" name="TextBox 45"/>
            <p:cNvSpPr txBox="1"/>
            <p:nvPr/>
          </p:nvSpPr>
          <p:spPr bwMode="auto">
            <a:xfrm>
              <a:off x="9901910" y="1914378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132678660" name="Freeform 46"/>
            <p:cNvSpPr/>
            <p:nvPr/>
          </p:nvSpPr>
          <p:spPr bwMode="auto">
            <a:xfrm rot="-2557580" flipH="1">
              <a:off x="9452602" y="11221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3" y="273224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55210" name="Freeform 47"/>
            <p:cNvSpPr/>
            <p:nvPr/>
          </p:nvSpPr>
          <p:spPr bwMode="auto">
            <a:xfrm rot="-10662274">
              <a:off x="9450635" y="3077943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091717" name="TextBox 48"/>
            <p:cNvSpPr txBox="1"/>
            <p:nvPr/>
          </p:nvSpPr>
          <p:spPr bwMode="auto">
            <a:xfrm>
              <a:off x="9765083" y="3400371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067981762" name="Freeform 49"/>
            <p:cNvSpPr/>
            <p:nvPr/>
          </p:nvSpPr>
          <p:spPr bwMode="auto">
            <a:xfrm rot="-9983765">
              <a:off x="9464117" y="40930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76389" name="TextBox 50"/>
            <p:cNvSpPr txBox="1"/>
            <p:nvPr/>
          </p:nvSpPr>
          <p:spPr bwMode="auto">
            <a:xfrm>
              <a:off x="9901910" y="4471695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243505720" name="TextBox 60"/>
            <p:cNvSpPr txBox="1"/>
            <p:nvPr/>
          </p:nvSpPr>
          <p:spPr bwMode="auto">
            <a:xfrm flipH="0" flipV="0">
              <a:off x="150882" y="1801716"/>
              <a:ext cx="216860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1648605" name="Freeform 61"/>
            <p:cNvSpPr/>
            <p:nvPr/>
          </p:nvSpPr>
          <p:spPr bwMode="auto">
            <a:xfrm rot="731793">
              <a:off x="1562400" y="2295628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3391464" name="TextBox 62"/>
            <p:cNvSpPr txBox="1"/>
            <p:nvPr/>
          </p:nvSpPr>
          <p:spPr bwMode="auto">
            <a:xfrm flipH="0" flipV="0">
              <a:off x="350920" y="4681411"/>
              <a:ext cx="2172603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52509121" name="TextBox 63"/>
            <p:cNvSpPr txBox="1"/>
            <p:nvPr/>
          </p:nvSpPr>
          <p:spPr bwMode="auto">
            <a:xfrm flipH="0" flipV="0">
              <a:off x="72356" y="5618197"/>
              <a:ext cx="2449368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6687967" name="Freeform 64"/>
            <p:cNvSpPr/>
            <p:nvPr/>
          </p:nvSpPr>
          <p:spPr bwMode="auto">
            <a:xfrm rot="9117488" flipH="1">
              <a:off x="1653680" y="4178750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7377318" name="Freeform 65"/>
            <p:cNvSpPr/>
            <p:nvPr/>
          </p:nvSpPr>
          <p:spPr bwMode="auto">
            <a:xfrm rot="9379580" flipH="1">
              <a:off x="1644278" y="5144162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0830045" name="Freeform 66"/>
            <p:cNvSpPr/>
            <p:nvPr/>
          </p:nvSpPr>
          <p:spPr bwMode="auto">
            <a:xfrm rot="-9983765">
              <a:off x="9555471" y="49946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618338" name="TextBox 67"/>
            <p:cNvSpPr txBox="1"/>
            <p:nvPr/>
          </p:nvSpPr>
          <p:spPr bwMode="auto">
            <a:xfrm flipH="0" flipV="0">
              <a:off x="9993264" y="5373293"/>
              <a:ext cx="15619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216533261" name=""/>
            <p:cNvGrpSpPr/>
            <p:nvPr/>
          </p:nvGrpSpPr>
          <p:grpSpPr bwMode="auto">
            <a:xfrm>
              <a:off x="3203952" y="1083398"/>
              <a:ext cx="5833048" cy="4321782"/>
              <a:chOff x="0" y="0"/>
              <a:chExt cx="5833048" cy="4321782"/>
            </a:xfrm>
          </p:grpSpPr>
          <p:sp>
            <p:nvSpPr>
              <p:cNvPr id="746675543" name="Freeform 30"/>
              <p:cNvSpPr/>
              <p:nvPr/>
            </p:nvSpPr>
            <p:spPr bwMode="auto">
              <a:xfrm rot="0" flipH="0" flipV="0">
                <a:off x="0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17081435" name="TextBox 31"/>
              <p:cNvSpPr txBox="1"/>
              <p:nvPr/>
            </p:nvSpPr>
            <p:spPr bwMode="auto">
              <a:xfrm rot="0" flipH="0" flipV="0">
                <a:off x="0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1096809" name="AutoShape 34"/>
              <p:cNvSpPr/>
              <p:nvPr/>
            </p:nvSpPr>
            <p:spPr bwMode="auto">
              <a:xfrm flipH="0" flipV="0">
                <a:off x="2886606" y="0"/>
                <a:ext cx="0" cy="4250158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858076245" name="Freeform 36"/>
              <p:cNvSpPr/>
              <p:nvPr/>
            </p:nvSpPr>
            <p:spPr bwMode="auto">
              <a:xfrm rot="0" flipH="0" flipV="0">
                <a:off x="0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32349654" name="TextBox 37"/>
              <p:cNvSpPr txBox="1"/>
              <p:nvPr/>
            </p:nvSpPr>
            <p:spPr bwMode="auto">
              <a:xfrm rot="0" flipH="0" flipV="0">
                <a:off x="0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6862891" name="Freeform 52"/>
              <p:cNvSpPr/>
              <p:nvPr/>
            </p:nvSpPr>
            <p:spPr bwMode="auto">
              <a:xfrm rot="0" flipH="0" flipV="0">
                <a:off x="167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4498870" name="TextBox 53"/>
              <p:cNvSpPr txBox="1"/>
              <p:nvPr/>
            </p:nvSpPr>
            <p:spPr bwMode="auto">
              <a:xfrm rot="0" flipH="0" flipV="0">
                <a:off x="167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11672434" name="Freeform 55"/>
              <p:cNvSpPr/>
              <p:nvPr/>
            </p:nvSpPr>
            <p:spPr bwMode="auto">
              <a:xfrm rot="0" flipH="0" flipV="0">
                <a:off x="167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4237911" name="TextBox 56"/>
              <p:cNvSpPr txBox="1"/>
              <p:nvPr/>
            </p:nvSpPr>
            <p:spPr bwMode="auto">
              <a:xfrm rot="0" flipH="0" flipV="0">
                <a:off x="167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5251664" name="Freeform 58"/>
              <p:cNvSpPr/>
              <p:nvPr/>
            </p:nvSpPr>
            <p:spPr bwMode="auto">
              <a:xfrm rot="0" flipH="0" flipV="0">
                <a:off x="167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27048814" name="TextBox 59"/>
              <p:cNvSpPr txBox="1"/>
              <p:nvPr/>
            </p:nvSpPr>
            <p:spPr bwMode="auto">
              <a:xfrm rot="0" flipH="0" flipV="0">
                <a:off x="167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55234019" name="Freeform 69"/>
              <p:cNvSpPr/>
              <p:nvPr/>
            </p:nvSpPr>
            <p:spPr bwMode="auto">
              <a:xfrm rot="0" flipH="0" flipV="0">
                <a:off x="3277004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4590998" name="TextBox 70"/>
              <p:cNvSpPr txBox="1"/>
              <p:nvPr/>
            </p:nvSpPr>
            <p:spPr bwMode="auto">
              <a:xfrm rot="0" flipH="0" flipV="0">
                <a:off x="3277004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0517129" name="Freeform 72"/>
              <p:cNvSpPr/>
              <p:nvPr/>
            </p:nvSpPr>
            <p:spPr bwMode="auto">
              <a:xfrm rot="0" flipH="0" flipV="0">
                <a:off x="3277004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1427854" name="TextBox 73"/>
              <p:cNvSpPr txBox="1"/>
              <p:nvPr/>
            </p:nvSpPr>
            <p:spPr bwMode="auto">
              <a:xfrm rot="0" flipH="0" flipV="0">
                <a:off x="3277004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5570734" name="Freeform 75"/>
              <p:cNvSpPr/>
              <p:nvPr/>
            </p:nvSpPr>
            <p:spPr bwMode="auto">
              <a:xfrm rot="0" flipH="0" flipV="0">
                <a:off x="3277174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69429" name="TextBox 76"/>
              <p:cNvSpPr txBox="1"/>
              <p:nvPr/>
            </p:nvSpPr>
            <p:spPr bwMode="auto">
              <a:xfrm rot="0" flipH="0" flipV="0">
                <a:off x="3277174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0458803" name="Freeform 78"/>
              <p:cNvSpPr/>
              <p:nvPr/>
            </p:nvSpPr>
            <p:spPr bwMode="auto">
              <a:xfrm rot="0" flipH="0" flipV="0">
                <a:off x="3277174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03202991" name="TextBox 79"/>
              <p:cNvSpPr txBox="1"/>
              <p:nvPr/>
            </p:nvSpPr>
            <p:spPr bwMode="auto">
              <a:xfrm rot="0" flipH="0" flipV="0">
                <a:off x="3277174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0365595" name="Freeform 81"/>
              <p:cNvSpPr/>
              <p:nvPr/>
            </p:nvSpPr>
            <p:spPr bwMode="auto">
              <a:xfrm rot="0" flipH="0" flipV="0">
                <a:off x="3277174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11684720" name="TextBox 82"/>
              <p:cNvSpPr txBox="1"/>
              <p:nvPr/>
            </p:nvSpPr>
            <p:spPr bwMode="auto">
              <a:xfrm rot="0" flipH="0" flipV="0">
                <a:off x="3277174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82232866" name=""/>
          <p:cNvGrpSpPr/>
          <p:nvPr/>
        </p:nvGrpSpPr>
        <p:grpSpPr bwMode="auto">
          <a:xfrm>
            <a:off x="266856" y="426332"/>
            <a:ext cx="10157112" cy="5968202"/>
            <a:chOff x="0" y="0"/>
            <a:chExt cx="10157112" cy="5968202"/>
          </a:xfrm>
        </p:grpSpPr>
        <p:sp>
          <p:nvSpPr>
            <p:cNvPr id="2008903696" name="Freeform 27"/>
            <p:cNvSpPr/>
            <p:nvPr/>
          </p:nvSpPr>
          <p:spPr bwMode="auto">
            <a:xfrm rot="0" flipH="0" flipV="0">
              <a:off x="3681516" y="226127"/>
              <a:ext cx="6475595" cy="5448936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5916287" name="TextBox 28"/>
            <p:cNvSpPr txBox="1"/>
            <p:nvPr/>
          </p:nvSpPr>
          <p:spPr bwMode="auto">
            <a:xfrm rot="0" flipH="0" flipV="0">
              <a:off x="3681516" y="0"/>
              <a:ext cx="6475595" cy="56006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19374040" name="TextBox 32"/>
            <p:cNvSpPr txBox="1"/>
            <p:nvPr/>
          </p:nvSpPr>
          <p:spPr bwMode="auto">
            <a:xfrm>
              <a:off x="4134960" y="275949"/>
              <a:ext cx="5570151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72967263" name="TextBox 33"/>
            <p:cNvSpPr txBox="1"/>
            <p:nvPr/>
          </p:nvSpPr>
          <p:spPr bwMode="auto">
            <a:xfrm>
              <a:off x="4291977" y="710531"/>
              <a:ext cx="2000643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88477701" name="TextBox 38"/>
            <p:cNvSpPr txBox="1"/>
            <p:nvPr/>
          </p:nvSpPr>
          <p:spPr bwMode="auto">
            <a:xfrm flipH="0" flipV="0">
              <a:off x="695204" y="634429"/>
              <a:ext cx="2766673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7532028" name="Freeform 39"/>
            <p:cNvSpPr/>
            <p:nvPr/>
          </p:nvSpPr>
          <p:spPr bwMode="auto">
            <a:xfrm rot="1981001">
              <a:off x="2590951" y="12829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6" y="0"/>
                  </a:lnTo>
                  <a:lnTo>
                    <a:pt x="960756" y="271413"/>
                  </a:lnTo>
                  <a:lnTo>
                    <a:pt x="0" y="271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662697" name="TextBox 40"/>
            <p:cNvSpPr txBox="1"/>
            <p:nvPr/>
          </p:nvSpPr>
          <p:spPr bwMode="auto">
            <a:xfrm flipH="0" flipV="0">
              <a:off x="0" y="3555028"/>
              <a:ext cx="3262332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82767946" name="Freeform 41"/>
            <p:cNvSpPr/>
            <p:nvPr/>
          </p:nvSpPr>
          <p:spPr bwMode="auto">
            <a:xfrm rot="10008104" flipH="1">
              <a:off x="2500938" y="3182338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3"/>
                  </a:lnTo>
                  <a:lnTo>
                    <a:pt x="960756" y="271413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58886" name="TextBox 51"/>
            <p:cNvSpPr txBox="1"/>
            <p:nvPr/>
          </p:nvSpPr>
          <p:spPr bwMode="auto">
            <a:xfrm flipH="0" flipV="0">
              <a:off x="404218" y="1841362"/>
              <a:ext cx="2767959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5037353" name="Freeform 52"/>
            <p:cNvSpPr/>
            <p:nvPr/>
          </p:nvSpPr>
          <p:spPr bwMode="auto">
            <a:xfrm rot="731793">
              <a:off x="2421151" y="235483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7" y="0"/>
                  </a:lnTo>
                  <a:lnTo>
                    <a:pt x="960757" y="271414"/>
                  </a:lnTo>
                  <a:lnTo>
                    <a:pt x="0" y="271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958366" name="TextBox 53"/>
            <p:cNvSpPr txBox="1"/>
            <p:nvPr/>
          </p:nvSpPr>
          <p:spPr bwMode="auto">
            <a:xfrm flipH="0" flipV="0">
              <a:off x="603759" y="4701981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67493356" name="TextBox 54"/>
            <p:cNvSpPr txBox="1"/>
            <p:nvPr/>
          </p:nvSpPr>
          <p:spPr bwMode="auto">
            <a:xfrm flipH="0" flipV="0">
              <a:off x="603759" y="5632563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83316301" name="Freeform 55"/>
            <p:cNvSpPr/>
            <p:nvPr/>
          </p:nvSpPr>
          <p:spPr bwMode="auto">
            <a:xfrm rot="9117488" flipH="1">
              <a:off x="2511828" y="42254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6" y="271414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85318" name="Freeform 56"/>
            <p:cNvSpPr/>
            <p:nvPr/>
          </p:nvSpPr>
          <p:spPr bwMode="auto">
            <a:xfrm rot="9379580" flipH="1">
              <a:off x="2502485" y="5184504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7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7" y="271414"/>
                  </a:lnTo>
                  <a:lnTo>
                    <a:pt x="96075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85646199" name=""/>
            <p:cNvGrpSpPr/>
            <p:nvPr/>
          </p:nvGrpSpPr>
          <p:grpSpPr bwMode="auto">
            <a:xfrm>
              <a:off x="3933703" y="1200722"/>
              <a:ext cx="2985609" cy="4243068"/>
              <a:chOff x="0" y="0"/>
              <a:chExt cx="2985609" cy="4243068"/>
            </a:xfrm>
          </p:grpSpPr>
          <p:sp>
            <p:nvSpPr>
              <p:cNvPr id="451044058" name="Freeform 30"/>
              <p:cNvSpPr/>
              <p:nvPr/>
            </p:nvSpPr>
            <p:spPr bwMode="auto">
              <a:xfrm rot="0" flipH="0" flipV="0">
                <a:off x="0" y="12410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76112455" name="TextBox 31"/>
              <p:cNvSpPr txBox="1"/>
              <p:nvPr/>
            </p:nvSpPr>
            <p:spPr bwMode="auto">
              <a:xfrm rot="0" flipH="0" flipV="0">
                <a:off x="0" y="0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2284272" name="AutoShape 34"/>
              <p:cNvSpPr/>
              <p:nvPr/>
            </p:nvSpPr>
            <p:spPr bwMode="auto">
              <a:xfrm flipH="0" flipV="0">
                <a:off x="2985609" y="70010"/>
                <a:ext cx="0" cy="41730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699077098" name="Freeform 36"/>
              <p:cNvSpPr/>
              <p:nvPr/>
            </p:nvSpPr>
            <p:spPr bwMode="auto">
              <a:xfrm rot="0" flipH="0" flipV="0">
                <a:off x="0" y="992426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24369019" name="TextBox 37"/>
              <p:cNvSpPr txBox="1"/>
              <p:nvPr/>
            </p:nvSpPr>
            <p:spPr bwMode="auto">
              <a:xfrm rot="0" flipH="0" flipV="0">
                <a:off x="0" y="840712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90500110" name="Freeform 43"/>
              <p:cNvSpPr/>
              <p:nvPr/>
            </p:nvSpPr>
            <p:spPr bwMode="auto">
              <a:xfrm rot="0" flipH="0" flipV="0">
                <a:off x="166" y="1860743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48920" name="TextBox 44"/>
              <p:cNvSpPr txBox="1"/>
              <p:nvPr/>
            </p:nvSpPr>
            <p:spPr bwMode="auto">
              <a:xfrm rot="0" flipH="0" flipV="0">
                <a:off x="166" y="1709029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768674361" name="Freeform 46"/>
              <p:cNvSpPr/>
              <p:nvPr/>
            </p:nvSpPr>
            <p:spPr bwMode="auto">
              <a:xfrm rot="0" flipH="0" flipV="0">
                <a:off x="166" y="2729062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5825783" name="TextBox 47"/>
              <p:cNvSpPr txBox="1"/>
              <p:nvPr/>
            </p:nvSpPr>
            <p:spPr bwMode="auto">
              <a:xfrm rot="0" flipH="0" flipV="0">
                <a:off x="166" y="2577348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3254587" name="Freeform 49"/>
              <p:cNvSpPr/>
              <p:nvPr/>
            </p:nvSpPr>
            <p:spPr bwMode="auto">
              <a:xfrm rot="0" flipH="0" flipV="0">
                <a:off x="166" y="359737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8863444" name="TextBox 50"/>
              <p:cNvSpPr txBox="1"/>
              <p:nvPr/>
            </p:nvSpPr>
            <p:spPr bwMode="auto">
              <a:xfrm rot="0" flipH="0" flipV="0">
                <a:off x="166" y="3445664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97596742" name=""/>
          <p:cNvGrpSpPr/>
          <p:nvPr/>
        </p:nvGrpSpPr>
        <p:grpSpPr bwMode="auto">
          <a:xfrm>
            <a:off x="314153" y="352038"/>
            <a:ext cx="11449479" cy="6039867"/>
            <a:chOff x="0" y="0"/>
            <a:chExt cx="11449479" cy="6039867"/>
          </a:xfrm>
        </p:grpSpPr>
        <p:sp>
          <p:nvSpPr>
            <p:cNvPr id="2055310402" name="Freeform 27"/>
            <p:cNvSpPr/>
            <p:nvPr/>
          </p:nvSpPr>
          <p:spPr bwMode="auto">
            <a:xfrm rot="0" flipH="0" flipV="0">
              <a:off x="2572425" y="155444"/>
              <a:ext cx="6634805" cy="5582907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5802010" name="TextBox 28"/>
            <p:cNvSpPr txBox="1"/>
            <p:nvPr/>
          </p:nvSpPr>
          <p:spPr bwMode="auto">
            <a:xfrm rot="0" flipH="0" flipV="0">
              <a:off x="2572425" y="0"/>
              <a:ext cx="6634805" cy="57383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798912404" name="TextBox 32"/>
            <p:cNvSpPr txBox="1"/>
            <p:nvPr/>
          </p:nvSpPr>
          <p:spPr bwMode="auto">
            <a:xfrm>
              <a:off x="3037016" y="207894"/>
              <a:ext cx="5706705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676180671" name="TextBox 33"/>
            <p:cNvSpPr txBox="1"/>
            <p:nvPr/>
          </p:nvSpPr>
          <p:spPr bwMode="auto">
            <a:xfrm>
              <a:off x="3197898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94063" name="TextBox 38"/>
            <p:cNvSpPr txBox="1"/>
            <p:nvPr/>
          </p:nvSpPr>
          <p:spPr bwMode="auto">
            <a:xfrm>
              <a:off x="6533232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0082606" name="TextBox 39"/>
            <p:cNvSpPr txBox="1"/>
            <p:nvPr/>
          </p:nvSpPr>
          <p:spPr bwMode="auto">
            <a:xfrm flipH="0" flipV="0">
              <a:off x="397381" y="598004"/>
              <a:ext cx="195064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89047973" name="Freeform 40"/>
            <p:cNvSpPr/>
            <p:nvPr/>
          </p:nvSpPr>
          <p:spPr bwMode="auto">
            <a:xfrm rot="1981001">
              <a:off x="1455048" y="1238288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618449" name="TextBox 41"/>
            <p:cNvSpPr txBox="1"/>
            <p:nvPr/>
          </p:nvSpPr>
          <p:spPr bwMode="auto">
            <a:xfrm flipH="0" flipV="0">
              <a:off x="0" y="3567361"/>
              <a:ext cx="2142818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0909590" name="Freeform 42"/>
            <p:cNvSpPr/>
            <p:nvPr/>
          </p:nvSpPr>
          <p:spPr bwMode="auto">
            <a:xfrm rot="10008104" flipH="1">
              <a:off x="1362820" y="3184337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6"/>
                  </a:lnTo>
                  <a:lnTo>
                    <a:pt x="984378" y="278086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000338" name="TextBox 43"/>
            <p:cNvSpPr txBox="1"/>
            <p:nvPr/>
          </p:nvSpPr>
          <p:spPr bwMode="auto">
            <a:xfrm>
              <a:off x="9534232" y="425930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89269428" name="Freeform 44"/>
            <p:cNvSpPr/>
            <p:nvPr/>
          </p:nvSpPr>
          <p:spPr bwMode="auto">
            <a:xfrm rot="-423529" flipH="1">
              <a:off x="9424507" y="2395449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004570" name="TextBox 45"/>
            <p:cNvSpPr txBox="1"/>
            <p:nvPr/>
          </p:nvSpPr>
          <p:spPr bwMode="auto">
            <a:xfrm>
              <a:off x="9769024" y="1949301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21880071" name="Freeform 46"/>
            <p:cNvSpPr/>
            <p:nvPr/>
          </p:nvSpPr>
          <p:spPr bwMode="auto">
            <a:xfrm rot="-2557580" flipH="1">
              <a:off x="9311719" y="1142121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2917120" name="Freeform 47"/>
            <p:cNvSpPr/>
            <p:nvPr/>
          </p:nvSpPr>
          <p:spPr bwMode="auto">
            <a:xfrm rot="-10662274">
              <a:off x="9309717" y="313273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11685" name="TextBox 48"/>
            <p:cNvSpPr txBox="1"/>
            <p:nvPr/>
          </p:nvSpPr>
          <p:spPr bwMode="auto">
            <a:xfrm>
              <a:off x="9629763" y="3461744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76209873" name="Freeform 49"/>
            <p:cNvSpPr/>
            <p:nvPr/>
          </p:nvSpPr>
          <p:spPr bwMode="auto">
            <a:xfrm rot="-9983765">
              <a:off x="9323440" y="4165953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4864347" name="TextBox 50"/>
            <p:cNvSpPr txBox="1"/>
            <p:nvPr/>
          </p:nvSpPr>
          <p:spPr bwMode="auto">
            <a:xfrm>
              <a:off x="9769024" y="4552137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348528905" name="TextBox 60"/>
            <p:cNvSpPr txBox="1"/>
            <p:nvPr/>
          </p:nvSpPr>
          <p:spPr bwMode="auto">
            <a:xfrm flipH="0" flipV="0">
              <a:off x="99738" y="1811562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6295118" name="Freeform 61"/>
            <p:cNvSpPr/>
            <p:nvPr/>
          </p:nvSpPr>
          <p:spPr bwMode="auto">
            <a:xfrm rot="731793">
              <a:off x="1281073" y="233649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6"/>
                  </a:lnTo>
                  <a:lnTo>
                    <a:pt x="0" y="278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771911" name="TextBox 62"/>
            <p:cNvSpPr txBox="1"/>
            <p:nvPr/>
          </p:nvSpPr>
          <p:spPr bwMode="auto">
            <a:xfrm flipH="0" flipV="0">
              <a:off x="304473" y="474251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40918328" name="TextBox 63"/>
            <p:cNvSpPr txBox="1"/>
            <p:nvPr/>
          </p:nvSpPr>
          <p:spPr bwMode="auto">
            <a:xfrm flipH="0" flipV="0">
              <a:off x="304473" y="569597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7201535" name="Freeform 64"/>
            <p:cNvSpPr/>
            <p:nvPr/>
          </p:nvSpPr>
          <p:spPr bwMode="auto">
            <a:xfrm rot="9117488" flipH="1">
              <a:off x="1373978" y="425313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420160" name="Freeform 65"/>
            <p:cNvSpPr/>
            <p:nvPr/>
          </p:nvSpPr>
          <p:spPr bwMode="auto">
            <a:xfrm rot="9379580" flipH="1">
              <a:off x="1364409" y="5235726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4057505" name="Freeform 66"/>
            <p:cNvSpPr/>
            <p:nvPr/>
          </p:nvSpPr>
          <p:spPr bwMode="auto">
            <a:xfrm rot="-9983765">
              <a:off x="9416418" y="508360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599881" name="TextBox 67"/>
            <p:cNvSpPr txBox="1"/>
            <p:nvPr/>
          </p:nvSpPr>
          <p:spPr bwMode="auto">
            <a:xfrm>
              <a:off x="9862004" y="5469786"/>
              <a:ext cx="158747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749787851" name=""/>
            <p:cNvGrpSpPr/>
            <p:nvPr/>
          </p:nvGrpSpPr>
          <p:grpSpPr bwMode="auto">
            <a:xfrm>
              <a:off x="3037016" y="1076904"/>
              <a:ext cx="5764460" cy="4424488"/>
              <a:chOff x="0" y="0"/>
              <a:chExt cx="5764460" cy="4424488"/>
            </a:xfrm>
          </p:grpSpPr>
          <p:sp>
            <p:nvSpPr>
              <p:cNvPr id="1558915183" name="Freeform 30"/>
              <p:cNvSpPr/>
              <p:nvPr/>
            </p:nvSpPr>
            <p:spPr bwMode="auto">
              <a:xfrm rot="0" flipH="0" flipV="0">
                <a:off x="0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85867817" name="TextBox 31"/>
              <p:cNvSpPr txBox="1"/>
              <p:nvPr/>
            </p:nvSpPr>
            <p:spPr bwMode="auto">
              <a:xfrm rot="0" flipH="0" flipV="0">
                <a:off x="0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72064133" name="AutoShape 34"/>
              <p:cNvSpPr/>
              <p:nvPr/>
            </p:nvSpPr>
            <p:spPr bwMode="auto">
              <a:xfrm flipH="0" flipV="0">
                <a:off x="2852811" y="0"/>
                <a:ext cx="0" cy="42756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200523784" name="Freeform 36"/>
              <p:cNvSpPr/>
              <p:nvPr/>
            </p:nvSpPr>
            <p:spPr bwMode="auto">
              <a:xfrm rot="0" flipH="0" flipV="0">
                <a:off x="0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9179198" name="TextBox 37"/>
              <p:cNvSpPr txBox="1"/>
              <p:nvPr/>
            </p:nvSpPr>
            <p:spPr bwMode="auto">
              <a:xfrm rot="0" flipH="0" flipV="0">
                <a:off x="0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47475948" name="Freeform 52"/>
              <p:cNvSpPr/>
              <p:nvPr/>
            </p:nvSpPr>
            <p:spPr bwMode="auto">
              <a:xfrm rot="0" flipH="0" flipV="0">
                <a:off x="171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57141328" name="TextBox 53"/>
              <p:cNvSpPr txBox="1"/>
              <p:nvPr/>
            </p:nvSpPr>
            <p:spPr bwMode="auto">
              <a:xfrm rot="0" flipH="0" flipV="0">
                <a:off x="171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62452692" name="Freeform 55"/>
              <p:cNvSpPr/>
              <p:nvPr/>
            </p:nvSpPr>
            <p:spPr bwMode="auto">
              <a:xfrm rot="0" flipH="0" flipV="0">
                <a:off x="171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55126208" name="TextBox 56"/>
              <p:cNvSpPr txBox="1"/>
              <p:nvPr/>
            </p:nvSpPr>
            <p:spPr bwMode="auto">
              <a:xfrm rot="0" flipH="0" flipV="0">
                <a:off x="171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957916" name="Freeform 58"/>
              <p:cNvSpPr/>
              <p:nvPr/>
            </p:nvSpPr>
            <p:spPr bwMode="auto">
              <a:xfrm rot="0" flipH="0" flipV="0">
                <a:off x="171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08041093" name="TextBox 59"/>
              <p:cNvSpPr txBox="1"/>
              <p:nvPr/>
            </p:nvSpPr>
            <p:spPr bwMode="auto">
              <a:xfrm rot="0" flipH="0" flipV="0">
                <a:off x="171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79522219" name="Freeform 69"/>
              <p:cNvSpPr/>
              <p:nvPr/>
            </p:nvSpPr>
            <p:spPr bwMode="auto">
              <a:xfrm rot="0" flipH="0" flipV="0">
                <a:off x="3335336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8936163" name="TextBox 70"/>
              <p:cNvSpPr txBox="1"/>
              <p:nvPr/>
            </p:nvSpPr>
            <p:spPr bwMode="auto">
              <a:xfrm rot="0" flipH="0" flipV="0">
                <a:off x="3335336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1907052" name="Freeform 72"/>
              <p:cNvSpPr/>
              <p:nvPr/>
            </p:nvSpPr>
            <p:spPr bwMode="auto">
              <a:xfrm rot="0" flipH="0" flipV="0">
                <a:off x="3335336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4062358" name="TextBox 73"/>
              <p:cNvSpPr txBox="1"/>
              <p:nvPr/>
            </p:nvSpPr>
            <p:spPr bwMode="auto">
              <a:xfrm rot="0" flipH="0" flipV="0">
                <a:off x="3335336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7980233" name="Freeform 75"/>
              <p:cNvSpPr/>
              <p:nvPr/>
            </p:nvSpPr>
            <p:spPr bwMode="auto">
              <a:xfrm rot="0" flipH="0" flipV="0">
                <a:off x="3335508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26625555" name="TextBox 76"/>
              <p:cNvSpPr txBox="1"/>
              <p:nvPr/>
            </p:nvSpPr>
            <p:spPr bwMode="auto">
              <a:xfrm rot="0" flipH="0" flipV="0">
                <a:off x="3335508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60770282" name="Freeform 78"/>
              <p:cNvSpPr/>
              <p:nvPr/>
            </p:nvSpPr>
            <p:spPr bwMode="auto">
              <a:xfrm rot="0" flipH="0" flipV="0">
                <a:off x="3335508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1518235" name="TextBox 79"/>
              <p:cNvSpPr txBox="1"/>
              <p:nvPr/>
            </p:nvSpPr>
            <p:spPr bwMode="auto">
              <a:xfrm rot="0" flipH="0" flipV="0">
                <a:off x="3335508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4243910" name="Freeform 81"/>
              <p:cNvSpPr/>
              <p:nvPr/>
            </p:nvSpPr>
            <p:spPr bwMode="auto">
              <a:xfrm rot="0" flipH="0" flipV="0">
                <a:off x="3335508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58519139" name="TextBox 82"/>
              <p:cNvSpPr txBox="1"/>
              <p:nvPr/>
            </p:nvSpPr>
            <p:spPr bwMode="auto">
              <a:xfrm rot="0" flipH="0" flipV="0">
                <a:off x="3335508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1559090" name=""/>
          <p:cNvGrpSpPr/>
          <p:nvPr/>
        </p:nvGrpSpPr>
        <p:grpSpPr bwMode="auto">
          <a:xfrm>
            <a:off x="482018" y="1234339"/>
            <a:ext cx="11086612" cy="4391763"/>
            <a:chOff x="0" y="0"/>
            <a:chExt cx="11086612" cy="4391763"/>
          </a:xfrm>
        </p:grpSpPr>
        <p:sp>
          <p:nvSpPr>
            <p:cNvPr id="2027358586" name="Freeform 27"/>
            <p:cNvSpPr/>
            <p:nvPr/>
          </p:nvSpPr>
          <p:spPr bwMode="auto">
            <a:xfrm rot="0" flipH="0" flipV="0">
              <a:off x="0" y="68778"/>
              <a:ext cx="5137497" cy="4322982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65885270" name="TextBox 28"/>
            <p:cNvSpPr txBox="1"/>
            <p:nvPr/>
          </p:nvSpPr>
          <p:spPr bwMode="auto">
            <a:xfrm rot="0" flipH="0" flipV="0">
              <a:off x="0" y="0"/>
              <a:ext cx="5137497" cy="439176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005319933" name="TextBox 32"/>
            <p:cNvSpPr txBox="1"/>
            <p:nvPr/>
          </p:nvSpPr>
          <p:spPr bwMode="auto">
            <a:xfrm>
              <a:off x="359744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754822" name="TextBox 33"/>
            <p:cNvSpPr txBox="1"/>
            <p:nvPr/>
          </p:nvSpPr>
          <p:spPr bwMode="auto">
            <a:xfrm>
              <a:off x="48431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81905628" name="TextBox 38"/>
            <p:cNvSpPr txBox="1"/>
            <p:nvPr/>
          </p:nvSpPr>
          <p:spPr bwMode="auto">
            <a:xfrm>
              <a:off x="3066951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30593873" name="Freeform 64"/>
            <p:cNvSpPr/>
            <p:nvPr/>
          </p:nvSpPr>
          <p:spPr bwMode="auto">
            <a:xfrm rot="0" flipH="0" flipV="0">
              <a:off x="5949115" y="68778"/>
              <a:ext cx="5137497" cy="2072826"/>
            </a:xfrm>
            <a:custGeom>
              <a:avLst/>
              <a:gdLst/>
              <a:ahLst/>
              <a:cxnLst/>
              <a:rect l="l" t="t" r="r" b="b"/>
              <a:pathLst>
                <a:path w="2845795" h="114819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1644383" name="TextBox 65"/>
            <p:cNvSpPr txBox="1"/>
            <p:nvPr/>
          </p:nvSpPr>
          <p:spPr bwMode="auto">
            <a:xfrm rot="0" flipH="0" flipV="0">
              <a:off x="5949115" y="0"/>
              <a:ext cx="5137497" cy="214160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51639250" name="TextBox 69"/>
            <p:cNvSpPr txBox="1"/>
            <p:nvPr/>
          </p:nvSpPr>
          <p:spPr bwMode="auto">
            <a:xfrm>
              <a:off x="6308860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93617256" name="TextBox 70"/>
            <p:cNvSpPr txBox="1"/>
            <p:nvPr/>
          </p:nvSpPr>
          <p:spPr bwMode="auto">
            <a:xfrm>
              <a:off x="6433434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7304932" name="TextBox 72"/>
            <p:cNvSpPr txBox="1"/>
            <p:nvPr/>
          </p:nvSpPr>
          <p:spPr bwMode="auto">
            <a:xfrm>
              <a:off x="901606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21239347" name="AutoShape 76"/>
            <p:cNvSpPr/>
            <p:nvPr/>
          </p:nvSpPr>
          <p:spPr bwMode="auto">
            <a:xfrm flipH="0" flipV="1">
              <a:off x="4755454" y="1288207"/>
              <a:ext cx="1580397" cy="1184824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935244868" name=""/>
            <p:cNvGrpSpPr/>
            <p:nvPr/>
          </p:nvGrpSpPr>
          <p:grpSpPr bwMode="auto">
            <a:xfrm>
              <a:off x="454848" y="871670"/>
              <a:ext cx="4227795" cy="3336611"/>
              <a:chOff x="0" y="0"/>
              <a:chExt cx="4227795" cy="3336611"/>
            </a:xfrm>
          </p:grpSpPr>
          <p:sp>
            <p:nvSpPr>
              <p:cNvPr id="1796253669" name="Freeform 30"/>
              <p:cNvSpPr/>
              <p:nvPr/>
            </p:nvSpPr>
            <p:spPr bwMode="auto">
              <a:xfrm rot="0" flipH="0" flipV="0">
                <a:off x="0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4334436" name="TextBox 31"/>
              <p:cNvSpPr txBox="1"/>
              <p:nvPr/>
            </p:nvSpPr>
            <p:spPr bwMode="auto">
              <a:xfrm rot="0" flipH="0" flipV="0">
                <a:off x="0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711972" name="AutoShape 34"/>
              <p:cNvSpPr/>
              <p:nvPr/>
            </p:nvSpPr>
            <p:spPr bwMode="auto">
              <a:xfrm flipH="0" flipV="0">
                <a:off x="2113897" y="0"/>
                <a:ext cx="0" cy="3336604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85159015" name="Freeform 36"/>
              <p:cNvSpPr/>
              <p:nvPr/>
            </p:nvSpPr>
            <p:spPr bwMode="auto">
              <a:xfrm rot="0" flipH="0" flipV="0">
                <a:off x="0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0345941" name="TextBox 37"/>
              <p:cNvSpPr txBox="1"/>
              <p:nvPr/>
            </p:nvSpPr>
            <p:spPr bwMode="auto">
              <a:xfrm rot="0" flipH="0" flipV="0">
                <a:off x="0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41999693" name="Freeform 40"/>
              <p:cNvSpPr/>
              <p:nvPr/>
            </p:nvSpPr>
            <p:spPr bwMode="auto">
              <a:xfrm rot="0" flipH="0" flipV="0">
                <a:off x="132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06174656" name="TextBox 41"/>
              <p:cNvSpPr txBox="1"/>
              <p:nvPr/>
            </p:nvSpPr>
            <p:spPr bwMode="auto">
              <a:xfrm rot="0" flipH="0" flipV="0">
                <a:off x="132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804727" name="Freeform 43"/>
              <p:cNvSpPr/>
              <p:nvPr/>
            </p:nvSpPr>
            <p:spPr bwMode="auto">
              <a:xfrm rot="0" flipH="0" flipV="0">
                <a:off x="132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8521825" name="TextBox 44"/>
              <p:cNvSpPr txBox="1"/>
              <p:nvPr/>
            </p:nvSpPr>
            <p:spPr bwMode="auto">
              <a:xfrm rot="0" flipH="0" flipV="0">
                <a:off x="132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4460815" name="Freeform 46"/>
              <p:cNvSpPr/>
              <p:nvPr/>
            </p:nvSpPr>
            <p:spPr bwMode="auto">
              <a:xfrm rot="0" flipH="0" flipV="0">
                <a:off x="132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6897524" name="TextBox 47"/>
              <p:cNvSpPr txBox="1"/>
              <p:nvPr/>
            </p:nvSpPr>
            <p:spPr bwMode="auto">
              <a:xfrm rot="0" flipH="0" flipV="0">
                <a:off x="132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546109" name="Freeform 49"/>
              <p:cNvSpPr/>
              <p:nvPr/>
            </p:nvSpPr>
            <p:spPr bwMode="auto">
              <a:xfrm rot="0" flipH="0" flipV="0">
                <a:off x="2582634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7365263" name="TextBox 50"/>
              <p:cNvSpPr txBox="1"/>
              <p:nvPr/>
            </p:nvSpPr>
            <p:spPr bwMode="auto">
              <a:xfrm rot="0" flipH="0" flipV="0">
                <a:off x="2582634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828323" name="Freeform 52"/>
              <p:cNvSpPr/>
              <p:nvPr/>
            </p:nvSpPr>
            <p:spPr bwMode="auto">
              <a:xfrm rot="0" flipH="0" flipV="0">
                <a:off x="2582634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18925" name="TextBox 53"/>
              <p:cNvSpPr txBox="1"/>
              <p:nvPr/>
            </p:nvSpPr>
            <p:spPr bwMode="auto">
              <a:xfrm rot="0" flipH="0" flipV="0">
                <a:off x="2582634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7664519" name="Freeform 55"/>
              <p:cNvSpPr/>
              <p:nvPr/>
            </p:nvSpPr>
            <p:spPr bwMode="auto">
              <a:xfrm rot="0" flipH="0" flipV="0">
                <a:off x="2582766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3412036" name="TextBox 56"/>
              <p:cNvSpPr txBox="1"/>
              <p:nvPr/>
            </p:nvSpPr>
            <p:spPr bwMode="auto">
              <a:xfrm rot="0" flipH="0" flipV="0">
                <a:off x="2582766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053184" name="Freeform 58"/>
              <p:cNvSpPr/>
              <p:nvPr/>
            </p:nvSpPr>
            <p:spPr bwMode="auto">
              <a:xfrm rot="0" flipH="0" flipV="0">
                <a:off x="2582766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6102503" name="TextBox 59"/>
              <p:cNvSpPr txBox="1"/>
              <p:nvPr/>
            </p:nvSpPr>
            <p:spPr bwMode="auto">
              <a:xfrm rot="0" flipH="0" flipV="0">
                <a:off x="2582766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4170833" name="Freeform 61"/>
              <p:cNvSpPr/>
              <p:nvPr/>
            </p:nvSpPr>
            <p:spPr bwMode="auto">
              <a:xfrm rot="0" flipH="0" flipV="0">
                <a:off x="2582766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2295713" name="TextBox 62"/>
              <p:cNvSpPr txBox="1"/>
              <p:nvPr/>
            </p:nvSpPr>
            <p:spPr bwMode="auto">
              <a:xfrm rot="0" flipH="0" flipV="0">
                <a:off x="2582766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550458108" name=""/>
            <p:cNvGrpSpPr/>
            <p:nvPr/>
          </p:nvGrpSpPr>
          <p:grpSpPr bwMode="auto">
            <a:xfrm>
              <a:off x="6403965" y="782251"/>
              <a:ext cx="4227660" cy="1103218"/>
              <a:chOff x="0" y="0"/>
              <a:chExt cx="4227660" cy="1103218"/>
            </a:xfrm>
          </p:grpSpPr>
          <p:sp>
            <p:nvSpPr>
              <p:cNvPr id="1599258932" name="Freeform 67"/>
              <p:cNvSpPr/>
              <p:nvPr/>
            </p:nvSpPr>
            <p:spPr bwMode="auto">
              <a:xfrm rot="0" flipH="0" flipV="0">
                <a:off x="0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1931151" name="TextBox 68"/>
              <p:cNvSpPr txBox="1"/>
              <p:nvPr/>
            </p:nvSpPr>
            <p:spPr bwMode="auto">
              <a:xfrm rot="0" flipH="0" flipV="0">
                <a:off x="0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2384462" name="AutoShape 71"/>
              <p:cNvSpPr/>
              <p:nvPr/>
            </p:nvSpPr>
            <p:spPr bwMode="auto">
              <a:xfrm flipH="0" flipV="0">
                <a:off x="2113898" y="0"/>
                <a:ext cx="0" cy="110321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51700912" name="Freeform 74"/>
              <p:cNvSpPr/>
              <p:nvPr/>
            </p:nvSpPr>
            <p:spPr bwMode="auto">
              <a:xfrm rot="0" flipH="0" flipV="0">
                <a:off x="2582631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8514759" name="TextBox 75"/>
              <p:cNvSpPr txBox="1"/>
              <p:nvPr/>
            </p:nvSpPr>
            <p:spPr bwMode="auto">
              <a:xfrm rot="0" flipH="0" flipV="0">
                <a:off x="2582631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2082365" name=""/>
          <p:cNvGrpSpPr/>
          <p:nvPr/>
        </p:nvGrpSpPr>
        <p:grpSpPr bwMode="auto">
          <a:xfrm>
            <a:off x="470177" y="1127432"/>
            <a:ext cx="11277762" cy="4612050"/>
            <a:chOff x="0" y="0"/>
            <a:chExt cx="11277762" cy="4612050"/>
          </a:xfrm>
        </p:grpSpPr>
        <p:sp>
          <p:nvSpPr>
            <p:cNvPr id="50847390" name="Freeform 27"/>
            <p:cNvSpPr/>
            <p:nvPr/>
          </p:nvSpPr>
          <p:spPr bwMode="auto">
            <a:xfrm rot="0" flipH="0" flipV="0">
              <a:off x="930298" y="72226"/>
              <a:ext cx="4639609" cy="4539818"/>
            </a:xfrm>
            <a:custGeom>
              <a:avLst/>
              <a:gdLst/>
              <a:ahLst/>
              <a:cxnLst/>
              <a:rect l="l" t="t" r="r" b="b"/>
              <a:pathLst>
                <a:path w="2447252" h="239461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65503820" name="TextBox 28"/>
            <p:cNvSpPr txBox="1"/>
            <p:nvPr/>
          </p:nvSpPr>
          <p:spPr bwMode="auto">
            <a:xfrm rot="0" flipH="0" flipV="0">
              <a:off x="930298" y="0"/>
              <a:ext cx="4639609" cy="46120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67672557" name="AutoShape 32"/>
            <p:cNvSpPr/>
            <p:nvPr/>
          </p:nvSpPr>
          <p:spPr bwMode="auto">
            <a:xfrm>
              <a:off x="3250107" y="534546"/>
              <a:ext cx="0" cy="388481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3310779" name="Freeform 61"/>
            <p:cNvSpPr/>
            <p:nvPr/>
          </p:nvSpPr>
          <p:spPr bwMode="auto">
            <a:xfrm rot="0" flipH="0" flipV="0">
              <a:off x="6636712" y="72226"/>
              <a:ext cx="4639609" cy="2176797"/>
            </a:xfrm>
            <a:custGeom>
              <a:avLst/>
              <a:gdLst/>
              <a:ahLst/>
              <a:cxnLst/>
              <a:rect l="l" t="t" r="r" b="b"/>
              <a:pathLst>
                <a:path w="2447252" h="114819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98761298" name="TextBox 62"/>
            <p:cNvSpPr txBox="1"/>
            <p:nvPr/>
          </p:nvSpPr>
          <p:spPr bwMode="auto">
            <a:xfrm rot="0" flipH="0" flipV="0">
              <a:off x="6636712" y="0"/>
              <a:ext cx="4639609" cy="224902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96030622" name="AutoShape 66"/>
            <p:cNvSpPr/>
            <p:nvPr/>
          </p:nvSpPr>
          <p:spPr bwMode="auto">
            <a:xfrm>
              <a:off x="8956517" y="534546"/>
              <a:ext cx="0" cy="144549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7228935" name="AutoShape 70"/>
            <p:cNvSpPr/>
            <p:nvPr/>
          </p:nvSpPr>
          <p:spPr bwMode="auto">
            <a:xfrm flipH="0" flipV="1">
              <a:off x="5378904" y="1357931"/>
              <a:ext cx="1444389" cy="1272326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9483812" name="Freeform 71"/>
            <p:cNvSpPr/>
            <p:nvPr/>
          </p:nvSpPr>
          <p:spPr bwMode="auto">
            <a:xfrm>
              <a:off x="0" y="94475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254140" name="Freeform 72"/>
            <p:cNvSpPr/>
            <p:nvPr/>
          </p:nvSpPr>
          <p:spPr bwMode="auto">
            <a:xfrm>
              <a:off x="518494" y="9066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7"/>
                  </a:lnTo>
                  <a:lnTo>
                    <a:pt x="0" y="306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3177812" name="Freeform 73"/>
            <p:cNvSpPr/>
            <p:nvPr/>
          </p:nvSpPr>
          <p:spPr bwMode="auto">
            <a:xfrm>
              <a:off x="0" y="1668195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971994" name="Freeform 74"/>
            <p:cNvSpPr/>
            <p:nvPr/>
          </p:nvSpPr>
          <p:spPr bwMode="auto">
            <a:xfrm>
              <a:off x="518494" y="1630093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0663182" name="Freeform 75"/>
            <p:cNvSpPr/>
            <p:nvPr/>
          </p:nvSpPr>
          <p:spPr bwMode="auto">
            <a:xfrm>
              <a:off x="0" y="238714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4347434" name="Freeform 76"/>
            <p:cNvSpPr/>
            <p:nvPr/>
          </p:nvSpPr>
          <p:spPr bwMode="auto">
            <a:xfrm>
              <a:off x="518494" y="23490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8248671" name="Freeform 77"/>
            <p:cNvSpPr/>
            <p:nvPr/>
          </p:nvSpPr>
          <p:spPr bwMode="auto">
            <a:xfrm>
              <a:off x="0" y="3110594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8974277" name="Freeform 78"/>
            <p:cNvSpPr/>
            <p:nvPr/>
          </p:nvSpPr>
          <p:spPr bwMode="auto">
            <a:xfrm>
              <a:off x="518494" y="3072494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5894485" name="Freeform 79"/>
            <p:cNvSpPr/>
            <p:nvPr/>
          </p:nvSpPr>
          <p:spPr bwMode="auto">
            <a:xfrm>
              <a:off x="0" y="383852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669449" name="Freeform 80"/>
            <p:cNvSpPr/>
            <p:nvPr/>
          </p:nvSpPr>
          <p:spPr bwMode="auto">
            <a:xfrm>
              <a:off x="518494" y="3800428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6854344" name="AutoShape 81"/>
            <p:cNvSpPr/>
            <p:nvPr/>
          </p:nvSpPr>
          <p:spPr bwMode="auto">
            <a:xfrm flipH="1" flipV="1">
              <a:off x="568350" y="1256601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2705024" name="AutoShape 82"/>
            <p:cNvSpPr/>
            <p:nvPr/>
          </p:nvSpPr>
          <p:spPr bwMode="auto">
            <a:xfrm flipH="1">
              <a:off x="568350" y="1980045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561399" name="AutoShape 83"/>
            <p:cNvSpPr/>
            <p:nvPr/>
          </p:nvSpPr>
          <p:spPr bwMode="auto">
            <a:xfrm flipH="1" flipV="1">
              <a:off x="568350" y="2699710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216555" name="AutoShape 84"/>
            <p:cNvSpPr/>
            <p:nvPr/>
          </p:nvSpPr>
          <p:spPr bwMode="auto">
            <a:xfrm flipH="1" flipV="1">
              <a:off x="568350" y="3423156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3083283" name="AutoShape 85"/>
            <p:cNvSpPr/>
            <p:nvPr/>
          </p:nvSpPr>
          <p:spPr bwMode="auto">
            <a:xfrm flipH="1">
              <a:off x="568350" y="4150380"/>
              <a:ext cx="64940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3608947" name="Freeform 86"/>
            <p:cNvSpPr/>
            <p:nvPr/>
          </p:nvSpPr>
          <p:spPr bwMode="auto">
            <a:xfrm>
              <a:off x="8672343" y="333009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9274995" name="AutoShape 87"/>
            <p:cNvSpPr/>
            <p:nvPr/>
          </p:nvSpPr>
          <p:spPr bwMode="auto">
            <a:xfrm>
              <a:off x="8956517" y="2249026"/>
              <a:ext cx="0" cy="97683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1797909" name="TextBox 89"/>
            <p:cNvSpPr txBox="1"/>
            <p:nvPr/>
          </p:nvSpPr>
          <p:spPr bwMode="auto">
            <a:xfrm>
              <a:off x="930299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38267673" name="TextBox 90"/>
            <p:cNvSpPr txBox="1"/>
            <p:nvPr/>
          </p:nvSpPr>
          <p:spPr bwMode="auto">
            <a:xfrm>
              <a:off x="1248569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55076963" name="TextBox 91"/>
            <p:cNvSpPr txBox="1"/>
            <p:nvPr/>
          </p:nvSpPr>
          <p:spPr bwMode="auto">
            <a:xfrm>
              <a:off x="3585330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5986093" name="TextBox 92"/>
            <p:cNvSpPr txBox="1"/>
            <p:nvPr/>
          </p:nvSpPr>
          <p:spPr bwMode="auto">
            <a:xfrm>
              <a:off x="6636712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5317271" name="TextBox 93"/>
            <p:cNvSpPr txBox="1"/>
            <p:nvPr/>
          </p:nvSpPr>
          <p:spPr bwMode="auto">
            <a:xfrm>
              <a:off x="6955575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3612857" name="TextBox 94"/>
            <p:cNvSpPr txBox="1"/>
            <p:nvPr/>
          </p:nvSpPr>
          <p:spPr bwMode="auto">
            <a:xfrm>
              <a:off x="9292266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74383919" name="TextBox 95"/>
            <p:cNvSpPr txBox="1"/>
            <p:nvPr/>
          </p:nvSpPr>
          <p:spPr bwMode="auto">
            <a:xfrm>
              <a:off x="8123692" y="3991896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Eve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9333607" name="Freeform 70"/>
            <p:cNvSpPr/>
            <p:nvPr/>
          </p:nvSpPr>
          <p:spPr bwMode="auto">
            <a:xfrm>
              <a:off x="9090864" y="2699001"/>
              <a:ext cx="299657" cy="166684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720610009" name=""/>
            <p:cNvGrpSpPr/>
            <p:nvPr/>
          </p:nvGrpSpPr>
          <p:grpSpPr bwMode="auto">
            <a:xfrm>
              <a:off x="1217619" y="915391"/>
              <a:ext cx="4064445" cy="3503971"/>
              <a:chOff x="0" y="0"/>
              <a:chExt cx="4064445" cy="3503971"/>
            </a:xfrm>
          </p:grpSpPr>
          <p:sp>
            <p:nvSpPr>
              <p:cNvPr id="1439319962" name="Freeform 30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6503004" name="TextBox 31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038102" name="Freeform 34"/>
              <p:cNvSpPr/>
              <p:nvPr/>
            </p:nvSpPr>
            <p:spPr bwMode="auto">
              <a:xfrm rot="0" flipH="0" flipV="0">
                <a:off x="0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91948649" name="TextBox 35"/>
              <p:cNvSpPr txBox="1"/>
              <p:nvPr/>
            </p:nvSpPr>
            <p:spPr bwMode="auto">
              <a:xfrm rot="0" flipH="0" flipV="0">
                <a:off x="0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1116522" name="Freeform 37"/>
              <p:cNvSpPr/>
              <p:nvPr/>
            </p:nvSpPr>
            <p:spPr bwMode="auto">
              <a:xfrm rot="0" flipH="0" flipV="0">
                <a:off x="141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3890715" name="TextBox 38"/>
              <p:cNvSpPr txBox="1"/>
              <p:nvPr/>
            </p:nvSpPr>
            <p:spPr bwMode="auto">
              <a:xfrm rot="0" flipH="0" flipV="0">
                <a:off x="141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2019887" name="Freeform 40"/>
              <p:cNvSpPr/>
              <p:nvPr/>
            </p:nvSpPr>
            <p:spPr bwMode="auto">
              <a:xfrm rot="0" flipH="0" flipV="0">
                <a:off x="141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6546220" name="TextBox 41"/>
              <p:cNvSpPr txBox="1"/>
              <p:nvPr/>
            </p:nvSpPr>
            <p:spPr bwMode="auto">
              <a:xfrm rot="0" flipH="0" flipV="0">
                <a:off x="141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224567" name="Freeform 43"/>
              <p:cNvSpPr/>
              <p:nvPr/>
            </p:nvSpPr>
            <p:spPr bwMode="auto">
              <a:xfrm rot="0" flipH="0" flipV="0">
                <a:off x="141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449192" name="TextBox 44"/>
              <p:cNvSpPr txBox="1"/>
              <p:nvPr/>
            </p:nvSpPr>
            <p:spPr bwMode="auto">
              <a:xfrm rot="0" flipH="0" flipV="0">
                <a:off x="141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11453357" name="Freeform 46"/>
              <p:cNvSpPr/>
              <p:nvPr/>
            </p:nvSpPr>
            <p:spPr bwMode="auto">
              <a:xfrm rot="0" flipH="0" flipV="0">
                <a:off x="2336762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81103500" name="TextBox 47"/>
              <p:cNvSpPr txBox="1"/>
              <p:nvPr/>
            </p:nvSpPr>
            <p:spPr bwMode="auto">
              <a:xfrm rot="0" flipH="0" flipV="0">
                <a:off x="2336762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0299068" name="Freeform 49"/>
              <p:cNvSpPr/>
              <p:nvPr/>
            </p:nvSpPr>
            <p:spPr bwMode="auto">
              <a:xfrm rot="0" flipH="0" flipV="0">
                <a:off x="2336762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204013" name="TextBox 50"/>
              <p:cNvSpPr txBox="1"/>
              <p:nvPr/>
            </p:nvSpPr>
            <p:spPr bwMode="auto">
              <a:xfrm rot="0" flipH="0" flipV="0">
                <a:off x="2336762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2232739" name="Freeform 52"/>
              <p:cNvSpPr/>
              <p:nvPr/>
            </p:nvSpPr>
            <p:spPr bwMode="auto">
              <a:xfrm rot="0" flipH="0" flipV="0">
                <a:off x="2336902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794903" name="TextBox 53"/>
              <p:cNvSpPr txBox="1"/>
              <p:nvPr/>
            </p:nvSpPr>
            <p:spPr bwMode="auto">
              <a:xfrm rot="0" flipH="0" flipV="0">
                <a:off x="2336902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6554639" name="Freeform 55"/>
              <p:cNvSpPr/>
              <p:nvPr/>
            </p:nvSpPr>
            <p:spPr bwMode="auto">
              <a:xfrm rot="0" flipH="0" flipV="0">
                <a:off x="2336902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1375908" name="TextBox 56"/>
              <p:cNvSpPr txBox="1"/>
              <p:nvPr/>
            </p:nvSpPr>
            <p:spPr bwMode="auto">
              <a:xfrm rot="0" flipH="0" flipV="0">
                <a:off x="2336902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282521" name="Freeform 58"/>
              <p:cNvSpPr/>
              <p:nvPr/>
            </p:nvSpPr>
            <p:spPr bwMode="auto">
              <a:xfrm rot="0" flipH="0" flipV="0">
                <a:off x="2336902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8767626" name="TextBox 59"/>
              <p:cNvSpPr txBox="1"/>
              <p:nvPr/>
            </p:nvSpPr>
            <p:spPr bwMode="auto">
              <a:xfrm rot="0" flipH="0" flipV="0">
                <a:off x="2336902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90162220" name=""/>
            <p:cNvGrpSpPr/>
            <p:nvPr/>
          </p:nvGrpSpPr>
          <p:grpSpPr bwMode="auto">
            <a:xfrm>
              <a:off x="6924625" y="915391"/>
              <a:ext cx="4064232" cy="610193"/>
              <a:chOff x="0" y="0"/>
              <a:chExt cx="4064232" cy="610193"/>
            </a:xfrm>
          </p:grpSpPr>
          <p:sp>
            <p:nvSpPr>
              <p:cNvPr id="1412684847" name="Freeform 64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2420003" name="TextBox 65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635852" name="Freeform 68"/>
              <p:cNvSpPr/>
              <p:nvPr/>
            </p:nvSpPr>
            <p:spPr bwMode="auto">
              <a:xfrm rot="0" flipH="0" flipV="0">
                <a:off x="233669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9175826" name="TextBox 69"/>
              <p:cNvSpPr txBox="1"/>
              <p:nvPr/>
            </p:nvSpPr>
            <p:spPr bwMode="auto">
              <a:xfrm rot="0" flipH="0" flipV="0">
                <a:off x="233669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285443" name=""/>
          <p:cNvGrpSpPr/>
          <p:nvPr/>
        </p:nvGrpSpPr>
        <p:grpSpPr bwMode="auto">
          <a:xfrm>
            <a:off x="759615" y="1492029"/>
            <a:ext cx="10475939" cy="4337943"/>
            <a:chOff x="0" y="0"/>
            <a:chExt cx="10475939" cy="4337943"/>
          </a:xfrm>
        </p:grpSpPr>
        <p:sp>
          <p:nvSpPr>
            <p:cNvPr id="1326869765" name="Freeform 27"/>
            <p:cNvSpPr/>
            <p:nvPr/>
          </p:nvSpPr>
          <p:spPr bwMode="auto">
            <a:xfrm rot="0" flipH="0" flipV="0">
              <a:off x="6541065" y="111740"/>
              <a:ext cx="3934875" cy="4013280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56909643" name="TextBox 28"/>
            <p:cNvSpPr txBox="1"/>
            <p:nvPr/>
          </p:nvSpPr>
          <p:spPr bwMode="auto">
            <a:xfrm rot="0" flipH="0" flipV="0">
              <a:off x="6541065" y="0"/>
              <a:ext cx="3934875" cy="412502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88632025" name="TextBox 32"/>
            <p:cNvSpPr txBox="1"/>
            <p:nvPr/>
          </p:nvSpPr>
          <p:spPr bwMode="auto">
            <a:xfrm>
              <a:off x="6758615" y="152425"/>
              <a:ext cx="3501217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84020565" name="TextBox 33"/>
            <p:cNvSpPr txBox="1"/>
            <p:nvPr/>
          </p:nvSpPr>
          <p:spPr bwMode="auto">
            <a:xfrm>
              <a:off x="6779995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5437402" name="TextBox 38"/>
            <p:cNvSpPr txBox="1"/>
            <p:nvPr/>
          </p:nvSpPr>
          <p:spPr bwMode="auto">
            <a:xfrm flipH="0" flipV="0">
              <a:off x="4075944" y="2560537"/>
              <a:ext cx="2301441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48285" name="Freeform 39"/>
            <p:cNvSpPr/>
            <p:nvPr/>
          </p:nvSpPr>
          <p:spPr bwMode="auto">
            <a:xfrm rot="10008104" flipH="1">
              <a:off x="5812488" y="2289065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364299" name="TextBox 49"/>
            <p:cNvSpPr txBox="1"/>
            <p:nvPr/>
          </p:nvSpPr>
          <p:spPr bwMode="auto">
            <a:xfrm>
              <a:off x="5164614" y="1298379"/>
              <a:ext cx="1142227" cy="2473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190324" name="Freeform 50"/>
            <p:cNvSpPr/>
            <p:nvPr/>
          </p:nvSpPr>
          <p:spPr bwMode="auto">
            <a:xfrm rot="731793">
              <a:off x="5753725" y="1679589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0" y="0"/>
                  </a:moveTo>
                  <a:lnTo>
                    <a:pt x="707622" y="0"/>
                  </a:lnTo>
                  <a:lnTo>
                    <a:pt x="707622" y="199903"/>
                  </a:lnTo>
                  <a:lnTo>
                    <a:pt x="0" y="199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2615985" name="TextBox 51"/>
            <p:cNvSpPr txBox="1"/>
            <p:nvPr/>
          </p:nvSpPr>
          <p:spPr bwMode="auto">
            <a:xfrm flipH="0" flipV="0">
              <a:off x="4532776" y="3405297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0001110" name="TextBox 52"/>
            <p:cNvSpPr txBox="1"/>
            <p:nvPr/>
          </p:nvSpPr>
          <p:spPr bwMode="auto">
            <a:xfrm flipH="0" flipV="0">
              <a:off x="4532776" y="4090695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7846579" name="Freeform 53"/>
            <p:cNvSpPr/>
            <p:nvPr/>
          </p:nvSpPr>
          <p:spPr bwMode="auto">
            <a:xfrm rot="9117488" flipH="1">
              <a:off x="5820510" y="305737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6609429" name="Freeform 54"/>
            <p:cNvSpPr/>
            <p:nvPr/>
          </p:nvSpPr>
          <p:spPr bwMode="auto">
            <a:xfrm rot="9379580" flipH="1">
              <a:off x="5813630" y="376371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205973" name="Freeform 56"/>
            <p:cNvSpPr/>
            <p:nvPr/>
          </p:nvSpPr>
          <p:spPr bwMode="auto">
            <a:xfrm rot="0" flipH="0" flipV="0">
              <a:off x="1063602" y="111740"/>
              <a:ext cx="3934875" cy="1563579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0845991" name="TextBox 57"/>
            <p:cNvSpPr txBox="1"/>
            <p:nvPr/>
          </p:nvSpPr>
          <p:spPr bwMode="auto">
            <a:xfrm rot="0" flipH="0" flipV="0">
              <a:off x="1063602" y="0"/>
              <a:ext cx="3934875" cy="16753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55230621" name="TextBox 61"/>
            <p:cNvSpPr txBox="1"/>
            <p:nvPr/>
          </p:nvSpPr>
          <p:spPr bwMode="auto">
            <a:xfrm>
              <a:off x="1358343" y="152425"/>
              <a:ext cx="3346836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95052717" name="TextBox 62"/>
            <p:cNvSpPr txBox="1"/>
            <p:nvPr/>
          </p:nvSpPr>
          <p:spPr bwMode="auto">
            <a:xfrm>
              <a:off x="1302532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20101451" name="AutoShape 63"/>
            <p:cNvSpPr/>
            <p:nvPr/>
          </p:nvSpPr>
          <p:spPr bwMode="auto">
            <a:xfrm flipH="0" flipV="0">
              <a:off x="3025938" y="626045"/>
              <a:ext cx="0" cy="79392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8049560" name="AutoShape 67"/>
            <p:cNvSpPr/>
            <p:nvPr/>
          </p:nvSpPr>
          <p:spPr bwMode="auto">
            <a:xfrm flipH="1">
              <a:off x="4777941" y="1158750"/>
              <a:ext cx="1974693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366158" name="Freeform 68"/>
            <p:cNvSpPr/>
            <p:nvPr/>
          </p:nvSpPr>
          <p:spPr bwMode="auto">
            <a:xfrm>
              <a:off x="0" y="864315"/>
              <a:ext cx="536604" cy="588866"/>
            </a:xfrm>
            <a:custGeom>
              <a:avLst/>
              <a:gdLst/>
              <a:ahLst/>
              <a:cxnLst/>
              <a:rect l="l" t="t" r="r" b="b"/>
              <a:pathLst>
                <a:path w="536606" h="588868" fill="norm" stroke="1" extrusionOk="0">
                  <a:moveTo>
                    <a:pt x="0" y="0"/>
                  </a:moveTo>
                  <a:lnTo>
                    <a:pt x="536605" y="0"/>
                  </a:lnTo>
                  <a:lnTo>
                    <a:pt x="536605" y="588868"/>
                  </a:lnTo>
                  <a:lnTo>
                    <a:pt x="0" y="588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9497488" name="AutoShape 69"/>
            <p:cNvSpPr/>
            <p:nvPr/>
          </p:nvSpPr>
          <p:spPr bwMode="auto">
            <a:xfrm flipH="1" flipV="1">
              <a:off x="536603" y="1158750"/>
              <a:ext cx="738568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9111706" name="Freeform 70"/>
            <p:cNvSpPr/>
            <p:nvPr/>
          </p:nvSpPr>
          <p:spPr bwMode="auto">
            <a:xfrm>
              <a:off x="650271" y="920966"/>
              <a:ext cx="299658" cy="166685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6027228" name=""/>
            <p:cNvGrpSpPr/>
            <p:nvPr/>
          </p:nvGrpSpPr>
          <p:grpSpPr bwMode="auto">
            <a:xfrm>
              <a:off x="6752634" y="837661"/>
              <a:ext cx="1750764" cy="3117024"/>
              <a:chOff x="0" y="0"/>
              <a:chExt cx="1750764" cy="3117024"/>
            </a:xfrm>
          </p:grpSpPr>
          <p:sp>
            <p:nvSpPr>
              <p:cNvPr id="1512641579" name="Freeform 30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0211274" name="TextBox 31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75004243" name="AutoShape 34"/>
              <p:cNvSpPr/>
              <p:nvPr/>
            </p:nvSpPr>
            <p:spPr bwMode="auto">
              <a:xfrm flipH="0" flipV="0">
                <a:off x="1750764" y="26651"/>
                <a:ext cx="0" cy="3090366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676916802" name="Freeform 36"/>
              <p:cNvSpPr/>
              <p:nvPr/>
            </p:nvSpPr>
            <p:spPr bwMode="auto">
              <a:xfrm rot="0" flipH="0" flipV="0">
                <a:off x="0" y="722841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92413146" name="TextBox 37"/>
              <p:cNvSpPr txBox="1"/>
              <p:nvPr/>
            </p:nvSpPr>
            <p:spPr bwMode="auto">
              <a:xfrm rot="0" flipH="0" flipV="0">
                <a:off x="0" y="643027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5853306" name="Freeform 41"/>
              <p:cNvSpPr/>
              <p:nvPr/>
            </p:nvSpPr>
            <p:spPr bwMode="auto">
              <a:xfrm rot="0" flipH="0" flipV="0">
                <a:off x="124" y="1362378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1542684" name="TextBox 42"/>
              <p:cNvSpPr txBox="1"/>
              <p:nvPr/>
            </p:nvSpPr>
            <p:spPr bwMode="auto">
              <a:xfrm rot="0" flipH="0" flipV="0">
                <a:off x="124" y="1282566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07530058" name="Freeform 44"/>
              <p:cNvSpPr/>
              <p:nvPr/>
            </p:nvSpPr>
            <p:spPr bwMode="auto">
              <a:xfrm rot="0" flipH="0" flipV="0">
                <a:off x="124" y="200191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80500553" name="TextBox 45"/>
              <p:cNvSpPr txBox="1"/>
              <p:nvPr/>
            </p:nvSpPr>
            <p:spPr bwMode="auto">
              <a:xfrm rot="0" flipH="0" flipV="0">
                <a:off x="124" y="192210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95650172" name="Freeform 47"/>
              <p:cNvSpPr/>
              <p:nvPr/>
            </p:nvSpPr>
            <p:spPr bwMode="auto">
              <a:xfrm rot="0" flipH="0" flipV="0">
                <a:off x="124" y="264145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46444707" name="TextBox 48"/>
              <p:cNvSpPr txBox="1"/>
              <p:nvPr/>
            </p:nvSpPr>
            <p:spPr bwMode="auto">
              <a:xfrm rot="0" flipH="0" flipV="0">
                <a:off x="124" y="256164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52786336" name=""/>
            <p:cNvGrpSpPr/>
            <p:nvPr/>
          </p:nvGrpSpPr>
          <p:grpSpPr bwMode="auto">
            <a:xfrm>
              <a:off x="1275169" y="837661"/>
              <a:ext cx="3502767" cy="558866"/>
              <a:chOff x="0" y="0"/>
              <a:chExt cx="3502767" cy="558866"/>
            </a:xfrm>
          </p:grpSpPr>
          <p:sp>
            <p:nvSpPr>
              <p:cNvPr id="1754292327" name="Freeform 59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47993598" name="TextBox 60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25799544" name="Freeform 65"/>
              <p:cNvSpPr/>
              <p:nvPr/>
            </p:nvSpPr>
            <p:spPr bwMode="auto">
              <a:xfrm rot="0" flipH="0" flipV="0">
                <a:off x="197559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3645409" name="TextBox 66"/>
              <p:cNvSpPr txBox="1"/>
              <p:nvPr/>
            </p:nvSpPr>
            <p:spPr bwMode="auto">
              <a:xfrm rot="0" flipH="0" flipV="0">
                <a:off x="1975588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4916564" name=""/>
          <p:cNvGrpSpPr/>
          <p:nvPr/>
        </p:nvGrpSpPr>
        <p:grpSpPr bwMode="auto">
          <a:xfrm>
            <a:off x="319951" y="1299330"/>
            <a:ext cx="11128965" cy="4401222"/>
            <a:chOff x="0" y="0"/>
            <a:chExt cx="11128965" cy="4401222"/>
          </a:xfrm>
        </p:grpSpPr>
        <p:sp>
          <p:nvSpPr>
            <p:cNvPr id="1547183699" name="Freeform 27"/>
            <p:cNvSpPr/>
            <p:nvPr/>
          </p:nvSpPr>
          <p:spPr bwMode="auto">
            <a:xfrm rot="0" flipH="0" flipV="0">
              <a:off x="7145763" y="113112"/>
              <a:ext cx="3983202" cy="4062567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47854295" name="TextBox 28"/>
            <p:cNvSpPr txBox="1"/>
            <p:nvPr/>
          </p:nvSpPr>
          <p:spPr bwMode="auto">
            <a:xfrm rot="0" flipH="0" flipV="0">
              <a:off x="7145763" y="0"/>
              <a:ext cx="3983202" cy="4175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408340349" name="TextBox 32"/>
            <p:cNvSpPr txBox="1"/>
            <p:nvPr/>
          </p:nvSpPr>
          <p:spPr bwMode="auto">
            <a:xfrm>
              <a:off x="7365985" y="154766"/>
              <a:ext cx="3544200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23653719" name="TextBox 33"/>
            <p:cNvSpPr txBox="1"/>
            <p:nvPr/>
          </p:nvSpPr>
          <p:spPr bwMode="auto">
            <a:xfrm>
              <a:off x="7387629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33102591" name="AutoShape 34"/>
            <p:cNvSpPr/>
            <p:nvPr/>
          </p:nvSpPr>
          <p:spPr bwMode="auto">
            <a:xfrm flipH="0" flipV="0">
              <a:off x="9137364" y="784827"/>
              <a:ext cx="0" cy="321842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593062746" name="TextBox 38"/>
            <p:cNvSpPr txBox="1"/>
            <p:nvPr/>
          </p:nvSpPr>
          <p:spPr bwMode="auto">
            <a:xfrm flipH="0" flipV="0">
              <a:off x="4557225" y="2601976"/>
              <a:ext cx="2419877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765150" name="Freeform 39"/>
            <p:cNvSpPr/>
            <p:nvPr/>
          </p:nvSpPr>
          <p:spPr bwMode="auto">
            <a:xfrm rot="10008104" flipH="1">
              <a:off x="6408241" y="2317177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0502104" name="TextBox 49"/>
            <p:cNvSpPr txBox="1"/>
            <p:nvPr/>
          </p:nvSpPr>
          <p:spPr bwMode="auto">
            <a:xfrm flipH="0" flipV="0">
              <a:off x="4648942" y="1894099"/>
              <a:ext cx="2000386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4627559" name="Freeform 50"/>
            <p:cNvSpPr/>
            <p:nvPr/>
          </p:nvSpPr>
          <p:spPr bwMode="auto">
            <a:xfrm rot="731793" flipH="0" flipV="1">
              <a:off x="6397629" y="1579766"/>
              <a:ext cx="716310" cy="306090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0" y="0"/>
                  </a:moveTo>
                  <a:lnTo>
                    <a:pt x="716312" y="0"/>
                  </a:lnTo>
                  <a:lnTo>
                    <a:pt x="716312" y="202358"/>
                  </a:lnTo>
                  <a:lnTo>
                    <a:pt x="0" y="202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673557" name="TextBox 51"/>
            <p:cNvSpPr txBox="1"/>
            <p:nvPr/>
          </p:nvSpPr>
          <p:spPr bwMode="auto">
            <a:xfrm flipH="0" flipV="0">
              <a:off x="5174421" y="3457111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7459355" name="TextBox 52"/>
            <p:cNvSpPr txBox="1"/>
            <p:nvPr/>
          </p:nvSpPr>
          <p:spPr bwMode="auto">
            <a:xfrm flipH="0" flipV="0">
              <a:off x="5174421" y="4150927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3559125" name="Freeform 53"/>
            <p:cNvSpPr/>
            <p:nvPr/>
          </p:nvSpPr>
          <p:spPr bwMode="auto">
            <a:xfrm rot="9117488" flipH="1">
              <a:off x="6416359" y="3094918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599726" name="Freeform 54"/>
            <p:cNvSpPr/>
            <p:nvPr/>
          </p:nvSpPr>
          <p:spPr bwMode="auto">
            <a:xfrm rot="9379580" flipH="1">
              <a:off x="6409397" y="3809934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462778" name="Freeform 56"/>
            <p:cNvSpPr/>
            <p:nvPr/>
          </p:nvSpPr>
          <p:spPr bwMode="auto">
            <a:xfrm rot="0" flipH="0" flipV="0">
              <a:off x="1601034" y="113112"/>
              <a:ext cx="3983202" cy="1582781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07758230" name="TextBox 57"/>
            <p:cNvSpPr txBox="1"/>
            <p:nvPr/>
          </p:nvSpPr>
          <p:spPr bwMode="auto">
            <a:xfrm rot="0" flipH="0" flipV="0">
              <a:off x="1601034" y="0"/>
              <a:ext cx="3983202" cy="16959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285185736" name="TextBox 61"/>
            <p:cNvSpPr txBox="1"/>
            <p:nvPr/>
          </p:nvSpPr>
          <p:spPr bwMode="auto">
            <a:xfrm>
              <a:off x="1899393" y="154766"/>
              <a:ext cx="3387921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35388" name="TextBox 62"/>
            <p:cNvSpPr txBox="1"/>
            <p:nvPr/>
          </p:nvSpPr>
          <p:spPr bwMode="auto">
            <a:xfrm>
              <a:off x="1842896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8361681" name="AutoShape 63"/>
            <p:cNvSpPr/>
            <p:nvPr/>
          </p:nvSpPr>
          <p:spPr bwMode="auto">
            <a:xfrm flipH="0" flipV="0">
              <a:off x="3587465" y="635999"/>
              <a:ext cx="0" cy="80324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278125" name="AutoShape 67"/>
            <p:cNvSpPr/>
            <p:nvPr/>
          </p:nvSpPr>
          <p:spPr bwMode="auto">
            <a:xfrm flipH="1" flipV="1">
              <a:off x="5360987" y="1172980"/>
              <a:ext cx="199894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1793143" name="Freeform 68"/>
            <p:cNvSpPr/>
            <p:nvPr/>
          </p:nvSpPr>
          <p:spPr bwMode="auto">
            <a:xfrm>
              <a:off x="524367" y="874930"/>
              <a:ext cx="543195" cy="596098"/>
            </a:xfrm>
            <a:custGeom>
              <a:avLst/>
              <a:gdLst/>
              <a:ahLst/>
              <a:cxnLst/>
              <a:rect l="l" t="t" r="r" b="b"/>
              <a:pathLst>
                <a:path w="543196" h="596100" fill="norm" stroke="1" extrusionOk="0">
                  <a:moveTo>
                    <a:pt x="0" y="0"/>
                  </a:moveTo>
                  <a:lnTo>
                    <a:pt x="543196" y="0"/>
                  </a:lnTo>
                  <a:lnTo>
                    <a:pt x="543196" y="596100"/>
                  </a:lnTo>
                  <a:lnTo>
                    <a:pt x="0" y="59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040072" name="AutoShape 69"/>
            <p:cNvSpPr/>
            <p:nvPr/>
          </p:nvSpPr>
          <p:spPr bwMode="auto">
            <a:xfrm flipH="1">
              <a:off x="1067562" y="1172980"/>
              <a:ext cx="74763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9361717" name="Freeform 70"/>
            <p:cNvSpPr/>
            <p:nvPr/>
          </p:nvSpPr>
          <p:spPr bwMode="auto">
            <a:xfrm>
              <a:off x="1182627" y="932278"/>
              <a:ext cx="303339" cy="168732"/>
            </a:xfrm>
            <a:custGeom>
              <a:avLst/>
              <a:gdLst/>
              <a:ahLst/>
              <a:cxnLst/>
              <a:rect l="l" t="t" r="r" b="b"/>
              <a:pathLst>
                <a:path w="303341" h="168734" fill="norm" stroke="1" extrusionOk="0">
                  <a:moveTo>
                    <a:pt x="0" y="0"/>
                  </a:moveTo>
                  <a:lnTo>
                    <a:pt x="303341" y="0"/>
                  </a:lnTo>
                  <a:lnTo>
                    <a:pt x="303341" y="168733"/>
                  </a:lnTo>
                  <a:lnTo>
                    <a:pt x="0" y="168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096355" name="TextBox 71"/>
            <p:cNvSpPr txBox="1"/>
            <p:nvPr/>
          </p:nvSpPr>
          <p:spPr bwMode="auto">
            <a:xfrm>
              <a:off x="0" y="1492528"/>
              <a:ext cx="1593369" cy="3327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grpSp>
          <p:nvGrpSpPr>
            <p:cNvPr id="632799288" name=""/>
            <p:cNvGrpSpPr/>
            <p:nvPr/>
          </p:nvGrpSpPr>
          <p:grpSpPr bwMode="auto">
            <a:xfrm>
              <a:off x="1815201" y="847948"/>
              <a:ext cx="3545781" cy="565731"/>
              <a:chOff x="0" y="0"/>
              <a:chExt cx="3545781" cy="565731"/>
            </a:xfrm>
          </p:grpSpPr>
          <p:sp>
            <p:nvSpPr>
              <p:cNvPr id="1935805206" name="Freeform 59"/>
              <p:cNvSpPr/>
              <p:nvPr/>
            </p:nvSpPr>
            <p:spPr bwMode="auto">
              <a:xfrm rot="0" flipH="0" flipV="0">
                <a:off x="0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26897" name="TextBox 60"/>
              <p:cNvSpPr txBox="1"/>
              <p:nvPr/>
            </p:nvSpPr>
            <p:spPr bwMode="auto">
              <a:xfrm rot="0" flipH="0" flipV="0">
                <a:off x="0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53910998" name="Freeform 65"/>
              <p:cNvSpPr/>
              <p:nvPr/>
            </p:nvSpPr>
            <p:spPr bwMode="auto">
              <a:xfrm rot="0" flipH="0" flipV="0">
                <a:off x="1999849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9669344" name="TextBox 66"/>
              <p:cNvSpPr txBox="1"/>
              <p:nvPr/>
            </p:nvSpPr>
            <p:spPr bwMode="auto">
              <a:xfrm rot="0" flipH="0" flipV="0">
                <a:off x="1999849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72091242" name=""/>
            <p:cNvGrpSpPr/>
            <p:nvPr/>
          </p:nvGrpSpPr>
          <p:grpSpPr bwMode="auto">
            <a:xfrm>
              <a:off x="7333318" y="847948"/>
              <a:ext cx="3581626" cy="3155303"/>
              <a:chOff x="0" y="0"/>
              <a:chExt cx="3581626" cy="3155303"/>
            </a:xfrm>
          </p:grpSpPr>
          <p:sp>
            <p:nvSpPr>
              <p:cNvPr id="1942445482" name="Freeform 30"/>
              <p:cNvSpPr/>
              <p:nvPr/>
            </p:nvSpPr>
            <p:spPr bwMode="auto">
              <a:xfrm rot="0" flipH="0" flipV="0">
                <a:off x="26615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86507123" name="TextBox 31"/>
              <p:cNvSpPr txBox="1"/>
              <p:nvPr/>
            </p:nvSpPr>
            <p:spPr bwMode="auto">
              <a:xfrm rot="0" flipH="0" flipV="0">
                <a:off x="26615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07125950" name="Freeform 36"/>
              <p:cNvSpPr/>
              <p:nvPr/>
            </p:nvSpPr>
            <p:spPr bwMode="auto">
              <a:xfrm rot="0" flipH="0" flipV="0">
                <a:off x="0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6766588" name="TextBox 37"/>
              <p:cNvSpPr txBox="1"/>
              <p:nvPr/>
            </p:nvSpPr>
            <p:spPr bwMode="auto">
              <a:xfrm rot="0" flipH="0" flipV="0">
                <a:off x="0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9127074" name="Freeform 41"/>
              <p:cNvSpPr/>
              <p:nvPr/>
            </p:nvSpPr>
            <p:spPr bwMode="auto">
              <a:xfrm rot="0" flipH="0" flipV="0">
                <a:off x="26739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3061350" name="TextBox 42"/>
              <p:cNvSpPr txBox="1"/>
              <p:nvPr/>
            </p:nvSpPr>
            <p:spPr bwMode="auto">
              <a:xfrm rot="0" flipH="0" flipV="0">
                <a:off x="26739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6339785" name="Freeform 44"/>
              <p:cNvSpPr/>
              <p:nvPr/>
            </p:nvSpPr>
            <p:spPr bwMode="auto">
              <a:xfrm rot="0" flipH="0" flipV="0">
                <a:off x="26739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809383" name="TextBox 45"/>
              <p:cNvSpPr txBox="1"/>
              <p:nvPr/>
            </p:nvSpPr>
            <p:spPr bwMode="auto">
              <a:xfrm rot="0" flipH="0" flipV="0">
                <a:off x="26739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1680498" name="Freeform 47"/>
              <p:cNvSpPr/>
              <p:nvPr/>
            </p:nvSpPr>
            <p:spPr bwMode="auto">
              <a:xfrm rot="0" flipH="0" flipV="0">
                <a:off x="26739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8249773" name="TextBox 48"/>
              <p:cNvSpPr txBox="1"/>
              <p:nvPr/>
            </p:nvSpPr>
            <p:spPr bwMode="auto">
              <a:xfrm rot="0" flipH="0" flipV="0">
                <a:off x="26739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79152471" name="Freeform 73"/>
              <p:cNvSpPr/>
              <p:nvPr/>
            </p:nvSpPr>
            <p:spPr bwMode="auto">
              <a:xfrm rot="0" flipH="0" flipV="0">
                <a:off x="2035568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3335636" name="TextBox 74"/>
              <p:cNvSpPr txBox="1"/>
              <p:nvPr/>
            </p:nvSpPr>
            <p:spPr bwMode="auto">
              <a:xfrm rot="0" flipH="0" flipV="0">
                <a:off x="2035568" y="3534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239353" name="Freeform 76"/>
              <p:cNvSpPr/>
              <p:nvPr/>
            </p:nvSpPr>
            <p:spPr bwMode="auto">
              <a:xfrm rot="0" flipH="0" flipV="0">
                <a:off x="2035568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0888230" name="TextBox 77"/>
              <p:cNvSpPr txBox="1"/>
              <p:nvPr/>
            </p:nvSpPr>
            <p:spPr bwMode="auto">
              <a:xfrm rot="0" flipH="0" flipV="0">
                <a:off x="2035568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1165" name="Freeform 79"/>
              <p:cNvSpPr/>
              <p:nvPr/>
            </p:nvSpPr>
            <p:spPr bwMode="auto">
              <a:xfrm rot="0" flipH="0" flipV="0">
                <a:off x="2035693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5078641" name="TextBox 80"/>
              <p:cNvSpPr txBox="1"/>
              <p:nvPr/>
            </p:nvSpPr>
            <p:spPr bwMode="auto">
              <a:xfrm rot="0" flipH="0" flipV="0">
                <a:off x="2035693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7622509" name="Freeform 82"/>
              <p:cNvSpPr/>
              <p:nvPr/>
            </p:nvSpPr>
            <p:spPr bwMode="auto">
              <a:xfrm rot="0" flipH="0" flipV="0">
                <a:off x="2035693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2207177" name="TextBox 83"/>
              <p:cNvSpPr txBox="1"/>
              <p:nvPr/>
            </p:nvSpPr>
            <p:spPr bwMode="auto">
              <a:xfrm rot="0" flipH="0" flipV="0">
                <a:off x="2035693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93241" name="Freeform 85"/>
              <p:cNvSpPr/>
              <p:nvPr/>
            </p:nvSpPr>
            <p:spPr bwMode="auto">
              <a:xfrm rot="0" flipH="0" flipV="0">
                <a:off x="2035693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7389602" name="TextBox 86"/>
              <p:cNvSpPr txBox="1"/>
              <p:nvPr/>
            </p:nvSpPr>
            <p:spPr bwMode="auto">
              <a:xfrm rot="0" flipH="0" flipV="0">
                <a:off x="2035693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7397068" name=""/>
          <p:cNvGrpSpPr/>
          <p:nvPr/>
        </p:nvGrpSpPr>
        <p:grpSpPr bwMode="auto">
          <a:xfrm>
            <a:off x="478746" y="1220175"/>
            <a:ext cx="10980736" cy="4259246"/>
            <a:chOff x="0" y="0"/>
            <a:chExt cx="10980736" cy="4259246"/>
          </a:xfrm>
        </p:grpSpPr>
        <p:sp>
          <p:nvSpPr>
            <p:cNvPr id="1827201490" name="Freeform 26"/>
            <p:cNvSpPr/>
            <p:nvPr/>
          </p:nvSpPr>
          <p:spPr bwMode="auto">
            <a:xfrm>
              <a:off x="10324818" y="15500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195885" name="Freeform 27"/>
            <p:cNvSpPr/>
            <p:nvPr/>
          </p:nvSpPr>
          <p:spPr bwMode="auto">
            <a:xfrm>
              <a:off x="10727097" y="148959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255225" name="Freeform 29"/>
            <p:cNvSpPr/>
            <p:nvPr/>
          </p:nvSpPr>
          <p:spPr bwMode="auto">
            <a:xfrm>
              <a:off x="10324818" y="2164870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423120" name="Freeform 30"/>
            <p:cNvSpPr/>
            <p:nvPr/>
          </p:nvSpPr>
          <p:spPr bwMode="auto">
            <a:xfrm>
              <a:off x="10727097" y="2104395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4396102" name="Freeform 32"/>
            <p:cNvSpPr/>
            <p:nvPr/>
          </p:nvSpPr>
          <p:spPr bwMode="auto">
            <a:xfrm>
              <a:off x="10324818" y="2791557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0302203" name="Freeform 33"/>
            <p:cNvSpPr/>
            <p:nvPr/>
          </p:nvSpPr>
          <p:spPr bwMode="auto">
            <a:xfrm>
              <a:off x="10727097" y="2706973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0841434" name="Freeform 35"/>
            <p:cNvSpPr/>
            <p:nvPr/>
          </p:nvSpPr>
          <p:spPr bwMode="auto">
            <a:xfrm>
              <a:off x="10324818" y="34063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0837835" name="Freeform 36"/>
            <p:cNvSpPr/>
            <p:nvPr/>
          </p:nvSpPr>
          <p:spPr bwMode="auto">
            <a:xfrm>
              <a:off x="10727097" y="332178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5444645" name="Freeform 38"/>
            <p:cNvSpPr/>
            <p:nvPr/>
          </p:nvSpPr>
          <p:spPr bwMode="auto">
            <a:xfrm>
              <a:off x="10324818" y="920828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70"/>
                  </a:lnTo>
                  <a:lnTo>
                    <a:pt x="0" y="431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9136939" name="Freeform 39"/>
            <p:cNvSpPr/>
            <p:nvPr/>
          </p:nvSpPr>
          <p:spPr bwMode="auto">
            <a:xfrm>
              <a:off x="10727097" y="836244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05315496" name="Freeform 42"/>
            <p:cNvSpPr/>
            <p:nvPr/>
          </p:nvSpPr>
          <p:spPr bwMode="auto">
            <a:xfrm rot="0" flipH="0" flipV="0">
              <a:off x="6277951" y="109730"/>
              <a:ext cx="3864114" cy="3941109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29006529" name="TextBox 43"/>
            <p:cNvSpPr txBox="1"/>
            <p:nvPr/>
          </p:nvSpPr>
          <p:spPr bwMode="auto">
            <a:xfrm rot="0" flipH="0" flipV="0">
              <a:off x="6277951" y="0"/>
              <a:ext cx="3864114" cy="40508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120536102" name="TextBox 47"/>
            <p:cNvSpPr txBox="1"/>
            <p:nvPr/>
          </p:nvSpPr>
          <p:spPr bwMode="auto">
            <a:xfrm>
              <a:off x="6491590" y="149000"/>
              <a:ext cx="3438279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942011" name="TextBox 48"/>
            <p:cNvSpPr txBox="1"/>
            <p:nvPr/>
          </p:nvSpPr>
          <p:spPr bwMode="auto">
            <a:xfrm>
              <a:off x="6512583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265798" name="TextBox 53"/>
            <p:cNvSpPr txBox="1"/>
            <p:nvPr/>
          </p:nvSpPr>
          <p:spPr bwMode="auto">
            <a:xfrm flipH="0" flipV="0">
              <a:off x="4063125" y="2533656"/>
              <a:ext cx="2051705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60324796" name="Freeform 54"/>
            <p:cNvSpPr/>
            <p:nvPr/>
          </p:nvSpPr>
          <p:spPr bwMode="auto">
            <a:xfrm rot="10008104" flipH="1">
              <a:off x="5562477" y="2247899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364786" name="TextBox 64"/>
            <p:cNvSpPr txBox="1"/>
            <p:nvPr/>
          </p:nvSpPr>
          <p:spPr bwMode="auto">
            <a:xfrm flipH="0" flipV="0">
              <a:off x="4200663" y="1782491"/>
              <a:ext cx="1757826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Grace‘s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34459757" name="Freeform 65"/>
            <p:cNvSpPr/>
            <p:nvPr/>
          </p:nvSpPr>
          <p:spPr bwMode="auto">
            <a:xfrm rot="731793" flipH="0" flipV="1">
              <a:off x="5533823" y="1526019"/>
              <a:ext cx="694893" cy="254835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0" y="0"/>
                  </a:moveTo>
                  <a:lnTo>
                    <a:pt x="694897" y="0"/>
                  </a:lnTo>
                  <a:lnTo>
                    <a:pt x="694897" y="196308"/>
                  </a:lnTo>
                  <a:lnTo>
                    <a:pt x="0" y="19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3899537" name="TextBox 66"/>
            <p:cNvSpPr txBox="1"/>
            <p:nvPr/>
          </p:nvSpPr>
          <p:spPr bwMode="auto">
            <a:xfrm flipH="0" flipV="0">
              <a:off x="4504885" y="334337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74267780" name="TextBox 67"/>
            <p:cNvSpPr txBox="1"/>
            <p:nvPr/>
          </p:nvSpPr>
          <p:spPr bwMode="auto">
            <a:xfrm flipH="0" flipV="0">
              <a:off x="4504885" y="401644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86160265" name="Freeform 68"/>
            <p:cNvSpPr/>
            <p:nvPr/>
          </p:nvSpPr>
          <p:spPr bwMode="auto">
            <a:xfrm rot="9117488" flipH="1">
              <a:off x="5570354" y="3002386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6" y="0"/>
                  </a:moveTo>
                  <a:lnTo>
                    <a:pt x="0" y="0"/>
                  </a:lnTo>
                  <a:lnTo>
                    <a:pt x="0" y="196309"/>
                  </a:lnTo>
                  <a:lnTo>
                    <a:pt x="694896" y="196309"/>
                  </a:lnTo>
                  <a:lnTo>
                    <a:pt x="694896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3249071" name="Freeform 69"/>
            <p:cNvSpPr/>
            <p:nvPr/>
          </p:nvSpPr>
          <p:spPr bwMode="auto">
            <a:xfrm rot="9379580" flipH="1">
              <a:off x="5563600" y="3696025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8799514" name="Freeform 71"/>
            <p:cNvSpPr/>
            <p:nvPr/>
          </p:nvSpPr>
          <p:spPr bwMode="auto">
            <a:xfrm rot="0" flipH="0" flipV="0">
              <a:off x="1044475" y="129581"/>
              <a:ext cx="3864114" cy="1535463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4183161" name="TextBox 72"/>
            <p:cNvSpPr txBox="1"/>
            <p:nvPr/>
          </p:nvSpPr>
          <p:spPr bwMode="auto">
            <a:xfrm rot="0" flipH="0" flipV="0">
              <a:off x="1044475" y="19849"/>
              <a:ext cx="3864114" cy="164520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8050636" name="TextBox 76"/>
            <p:cNvSpPr txBox="1"/>
            <p:nvPr/>
          </p:nvSpPr>
          <p:spPr bwMode="auto">
            <a:xfrm>
              <a:off x="1333915" y="149000"/>
              <a:ext cx="328667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4729283" name="TextBox 77"/>
            <p:cNvSpPr txBox="1"/>
            <p:nvPr/>
          </p:nvSpPr>
          <p:spPr bwMode="auto">
            <a:xfrm>
              <a:off x="1279109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8831863" name="AutoShape 78"/>
            <p:cNvSpPr/>
            <p:nvPr/>
          </p:nvSpPr>
          <p:spPr bwMode="auto">
            <a:xfrm flipH="0" flipV="0">
              <a:off x="2971519" y="611275"/>
              <a:ext cx="0" cy="78048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9608702" name="AutoShape 82"/>
            <p:cNvSpPr/>
            <p:nvPr/>
          </p:nvSpPr>
          <p:spPr bwMode="auto">
            <a:xfrm flipH="1" flipV="1">
              <a:off x="4692018" y="1137911"/>
              <a:ext cx="179370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105449" name="Freeform 83"/>
            <p:cNvSpPr/>
            <p:nvPr/>
          </p:nvSpPr>
          <p:spPr bwMode="auto">
            <a:xfrm>
              <a:off x="0" y="848772"/>
              <a:ext cx="526954" cy="578277"/>
            </a:xfrm>
            <a:custGeom>
              <a:avLst/>
              <a:gdLst/>
              <a:ahLst/>
              <a:cxnLst/>
              <a:rect l="l" t="t" r="r" b="b"/>
              <a:pathLst>
                <a:path w="526956" h="578278" fill="norm" stroke="1" extrusionOk="0">
                  <a:moveTo>
                    <a:pt x="0" y="0"/>
                  </a:moveTo>
                  <a:lnTo>
                    <a:pt x="526956" y="0"/>
                  </a:lnTo>
                  <a:lnTo>
                    <a:pt x="526956" y="578278"/>
                  </a:lnTo>
                  <a:lnTo>
                    <a:pt x="0" y="578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912547" name="AutoShape 84"/>
            <p:cNvSpPr/>
            <p:nvPr/>
          </p:nvSpPr>
          <p:spPr bwMode="auto">
            <a:xfrm flipH="1" flipV="1">
              <a:off x="526953" y="1137911"/>
              <a:ext cx="725286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3641545" name="Freeform 85"/>
            <p:cNvSpPr/>
            <p:nvPr/>
          </p:nvSpPr>
          <p:spPr bwMode="auto">
            <a:xfrm>
              <a:off x="638580" y="904404"/>
              <a:ext cx="294269" cy="163687"/>
            </a:xfrm>
            <a:custGeom>
              <a:avLst/>
              <a:gdLst/>
              <a:ahLst/>
              <a:cxnLst/>
              <a:rect l="l" t="t" r="r" b="b"/>
              <a:pathLst>
                <a:path w="294272" h="163689" fill="norm" stroke="1" extrusionOk="0">
                  <a:moveTo>
                    <a:pt x="0" y="0"/>
                  </a:moveTo>
                  <a:lnTo>
                    <a:pt x="294272" y="0"/>
                  </a:lnTo>
                  <a:lnTo>
                    <a:pt x="294272" y="163689"/>
                  </a:lnTo>
                  <a:lnTo>
                    <a:pt x="0" y="163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75002447" name=""/>
            <p:cNvGrpSpPr/>
            <p:nvPr/>
          </p:nvGrpSpPr>
          <p:grpSpPr bwMode="auto">
            <a:xfrm>
              <a:off x="6485716" y="826025"/>
              <a:ext cx="3839098" cy="3057540"/>
              <a:chOff x="0" y="0"/>
              <a:chExt cx="3839098" cy="3057540"/>
            </a:xfrm>
          </p:grpSpPr>
          <p:sp>
            <p:nvSpPr>
              <p:cNvPr id="377977244" name="AutoShape 28"/>
              <p:cNvSpPr/>
              <p:nvPr/>
            </p:nvSpPr>
            <p:spPr bwMode="auto">
              <a:xfrm flipV="1">
                <a:off x="3448606" y="939921"/>
                <a:ext cx="390492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260751349" name="AutoShape 31"/>
              <p:cNvSpPr/>
              <p:nvPr/>
            </p:nvSpPr>
            <p:spPr bwMode="auto">
              <a:xfrm flipV="1">
                <a:off x="2698749" y="1554728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131754512" name="AutoShape 34"/>
              <p:cNvSpPr/>
              <p:nvPr/>
            </p:nvSpPr>
            <p:spPr bwMode="auto">
              <a:xfrm flipV="1">
                <a:off x="2698749" y="2181414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24549313" name="AutoShape 37"/>
              <p:cNvSpPr/>
              <p:nvPr/>
            </p:nvSpPr>
            <p:spPr bwMode="auto">
              <a:xfrm>
                <a:off x="2698749" y="2796221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727277910" name="AutoShape 40"/>
              <p:cNvSpPr/>
              <p:nvPr/>
            </p:nvSpPr>
            <p:spPr bwMode="auto">
              <a:xfrm flipV="1">
                <a:off x="2698749" y="310686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020076355" name="Freeform 45"/>
              <p:cNvSpPr/>
              <p:nvPr/>
            </p:nvSpPr>
            <p:spPr bwMode="auto">
              <a:xfrm rot="0" flipH="0" flipV="0">
                <a:off x="0" y="9599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7835867" name="TextBox 46"/>
              <p:cNvSpPr txBox="1"/>
              <p:nvPr/>
            </p:nvSpPr>
            <p:spPr bwMode="auto">
              <a:xfrm rot="0" flipH="0" flipV="0">
                <a:off x="0" y="1762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8886103" name="AutoShape 49"/>
              <p:cNvSpPr/>
              <p:nvPr/>
            </p:nvSpPr>
            <p:spPr bwMode="auto">
              <a:xfrm flipH="0" flipV="0">
                <a:off x="1724290" y="71286"/>
                <a:ext cx="0" cy="298624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57283069" name="Freeform 51"/>
              <p:cNvSpPr/>
              <p:nvPr/>
            </p:nvSpPr>
            <p:spPr bwMode="auto">
              <a:xfrm rot="0" flipH="0" flipV="0">
                <a:off x="0" y="724035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2216634" name="TextBox 52"/>
              <p:cNvSpPr txBox="1"/>
              <p:nvPr/>
            </p:nvSpPr>
            <p:spPr bwMode="auto">
              <a:xfrm rot="0" flipH="0" flipV="0">
                <a:off x="0" y="645658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68755445" name="Freeform 56"/>
              <p:cNvSpPr/>
              <p:nvPr/>
            </p:nvSpPr>
            <p:spPr bwMode="auto">
              <a:xfrm rot="0" flipH="0" flipV="0">
                <a:off x="120" y="135207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9203704" name="TextBox 57"/>
              <p:cNvSpPr txBox="1"/>
              <p:nvPr/>
            </p:nvSpPr>
            <p:spPr bwMode="auto">
              <a:xfrm rot="0" flipH="0" flipV="0">
                <a:off x="120" y="127369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522127" name="Freeform 59"/>
              <p:cNvSpPr/>
              <p:nvPr/>
            </p:nvSpPr>
            <p:spPr bwMode="auto">
              <a:xfrm rot="0" flipH="0" flipV="0">
                <a:off x="120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9964222" name="TextBox 60"/>
              <p:cNvSpPr txBox="1"/>
              <p:nvPr/>
            </p:nvSpPr>
            <p:spPr bwMode="auto">
              <a:xfrm rot="0" flipH="0" flipV="0">
                <a:off x="120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2402820" name="Freeform 62"/>
              <p:cNvSpPr/>
              <p:nvPr/>
            </p:nvSpPr>
            <p:spPr bwMode="auto">
              <a:xfrm rot="0" flipH="0" flipV="0">
                <a:off x="120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2559444" name="TextBox 63"/>
              <p:cNvSpPr txBox="1"/>
              <p:nvPr/>
            </p:nvSpPr>
            <p:spPr bwMode="auto">
              <a:xfrm rot="0" flipH="0" flipV="0">
                <a:off x="120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584136" name="Freeform 88"/>
              <p:cNvSpPr/>
              <p:nvPr/>
            </p:nvSpPr>
            <p:spPr bwMode="auto">
              <a:xfrm rot="0" flipH="0" flipV="0">
                <a:off x="194889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1113980" name="TextBox 89"/>
              <p:cNvSpPr txBox="1"/>
              <p:nvPr/>
            </p:nvSpPr>
            <p:spPr bwMode="auto">
              <a:xfrm rot="0" flipH="0" flipV="0">
                <a:off x="194889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2575541" name="Freeform 91"/>
              <p:cNvSpPr/>
              <p:nvPr/>
            </p:nvSpPr>
            <p:spPr bwMode="auto">
              <a:xfrm rot="0" flipH="0" flipV="0">
                <a:off x="1948890" y="70641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07724606" name="TextBox 92"/>
              <p:cNvSpPr txBox="1"/>
              <p:nvPr/>
            </p:nvSpPr>
            <p:spPr bwMode="auto">
              <a:xfrm rot="0" flipH="0" flipV="0">
                <a:off x="1948890" y="62803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3177594" name="Freeform 94"/>
              <p:cNvSpPr/>
              <p:nvPr/>
            </p:nvSpPr>
            <p:spPr bwMode="auto">
              <a:xfrm rot="0" flipH="0" flipV="0">
                <a:off x="1949011" y="133444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19536561" name="TextBox 95"/>
              <p:cNvSpPr txBox="1"/>
              <p:nvPr/>
            </p:nvSpPr>
            <p:spPr bwMode="auto">
              <a:xfrm rot="0" flipH="0" flipV="0">
                <a:off x="1949011" y="125607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040316" name="Freeform 97"/>
              <p:cNvSpPr/>
              <p:nvPr/>
            </p:nvSpPr>
            <p:spPr bwMode="auto">
              <a:xfrm rot="0" flipH="0" flipV="0">
                <a:off x="1949011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7031575" name="TextBox 98"/>
              <p:cNvSpPr txBox="1"/>
              <p:nvPr/>
            </p:nvSpPr>
            <p:spPr bwMode="auto">
              <a:xfrm rot="0" flipH="0" flipV="0">
                <a:off x="1949011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832762" name="Freeform 100"/>
              <p:cNvSpPr/>
              <p:nvPr/>
            </p:nvSpPr>
            <p:spPr bwMode="auto">
              <a:xfrm rot="0" flipH="0" flipV="0">
                <a:off x="1949011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1282862" name="TextBox 101"/>
              <p:cNvSpPr txBox="1"/>
              <p:nvPr/>
            </p:nvSpPr>
            <p:spPr bwMode="auto">
              <a:xfrm rot="0" flipH="0" flipV="0">
                <a:off x="1949011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36521536" name=""/>
            <p:cNvGrpSpPr/>
            <p:nvPr/>
          </p:nvGrpSpPr>
          <p:grpSpPr bwMode="auto">
            <a:xfrm>
              <a:off x="1252240" y="860072"/>
              <a:ext cx="3439774" cy="545393"/>
              <a:chOff x="0" y="0"/>
              <a:chExt cx="3439774" cy="545393"/>
            </a:xfrm>
          </p:grpSpPr>
          <p:sp>
            <p:nvSpPr>
              <p:cNvPr id="530795925" name="Freeform 74"/>
              <p:cNvSpPr/>
              <p:nvPr/>
            </p:nvSpPr>
            <p:spPr bwMode="auto">
              <a:xfrm rot="0" flipH="0" flipV="0">
                <a:off x="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939098" name="TextBox 75"/>
              <p:cNvSpPr txBox="1"/>
              <p:nvPr/>
            </p:nvSpPr>
            <p:spPr bwMode="auto">
              <a:xfrm rot="0" flipH="0" flipV="0">
                <a:off x="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1481144" name="Freeform 80"/>
              <p:cNvSpPr/>
              <p:nvPr/>
            </p:nvSpPr>
            <p:spPr bwMode="auto">
              <a:xfrm rot="0" flipH="0" flipV="0">
                <a:off x="1940059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34493496" name="TextBox 81"/>
              <p:cNvSpPr txBox="1"/>
              <p:nvPr/>
            </p:nvSpPr>
            <p:spPr bwMode="auto">
              <a:xfrm rot="0" flipH="0" flipV="0">
                <a:off x="1940059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119865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463352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35674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805346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203760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003030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285269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033372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023658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800847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3100574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864628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18397288" name=""/>
          <p:cNvGrpSpPr/>
          <p:nvPr/>
        </p:nvGrpSpPr>
        <p:grpSpPr bwMode="auto">
          <a:xfrm>
            <a:off x="2554785" y="3474531"/>
            <a:ext cx="7758931" cy="2068223"/>
            <a:chOff x="0" y="0"/>
            <a:chExt cx="7758931" cy="2068223"/>
          </a:xfrm>
        </p:grpSpPr>
        <p:sp>
          <p:nvSpPr>
            <p:cNvPr id="381696675" name="AutoShape 35"/>
            <p:cNvSpPr/>
            <p:nvPr/>
          </p:nvSpPr>
          <p:spPr bwMode="auto">
            <a:xfrm>
              <a:off x="0" y="1651506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8896187" name="Freeform 37"/>
            <p:cNvSpPr/>
            <p:nvPr/>
          </p:nvSpPr>
          <p:spPr bwMode="auto">
            <a:xfrm>
              <a:off x="1752822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755246" name="Freeform 38"/>
            <p:cNvSpPr/>
            <p:nvPr/>
          </p:nvSpPr>
          <p:spPr bwMode="auto">
            <a:xfrm>
              <a:off x="4339161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8905759" name="Freeform 39"/>
            <p:cNvSpPr/>
            <p:nvPr/>
          </p:nvSpPr>
          <p:spPr bwMode="auto">
            <a:xfrm>
              <a:off x="6925495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3236806" name="AutoShape 40"/>
            <p:cNvSpPr/>
            <p:nvPr/>
          </p:nvSpPr>
          <p:spPr bwMode="auto">
            <a:xfrm>
              <a:off x="5172596" y="1651506"/>
              <a:ext cx="175289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2191977" name="AutoShape 43"/>
            <p:cNvSpPr/>
            <p:nvPr/>
          </p:nvSpPr>
          <p:spPr bwMode="auto">
            <a:xfrm>
              <a:off x="3462750" y="375578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5861942" name="Freeform 44"/>
            <p:cNvSpPr/>
            <p:nvPr/>
          </p:nvSpPr>
          <p:spPr bwMode="auto">
            <a:xfrm>
              <a:off x="3110418" y="1299177"/>
              <a:ext cx="704655" cy="704655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4988811" name="TextBox 45"/>
            <p:cNvSpPr txBox="1"/>
            <p:nvPr/>
          </p:nvSpPr>
          <p:spPr bwMode="auto">
            <a:xfrm>
              <a:off x="1406520" y="0"/>
              <a:ext cx="4114971" cy="2788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2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8614482" name="Group 26"/>
          <p:cNvGrpSpPr/>
          <p:nvPr/>
        </p:nvGrpSpPr>
        <p:grpSpPr bwMode="auto">
          <a:xfrm>
            <a:off x="1436256" y="2207788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7847372" name="Group 29"/>
          <p:cNvGrpSpPr/>
          <p:nvPr/>
        </p:nvGrpSpPr>
        <p:grpSpPr bwMode="auto">
          <a:xfrm>
            <a:off x="1628879" y="2207788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906928" name="Group 32"/>
          <p:cNvGrpSpPr/>
          <p:nvPr/>
        </p:nvGrpSpPr>
        <p:grpSpPr bwMode="auto">
          <a:xfrm>
            <a:off x="1821504" y="2207788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7806372" name="Group 35"/>
          <p:cNvGrpSpPr/>
          <p:nvPr/>
        </p:nvGrpSpPr>
        <p:grpSpPr bwMode="auto">
          <a:xfrm>
            <a:off x="2013033" y="2207788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484765" name="Group 38"/>
          <p:cNvGrpSpPr/>
          <p:nvPr/>
        </p:nvGrpSpPr>
        <p:grpSpPr bwMode="auto">
          <a:xfrm>
            <a:off x="2205657" y="2207788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000702" name="Group 41"/>
          <p:cNvGrpSpPr/>
          <p:nvPr/>
        </p:nvGrpSpPr>
        <p:grpSpPr bwMode="auto">
          <a:xfrm>
            <a:off x="2398279" y="2207788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1832842" name="Group 44"/>
          <p:cNvGrpSpPr/>
          <p:nvPr/>
        </p:nvGrpSpPr>
        <p:grpSpPr bwMode="auto">
          <a:xfrm>
            <a:off x="2589808" y="2207788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9440284" name="Group 47"/>
          <p:cNvGrpSpPr/>
          <p:nvPr/>
        </p:nvGrpSpPr>
        <p:grpSpPr bwMode="auto">
          <a:xfrm>
            <a:off x="2782433" y="2207788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7815248" name="Group 50"/>
          <p:cNvGrpSpPr/>
          <p:nvPr/>
        </p:nvGrpSpPr>
        <p:grpSpPr bwMode="auto">
          <a:xfrm>
            <a:off x="2975058" y="2207788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982922" name="Group 53"/>
          <p:cNvGrpSpPr/>
          <p:nvPr/>
        </p:nvGrpSpPr>
        <p:grpSpPr bwMode="auto">
          <a:xfrm>
            <a:off x="859482" y="2207788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851676" name="Group 56"/>
          <p:cNvGrpSpPr/>
          <p:nvPr/>
        </p:nvGrpSpPr>
        <p:grpSpPr bwMode="auto">
          <a:xfrm>
            <a:off x="1052103" y="2207788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736273" name="Group 59"/>
          <p:cNvGrpSpPr/>
          <p:nvPr/>
        </p:nvGrpSpPr>
        <p:grpSpPr bwMode="auto">
          <a:xfrm>
            <a:off x="1244730" y="2207788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5604071" name="Group 62"/>
          <p:cNvGrpSpPr/>
          <p:nvPr/>
        </p:nvGrpSpPr>
        <p:grpSpPr bwMode="auto">
          <a:xfrm>
            <a:off x="1436256" y="2397260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6855218" name="Group 65"/>
          <p:cNvGrpSpPr/>
          <p:nvPr/>
        </p:nvGrpSpPr>
        <p:grpSpPr bwMode="auto">
          <a:xfrm>
            <a:off x="1628879" y="2397260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2779374" name="Group 68"/>
          <p:cNvGrpSpPr/>
          <p:nvPr/>
        </p:nvGrpSpPr>
        <p:grpSpPr bwMode="auto">
          <a:xfrm>
            <a:off x="1821504" y="2397260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4802794" name="Group 71"/>
          <p:cNvGrpSpPr/>
          <p:nvPr/>
        </p:nvGrpSpPr>
        <p:grpSpPr bwMode="auto">
          <a:xfrm>
            <a:off x="2013033" y="2397260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509722" name="Group 74"/>
          <p:cNvGrpSpPr/>
          <p:nvPr/>
        </p:nvGrpSpPr>
        <p:grpSpPr bwMode="auto">
          <a:xfrm>
            <a:off x="2205657" y="2397260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6576422" name="Group 77"/>
          <p:cNvGrpSpPr/>
          <p:nvPr/>
        </p:nvGrpSpPr>
        <p:grpSpPr bwMode="auto">
          <a:xfrm>
            <a:off x="2398279" y="2397260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7905588" name="Group 80"/>
          <p:cNvGrpSpPr/>
          <p:nvPr/>
        </p:nvGrpSpPr>
        <p:grpSpPr bwMode="auto">
          <a:xfrm>
            <a:off x="2589808" y="2397260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1201164" name="Group 83"/>
          <p:cNvGrpSpPr/>
          <p:nvPr/>
        </p:nvGrpSpPr>
        <p:grpSpPr bwMode="auto">
          <a:xfrm>
            <a:off x="2782433" y="2397260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7263032" name="Group 86"/>
          <p:cNvGrpSpPr/>
          <p:nvPr/>
        </p:nvGrpSpPr>
        <p:grpSpPr bwMode="auto">
          <a:xfrm>
            <a:off x="2975058" y="2397260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624043" name="Group 89"/>
          <p:cNvGrpSpPr/>
          <p:nvPr/>
        </p:nvGrpSpPr>
        <p:grpSpPr bwMode="auto">
          <a:xfrm>
            <a:off x="859482" y="2397260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2186684" name="Group 92"/>
          <p:cNvGrpSpPr/>
          <p:nvPr/>
        </p:nvGrpSpPr>
        <p:grpSpPr bwMode="auto">
          <a:xfrm>
            <a:off x="1052103" y="2397260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684394" name="Group 95"/>
          <p:cNvGrpSpPr/>
          <p:nvPr/>
        </p:nvGrpSpPr>
        <p:grpSpPr bwMode="auto">
          <a:xfrm>
            <a:off x="1244730" y="2397260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52861" name="Group 98"/>
          <p:cNvGrpSpPr/>
          <p:nvPr/>
        </p:nvGrpSpPr>
        <p:grpSpPr bwMode="auto">
          <a:xfrm>
            <a:off x="1436256" y="2588788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228586" name="Group 101"/>
          <p:cNvGrpSpPr/>
          <p:nvPr/>
        </p:nvGrpSpPr>
        <p:grpSpPr bwMode="auto">
          <a:xfrm>
            <a:off x="1628879" y="2588788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500355" name="Group 104"/>
          <p:cNvGrpSpPr/>
          <p:nvPr/>
        </p:nvGrpSpPr>
        <p:grpSpPr bwMode="auto">
          <a:xfrm>
            <a:off x="1821504" y="2588788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210087" name="Group 107"/>
          <p:cNvGrpSpPr/>
          <p:nvPr/>
        </p:nvGrpSpPr>
        <p:grpSpPr bwMode="auto">
          <a:xfrm>
            <a:off x="2013033" y="2588788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208635" name="Group 110"/>
          <p:cNvGrpSpPr/>
          <p:nvPr/>
        </p:nvGrpSpPr>
        <p:grpSpPr bwMode="auto">
          <a:xfrm>
            <a:off x="2205657" y="2588788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635994" name="Group 113"/>
          <p:cNvGrpSpPr/>
          <p:nvPr/>
        </p:nvGrpSpPr>
        <p:grpSpPr bwMode="auto">
          <a:xfrm>
            <a:off x="2398279" y="2588788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836920" name="Group 116"/>
          <p:cNvGrpSpPr/>
          <p:nvPr/>
        </p:nvGrpSpPr>
        <p:grpSpPr bwMode="auto">
          <a:xfrm>
            <a:off x="2589808" y="2588788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441101" name="Group 119"/>
          <p:cNvGrpSpPr/>
          <p:nvPr/>
        </p:nvGrpSpPr>
        <p:grpSpPr bwMode="auto">
          <a:xfrm>
            <a:off x="2782433" y="2588788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1144567" name="Group 122"/>
          <p:cNvGrpSpPr/>
          <p:nvPr/>
        </p:nvGrpSpPr>
        <p:grpSpPr bwMode="auto">
          <a:xfrm>
            <a:off x="2975058" y="2588788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904448" name="Group 125"/>
          <p:cNvGrpSpPr/>
          <p:nvPr/>
        </p:nvGrpSpPr>
        <p:grpSpPr bwMode="auto">
          <a:xfrm>
            <a:off x="859482" y="2588788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3991234" name="Group 128"/>
          <p:cNvGrpSpPr/>
          <p:nvPr/>
        </p:nvGrpSpPr>
        <p:grpSpPr bwMode="auto">
          <a:xfrm>
            <a:off x="1052103" y="2588788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1076130" name="Group 131"/>
          <p:cNvGrpSpPr/>
          <p:nvPr/>
        </p:nvGrpSpPr>
        <p:grpSpPr bwMode="auto">
          <a:xfrm>
            <a:off x="1244730" y="2588788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298169" name="Group 134"/>
          <p:cNvGrpSpPr/>
          <p:nvPr/>
        </p:nvGrpSpPr>
        <p:grpSpPr bwMode="auto">
          <a:xfrm>
            <a:off x="1436256" y="2778259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459741" name="Group 137"/>
          <p:cNvGrpSpPr/>
          <p:nvPr/>
        </p:nvGrpSpPr>
        <p:grpSpPr bwMode="auto">
          <a:xfrm>
            <a:off x="1628879" y="2778259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977392" name="Group 140"/>
          <p:cNvGrpSpPr/>
          <p:nvPr/>
        </p:nvGrpSpPr>
        <p:grpSpPr bwMode="auto">
          <a:xfrm>
            <a:off x="1821504" y="2778259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6971577" name="Group 143"/>
          <p:cNvGrpSpPr/>
          <p:nvPr/>
        </p:nvGrpSpPr>
        <p:grpSpPr bwMode="auto">
          <a:xfrm>
            <a:off x="2013033" y="2778259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9602649" name="Group 146"/>
          <p:cNvGrpSpPr/>
          <p:nvPr/>
        </p:nvGrpSpPr>
        <p:grpSpPr bwMode="auto">
          <a:xfrm>
            <a:off x="2205657" y="2778259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9533105" name="Group 149"/>
          <p:cNvGrpSpPr/>
          <p:nvPr/>
        </p:nvGrpSpPr>
        <p:grpSpPr bwMode="auto">
          <a:xfrm>
            <a:off x="2398279" y="2778259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5751483" name="Group 152"/>
          <p:cNvGrpSpPr/>
          <p:nvPr/>
        </p:nvGrpSpPr>
        <p:grpSpPr bwMode="auto">
          <a:xfrm>
            <a:off x="2589808" y="2778259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5768354" name="Group 155"/>
          <p:cNvGrpSpPr/>
          <p:nvPr/>
        </p:nvGrpSpPr>
        <p:grpSpPr bwMode="auto">
          <a:xfrm>
            <a:off x="2782433" y="2778259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440127" name="Group 158"/>
          <p:cNvGrpSpPr/>
          <p:nvPr/>
        </p:nvGrpSpPr>
        <p:grpSpPr bwMode="auto">
          <a:xfrm>
            <a:off x="2975058" y="2778259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082838" name="Group 161"/>
          <p:cNvGrpSpPr/>
          <p:nvPr/>
        </p:nvGrpSpPr>
        <p:grpSpPr bwMode="auto">
          <a:xfrm>
            <a:off x="859482" y="2778259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214825" name="Group 164"/>
          <p:cNvGrpSpPr/>
          <p:nvPr/>
        </p:nvGrpSpPr>
        <p:grpSpPr bwMode="auto">
          <a:xfrm>
            <a:off x="1052103" y="2778259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1274401" name="Group 167"/>
          <p:cNvGrpSpPr/>
          <p:nvPr/>
        </p:nvGrpSpPr>
        <p:grpSpPr bwMode="auto">
          <a:xfrm>
            <a:off x="1244730" y="2778259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525112" name="Group 170"/>
          <p:cNvGrpSpPr/>
          <p:nvPr/>
        </p:nvGrpSpPr>
        <p:grpSpPr bwMode="auto">
          <a:xfrm>
            <a:off x="1436256" y="2969787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4187472" name="Group 173"/>
          <p:cNvGrpSpPr/>
          <p:nvPr/>
        </p:nvGrpSpPr>
        <p:grpSpPr bwMode="auto">
          <a:xfrm>
            <a:off x="1628879" y="2969787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5901045" name="Group 176"/>
          <p:cNvGrpSpPr/>
          <p:nvPr/>
        </p:nvGrpSpPr>
        <p:grpSpPr bwMode="auto">
          <a:xfrm>
            <a:off x="1821504" y="2969787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752457" name="Group 179"/>
          <p:cNvGrpSpPr/>
          <p:nvPr/>
        </p:nvGrpSpPr>
        <p:grpSpPr bwMode="auto">
          <a:xfrm>
            <a:off x="2013033" y="2969787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058296" name="Group 182"/>
          <p:cNvGrpSpPr/>
          <p:nvPr/>
        </p:nvGrpSpPr>
        <p:grpSpPr bwMode="auto">
          <a:xfrm>
            <a:off x="2205657" y="2969787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9978268" name="Group 185"/>
          <p:cNvGrpSpPr/>
          <p:nvPr/>
        </p:nvGrpSpPr>
        <p:grpSpPr bwMode="auto">
          <a:xfrm>
            <a:off x="2398279" y="2969787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482264" name="Group 188"/>
          <p:cNvGrpSpPr/>
          <p:nvPr/>
        </p:nvGrpSpPr>
        <p:grpSpPr bwMode="auto">
          <a:xfrm>
            <a:off x="2589808" y="2969787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932612" name="Group 191"/>
          <p:cNvGrpSpPr/>
          <p:nvPr/>
        </p:nvGrpSpPr>
        <p:grpSpPr bwMode="auto">
          <a:xfrm>
            <a:off x="2782433" y="2969787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583891" name="Group 194"/>
          <p:cNvGrpSpPr/>
          <p:nvPr/>
        </p:nvGrpSpPr>
        <p:grpSpPr bwMode="auto">
          <a:xfrm>
            <a:off x="2975058" y="2969787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8834025" name="Group 197"/>
          <p:cNvGrpSpPr/>
          <p:nvPr/>
        </p:nvGrpSpPr>
        <p:grpSpPr bwMode="auto">
          <a:xfrm>
            <a:off x="859482" y="2969787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765720" name="Group 200"/>
          <p:cNvGrpSpPr/>
          <p:nvPr/>
        </p:nvGrpSpPr>
        <p:grpSpPr bwMode="auto">
          <a:xfrm>
            <a:off x="1052103" y="2969787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6324651" name="Group 203"/>
          <p:cNvGrpSpPr/>
          <p:nvPr/>
        </p:nvGrpSpPr>
        <p:grpSpPr bwMode="auto">
          <a:xfrm>
            <a:off x="1244730" y="2969787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654255" name="Group 206"/>
          <p:cNvGrpSpPr/>
          <p:nvPr/>
        </p:nvGrpSpPr>
        <p:grpSpPr bwMode="auto">
          <a:xfrm>
            <a:off x="1436256" y="3159260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2246917" name="Group 209"/>
          <p:cNvGrpSpPr/>
          <p:nvPr/>
        </p:nvGrpSpPr>
        <p:grpSpPr bwMode="auto">
          <a:xfrm>
            <a:off x="1628879" y="3159260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1227901" name="Group 212"/>
          <p:cNvGrpSpPr/>
          <p:nvPr/>
        </p:nvGrpSpPr>
        <p:grpSpPr bwMode="auto">
          <a:xfrm>
            <a:off x="1821504" y="3159260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415821" name="Group 215"/>
          <p:cNvGrpSpPr/>
          <p:nvPr/>
        </p:nvGrpSpPr>
        <p:grpSpPr bwMode="auto">
          <a:xfrm>
            <a:off x="2013033" y="3159260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2544135" name="Group 218"/>
          <p:cNvGrpSpPr/>
          <p:nvPr/>
        </p:nvGrpSpPr>
        <p:grpSpPr bwMode="auto">
          <a:xfrm>
            <a:off x="2205657" y="3159260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398375" name="Group 221"/>
          <p:cNvGrpSpPr/>
          <p:nvPr/>
        </p:nvGrpSpPr>
        <p:grpSpPr bwMode="auto">
          <a:xfrm>
            <a:off x="2398279" y="3159260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305397" name="Group 224"/>
          <p:cNvGrpSpPr/>
          <p:nvPr/>
        </p:nvGrpSpPr>
        <p:grpSpPr bwMode="auto">
          <a:xfrm>
            <a:off x="2589808" y="3159260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472767" name="Group 227"/>
          <p:cNvGrpSpPr/>
          <p:nvPr/>
        </p:nvGrpSpPr>
        <p:grpSpPr bwMode="auto">
          <a:xfrm>
            <a:off x="2782433" y="3159260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182767" name="Group 230"/>
          <p:cNvGrpSpPr/>
          <p:nvPr/>
        </p:nvGrpSpPr>
        <p:grpSpPr bwMode="auto">
          <a:xfrm>
            <a:off x="2975058" y="3159260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1353359" name="Group 233"/>
          <p:cNvGrpSpPr/>
          <p:nvPr/>
        </p:nvGrpSpPr>
        <p:grpSpPr bwMode="auto">
          <a:xfrm>
            <a:off x="859482" y="3159260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6995632" name="Group 236"/>
          <p:cNvGrpSpPr/>
          <p:nvPr/>
        </p:nvGrpSpPr>
        <p:grpSpPr bwMode="auto">
          <a:xfrm>
            <a:off x="1052103" y="3159260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110876" name="Group 239"/>
          <p:cNvGrpSpPr/>
          <p:nvPr/>
        </p:nvGrpSpPr>
        <p:grpSpPr bwMode="auto">
          <a:xfrm>
            <a:off x="1244730" y="3159260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0500807" name="Group 242"/>
          <p:cNvGrpSpPr/>
          <p:nvPr/>
        </p:nvGrpSpPr>
        <p:grpSpPr bwMode="auto">
          <a:xfrm>
            <a:off x="1436256" y="3352577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85207" name="Group 245"/>
          <p:cNvGrpSpPr/>
          <p:nvPr/>
        </p:nvGrpSpPr>
        <p:grpSpPr bwMode="auto">
          <a:xfrm>
            <a:off x="1628879" y="3352577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9264283" name="Group 248"/>
          <p:cNvGrpSpPr/>
          <p:nvPr/>
        </p:nvGrpSpPr>
        <p:grpSpPr bwMode="auto">
          <a:xfrm>
            <a:off x="1821504" y="3352577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8501240" name="Group 251"/>
          <p:cNvGrpSpPr/>
          <p:nvPr/>
        </p:nvGrpSpPr>
        <p:grpSpPr bwMode="auto">
          <a:xfrm>
            <a:off x="2013033" y="3352577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588953" name="Group 254"/>
          <p:cNvGrpSpPr/>
          <p:nvPr/>
        </p:nvGrpSpPr>
        <p:grpSpPr bwMode="auto">
          <a:xfrm>
            <a:off x="2205657" y="3352577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5741603" name="Group 257"/>
          <p:cNvGrpSpPr/>
          <p:nvPr/>
        </p:nvGrpSpPr>
        <p:grpSpPr bwMode="auto">
          <a:xfrm>
            <a:off x="2398279" y="3352577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5392972" name="Group 260"/>
          <p:cNvGrpSpPr/>
          <p:nvPr/>
        </p:nvGrpSpPr>
        <p:grpSpPr bwMode="auto">
          <a:xfrm>
            <a:off x="2589808" y="3352577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0844298" name="Group 263"/>
          <p:cNvGrpSpPr/>
          <p:nvPr/>
        </p:nvGrpSpPr>
        <p:grpSpPr bwMode="auto">
          <a:xfrm>
            <a:off x="2782433" y="3352577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1524781" name="Group 266"/>
          <p:cNvGrpSpPr/>
          <p:nvPr/>
        </p:nvGrpSpPr>
        <p:grpSpPr bwMode="auto">
          <a:xfrm>
            <a:off x="2975058" y="3352577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72373" name="Group 269"/>
          <p:cNvGrpSpPr/>
          <p:nvPr/>
        </p:nvGrpSpPr>
        <p:grpSpPr bwMode="auto">
          <a:xfrm>
            <a:off x="859482" y="3352577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1132924" name="Group 272"/>
          <p:cNvGrpSpPr/>
          <p:nvPr/>
        </p:nvGrpSpPr>
        <p:grpSpPr bwMode="auto">
          <a:xfrm>
            <a:off x="1052103" y="3352577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6402160" name="Group 275"/>
          <p:cNvGrpSpPr/>
          <p:nvPr/>
        </p:nvGrpSpPr>
        <p:grpSpPr bwMode="auto">
          <a:xfrm>
            <a:off x="1244730" y="3352577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07473" name="Group 278"/>
          <p:cNvGrpSpPr/>
          <p:nvPr/>
        </p:nvGrpSpPr>
        <p:grpSpPr bwMode="auto">
          <a:xfrm>
            <a:off x="1436256" y="3542049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9993773" name="Group 281"/>
          <p:cNvGrpSpPr/>
          <p:nvPr/>
        </p:nvGrpSpPr>
        <p:grpSpPr bwMode="auto">
          <a:xfrm>
            <a:off x="1628879" y="3542049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257455" name="Group 284"/>
          <p:cNvGrpSpPr/>
          <p:nvPr/>
        </p:nvGrpSpPr>
        <p:grpSpPr bwMode="auto">
          <a:xfrm>
            <a:off x="1821504" y="3542049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5846965" name="Group 287"/>
          <p:cNvGrpSpPr/>
          <p:nvPr/>
        </p:nvGrpSpPr>
        <p:grpSpPr bwMode="auto">
          <a:xfrm>
            <a:off x="2013033" y="3542049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1260" name="Group 290"/>
          <p:cNvGrpSpPr/>
          <p:nvPr/>
        </p:nvGrpSpPr>
        <p:grpSpPr bwMode="auto">
          <a:xfrm>
            <a:off x="2205657" y="3542049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572562" name="Group 293"/>
          <p:cNvGrpSpPr/>
          <p:nvPr/>
        </p:nvGrpSpPr>
        <p:grpSpPr bwMode="auto">
          <a:xfrm>
            <a:off x="2398279" y="3542049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309105" name="Group 296"/>
          <p:cNvGrpSpPr/>
          <p:nvPr/>
        </p:nvGrpSpPr>
        <p:grpSpPr bwMode="auto">
          <a:xfrm>
            <a:off x="2589808" y="3542049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57444" name="Group 299"/>
          <p:cNvGrpSpPr/>
          <p:nvPr/>
        </p:nvGrpSpPr>
        <p:grpSpPr bwMode="auto">
          <a:xfrm>
            <a:off x="2782433" y="3542049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251227" name="Group 302"/>
          <p:cNvGrpSpPr/>
          <p:nvPr/>
        </p:nvGrpSpPr>
        <p:grpSpPr bwMode="auto">
          <a:xfrm>
            <a:off x="2975058" y="3542049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7541386" name="Group 305"/>
          <p:cNvGrpSpPr/>
          <p:nvPr/>
        </p:nvGrpSpPr>
        <p:grpSpPr bwMode="auto">
          <a:xfrm>
            <a:off x="859482" y="3542049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497633" name="Group 308"/>
          <p:cNvGrpSpPr/>
          <p:nvPr/>
        </p:nvGrpSpPr>
        <p:grpSpPr bwMode="auto">
          <a:xfrm>
            <a:off x="1052103" y="3542049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688179" name="Group 311"/>
          <p:cNvGrpSpPr/>
          <p:nvPr/>
        </p:nvGrpSpPr>
        <p:grpSpPr bwMode="auto">
          <a:xfrm>
            <a:off x="1244730" y="3542049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875685" name="Group 314"/>
          <p:cNvGrpSpPr/>
          <p:nvPr/>
        </p:nvGrpSpPr>
        <p:grpSpPr bwMode="auto">
          <a:xfrm>
            <a:off x="1436256" y="3733577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601578" name="Group 317"/>
          <p:cNvGrpSpPr/>
          <p:nvPr/>
        </p:nvGrpSpPr>
        <p:grpSpPr bwMode="auto">
          <a:xfrm>
            <a:off x="1628879" y="3733577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9553382" name="Group 320"/>
          <p:cNvGrpSpPr/>
          <p:nvPr/>
        </p:nvGrpSpPr>
        <p:grpSpPr bwMode="auto">
          <a:xfrm>
            <a:off x="1821504" y="3733577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38991" name="Group 323"/>
          <p:cNvGrpSpPr/>
          <p:nvPr/>
        </p:nvGrpSpPr>
        <p:grpSpPr bwMode="auto">
          <a:xfrm>
            <a:off x="2013033" y="3733577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61196" name="Group 326"/>
          <p:cNvGrpSpPr/>
          <p:nvPr/>
        </p:nvGrpSpPr>
        <p:grpSpPr bwMode="auto">
          <a:xfrm>
            <a:off x="2205657" y="3733577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6224856" name="Group 329"/>
          <p:cNvGrpSpPr/>
          <p:nvPr/>
        </p:nvGrpSpPr>
        <p:grpSpPr bwMode="auto">
          <a:xfrm>
            <a:off x="2398279" y="3733577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355773" name="Group 332"/>
          <p:cNvGrpSpPr/>
          <p:nvPr/>
        </p:nvGrpSpPr>
        <p:grpSpPr bwMode="auto">
          <a:xfrm>
            <a:off x="2589808" y="3733577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0240754" name="Group 335"/>
          <p:cNvGrpSpPr/>
          <p:nvPr/>
        </p:nvGrpSpPr>
        <p:grpSpPr bwMode="auto">
          <a:xfrm>
            <a:off x="2782433" y="3733577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6191885" name="Group 338"/>
          <p:cNvGrpSpPr/>
          <p:nvPr/>
        </p:nvGrpSpPr>
        <p:grpSpPr bwMode="auto">
          <a:xfrm>
            <a:off x="2975058" y="3733577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6826241" name="Group 341"/>
          <p:cNvGrpSpPr/>
          <p:nvPr/>
        </p:nvGrpSpPr>
        <p:grpSpPr bwMode="auto">
          <a:xfrm>
            <a:off x="859482" y="3733577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53910" name="Group 344"/>
          <p:cNvGrpSpPr/>
          <p:nvPr/>
        </p:nvGrpSpPr>
        <p:grpSpPr bwMode="auto">
          <a:xfrm>
            <a:off x="1052103" y="3733577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6998422" name="Group 347"/>
          <p:cNvGrpSpPr/>
          <p:nvPr/>
        </p:nvGrpSpPr>
        <p:grpSpPr bwMode="auto">
          <a:xfrm>
            <a:off x="1244730" y="3733577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986416" name="Group 350"/>
          <p:cNvGrpSpPr/>
          <p:nvPr/>
        </p:nvGrpSpPr>
        <p:grpSpPr bwMode="auto">
          <a:xfrm>
            <a:off x="1436256" y="3923049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9741359" name="Group 353"/>
          <p:cNvGrpSpPr/>
          <p:nvPr/>
        </p:nvGrpSpPr>
        <p:grpSpPr bwMode="auto">
          <a:xfrm>
            <a:off x="1628879" y="3923049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2897922" name="Group 356"/>
          <p:cNvGrpSpPr/>
          <p:nvPr/>
        </p:nvGrpSpPr>
        <p:grpSpPr bwMode="auto">
          <a:xfrm>
            <a:off x="1821504" y="3923049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424341" name="Group 359"/>
          <p:cNvGrpSpPr/>
          <p:nvPr/>
        </p:nvGrpSpPr>
        <p:grpSpPr bwMode="auto">
          <a:xfrm>
            <a:off x="2013033" y="3923049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676027" name="Group 362"/>
          <p:cNvGrpSpPr/>
          <p:nvPr/>
        </p:nvGrpSpPr>
        <p:grpSpPr bwMode="auto">
          <a:xfrm>
            <a:off x="2205657" y="3923049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83829" name="Group 365"/>
          <p:cNvGrpSpPr/>
          <p:nvPr/>
        </p:nvGrpSpPr>
        <p:grpSpPr bwMode="auto">
          <a:xfrm>
            <a:off x="2398279" y="3923049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5377380" name="Group 368"/>
          <p:cNvGrpSpPr/>
          <p:nvPr/>
        </p:nvGrpSpPr>
        <p:grpSpPr bwMode="auto">
          <a:xfrm>
            <a:off x="2589808" y="3923049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267715" name="Group 371"/>
          <p:cNvGrpSpPr/>
          <p:nvPr/>
        </p:nvGrpSpPr>
        <p:grpSpPr bwMode="auto">
          <a:xfrm>
            <a:off x="2782433" y="3923049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69351" name="Group 374"/>
          <p:cNvGrpSpPr/>
          <p:nvPr/>
        </p:nvGrpSpPr>
        <p:grpSpPr bwMode="auto">
          <a:xfrm>
            <a:off x="2975058" y="3923049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1263910" name="Group 377"/>
          <p:cNvGrpSpPr/>
          <p:nvPr/>
        </p:nvGrpSpPr>
        <p:grpSpPr bwMode="auto">
          <a:xfrm>
            <a:off x="859482" y="3923049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4166231" name="Group 380"/>
          <p:cNvGrpSpPr/>
          <p:nvPr/>
        </p:nvGrpSpPr>
        <p:grpSpPr bwMode="auto">
          <a:xfrm>
            <a:off x="1052103" y="3923049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38174" name="Group 383"/>
          <p:cNvGrpSpPr/>
          <p:nvPr/>
        </p:nvGrpSpPr>
        <p:grpSpPr bwMode="auto">
          <a:xfrm>
            <a:off x="1244730" y="3923049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022174" name="Group 386"/>
          <p:cNvGrpSpPr/>
          <p:nvPr/>
        </p:nvGrpSpPr>
        <p:grpSpPr bwMode="auto">
          <a:xfrm>
            <a:off x="1436256" y="4114577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7791726" name="Group 389"/>
          <p:cNvGrpSpPr/>
          <p:nvPr/>
        </p:nvGrpSpPr>
        <p:grpSpPr bwMode="auto">
          <a:xfrm>
            <a:off x="1628879" y="4114577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3945318" name="Group 392"/>
          <p:cNvGrpSpPr/>
          <p:nvPr/>
        </p:nvGrpSpPr>
        <p:grpSpPr bwMode="auto">
          <a:xfrm>
            <a:off x="1821504" y="4114577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704508" name="Group 395"/>
          <p:cNvGrpSpPr/>
          <p:nvPr/>
        </p:nvGrpSpPr>
        <p:grpSpPr bwMode="auto">
          <a:xfrm>
            <a:off x="2013033" y="4114577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5349737" name="Group 398"/>
          <p:cNvGrpSpPr/>
          <p:nvPr/>
        </p:nvGrpSpPr>
        <p:grpSpPr bwMode="auto">
          <a:xfrm>
            <a:off x="2205657" y="4114577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635683" name="Group 401"/>
          <p:cNvGrpSpPr/>
          <p:nvPr/>
        </p:nvGrpSpPr>
        <p:grpSpPr bwMode="auto">
          <a:xfrm>
            <a:off x="2398279" y="4114577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7846533" name="Group 404"/>
          <p:cNvGrpSpPr/>
          <p:nvPr/>
        </p:nvGrpSpPr>
        <p:grpSpPr bwMode="auto">
          <a:xfrm>
            <a:off x="2589808" y="4114577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40105" name="Group 407"/>
          <p:cNvGrpSpPr/>
          <p:nvPr/>
        </p:nvGrpSpPr>
        <p:grpSpPr bwMode="auto">
          <a:xfrm>
            <a:off x="2782433" y="4114577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48016" name="Group 410"/>
          <p:cNvGrpSpPr/>
          <p:nvPr/>
        </p:nvGrpSpPr>
        <p:grpSpPr bwMode="auto">
          <a:xfrm>
            <a:off x="2975058" y="4114577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4169436" name="Group 413"/>
          <p:cNvGrpSpPr/>
          <p:nvPr/>
        </p:nvGrpSpPr>
        <p:grpSpPr bwMode="auto">
          <a:xfrm>
            <a:off x="859482" y="4114577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0240338" name="Group 416"/>
          <p:cNvGrpSpPr/>
          <p:nvPr/>
        </p:nvGrpSpPr>
        <p:grpSpPr bwMode="auto">
          <a:xfrm>
            <a:off x="1052103" y="4114577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940044" name="Group 419"/>
          <p:cNvGrpSpPr/>
          <p:nvPr/>
        </p:nvGrpSpPr>
        <p:grpSpPr bwMode="auto">
          <a:xfrm>
            <a:off x="1244730" y="4114577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913705" name="Group 422"/>
          <p:cNvGrpSpPr/>
          <p:nvPr/>
        </p:nvGrpSpPr>
        <p:grpSpPr bwMode="auto">
          <a:xfrm>
            <a:off x="1436256" y="4304050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02657" name="Group 425"/>
          <p:cNvGrpSpPr/>
          <p:nvPr/>
        </p:nvGrpSpPr>
        <p:grpSpPr bwMode="auto">
          <a:xfrm>
            <a:off x="1628879" y="4304050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4255620" name="Group 428"/>
          <p:cNvGrpSpPr/>
          <p:nvPr/>
        </p:nvGrpSpPr>
        <p:grpSpPr bwMode="auto">
          <a:xfrm>
            <a:off x="1821504" y="4304050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617771" name="Group 431"/>
          <p:cNvGrpSpPr/>
          <p:nvPr/>
        </p:nvGrpSpPr>
        <p:grpSpPr bwMode="auto">
          <a:xfrm>
            <a:off x="2013033" y="4304050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0355901" name="Group 434"/>
          <p:cNvGrpSpPr/>
          <p:nvPr/>
        </p:nvGrpSpPr>
        <p:grpSpPr bwMode="auto">
          <a:xfrm>
            <a:off x="2205657" y="4304050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1751" name="Group 437"/>
          <p:cNvGrpSpPr/>
          <p:nvPr/>
        </p:nvGrpSpPr>
        <p:grpSpPr bwMode="auto">
          <a:xfrm>
            <a:off x="2398279" y="4304050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618325" name="Group 440"/>
          <p:cNvGrpSpPr/>
          <p:nvPr/>
        </p:nvGrpSpPr>
        <p:grpSpPr bwMode="auto">
          <a:xfrm>
            <a:off x="2589808" y="4304050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3799619" name="Group 443"/>
          <p:cNvGrpSpPr/>
          <p:nvPr/>
        </p:nvGrpSpPr>
        <p:grpSpPr bwMode="auto">
          <a:xfrm>
            <a:off x="2782433" y="4304050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706617" name="Group 446"/>
          <p:cNvGrpSpPr/>
          <p:nvPr/>
        </p:nvGrpSpPr>
        <p:grpSpPr bwMode="auto">
          <a:xfrm>
            <a:off x="2975058" y="4304050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0290909" name="Group 449"/>
          <p:cNvGrpSpPr/>
          <p:nvPr/>
        </p:nvGrpSpPr>
        <p:grpSpPr bwMode="auto">
          <a:xfrm>
            <a:off x="859482" y="4304050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696310" name="Group 452"/>
          <p:cNvGrpSpPr/>
          <p:nvPr/>
        </p:nvGrpSpPr>
        <p:grpSpPr bwMode="auto">
          <a:xfrm>
            <a:off x="1052103" y="4304050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753717" name="Group 455"/>
          <p:cNvGrpSpPr/>
          <p:nvPr/>
        </p:nvGrpSpPr>
        <p:grpSpPr bwMode="auto">
          <a:xfrm>
            <a:off x="1244730" y="4304050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667179" name="Group 458"/>
          <p:cNvGrpSpPr/>
          <p:nvPr/>
        </p:nvGrpSpPr>
        <p:grpSpPr bwMode="auto">
          <a:xfrm>
            <a:off x="1436256" y="1826787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3810870" name="Group 461"/>
          <p:cNvGrpSpPr/>
          <p:nvPr/>
        </p:nvGrpSpPr>
        <p:grpSpPr bwMode="auto">
          <a:xfrm>
            <a:off x="1628879" y="1826787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23017" name="Group 464"/>
          <p:cNvGrpSpPr/>
          <p:nvPr/>
        </p:nvGrpSpPr>
        <p:grpSpPr bwMode="auto">
          <a:xfrm>
            <a:off x="1821504" y="1826787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919295" name="Group 467"/>
          <p:cNvGrpSpPr/>
          <p:nvPr/>
        </p:nvGrpSpPr>
        <p:grpSpPr bwMode="auto">
          <a:xfrm>
            <a:off x="2013033" y="1826787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0412973" name="Group 470"/>
          <p:cNvGrpSpPr/>
          <p:nvPr/>
        </p:nvGrpSpPr>
        <p:grpSpPr bwMode="auto">
          <a:xfrm>
            <a:off x="2205657" y="1826787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121356" name="Group 473"/>
          <p:cNvGrpSpPr/>
          <p:nvPr/>
        </p:nvGrpSpPr>
        <p:grpSpPr bwMode="auto">
          <a:xfrm>
            <a:off x="2398279" y="1826787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4200658" name="Group 476"/>
          <p:cNvGrpSpPr/>
          <p:nvPr/>
        </p:nvGrpSpPr>
        <p:grpSpPr bwMode="auto">
          <a:xfrm>
            <a:off x="2589808" y="1826787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471039" name="Group 479"/>
          <p:cNvGrpSpPr/>
          <p:nvPr/>
        </p:nvGrpSpPr>
        <p:grpSpPr bwMode="auto">
          <a:xfrm>
            <a:off x="2782433" y="1826787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806102" name="Group 482"/>
          <p:cNvGrpSpPr/>
          <p:nvPr/>
        </p:nvGrpSpPr>
        <p:grpSpPr bwMode="auto">
          <a:xfrm>
            <a:off x="2975058" y="1826787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558693" name="Group 485"/>
          <p:cNvGrpSpPr/>
          <p:nvPr/>
        </p:nvGrpSpPr>
        <p:grpSpPr bwMode="auto">
          <a:xfrm>
            <a:off x="859482" y="1826787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836095" name="Group 488"/>
          <p:cNvGrpSpPr/>
          <p:nvPr/>
        </p:nvGrpSpPr>
        <p:grpSpPr bwMode="auto">
          <a:xfrm>
            <a:off x="1052103" y="1826787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834439" name="Group 491"/>
          <p:cNvGrpSpPr/>
          <p:nvPr/>
        </p:nvGrpSpPr>
        <p:grpSpPr bwMode="auto">
          <a:xfrm>
            <a:off x="1244730" y="1826787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528748" name="Group 494"/>
          <p:cNvGrpSpPr/>
          <p:nvPr/>
        </p:nvGrpSpPr>
        <p:grpSpPr bwMode="auto">
          <a:xfrm>
            <a:off x="1436256" y="2016260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1487645" name="Group 497"/>
          <p:cNvGrpSpPr/>
          <p:nvPr/>
        </p:nvGrpSpPr>
        <p:grpSpPr bwMode="auto">
          <a:xfrm>
            <a:off x="1628879" y="2016260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2191404" name="Group 500"/>
          <p:cNvGrpSpPr/>
          <p:nvPr/>
        </p:nvGrpSpPr>
        <p:grpSpPr bwMode="auto">
          <a:xfrm>
            <a:off x="1821504" y="2016260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897385" name="Group 503"/>
          <p:cNvGrpSpPr/>
          <p:nvPr/>
        </p:nvGrpSpPr>
        <p:grpSpPr bwMode="auto">
          <a:xfrm>
            <a:off x="2013033" y="2016260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037936" name="Group 506"/>
          <p:cNvGrpSpPr/>
          <p:nvPr/>
        </p:nvGrpSpPr>
        <p:grpSpPr bwMode="auto">
          <a:xfrm>
            <a:off x="2205657" y="2016260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23024" name="Group 509"/>
          <p:cNvGrpSpPr/>
          <p:nvPr/>
        </p:nvGrpSpPr>
        <p:grpSpPr bwMode="auto">
          <a:xfrm>
            <a:off x="2398279" y="2016260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9003036" name="Group 512"/>
          <p:cNvGrpSpPr/>
          <p:nvPr/>
        </p:nvGrpSpPr>
        <p:grpSpPr bwMode="auto">
          <a:xfrm>
            <a:off x="2589808" y="2016260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623380" name="Group 515"/>
          <p:cNvGrpSpPr/>
          <p:nvPr/>
        </p:nvGrpSpPr>
        <p:grpSpPr bwMode="auto">
          <a:xfrm>
            <a:off x="2782433" y="2016260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956704" name="Group 518"/>
          <p:cNvGrpSpPr/>
          <p:nvPr/>
        </p:nvGrpSpPr>
        <p:grpSpPr bwMode="auto">
          <a:xfrm>
            <a:off x="2975058" y="2016260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4863138" name="Group 521"/>
          <p:cNvGrpSpPr/>
          <p:nvPr/>
        </p:nvGrpSpPr>
        <p:grpSpPr bwMode="auto">
          <a:xfrm>
            <a:off x="859482" y="2016260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2828035" name="Group 524"/>
          <p:cNvGrpSpPr/>
          <p:nvPr/>
        </p:nvGrpSpPr>
        <p:grpSpPr bwMode="auto">
          <a:xfrm>
            <a:off x="1052103" y="2016260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3911542" name="Group 527"/>
          <p:cNvGrpSpPr/>
          <p:nvPr/>
        </p:nvGrpSpPr>
        <p:grpSpPr bwMode="auto">
          <a:xfrm>
            <a:off x="1244730" y="2016260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1504660" name="Group 530"/>
          <p:cNvGrpSpPr/>
          <p:nvPr/>
        </p:nvGrpSpPr>
        <p:grpSpPr bwMode="auto">
          <a:xfrm>
            <a:off x="1436256" y="4494549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545233" name="Group 533"/>
          <p:cNvGrpSpPr/>
          <p:nvPr/>
        </p:nvGrpSpPr>
        <p:grpSpPr bwMode="auto">
          <a:xfrm>
            <a:off x="1628879" y="4494549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378828" name="Group 536"/>
          <p:cNvGrpSpPr/>
          <p:nvPr/>
        </p:nvGrpSpPr>
        <p:grpSpPr bwMode="auto">
          <a:xfrm>
            <a:off x="1821504" y="4494549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784633" name="Group 539"/>
          <p:cNvGrpSpPr/>
          <p:nvPr/>
        </p:nvGrpSpPr>
        <p:grpSpPr bwMode="auto">
          <a:xfrm>
            <a:off x="2013033" y="4494549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3293910" name="Group 542"/>
          <p:cNvGrpSpPr/>
          <p:nvPr/>
        </p:nvGrpSpPr>
        <p:grpSpPr bwMode="auto">
          <a:xfrm>
            <a:off x="2205657" y="4494549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5055306" name="Group 545"/>
          <p:cNvGrpSpPr/>
          <p:nvPr/>
        </p:nvGrpSpPr>
        <p:grpSpPr bwMode="auto">
          <a:xfrm>
            <a:off x="2398279" y="4494549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50149" name="Group 548"/>
          <p:cNvGrpSpPr/>
          <p:nvPr/>
        </p:nvGrpSpPr>
        <p:grpSpPr bwMode="auto">
          <a:xfrm>
            <a:off x="2589808" y="4494549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2659936" name="Group 551"/>
          <p:cNvGrpSpPr/>
          <p:nvPr/>
        </p:nvGrpSpPr>
        <p:grpSpPr bwMode="auto">
          <a:xfrm>
            <a:off x="2782433" y="4494549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88405" name="Group 554"/>
          <p:cNvGrpSpPr/>
          <p:nvPr/>
        </p:nvGrpSpPr>
        <p:grpSpPr bwMode="auto">
          <a:xfrm>
            <a:off x="2975058" y="4494549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3696268" name="Group 557"/>
          <p:cNvGrpSpPr/>
          <p:nvPr/>
        </p:nvGrpSpPr>
        <p:grpSpPr bwMode="auto">
          <a:xfrm>
            <a:off x="859482" y="4494549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058159" name="Group 560"/>
          <p:cNvGrpSpPr/>
          <p:nvPr/>
        </p:nvGrpSpPr>
        <p:grpSpPr bwMode="auto">
          <a:xfrm>
            <a:off x="1052103" y="4494549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1110889" name="Group 563"/>
          <p:cNvGrpSpPr/>
          <p:nvPr/>
        </p:nvGrpSpPr>
        <p:grpSpPr bwMode="auto">
          <a:xfrm>
            <a:off x="1244730" y="4494549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770389" name="Group 566"/>
          <p:cNvGrpSpPr/>
          <p:nvPr/>
        </p:nvGrpSpPr>
        <p:grpSpPr bwMode="auto">
          <a:xfrm>
            <a:off x="1436256" y="4684020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97229" name="Group 569"/>
          <p:cNvGrpSpPr/>
          <p:nvPr/>
        </p:nvGrpSpPr>
        <p:grpSpPr bwMode="auto">
          <a:xfrm>
            <a:off x="1628879" y="4684020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6518101" name="Group 572"/>
          <p:cNvGrpSpPr/>
          <p:nvPr/>
        </p:nvGrpSpPr>
        <p:grpSpPr bwMode="auto">
          <a:xfrm>
            <a:off x="1821504" y="4684020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229197" name="Group 575"/>
          <p:cNvGrpSpPr/>
          <p:nvPr/>
        </p:nvGrpSpPr>
        <p:grpSpPr bwMode="auto">
          <a:xfrm>
            <a:off x="2013033" y="4684020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0030833" name="Group 578"/>
          <p:cNvGrpSpPr/>
          <p:nvPr/>
        </p:nvGrpSpPr>
        <p:grpSpPr bwMode="auto">
          <a:xfrm>
            <a:off x="2205657" y="4684020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151742" name="Group 581"/>
          <p:cNvGrpSpPr/>
          <p:nvPr/>
        </p:nvGrpSpPr>
        <p:grpSpPr bwMode="auto">
          <a:xfrm>
            <a:off x="2398279" y="4684020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2295231" name="Group 584"/>
          <p:cNvGrpSpPr/>
          <p:nvPr/>
        </p:nvGrpSpPr>
        <p:grpSpPr bwMode="auto">
          <a:xfrm>
            <a:off x="2589808" y="4684020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0897689" name="Group 587"/>
          <p:cNvGrpSpPr/>
          <p:nvPr/>
        </p:nvGrpSpPr>
        <p:grpSpPr bwMode="auto">
          <a:xfrm>
            <a:off x="2782433" y="4684020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25779" name="Group 590"/>
          <p:cNvGrpSpPr/>
          <p:nvPr/>
        </p:nvGrpSpPr>
        <p:grpSpPr bwMode="auto">
          <a:xfrm>
            <a:off x="2975058" y="4684020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6758729" name="Group 593"/>
          <p:cNvGrpSpPr/>
          <p:nvPr/>
        </p:nvGrpSpPr>
        <p:grpSpPr bwMode="auto">
          <a:xfrm>
            <a:off x="859482" y="4684020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3565537" name="Group 596"/>
          <p:cNvGrpSpPr/>
          <p:nvPr/>
        </p:nvGrpSpPr>
        <p:grpSpPr bwMode="auto">
          <a:xfrm>
            <a:off x="1052103" y="4684020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1445368" name="Group 599"/>
          <p:cNvGrpSpPr/>
          <p:nvPr/>
        </p:nvGrpSpPr>
        <p:grpSpPr bwMode="auto">
          <a:xfrm>
            <a:off x="1244730" y="4684020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7076072" name="Group 602"/>
          <p:cNvGrpSpPr/>
          <p:nvPr/>
        </p:nvGrpSpPr>
        <p:grpSpPr bwMode="auto">
          <a:xfrm>
            <a:off x="5562624" y="2207788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1424227" name="Group 605"/>
          <p:cNvGrpSpPr/>
          <p:nvPr/>
        </p:nvGrpSpPr>
        <p:grpSpPr bwMode="auto">
          <a:xfrm>
            <a:off x="5755248" y="2207788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9327212" name="Group 608"/>
          <p:cNvGrpSpPr/>
          <p:nvPr/>
        </p:nvGrpSpPr>
        <p:grpSpPr bwMode="auto">
          <a:xfrm>
            <a:off x="5947869" y="2207788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372348" name="Group 611"/>
          <p:cNvGrpSpPr/>
          <p:nvPr/>
        </p:nvGrpSpPr>
        <p:grpSpPr bwMode="auto">
          <a:xfrm>
            <a:off x="6139398" y="2207788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903" name="Group 614"/>
          <p:cNvGrpSpPr/>
          <p:nvPr/>
        </p:nvGrpSpPr>
        <p:grpSpPr bwMode="auto">
          <a:xfrm>
            <a:off x="6332024" y="2207788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2065606" name="Group 617"/>
          <p:cNvGrpSpPr/>
          <p:nvPr/>
        </p:nvGrpSpPr>
        <p:grpSpPr bwMode="auto">
          <a:xfrm>
            <a:off x="6524644" y="2207788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8998880" name="Group 620"/>
          <p:cNvGrpSpPr/>
          <p:nvPr/>
        </p:nvGrpSpPr>
        <p:grpSpPr bwMode="auto">
          <a:xfrm>
            <a:off x="6716174" y="2207788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7730001" name="Group 623"/>
          <p:cNvGrpSpPr/>
          <p:nvPr/>
        </p:nvGrpSpPr>
        <p:grpSpPr bwMode="auto">
          <a:xfrm>
            <a:off x="6908798" y="2207788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583901" name="Group 626"/>
          <p:cNvGrpSpPr/>
          <p:nvPr/>
        </p:nvGrpSpPr>
        <p:grpSpPr bwMode="auto">
          <a:xfrm>
            <a:off x="7101426" y="2207788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824546" name="Group 629"/>
          <p:cNvGrpSpPr/>
          <p:nvPr/>
        </p:nvGrpSpPr>
        <p:grpSpPr bwMode="auto">
          <a:xfrm>
            <a:off x="4985844" y="2207788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0192850" name="Group 632"/>
          <p:cNvGrpSpPr/>
          <p:nvPr/>
        </p:nvGrpSpPr>
        <p:grpSpPr bwMode="auto">
          <a:xfrm>
            <a:off x="5178467" y="2207788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63508" name="Group 635"/>
          <p:cNvGrpSpPr/>
          <p:nvPr/>
        </p:nvGrpSpPr>
        <p:grpSpPr bwMode="auto">
          <a:xfrm>
            <a:off x="5371095" y="2207788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15314" name="Group 638"/>
          <p:cNvGrpSpPr/>
          <p:nvPr/>
        </p:nvGrpSpPr>
        <p:grpSpPr bwMode="auto">
          <a:xfrm>
            <a:off x="5562624" y="2397260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6121171" name="Group 641"/>
          <p:cNvGrpSpPr/>
          <p:nvPr/>
        </p:nvGrpSpPr>
        <p:grpSpPr bwMode="auto">
          <a:xfrm>
            <a:off x="5755248" y="2397260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6083076" name="Group 644"/>
          <p:cNvGrpSpPr/>
          <p:nvPr/>
        </p:nvGrpSpPr>
        <p:grpSpPr bwMode="auto">
          <a:xfrm>
            <a:off x="5947869" y="2397260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2599274" name="Group 647"/>
          <p:cNvGrpSpPr/>
          <p:nvPr/>
        </p:nvGrpSpPr>
        <p:grpSpPr bwMode="auto">
          <a:xfrm>
            <a:off x="6139398" y="2397260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1518744" name="Group 650"/>
          <p:cNvGrpSpPr/>
          <p:nvPr/>
        </p:nvGrpSpPr>
        <p:grpSpPr bwMode="auto">
          <a:xfrm>
            <a:off x="6332024" y="2397260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3944142" name="Group 653"/>
          <p:cNvGrpSpPr/>
          <p:nvPr/>
        </p:nvGrpSpPr>
        <p:grpSpPr bwMode="auto">
          <a:xfrm>
            <a:off x="6524644" y="2397260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95577" name="Group 656"/>
          <p:cNvGrpSpPr/>
          <p:nvPr/>
        </p:nvGrpSpPr>
        <p:grpSpPr bwMode="auto">
          <a:xfrm>
            <a:off x="6716174" y="2397260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610021" name="Group 659"/>
          <p:cNvGrpSpPr/>
          <p:nvPr/>
        </p:nvGrpSpPr>
        <p:grpSpPr bwMode="auto">
          <a:xfrm>
            <a:off x="6908798" y="2397260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649802" name="Group 662"/>
          <p:cNvGrpSpPr/>
          <p:nvPr/>
        </p:nvGrpSpPr>
        <p:grpSpPr bwMode="auto">
          <a:xfrm>
            <a:off x="7101426" y="2397260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8685406" name="Group 665"/>
          <p:cNvGrpSpPr/>
          <p:nvPr/>
        </p:nvGrpSpPr>
        <p:grpSpPr bwMode="auto">
          <a:xfrm>
            <a:off x="4985844" y="2397260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507437" name="Group 668"/>
          <p:cNvGrpSpPr/>
          <p:nvPr/>
        </p:nvGrpSpPr>
        <p:grpSpPr bwMode="auto">
          <a:xfrm>
            <a:off x="5178467" y="2397260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0831990" name="Group 671"/>
          <p:cNvGrpSpPr/>
          <p:nvPr/>
        </p:nvGrpSpPr>
        <p:grpSpPr bwMode="auto">
          <a:xfrm>
            <a:off x="5371095" y="2397260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2984456" name="Group 674"/>
          <p:cNvGrpSpPr/>
          <p:nvPr/>
        </p:nvGrpSpPr>
        <p:grpSpPr bwMode="auto">
          <a:xfrm>
            <a:off x="5562624" y="2588788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111916" name="Group 677"/>
          <p:cNvGrpSpPr/>
          <p:nvPr/>
        </p:nvGrpSpPr>
        <p:grpSpPr bwMode="auto">
          <a:xfrm>
            <a:off x="5755248" y="2588788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433589" name="Group 680"/>
          <p:cNvGrpSpPr/>
          <p:nvPr/>
        </p:nvGrpSpPr>
        <p:grpSpPr bwMode="auto">
          <a:xfrm>
            <a:off x="5947869" y="2588788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09870" name="Group 683"/>
          <p:cNvGrpSpPr/>
          <p:nvPr/>
        </p:nvGrpSpPr>
        <p:grpSpPr bwMode="auto">
          <a:xfrm>
            <a:off x="6139398" y="2588788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5624129" name="Group 686"/>
          <p:cNvGrpSpPr/>
          <p:nvPr/>
        </p:nvGrpSpPr>
        <p:grpSpPr bwMode="auto">
          <a:xfrm>
            <a:off x="6332024" y="2588788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690449" name="Group 689"/>
          <p:cNvGrpSpPr/>
          <p:nvPr/>
        </p:nvGrpSpPr>
        <p:grpSpPr bwMode="auto">
          <a:xfrm>
            <a:off x="6524644" y="2588788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7054131" name="Group 692"/>
          <p:cNvGrpSpPr/>
          <p:nvPr/>
        </p:nvGrpSpPr>
        <p:grpSpPr bwMode="auto">
          <a:xfrm>
            <a:off x="6716174" y="2588788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92388" name="Group 695"/>
          <p:cNvGrpSpPr/>
          <p:nvPr/>
        </p:nvGrpSpPr>
        <p:grpSpPr bwMode="auto">
          <a:xfrm>
            <a:off x="6908798" y="2588788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5444779" name="Group 698"/>
          <p:cNvGrpSpPr/>
          <p:nvPr/>
        </p:nvGrpSpPr>
        <p:grpSpPr bwMode="auto">
          <a:xfrm>
            <a:off x="7101426" y="2588788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00560" name="Group 701"/>
          <p:cNvGrpSpPr/>
          <p:nvPr/>
        </p:nvGrpSpPr>
        <p:grpSpPr bwMode="auto">
          <a:xfrm>
            <a:off x="4985844" y="2588788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204477" name="Group 704"/>
          <p:cNvGrpSpPr/>
          <p:nvPr/>
        </p:nvGrpSpPr>
        <p:grpSpPr bwMode="auto">
          <a:xfrm>
            <a:off x="5178467" y="2588788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099089" name="Group 707"/>
          <p:cNvGrpSpPr/>
          <p:nvPr/>
        </p:nvGrpSpPr>
        <p:grpSpPr bwMode="auto">
          <a:xfrm>
            <a:off x="5371095" y="2588788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6075961" name="Group 710"/>
          <p:cNvGrpSpPr/>
          <p:nvPr/>
        </p:nvGrpSpPr>
        <p:grpSpPr bwMode="auto">
          <a:xfrm>
            <a:off x="5562624" y="2778259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321652" name="Group 713"/>
          <p:cNvGrpSpPr/>
          <p:nvPr/>
        </p:nvGrpSpPr>
        <p:grpSpPr bwMode="auto">
          <a:xfrm>
            <a:off x="5755248" y="2778259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547105" name="Group 716"/>
          <p:cNvGrpSpPr/>
          <p:nvPr/>
        </p:nvGrpSpPr>
        <p:grpSpPr bwMode="auto">
          <a:xfrm>
            <a:off x="5947869" y="2778259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490357" name="Group 719"/>
          <p:cNvGrpSpPr/>
          <p:nvPr/>
        </p:nvGrpSpPr>
        <p:grpSpPr bwMode="auto">
          <a:xfrm>
            <a:off x="6139398" y="2778259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0574897" name="Group 722"/>
          <p:cNvGrpSpPr/>
          <p:nvPr/>
        </p:nvGrpSpPr>
        <p:grpSpPr bwMode="auto">
          <a:xfrm>
            <a:off x="6332024" y="2778259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09501" name="Group 725"/>
          <p:cNvGrpSpPr/>
          <p:nvPr/>
        </p:nvGrpSpPr>
        <p:grpSpPr bwMode="auto">
          <a:xfrm>
            <a:off x="6524644" y="2778259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592234" name="Group 728"/>
          <p:cNvGrpSpPr/>
          <p:nvPr/>
        </p:nvGrpSpPr>
        <p:grpSpPr bwMode="auto">
          <a:xfrm>
            <a:off x="6716174" y="2778259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7" name="Group 731"/>
          <p:cNvGrpSpPr/>
          <p:nvPr/>
        </p:nvGrpSpPr>
        <p:grpSpPr bwMode="auto">
          <a:xfrm>
            <a:off x="6908798" y="2778259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9623946" name="Group 734"/>
          <p:cNvGrpSpPr/>
          <p:nvPr/>
        </p:nvGrpSpPr>
        <p:grpSpPr bwMode="auto">
          <a:xfrm>
            <a:off x="7101426" y="2778259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9657328" name="Group 737"/>
          <p:cNvGrpSpPr/>
          <p:nvPr/>
        </p:nvGrpSpPr>
        <p:grpSpPr bwMode="auto">
          <a:xfrm>
            <a:off x="4985844" y="2778259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5992642" name="Group 740"/>
          <p:cNvGrpSpPr/>
          <p:nvPr/>
        </p:nvGrpSpPr>
        <p:grpSpPr bwMode="auto">
          <a:xfrm>
            <a:off x="5178467" y="2778259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110665" name="Group 743"/>
          <p:cNvGrpSpPr/>
          <p:nvPr/>
        </p:nvGrpSpPr>
        <p:grpSpPr bwMode="auto">
          <a:xfrm>
            <a:off x="5371095" y="2778259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2367657" name="Group 746"/>
          <p:cNvGrpSpPr/>
          <p:nvPr/>
        </p:nvGrpSpPr>
        <p:grpSpPr bwMode="auto">
          <a:xfrm>
            <a:off x="5562624" y="2969787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8542569" name="Group 749"/>
          <p:cNvGrpSpPr/>
          <p:nvPr/>
        </p:nvGrpSpPr>
        <p:grpSpPr bwMode="auto">
          <a:xfrm>
            <a:off x="5755248" y="2969787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379845" name="Group 752"/>
          <p:cNvGrpSpPr/>
          <p:nvPr/>
        </p:nvGrpSpPr>
        <p:grpSpPr bwMode="auto">
          <a:xfrm>
            <a:off x="5947869" y="2969787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7119800" name="Group 755"/>
          <p:cNvGrpSpPr/>
          <p:nvPr/>
        </p:nvGrpSpPr>
        <p:grpSpPr bwMode="auto">
          <a:xfrm>
            <a:off x="6139398" y="2969787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5163179" name="Group 758"/>
          <p:cNvGrpSpPr/>
          <p:nvPr/>
        </p:nvGrpSpPr>
        <p:grpSpPr bwMode="auto">
          <a:xfrm>
            <a:off x="6332024" y="2969787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7527498" name="Group 761"/>
          <p:cNvGrpSpPr/>
          <p:nvPr/>
        </p:nvGrpSpPr>
        <p:grpSpPr bwMode="auto">
          <a:xfrm>
            <a:off x="6524644" y="2969787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4116138" name="Group 764"/>
          <p:cNvGrpSpPr/>
          <p:nvPr/>
        </p:nvGrpSpPr>
        <p:grpSpPr bwMode="auto">
          <a:xfrm>
            <a:off x="6716174" y="2969787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059846" name="Group 767"/>
          <p:cNvGrpSpPr/>
          <p:nvPr/>
        </p:nvGrpSpPr>
        <p:grpSpPr bwMode="auto">
          <a:xfrm>
            <a:off x="6908798" y="2969787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59902" name="Group 770"/>
          <p:cNvGrpSpPr/>
          <p:nvPr/>
        </p:nvGrpSpPr>
        <p:grpSpPr bwMode="auto">
          <a:xfrm>
            <a:off x="7101426" y="2969787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5268670" name="Group 773"/>
          <p:cNvGrpSpPr/>
          <p:nvPr/>
        </p:nvGrpSpPr>
        <p:grpSpPr bwMode="auto">
          <a:xfrm>
            <a:off x="4985844" y="2969787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5832363" name="Group 776"/>
          <p:cNvGrpSpPr/>
          <p:nvPr/>
        </p:nvGrpSpPr>
        <p:grpSpPr bwMode="auto">
          <a:xfrm>
            <a:off x="5178467" y="2969787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6594547" name="Group 779"/>
          <p:cNvGrpSpPr/>
          <p:nvPr/>
        </p:nvGrpSpPr>
        <p:grpSpPr bwMode="auto">
          <a:xfrm>
            <a:off x="5371095" y="2969787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7561931" name="Group 782"/>
          <p:cNvGrpSpPr/>
          <p:nvPr/>
        </p:nvGrpSpPr>
        <p:grpSpPr bwMode="auto">
          <a:xfrm>
            <a:off x="5562624" y="3159260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9702980" name="Group 785"/>
          <p:cNvGrpSpPr/>
          <p:nvPr/>
        </p:nvGrpSpPr>
        <p:grpSpPr bwMode="auto">
          <a:xfrm>
            <a:off x="5755248" y="3159260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954900" name="Group 788"/>
          <p:cNvGrpSpPr/>
          <p:nvPr/>
        </p:nvGrpSpPr>
        <p:grpSpPr bwMode="auto">
          <a:xfrm>
            <a:off x="5947869" y="3159260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849938" name="Group 791"/>
          <p:cNvGrpSpPr/>
          <p:nvPr/>
        </p:nvGrpSpPr>
        <p:grpSpPr bwMode="auto">
          <a:xfrm>
            <a:off x="6139398" y="3159260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599428" name="Group 794"/>
          <p:cNvGrpSpPr/>
          <p:nvPr/>
        </p:nvGrpSpPr>
        <p:grpSpPr bwMode="auto">
          <a:xfrm>
            <a:off x="6332024" y="3159260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1012544" name="Group 797"/>
          <p:cNvGrpSpPr/>
          <p:nvPr/>
        </p:nvGrpSpPr>
        <p:grpSpPr bwMode="auto">
          <a:xfrm>
            <a:off x="6524644" y="3159260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8089659" name="Group 800"/>
          <p:cNvGrpSpPr/>
          <p:nvPr/>
        </p:nvGrpSpPr>
        <p:grpSpPr bwMode="auto">
          <a:xfrm>
            <a:off x="6716174" y="3159260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7158" name="Group 803"/>
          <p:cNvGrpSpPr/>
          <p:nvPr/>
        </p:nvGrpSpPr>
        <p:grpSpPr bwMode="auto">
          <a:xfrm>
            <a:off x="6908798" y="3159260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0976767" name="Group 806"/>
          <p:cNvGrpSpPr/>
          <p:nvPr/>
        </p:nvGrpSpPr>
        <p:grpSpPr bwMode="auto">
          <a:xfrm>
            <a:off x="7101426" y="3159260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3698659" name="Group 809"/>
          <p:cNvGrpSpPr/>
          <p:nvPr/>
        </p:nvGrpSpPr>
        <p:grpSpPr bwMode="auto">
          <a:xfrm>
            <a:off x="4985844" y="3159260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9773197" name="Group 812"/>
          <p:cNvGrpSpPr/>
          <p:nvPr/>
        </p:nvGrpSpPr>
        <p:grpSpPr bwMode="auto">
          <a:xfrm>
            <a:off x="5178467" y="3159260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71819" name="Group 815"/>
          <p:cNvGrpSpPr/>
          <p:nvPr/>
        </p:nvGrpSpPr>
        <p:grpSpPr bwMode="auto">
          <a:xfrm>
            <a:off x="5371095" y="3159260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179451" name="Group 818"/>
          <p:cNvGrpSpPr/>
          <p:nvPr/>
        </p:nvGrpSpPr>
        <p:grpSpPr bwMode="auto">
          <a:xfrm>
            <a:off x="5562624" y="3352577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7428946" name="Group 821"/>
          <p:cNvGrpSpPr/>
          <p:nvPr/>
        </p:nvGrpSpPr>
        <p:grpSpPr bwMode="auto">
          <a:xfrm>
            <a:off x="5755248" y="3352577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662645" name="Group 824"/>
          <p:cNvGrpSpPr/>
          <p:nvPr/>
        </p:nvGrpSpPr>
        <p:grpSpPr bwMode="auto">
          <a:xfrm>
            <a:off x="5947869" y="3352577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9538817" name="Group 827"/>
          <p:cNvGrpSpPr/>
          <p:nvPr/>
        </p:nvGrpSpPr>
        <p:grpSpPr bwMode="auto">
          <a:xfrm>
            <a:off x="6139398" y="3352577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2917684" name="Group 830"/>
          <p:cNvGrpSpPr/>
          <p:nvPr/>
        </p:nvGrpSpPr>
        <p:grpSpPr bwMode="auto">
          <a:xfrm>
            <a:off x="6332024" y="3352577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6637538" name="Group 833"/>
          <p:cNvGrpSpPr/>
          <p:nvPr/>
        </p:nvGrpSpPr>
        <p:grpSpPr bwMode="auto">
          <a:xfrm>
            <a:off x="6524644" y="3352577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2879839" name="Group 836"/>
          <p:cNvGrpSpPr/>
          <p:nvPr/>
        </p:nvGrpSpPr>
        <p:grpSpPr bwMode="auto">
          <a:xfrm>
            <a:off x="6716174" y="3352577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2512" name="Group 839"/>
          <p:cNvGrpSpPr/>
          <p:nvPr/>
        </p:nvGrpSpPr>
        <p:grpSpPr bwMode="auto">
          <a:xfrm>
            <a:off x="6908798" y="3352577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790762" name="Group 842"/>
          <p:cNvGrpSpPr/>
          <p:nvPr/>
        </p:nvGrpSpPr>
        <p:grpSpPr bwMode="auto">
          <a:xfrm>
            <a:off x="7101426" y="3352577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963975" name="Group 845"/>
          <p:cNvGrpSpPr/>
          <p:nvPr/>
        </p:nvGrpSpPr>
        <p:grpSpPr bwMode="auto">
          <a:xfrm>
            <a:off x="4985844" y="3352577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0916017" name="Group 848"/>
          <p:cNvGrpSpPr/>
          <p:nvPr/>
        </p:nvGrpSpPr>
        <p:grpSpPr bwMode="auto">
          <a:xfrm>
            <a:off x="5178467" y="3352577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4547238" name="Group 851"/>
          <p:cNvGrpSpPr/>
          <p:nvPr/>
        </p:nvGrpSpPr>
        <p:grpSpPr bwMode="auto">
          <a:xfrm>
            <a:off x="5371095" y="3352577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1156606" name="Group 854"/>
          <p:cNvGrpSpPr/>
          <p:nvPr/>
        </p:nvGrpSpPr>
        <p:grpSpPr bwMode="auto">
          <a:xfrm>
            <a:off x="5562624" y="3542049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57985" name="Group 857"/>
          <p:cNvGrpSpPr/>
          <p:nvPr/>
        </p:nvGrpSpPr>
        <p:grpSpPr bwMode="auto">
          <a:xfrm>
            <a:off x="5755248" y="3542049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562979" name="Group 860"/>
          <p:cNvGrpSpPr/>
          <p:nvPr/>
        </p:nvGrpSpPr>
        <p:grpSpPr bwMode="auto">
          <a:xfrm>
            <a:off x="5947869" y="3542049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605123" name="Group 863"/>
          <p:cNvGrpSpPr/>
          <p:nvPr/>
        </p:nvGrpSpPr>
        <p:grpSpPr bwMode="auto">
          <a:xfrm>
            <a:off x="6139398" y="3542049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580061" name="Group 866"/>
          <p:cNvGrpSpPr/>
          <p:nvPr/>
        </p:nvGrpSpPr>
        <p:grpSpPr bwMode="auto">
          <a:xfrm>
            <a:off x="6332024" y="3542049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9858728" name="Group 869"/>
          <p:cNvGrpSpPr/>
          <p:nvPr/>
        </p:nvGrpSpPr>
        <p:grpSpPr bwMode="auto">
          <a:xfrm>
            <a:off x="6524644" y="3542049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3615308" name="Group 872"/>
          <p:cNvGrpSpPr/>
          <p:nvPr/>
        </p:nvGrpSpPr>
        <p:grpSpPr bwMode="auto">
          <a:xfrm>
            <a:off x="6716174" y="3542049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33974" name="Group 875"/>
          <p:cNvGrpSpPr/>
          <p:nvPr/>
        </p:nvGrpSpPr>
        <p:grpSpPr bwMode="auto">
          <a:xfrm>
            <a:off x="6908798" y="3542049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533322" name="Group 878"/>
          <p:cNvGrpSpPr/>
          <p:nvPr/>
        </p:nvGrpSpPr>
        <p:grpSpPr bwMode="auto">
          <a:xfrm>
            <a:off x="7101426" y="3542049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33110" name="Group 881"/>
          <p:cNvGrpSpPr/>
          <p:nvPr/>
        </p:nvGrpSpPr>
        <p:grpSpPr bwMode="auto">
          <a:xfrm>
            <a:off x="4985844" y="3542049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273964" name="Group 884"/>
          <p:cNvGrpSpPr/>
          <p:nvPr/>
        </p:nvGrpSpPr>
        <p:grpSpPr bwMode="auto">
          <a:xfrm>
            <a:off x="5178467" y="3542049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2424199" name="Group 887"/>
          <p:cNvGrpSpPr/>
          <p:nvPr/>
        </p:nvGrpSpPr>
        <p:grpSpPr bwMode="auto">
          <a:xfrm>
            <a:off x="5371095" y="3542049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3534870" name="Group 890"/>
          <p:cNvGrpSpPr/>
          <p:nvPr/>
        </p:nvGrpSpPr>
        <p:grpSpPr bwMode="auto">
          <a:xfrm>
            <a:off x="5562624" y="3733577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196278" name="Group 893"/>
          <p:cNvGrpSpPr/>
          <p:nvPr/>
        </p:nvGrpSpPr>
        <p:grpSpPr bwMode="auto">
          <a:xfrm>
            <a:off x="5755248" y="3733577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465456" name="Group 896"/>
          <p:cNvGrpSpPr/>
          <p:nvPr/>
        </p:nvGrpSpPr>
        <p:grpSpPr bwMode="auto">
          <a:xfrm>
            <a:off x="5947869" y="3733577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406818" name="Group 899"/>
          <p:cNvGrpSpPr/>
          <p:nvPr/>
        </p:nvGrpSpPr>
        <p:grpSpPr bwMode="auto">
          <a:xfrm>
            <a:off x="6139398" y="3733577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706612" name="Group 902"/>
          <p:cNvGrpSpPr/>
          <p:nvPr/>
        </p:nvGrpSpPr>
        <p:grpSpPr bwMode="auto">
          <a:xfrm>
            <a:off x="6332024" y="3733577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8434595" name="Group 905"/>
          <p:cNvGrpSpPr/>
          <p:nvPr/>
        </p:nvGrpSpPr>
        <p:grpSpPr bwMode="auto">
          <a:xfrm>
            <a:off x="6524644" y="3733577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1302750" name="Group 908"/>
          <p:cNvGrpSpPr/>
          <p:nvPr/>
        </p:nvGrpSpPr>
        <p:grpSpPr bwMode="auto">
          <a:xfrm>
            <a:off x="6716174" y="3733577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92121" name="Group 911"/>
          <p:cNvGrpSpPr/>
          <p:nvPr/>
        </p:nvGrpSpPr>
        <p:grpSpPr bwMode="auto">
          <a:xfrm>
            <a:off x="6908798" y="3733577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839587" name="Group 914"/>
          <p:cNvGrpSpPr/>
          <p:nvPr/>
        </p:nvGrpSpPr>
        <p:grpSpPr bwMode="auto">
          <a:xfrm>
            <a:off x="7101426" y="3733577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4360340" name="Group 917"/>
          <p:cNvGrpSpPr/>
          <p:nvPr/>
        </p:nvGrpSpPr>
        <p:grpSpPr bwMode="auto">
          <a:xfrm>
            <a:off x="4985844" y="3733577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264055" name="Group 920"/>
          <p:cNvGrpSpPr/>
          <p:nvPr/>
        </p:nvGrpSpPr>
        <p:grpSpPr bwMode="auto">
          <a:xfrm>
            <a:off x="5178467" y="3733577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6539217" name="Group 923"/>
          <p:cNvGrpSpPr/>
          <p:nvPr/>
        </p:nvGrpSpPr>
        <p:grpSpPr bwMode="auto">
          <a:xfrm>
            <a:off x="5371095" y="3733577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1293823" name="Group 926"/>
          <p:cNvGrpSpPr/>
          <p:nvPr/>
        </p:nvGrpSpPr>
        <p:grpSpPr bwMode="auto">
          <a:xfrm>
            <a:off x="5562624" y="3923049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9371897" name="Group 929"/>
          <p:cNvGrpSpPr/>
          <p:nvPr/>
        </p:nvGrpSpPr>
        <p:grpSpPr bwMode="auto">
          <a:xfrm>
            <a:off x="5755248" y="3923049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337312" name="Group 932"/>
          <p:cNvGrpSpPr/>
          <p:nvPr/>
        </p:nvGrpSpPr>
        <p:grpSpPr bwMode="auto">
          <a:xfrm>
            <a:off x="5947869" y="3923049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6583384" name="Group 935"/>
          <p:cNvGrpSpPr/>
          <p:nvPr/>
        </p:nvGrpSpPr>
        <p:grpSpPr bwMode="auto">
          <a:xfrm>
            <a:off x="6139398" y="3923049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781816" name="Group 938"/>
          <p:cNvGrpSpPr/>
          <p:nvPr/>
        </p:nvGrpSpPr>
        <p:grpSpPr bwMode="auto">
          <a:xfrm>
            <a:off x="6332024" y="3923049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001154" name="Group 941"/>
          <p:cNvGrpSpPr/>
          <p:nvPr/>
        </p:nvGrpSpPr>
        <p:grpSpPr bwMode="auto">
          <a:xfrm>
            <a:off x="6524644" y="3923049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43235" name="Group 944"/>
          <p:cNvGrpSpPr/>
          <p:nvPr/>
        </p:nvGrpSpPr>
        <p:grpSpPr bwMode="auto">
          <a:xfrm>
            <a:off x="6716174" y="3923049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525881" name="Group 947"/>
          <p:cNvGrpSpPr/>
          <p:nvPr/>
        </p:nvGrpSpPr>
        <p:grpSpPr bwMode="auto">
          <a:xfrm>
            <a:off x="6908798" y="3923049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816353" name="Group 950"/>
          <p:cNvGrpSpPr/>
          <p:nvPr/>
        </p:nvGrpSpPr>
        <p:grpSpPr bwMode="auto">
          <a:xfrm>
            <a:off x="7101426" y="3923049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50705" name="Group 953"/>
          <p:cNvGrpSpPr/>
          <p:nvPr/>
        </p:nvGrpSpPr>
        <p:grpSpPr bwMode="auto">
          <a:xfrm>
            <a:off x="4985844" y="3923049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2343203" name="Group 956"/>
          <p:cNvGrpSpPr/>
          <p:nvPr/>
        </p:nvGrpSpPr>
        <p:grpSpPr bwMode="auto">
          <a:xfrm>
            <a:off x="5178467" y="3923049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042112" name="Group 959"/>
          <p:cNvGrpSpPr/>
          <p:nvPr/>
        </p:nvGrpSpPr>
        <p:grpSpPr bwMode="auto">
          <a:xfrm>
            <a:off x="5371095" y="3923049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478012" name="Group 962"/>
          <p:cNvGrpSpPr/>
          <p:nvPr/>
        </p:nvGrpSpPr>
        <p:grpSpPr bwMode="auto">
          <a:xfrm>
            <a:off x="5562624" y="4114577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209871" name="Group 965"/>
          <p:cNvGrpSpPr/>
          <p:nvPr/>
        </p:nvGrpSpPr>
        <p:grpSpPr bwMode="auto">
          <a:xfrm>
            <a:off x="5755248" y="4114577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849232" name="Group 968"/>
          <p:cNvGrpSpPr/>
          <p:nvPr/>
        </p:nvGrpSpPr>
        <p:grpSpPr bwMode="auto">
          <a:xfrm>
            <a:off x="5947869" y="4114577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278600" name="Group 971"/>
          <p:cNvGrpSpPr/>
          <p:nvPr/>
        </p:nvGrpSpPr>
        <p:grpSpPr bwMode="auto">
          <a:xfrm>
            <a:off x="6139398" y="4114577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5714189" name="Group 974"/>
          <p:cNvGrpSpPr/>
          <p:nvPr/>
        </p:nvGrpSpPr>
        <p:grpSpPr bwMode="auto">
          <a:xfrm>
            <a:off x="6332024" y="4114577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6961198" name="Group 977"/>
          <p:cNvGrpSpPr/>
          <p:nvPr/>
        </p:nvGrpSpPr>
        <p:grpSpPr bwMode="auto">
          <a:xfrm>
            <a:off x="6524644" y="4114577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448981" name="Group 980"/>
          <p:cNvGrpSpPr/>
          <p:nvPr/>
        </p:nvGrpSpPr>
        <p:grpSpPr bwMode="auto">
          <a:xfrm>
            <a:off x="6716174" y="4114577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214446" name="Group 983"/>
          <p:cNvGrpSpPr/>
          <p:nvPr/>
        </p:nvGrpSpPr>
        <p:grpSpPr bwMode="auto">
          <a:xfrm>
            <a:off x="6908798" y="4114577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7582657" name="Group 986"/>
          <p:cNvGrpSpPr/>
          <p:nvPr/>
        </p:nvGrpSpPr>
        <p:grpSpPr bwMode="auto">
          <a:xfrm>
            <a:off x="7101426" y="4114577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0903327" name="Group 989"/>
          <p:cNvGrpSpPr/>
          <p:nvPr/>
        </p:nvGrpSpPr>
        <p:grpSpPr bwMode="auto">
          <a:xfrm>
            <a:off x="4985844" y="4114577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0331190" name="Group 992"/>
          <p:cNvGrpSpPr/>
          <p:nvPr/>
        </p:nvGrpSpPr>
        <p:grpSpPr bwMode="auto">
          <a:xfrm>
            <a:off x="5178467" y="4114577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2421769" name="Group 995"/>
          <p:cNvGrpSpPr/>
          <p:nvPr/>
        </p:nvGrpSpPr>
        <p:grpSpPr bwMode="auto">
          <a:xfrm>
            <a:off x="5371095" y="4114577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8109011" name="Group 998"/>
          <p:cNvGrpSpPr/>
          <p:nvPr/>
        </p:nvGrpSpPr>
        <p:grpSpPr bwMode="auto">
          <a:xfrm>
            <a:off x="5562624" y="4304050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59898" name="Group 1001"/>
          <p:cNvGrpSpPr/>
          <p:nvPr/>
        </p:nvGrpSpPr>
        <p:grpSpPr bwMode="auto">
          <a:xfrm>
            <a:off x="5755248" y="4304050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131723" name="Group 1004"/>
          <p:cNvGrpSpPr/>
          <p:nvPr/>
        </p:nvGrpSpPr>
        <p:grpSpPr bwMode="auto">
          <a:xfrm>
            <a:off x="5947869" y="4304050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672765" name="Group 1007"/>
          <p:cNvGrpSpPr/>
          <p:nvPr/>
        </p:nvGrpSpPr>
        <p:grpSpPr bwMode="auto">
          <a:xfrm>
            <a:off x="6139398" y="4304050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6532607" name="Group 1010"/>
          <p:cNvGrpSpPr/>
          <p:nvPr/>
        </p:nvGrpSpPr>
        <p:grpSpPr bwMode="auto">
          <a:xfrm>
            <a:off x="6332024" y="4304050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9965359" name="Group 1013"/>
          <p:cNvGrpSpPr/>
          <p:nvPr/>
        </p:nvGrpSpPr>
        <p:grpSpPr bwMode="auto">
          <a:xfrm>
            <a:off x="6524644" y="4304050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8731809" name="Group 1016"/>
          <p:cNvGrpSpPr/>
          <p:nvPr/>
        </p:nvGrpSpPr>
        <p:grpSpPr bwMode="auto">
          <a:xfrm>
            <a:off x="6716174" y="4304050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02590" name="Group 1019"/>
          <p:cNvGrpSpPr/>
          <p:nvPr/>
        </p:nvGrpSpPr>
        <p:grpSpPr bwMode="auto">
          <a:xfrm>
            <a:off x="6908798" y="4304050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31585" name="Group 1022"/>
          <p:cNvGrpSpPr/>
          <p:nvPr/>
        </p:nvGrpSpPr>
        <p:grpSpPr bwMode="auto">
          <a:xfrm>
            <a:off x="7101426" y="4304050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508121" name="Group 1025"/>
          <p:cNvGrpSpPr/>
          <p:nvPr/>
        </p:nvGrpSpPr>
        <p:grpSpPr bwMode="auto">
          <a:xfrm>
            <a:off x="4985844" y="4304050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4542770" name="Group 1028"/>
          <p:cNvGrpSpPr/>
          <p:nvPr/>
        </p:nvGrpSpPr>
        <p:grpSpPr bwMode="auto">
          <a:xfrm>
            <a:off x="5178467" y="4304050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429329" name="Group 1031"/>
          <p:cNvGrpSpPr/>
          <p:nvPr/>
        </p:nvGrpSpPr>
        <p:grpSpPr bwMode="auto">
          <a:xfrm>
            <a:off x="5371095" y="4304050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522958" name="Group 1034"/>
          <p:cNvGrpSpPr/>
          <p:nvPr/>
        </p:nvGrpSpPr>
        <p:grpSpPr bwMode="auto">
          <a:xfrm>
            <a:off x="5562624" y="1826787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283528" name="Group 1037"/>
          <p:cNvGrpSpPr/>
          <p:nvPr/>
        </p:nvGrpSpPr>
        <p:grpSpPr bwMode="auto">
          <a:xfrm>
            <a:off x="5755248" y="1826787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7684977" name="Group 1040"/>
          <p:cNvGrpSpPr/>
          <p:nvPr/>
        </p:nvGrpSpPr>
        <p:grpSpPr bwMode="auto">
          <a:xfrm>
            <a:off x="5947869" y="1826787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3008895" name="Group 1043"/>
          <p:cNvGrpSpPr/>
          <p:nvPr/>
        </p:nvGrpSpPr>
        <p:grpSpPr bwMode="auto">
          <a:xfrm>
            <a:off x="6139398" y="1826787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312118" name="Group 1046"/>
          <p:cNvGrpSpPr/>
          <p:nvPr/>
        </p:nvGrpSpPr>
        <p:grpSpPr bwMode="auto">
          <a:xfrm>
            <a:off x="6332024" y="1826787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00348" name="Group 1049"/>
          <p:cNvGrpSpPr/>
          <p:nvPr/>
        </p:nvGrpSpPr>
        <p:grpSpPr bwMode="auto">
          <a:xfrm>
            <a:off x="6524644" y="1826787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6058578" name="Group 1052"/>
          <p:cNvGrpSpPr/>
          <p:nvPr/>
        </p:nvGrpSpPr>
        <p:grpSpPr bwMode="auto">
          <a:xfrm>
            <a:off x="6716174" y="1826787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2422953" name="Group 1055"/>
          <p:cNvGrpSpPr/>
          <p:nvPr/>
        </p:nvGrpSpPr>
        <p:grpSpPr bwMode="auto">
          <a:xfrm>
            <a:off x="6908798" y="1826787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3907606" name="Group 1058"/>
          <p:cNvGrpSpPr/>
          <p:nvPr/>
        </p:nvGrpSpPr>
        <p:grpSpPr bwMode="auto">
          <a:xfrm>
            <a:off x="7101426" y="1826787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5634342" name="Group 1061"/>
          <p:cNvGrpSpPr/>
          <p:nvPr/>
        </p:nvGrpSpPr>
        <p:grpSpPr bwMode="auto">
          <a:xfrm>
            <a:off x="4985844" y="1826787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123213" name="Group 1064"/>
          <p:cNvGrpSpPr/>
          <p:nvPr/>
        </p:nvGrpSpPr>
        <p:grpSpPr bwMode="auto">
          <a:xfrm>
            <a:off x="5178467" y="1826787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036331" name="Group 1067"/>
          <p:cNvGrpSpPr/>
          <p:nvPr/>
        </p:nvGrpSpPr>
        <p:grpSpPr bwMode="auto">
          <a:xfrm>
            <a:off x="5371095" y="1826787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5386323" name="Group 1070"/>
          <p:cNvGrpSpPr/>
          <p:nvPr/>
        </p:nvGrpSpPr>
        <p:grpSpPr bwMode="auto">
          <a:xfrm>
            <a:off x="5562624" y="2016260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1372036" name="Group 1073"/>
          <p:cNvGrpSpPr/>
          <p:nvPr/>
        </p:nvGrpSpPr>
        <p:grpSpPr bwMode="auto">
          <a:xfrm>
            <a:off x="5755248" y="2016260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150958" name="Group 1076"/>
          <p:cNvGrpSpPr/>
          <p:nvPr/>
        </p:nvGrpSpPr>
        <p:grpSpPr bwMode="auto">
          <a:xfrm>
            <a:off x="5947869" y="2016260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2306767" name="Group 1079"/>
          <p:cNvGrpSpPr/>
          <p:nvPr/>
        </p:nvGrpSpPr>
        <p:grpSpPr bwMode="auto">
          <a:xfrm>
            <a:off x="6139398" y="2016260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89308525" name="Group 1082"/>
          <p:cNvGrpSpPr/>
          <p:nvPr/>
        </p:nvGrpSpPr>
        <p:grpSpPr bwMode="auto">
          <a:xfrm>
            <a:off x="6332024" y="2016260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0176938" name="Group 1085"/>
          <p:cNvGrpSpPr/>
          <p:nvPr/>
        </p:nvGrpSpPr>
        <p:grpSpPr bwMode="auto">
          <a:xfrm>
            <a:off x="6524644" y="2016260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8298" name="Group 1088"/>
          <p:cNvGrpSpPr/>
          <p:nvPr/>
        </p:nvGrpSpPr>
        <p:grpSpPr bwMode="auto">
          <a:xfrm>
            <a:off x="6716174" y="2016260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7368739" name="Group 1091"/>
          <p:cNvGrpSpPr/>
          <p:nvPr/>
        </p:nvGrpSpPr>
        <p:grpSpPr bwMode="auto">
          <a:xfrm>
            <a:off x="6908798" y="2016260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5633799" name="Group 1094"/>
          <p:cNvGrpSpPr/>
          <p:nvPr/>
        </p:nvGrpSpPr>
        <p:grpSpPr bwMode="auto">
          <a:xfrm>
            <a:off x="7101426" y="2016260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88404" name="Group 1097"/>
          <p:cNvGrpSpPr/>
          <p:nvPr/>
        </p:nvGrpSpPr>
        <p:grpSpPr bwMode="auto">
          <a:xfrm>
            <a:off x="4985844" y="2016260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5303925" name="Group 1100"/>
          <p:cNvGrpSpPr/>
          <p:nvPr/>
        </p:nvGrpSpPr>
        <p:grpSpPr bwMode="auto">
          <a:xfrm>
            <a:off x="5178467" y="2016260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53231" name="Group 1103"/>
          <p:cNvGrpSpPr/>
          <p:nvPr/>
        </p:nvGrpSpPr>
        <p:grpSpPr bwMode="auto">
          <a:xfrm>
            <a:off x="5371095" y="2016260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700208" name="Group 1106"/>
          <p:cNvGrpSpPr/>
          <p:nvPr/>
        </p:nvGrpSpPr>
        <p:grpSpPr bwMode="auto">
          <a:xfrm>
            <a:off x="5562624" y="4494549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855082" name="Group 1109"/>
          <p:cNvGrpSpPr/>
          <p:nvPr/>
        </p:nvGrpSpPr>
        <p:grpSpPr bwMode="auto">
          <a:xfrm>
            <a:off x="5755248" y="4494549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975453" name="Group 1112"/>
          <p:cNvGrpSpPr/>
          <p:nvPr/>
        </p:nvGrpSpPr>
        <p:grpSpPr bwMode="auto">
          <a:xfrm>
            <a:off x="5947869" y="4494549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2005" name="Group 1115"/>
          <p:cNvGrpSpPr/>
          <p:nvPr/>
        </p:nvGrpSpPr>
        <p:grpSpPr bwMode="auto">
          <a:xfrm>
            <a:off x="6139398" y="4494549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5785145" name="Group 1118"/>
          <p:cNvGrpSpPr/>
          <p:nvPr/>
        </p:nvGrpSpPr>
        <p:grpSpPr bwMode="auto">
          <a:xfrm>
            <a:off x="6332024" y="4494549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6656843" name="Group 1121"/>
          <p:cNvGrpSpPr/>
          <p:nvPr/>
        </p:nvGrpSpPr>
        <p:grpSpPr bwMode="auto">
          <a:xfrm>
            <a:off x="6524644" y="4494549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5803763" name="Group 1124"/>
          <p:cNvGrpSpPr/>
          <p:nvPr/>
        </p:nvGrpSpPr>
        <p:grpSpPr bwMode="auto">
          <a:xfrm>
            <a:off x="6716174" y="4494549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049394" name="Group 1127"/>
          <p:cNvGrpSpPr/>
          <p:nvPr/>
        </p:nvGrpSpPr>
        <p:grpSpPr bwMode="auto">
          <a:xfrm>
            <a:off x="6908798" y="4494549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414487" name="Group 1130"/>
          <p:cNvGrpSpPr/>
          <p:nvPr/>
        </p:nvGrpSpPr>
        <p:grpSpPr bwMode="auto">
          <a:xfrm>
            <a:off x="7101426" y="4494549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11002" name="Group 1133"/>
          <p:cNvGrpSpPr/>
          <p:nvPr/>
        </p:nvGrpSpPr>
        <p:grpSpPr bwMode="auto">
          <a:xfrm>
            <a:off x="4985844" y="4494549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286673" name="Group 1136"/>
          <p:cNvGrpSpPr/>
          <p:nvPr/>
        </p:nvGrpSpPr>
        <p:grpSpPr bwMode="auto">
          <a:xfrm>
            <a:off x="5178467" y="4494549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2799796" name="Group 1139"/>
          <p:cNvGrpSpPr/>
          <p:nvPr/>
        </p:nvGrpSpPr>
        <p:grpSpPr bwMode="auto">
          <a:xfrm>
            <a:off x="5371095" y="4494549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0045194" name="Group 1142"/>
          <p:cNvGrpSpPr/>
          <p:nvPr/>
        </p:nvGrpSpPr>
        <p:grpSpPr bwMode="auto">
          <a:xfrm>
            <a:off x="5562624" y="4684020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358361" name="Group 1145"/>
          <p:cNvGrpSpPr/>
          <p:nvPr/>
        </p:nvGrpSpPr>
        <p:grpSpPr bwMode="auto">
          <a:xfrm>
            <a:off x="5755248" y="4684020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5297678" name="Group 1148"/>
          <p:cNvGrpSpPr/>
          <p:nvPr/>
        </p:nvGrpSpPr>
        <p:grpSpPr bwMode="auto">
          <a:xfrm>
            <a:off x="5947869" y="4684020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892834" name="Group 1151"/>
          <p:cNvGrpSpPr/>
          <p:nvPr/>
        </p:nvGrpSpPr>
        <p:grpSpPr bwMode="auto">
          <a:xfrm>
            <a:off x="6139398" y="4684020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34886" name="Group 1154"/>
          <p:cNvGrpSpPr/>
          <p:nvPr/>
        </p:nvGrpSpPr>
        <p:grpSpPr bwMode="auto">
          <a:xfrm>
            <a:off x="6332024" y="4684020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6221649" name="Group 1157"/>
          <p:cNvGrpSpPr/>
          <p:nvPr/>
        </p:nvGrpSpPr>
        <p:grpSpPr bwMode="auto">
          <a:xfrm>
            <a:off x="6524644" y="4684020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233107" name="Group 1160"/>
          <p:cNvGrpSpPr/>
          <p:nvPr/>
        </p:nvGrpSpPr>
        <p:grpSpPr bwMode="auto">
          <a:xfrm>
            <a:off x="6716174" y="4684020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3996642" name="Group 1163"/>
          <p:cNvGrpSpPr/>
          <p:nvPr/>
        </p:nvGrpSpPr>
        <p:grpSpPr bwMode="auto">
          <a:xfrm>
            <a:off x="6908798" y="4684020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02480" name="Group 1166"/>
          <p:cNvGrpSpPr/>
          <p:nvPr/>
        </p:nvGrpSpPr>
        <p:grpSpPr bwMode="auto">
          <a:xfrm>
            <a:off x="7101426" y="4684020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712843" name="Group 1169"/>
          <p:cNvGrpSpPr/>
          <p:nvPr/>
        </p:nvGrpSpPr>
        <p:grpSpPr bwMode="auto">
          <a:xfrm>
            <a:off x="4985844" y="4684020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3066371" name="Group 1172"/>
          <p:cNvGrpSpPr/>
          <p:nvPr/>
        </p:nvGrpSpPr>
        <p:grpSpPr bwMode="auto">
          <a:xfrm>
            <a:off x="5178467" y="4684020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9897321" name="Group 1175"/>
          <p:cNvGrpSpPr/>
          <p:nvPr/>
        </p:nvGrpSpPr>
        <p:grpSpPr bwMode="auto">
          <a:xfrm>
            <a:off x="5371095" y="4684020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05048" name="Group 1178"/>
          <p:cNvGrpSpPr/>
          <p:nvPr/>
        </p:nvGrpSpPr>
        <p:grpSpPr bwMode="auto">
          <a:xfrm>
            <a:off x="4671867" y="584155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1693975" name="Group 1181"/>
          <p:cNvGrpSpPr/>
          <p:nvPr/>
        </p:nvGrpSpPr>
        <p:grpSpPr bwMode="auto">
          <a:xfrm>
            <a:off x="545502" y="584155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7759691" name="Group 1184"/>
          <p:cNvGrpSpPr/>
          <p:nvPr/>
        </p:nvGrpSpPr>
        <p:grpSpPr bwMode="auto">
          <a:xfrm>
            <a:off x="8800275" y="584155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6910746" name="Group 1187"/>
          <p:cNvGrpSpPr/>
          <p:nvPr/>
        </p:nvGrpSpPr>
        <p:grpSpPr bwMode="auto">
          <a:xfrm>
            <a:off x="9691029" y="2207788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243906" name="Group 1190"/>
          <p:cNvGrpSpPr/>
          <p:nvPr/>
        </p:nvGrpSpPr>
        <p:grpSpPr bwMode="auto">
          <a:xfrm>
            <a:off x="9883656" y="2207788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242860" name="Group 1193"/>
          <p:cNvGrpSpPr/>
          <p:nvPr/>
        </p:nvGrpSpPr>
        <p:grpSpPr bwMode="auto">
          <a:xfrm>
            <a:off x="10076277" y="2207788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44299" name="Group 1196"/>
          <p:cNvGrpSpPr/>
          <p:nvPr/>
        </p:nvGrpSpPr>
        <p:grpSpPr bwMode="auto">
          <a:xfrm>
            <a:off x="10267806" y="2207788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3822658" name="Group 1199"/>
          <p:cNvGrpSpPr/>
          <p:nvPr/>
        </p:nvGrpSpPr>
        <p:grpSpPr bwMode="auto">
          <a:xfrm>
            <a:off x="10460430" y="2207788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05998" name="Group 1202"/>
          <p:cNvGrpSpPr/>
          <p:nvPr/>
        </p:nvGrpSpPr>
        <p:grpSpPr bwMode="auto">
          <a:xfrm>
            <a:off x="10653053" y="2207788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062589" name="Group 1205"/>
          <p:cNvGrpSpPr/>
          <p:nvPr/>
        </p:nvGrpSpPr>
        <p:grpSpPr bwMode="auto">
          <a:xfrm>
            <a:off x="10844581" y="2207788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897912" name="Group 1208"/>
          <p:cNvGrpSpPr/>
          <p:nvPr/>
        </p:nvGrpSpPr>
        <p:grpSpPr bwMode="auto">
          <a:xfrm>
            <a:off x="11037207" y="2207788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5282101" name="Group 1211"/>
          <p:cNvGrpSpPr/>
          <p:nvPr/>
        </p:nvGrpSpPr>
        <p:grpSpPr bwMode="auto">
          <a:xfrm>
            <a:off x="11229831" y="2207788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675424" name="Group 1214"/>
          <p:cNvGrpSpPr/>
          <p:nvPr/>
        </p:nvGrpSpPr>
        <p:grpSpPr bwMode="auto">
          <a:xfrm>
            <a:off x="9114255" y="2207788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9799516" name="Group 1217"/>
          <p:cNvGrpSpPr/>
          <p:nvPr/>
        </p:nvGrpSpPr>
        <p:grpSpPr bwMode="auto">
          <a:xfrm>
            <a:off x="9306876" y="2207788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1679710" name="Group 1220"/>
          <p:cNvGrpSpPr/>
          <p:nvPr/>
        </p:nvGrpSpPr>
        <p:grpSpPr bwMode="auto">
          <a:xfrm>
            <a:off x="9499500" y="2207788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1915494" name="Group 1223"/>
          <p:cNvGrpSpPr/>
          <p:nvPr/>
        </p:nvGrpSpPr>
        <p:grpSpPr bwMode="auto">
          <a:xfrm>
            <a:off x="9691029" y="2397260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8554919" name="Group 1226"/>
          <p:cNvGrpSpPr/>
          <p:nvPr/>
        </p:nvGrpSpPr>
        <p:grpSpPr bwMode="auto">
          <a:xfrm>
            <a:off x="9883656" y="2397260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748210" name="Group 1229"/>
          <p:cNvGrpSpPr/>
          <p:nvPr/>
        </p:nvGrpSpPr>
        <p:grpSpPr bwMode="auto">
          <a:xfrm>
            <a:off x="10076277" y="2397260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8841833" name="Group 1232"/>
          <p:cNvGrpSpPr/>
          <p:nvPr/>
        </p:nvGrpSpPr>
        <p:grpSpPr bwMode="auto">
          <a:xfrm>
            <a:off x="10267806" y="2397260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5196830" name="Group 1235"/>
          <p:cNvGrpSpPr/>
          <p:nvPr/>
        </p:nvGrpSpPr>
        <p:grpSpPr bwMode="auto">
          <a:xfrm>
            <a:off x="10460430" y="2397260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787380" name="Group 1238"/>
          <p:cNvGrpSpPr/>
          <p:nvPr/>
        </p:nvGrpSpPr>
        <p:grpSpPr bwMode="auto">
          <a:xfrm>
            <a:off x="10653053" y="2397260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4516677" name="Group 1241"/>
          <p:cNvGrpSpPr/>
          <p:nvPr/>
        </p:nvGrpSpPr>
        <p:grpSpPr bwMode="auto">
          <a:xfrm>
            <a:off x="10844581" y="2397260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416832" name="Group 1244"/>
          <p:cNvGrpSpPr/>
          <p:nvPr/>
        </p:nvGrpSpPr>
        <p:grpSpPr bwMode="auto">
          <a:xfrm>
            <a:off x="11037207" y="2397260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8519547" name="Group 1247"/>
          <p:cNvGrpSpPr/>
          <p:nvPr/>
        </p:nvGrpSpPr>
        <p:grpSpPr bwMode="auto">
          <a:xfrm>
            <a:off x="11229831" y="2397260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9328554" name="Group 1250"/>
          <p:cNvGrpSpPr/>
          <p:nvPr/>
        </p:nvGrpSpPr>
        <p:grpSpPr bwMode="auto">
          <a:xfrm>
            <a:off x="9114255" y="2397260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562417" name="Group 1253"/>
          <p:cNvGrpSpPr/>
          <p:nvPr/>
        </p:nvGrpSpPr>
        <p:grpSpPr bwMode="auto">
          <a:xfrm>
            <a:off x="9306876" y="2397260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2546515" name="Group 1256"/>
          <p:cNvGrpSpPr/>
          <p:nvPr/>
        </p:nvGrpSpPr>
        <p:grpSpPr bwMode="auto">
          <a:xfrm>
            <a:off x="9499500" y="2397260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8023894" name="Group 1259"/>
          <p:cNvGrpSpPr/>
          <p:nvPr/>
        </p:nvGrpSpPr>
        <p:grpSpPr bwMode="auto">
          <a:xfrm>
            <a:off x="9691029" y="2588788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851343" name="Group 1262"/>
          <p:cNvGrpSpPr/>
          <p:nvPr/>
        </p:nvGrpSpPr>
        <p:grpSpPr bwMode="auto">
          <a:xfrm>
            <a:off x="9883656" y="2588788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013560" name="Group 1265"/>
          <p:cNvGrpSpPr/>
          <p:nvPr/>
        </p:nvGrpSpPr>
        <p:grpSpPr bwMode="auto">
          <a:xfrm>
            <a:off x="10076277" y="2588788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5999731" name="Group 1268"/>
          <p:cNvGrpSpPr/>
          <p:nvPr/>
        </p:nvGrpSpPr>
        <p:grpSpPr bwMode="auto">
          <a:xfrm>
            <a:off x="10267806" y="2588788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7635744" name="Group 1271"/>
          <p:cNvGrpSpPr/>
          <p:nvPr/>
        </p:nvGrpSpPr>
        <p:grpSpPr bwMode="auto">
          <a:xfrm>
            <a:off x="10460430" y="2588788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2683569" name="Group 1274"/>
          <p:cNvGrpSpPr/>
          <p:nvPr/>
        </p:nvGrpSpPr>
        <p:grpSpPr bwMode="auto">
          <a:xfrm>
            <a:off x="10653053" y="2588788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449060" name="Group 1277"/>
          <p:cNvGrpSpPr/>
          <p:nvPr/>
        </p:nvGrpSpPr>
        <p:grpSpPr bwMode="auto">
          <a:xfrm>
            <a:off x="10844581" y="2588788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209113" name="Group 1280"/>
          <p:cNvGrpSpPr/>
          <p:nvPr/>
        </p:nvGrpSpPr>
        <p:grpSpPr bwMode="auto">
          <a:xfrm>
            <a:off x="11037207" y="2588788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5016217" name="Group 1283"/>
          <p:cNvGrpSpPr/>
          <p:nvPr/>
        </p:nvGrpSpPr>
        <p:grpSpPr bwMode="auto">
          <a:xfrm>
            <a:off x="11229831" y="2588788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8604792" name="Group 1286"/>
          <p:cNvGrpSpPr/>
          <p:nvPr/>
        </p:nvGrpSpPr>
        <p:grpSpPr bwMode="auto">
          <a:xfrm>
            <a:off x="9114255" y="2588788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9916532" name="Group 1289"/>
          <p:cNvGrpSpPr/>
          <p:nvPr/>
        </p:nvGrpSpPr>
        <p:grpSpPr bwMode="auto">
          <a:xfrm>
            <a:off x="9306876" y="2588788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0188523" name="Group 1292"/>
          <p:cNvGrpSpPr/>
          <p:nvPr/>
        </p:nvGrpSpPr>
        <p:grpSpPr bwMode="auto">
          <a:xfrm>
            <a:off x="9499500" y="2588788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953333" name="Group 1295"/>
          <p:cNvGrpSpPr/>
          <p:nvPr/>
        </p:nvGrpSpPr>
        <p:grpSpPr bwMode="auto">
          <a:xfrm>
            <a:off x="9691029" y="2778259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52218" name="Group 1298"/>
          <p:cNvGrpSpPr/>
          <p:nvPr/>
        </p:nvGrpSpPr>
        <p:grpSpPr bwMode="auto">
          <a:xfrm>
            <a:off x="9883656" y="2778259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147359" name="Group 1301"/>
          <p:cNvGrpSpPr/>
          <p:nvPr/>
        </p:nvGrpSpPr>
        <p:grpSpPr bwMode="auto">
          <a:xfrm>
            <a:off x="10076277" y="2778259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057542" name="Group 1304"/>
          <p:cNvGrpSpPr/>
          <p:nvPr/>
        </p:nvGrpSpPr>
        <p:grpSpPr bwMode="auto">
          <a:xfrm>
            <a:off x="10267806" y="2778259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0755091" name="Group 1307"/>
          <p:cNvGrpSpPr/>
          <p:nvPr/>
        </p:nvGrpSpPr>
        <p:grpSpPr bwMode="auto">
          <a:xfrm>
            <a:off x="10460430" y="2778259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8041889" name="Group 1310"/>
          <p:cNvGrpSpPr/>
          <p:nvPr/>
        </p:nvGrpSpPr>
        <p:grpSpPr bwMode="auto">
          <a:xfrm>
            <a:off x="10653053" y="2778259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690128" name="Group 1313"/>
          <p:cNvGrpSpPr/>
          <p:nvPr/>
        </p:nvGrpSpPr>
        <p:grpSpPr bwMode="auto">
          <a:xfrm>
            <a:off x="10844581" y="2778259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925884" name="Group 1316"/>
          <p:cNvGrpSpPr/>
          <p:nvPr/>
        </p:nvGrpSpPr>
        <p:grpSpPr bwMode="auto">
          <a:xfrm>
            <a:off x="11037207" y="2778259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357256" name="Group 1319"/>
          <p:cNvGrpSpPr/>
          <p:nvPr/>
        </p:nvGrpSpPr>
        <p:grpSpPr bwMode="auto">
          <a:xfrm>
            <a:off x="11229831" y="2778259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7353242" name="Group 1322"/>
          <p:cNvGrpSpPr/>
          <p:nvPr/>
        </p:nvGrpSpPr>
        <p:grpSpPr bwMode="auto">
          <a:xfrm>
            <a:off x="9114255" y="2778259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8545920" name="Group 1325"/>
          <p:cNvGrpSpPr/>
          <p:nvPr/>
        </p:nvGrpSpPr>
        <p:grpSpPr bwMode="auto">
          <a:xfrm>
            <a:off x="9306876" y="2778259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6118197" name="Group 1328"/>
          <p:cNvGrpSpPr/>
          <p:nvPr/>
        </p:nvGrpSpPr>
        <p:grpSpPr bwMode="auto">
          <a:xfrm>
            <a:off x="9499500" y="2778259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006851" name="Group 1331"/>
          <p:cNvGrpSpPr/>
          <p:nvPr/>
        </p:nvGrpSpPr>
        <p:grpSpPr bwMode="auto">
          <a:xfrm>
            <a:off x="9691029" y="2969787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8432289" name="Group 1334"/>
          <p:cNvGrpSpPr/>
          <p:nvPr/>
        </p:nvGrpSpPr>
        <p:grpSpPr bwMode="auto">
          <a:xfrm>
            <a:off x="9883656" y="2969787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516746" name="Group 1337"/>
          <p:cNvGrpSpPr/>
          <p:nvPr/>
        </p:nvGrpSpPr>
        <p:grpSpPr bwMode="auto">
          <a:xfrm>
            <a:off x="10076277" y="2969787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144773" name="Group 1340"/>
          <p:cNvGrpSpPr/>
          <p:nvPr/>
        </p:nvGrpSpPr>
        <p:grpSpPr bwMode="auto">
          <a:xfrm>
            <a:off x="10267806" y="2969787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905004" name="Group 1343"/>
          <p:cNvGrpSpPr/>
          <p:nvPr/>
        </p:nvGrpSpPr>
        <p:grpSpPr bwMode="auto">
          <a:xfrm>
            <a:off x="10460430" y="2969787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4503743" name="Group 1346"/>
          <p:cNvGrpSpPr/>
          <p:nvPr/>
        </p:nvGrpSpPr>
        <p:grpSpPr bwMode="auto">
          <a:xfrm>
            <a:off x="10653053" y="2969787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19733" name="Group 1349"/>
          <p:cNvGrpSpPr/>
          <p:nvPr/>
        </p:nvGrpSpPr>
        <p:grpSpPr bwMode="auto">
          <a:xfrm>
            <a:off x="10844581" y="2969787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0999773" name="Group 1352"/>
          <p:cNvGrpSpPr/>
          <p:nvPr/>
        </p:nvGrpSpPr>
        <p:grpSpPr bwMode="auto">
          <a:xfrm>
            <a:off x="11037207" y="2969787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1406435" name="Group 1355"/>
          <p:cNvGrpSpPr/>
          <p:nvPr/>
        </p:nvGrpSpPr>
        <p:grpSpPr bwMode="auto">
          <a:xfrm>
            <a:off x="11229831" y="2969787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0100512" name="Group 1358"/>
          <p:cNvGrpSpPr/>
          <p:nvPr/>
        </p:nvGrpSpPr>
        <p:grpSpPr bwMode="auto">
          <a:xfrm>
            <a:off x="9114255" y="2969787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0573" name="Group 1361"/>
          <p:cNvGrpSpPr/>
          <p:nvPr/>
        </p:nvGrpSpPr>
        <p:grpSpPr bwMode="auto">
          <a:xfrm>
            <a:off x="9306876" y="2969787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9868278" name="Group 1364"/>
          <p:cNvGrpSpPr/>
          <p:nvPr/>
        </p:nvGrpSpPr>
        <p:grpSpPr bwMode="auto">
          <a:xfrm>
            <a:off x="9499500" y="2969787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9976730" name="Group 1367"/>
          <p:cNvGrpSpPr/>
          <p:nvPr/>
        </p:nvGrpSpPr>
        <p:grpSpPr bwMode="auto">
          <a:xfrm>
            <a:off x="9691029" y="3159260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229204" name="Group 1370"/>
          <p:cNvGrpSpPr/>
          <p:nvPr/>
        </p:nvGrpSpPr>
        <p:grpSpPr bwMode="auto">
          <a:xfrm>
            <a:off x="9883656" y="3159260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0881100" name="Group 1373"/>
          <p:cNvGrpSpPr/>
          <p:nvPr/>
        </p:nvGrpSpPr>
        <p:grpSpPr bwMode="auto">
          <a:xfrm>
            <a:off x="10076277" y="3159260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76002" name="Group 1376"/>
          <p:cNvGrpSpPr/>
          <p:nvPr/>
        </p:nvGrpSpPr>
        <p:grpSpPr bwMode="auto">
          <a:xfrm>
            <a:off x="10267806" y="3159260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2921401" name="Group 1379"/>
          <p:cNvGrpSpPr/>
          <p:nvPr/>
        </p:nvGrpSpPr>
        <p:grpSpPr bwMode="auto">
          <a:xfrm>
            <a:off x="10460430" y="3159260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616850" name="Group 1382"/>
          <p:cNvGrpSpPr/>
          <p:nvPr/>
        </p:nvGrpSpPr>
        <p:grpSpPr bwMode="auto">
          <a:xfrm>
            <a:off x="10653053" y="3159260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1253291" name="Group 1385"/>
          <p:cNvGrpSpPr/>
          <p:nvPr/>
        </p:nvGrpSpPr>
        <p:grpSpPr bwMode="auto">
          <a:xfrm>
            <a:off x="10844581" y="3159260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298104" name="Group 1388"/>
          <p:cNvGrpSpPr/>
          <p:nvPr/>
        </p:nvGrpSpPr>
        <p:grpSpPr bwMode="auto">
          <a:xfrm>
            <a:off x="11037207" y="3159260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796933" name="Group 1391"/>
          <p:cNvGrpSpPr/>
          <p:nvPr/>
        </p:nvGrpSpPr>
        <p:grpSpPr bwMode="auto">
          <a:xfrm>
            <a:off x="11229831" y="3159260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4955290" name="Group 1394"/>
          <p:cNvGrpSpPr/>
          <p:nvPr/>
        </p:nvGrpSpPr>
        <p:grpSpPr bwMode="auto">
          <a:xfrm>
            <a:off x="9114255" y="3159260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8788645" name="Group 1397"/>
          <p:cNvGrpSpPr/>
          <p:nvPr/>
        </p:nvGrpSpPr>
        <p:grpSpPr bwMode="auto">
          <a:xfrm>
            <a:off x="9306876" y="3159260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4529588" name="Group 1400"/>
          <p:cNvGrpSpPr/>
          <p:nvPr/>
        </p:nvGrpSpPr>
        <p:grpSpPr bwMode="auto">
          <a:xfrm>
            <a:off x="9499500" y="3159260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7591605" name="Group 1403"/>
          <p:cNvGrpSpPr/>
          <p:nvPr/>
        </p:nvGrpSpPr>
        <p:grpSpPr bwMode="auto">
          <a:xfrm>
            <a:off x="9691029" y="3352577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434780" name="Group 1406"/>
          <p:cNvGrpSpPr/>
          <p:nvPr/>
        </p:nvGrpSpPr>
        <p:grpSpPr bwMode="auto">
          <a:xfrm>
            <a:off x="9883656" y="3352577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688071" name="Group 1409"/>
          <p:cNvGrpSpPr/>
          <p:nvPr/>
        </p:nvGrpSpPr>
        <p:grpSpPr bwMode="auto">
          <a:xfrm>
            <a:off x="10076277" y="3352577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959796" name="Group 1412"/>
          <p:cNvGrpSpPr/>
          <p:nvPr/>
        </p:nvGrpSpPr>
        <p:grpSpPr bwMode="auto">
          <a:xfrm>
            <a:off x="10267806" y="3352577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40187" name="Group 1415"/>
          <p:cNvGrpSpPr/>
          <p:nvPr/>
        </p:nvGrpSpPr>
        <p:grpSpPr bwMode="auto">
          <a:xfrm>
            <a:off x="10460430" y="3352577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8486742" name="Group 1418"/>
          <p:cNvGrpSpPr/>
          <p:nvPr/>
        </p:nvGrpSpPr>
        <p:grpSpPr bwMode="auto">
          <a:xfrm>
            <a:off x="10653053" y="3352577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4316359" name="Group 1421"/>
          <p:cNvGrpSpPr/>
          <p:nvPr/>
        </p:nvGrpSpPr>
        <p:grpSpPr bwMode="auto">
          <a:xfrm>
            <a:off x="10844581" y="3352577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4562067" name="Group 1424"/>
          <p:cNvGrpSpPr/>
          <p:nvPr/>
        </p:nvGrpSpPr>
        <p:grpSpPr bwMode="auto">
          <a:xfrm>
            <a:off x="11037207" y="3352577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076603" name="Group 1427"/>
          <p:cNvGrpSpPr/>
          <p:nvPr/>
        </p:nvGrpSpPr>
        <p:grpSpPr bwMode="auto">
          <a:xfrm>
            <a:off x="11229831" y="3352577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217415" name="Group 1430"/>
          <p:cNvGrpSpPr/>
          <p:nvPr/>
        </p:nvGrpSpPr>
        <p:grpSpPr bwMode="auto">
          <a:xfrm>
            <a:off x="9114255" y="3352577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90236" name="Group 1433"/>
          <p:cNvGrpSpPr/>
          <p:nvPr/>
        </p:nvGrpSpPr>
        <p:grpSpPr bwMode="auto">
          <a:xfrm>
            <a:off x="9306876" y="3352577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118847" name="Group 1436"/>
          <p:cNvGrpSpPr/>
          <p:nvPr/>
        </p:nvGrpSpPr>
        <p:grpSpPr bwMode="auto">
          <a:xfrm>
            <a:off x="9499500" y="3352577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7337167" name="Group 1439"/>
          <p:cNvGrpSpPr/>
          <p:nvPr/>
        </p:nvGrpSpPr>
        <p:grpSpPr bwMode="auto">
          <a:xfrm>
            <a:off x="9691029" y="3542049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407377" name="Group 1442"/>
          <p:cNvGrpSpPr/>
          <p:nvPr/>
        </p:nvGrpSpPr>
        <p:grpSpPr bwMode="auto">
          <a:xfrm>
            <a:off x="9883656" y="3542049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7596440" name="Group 1445"/>
          <p:cNvGrpSpPr/>
          <p:nvPr/>
        </p:nvGrpSpPr>
        <p:grpSpPr bwMode="auto">
          <a:xfrm>
            <a:off x="10076277" y="3542049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031648" name="Group 1448"/>
          <p:cNvGrpSpPr/>
          <p:nvPr/>
        </p:nvGrpSpPr>
        <p:grpSpPr bwMode="auto">
          <a:xfrm>
            <a:off x="10267806" y="3542049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8256763" name="Group 1451"/>
          <p:cNvGrpSpPr/>
          <p:nvPr/>
        </p:nvGrpSpPr>
        <p:grpSpPr bwMode="auto">
          <a:xfrm>
            <a:off x="10460430" y="3542049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053128" name="Group 1454"/>
          <p:cNvGrpSpPr/>
          <p:nvPr/>
        </p:nvGrpSpPr>
        <p:grpSpPr bwMode="auto">
          <a:xfrm>
            <a:off x="10653053" y="3542049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32936" name="Group 1457"/>
          <p:cNvGrpSpPr/>
          <p:nvPr/>
        </p:nvGrpSpPr>
        <p:grpSpPr bwMode="auto">
          <a:xfrm>
            <a:off x="10844581" y="3542049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216312" name="Group 1460"/>
          <p:cNvGrpSpPr/>
          <p:nvPr/>
        </p:nvGrpSpPr>
        <p:grpSpPr bwMode="auto">
          <a:xfrm>
            <a:off x="11037207" y="3542049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549117" name="Group 1463"/>
          <p:cNvGrpSpPr/>
          <p:nvPr/>
        </p:nvGrpSpPr>
        <p:grpSpPr bwMode="auto">
          <a:xfrm>
            <a:off x="11229831" y="3542049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989382" name="Group 1466"/>
          <p:cNvGrpSpPr/>
          <p:nvPr/>
        </p:nvGrpSpPr>
        <p:grpSpPr bwMode="auto">
          <a:xfrm>
            <a:off x="9114255" y="3542049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4885474" name="Group 1469"/>
          <p:cNvGrpSpPr/>
          <p:nvPr/>
        </p:nvGrpSpPr>
        <p:grpSpPr bwMode="auto">
          <a:xfrm>
            <a:off x="9306876" y="3542049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129443" name="Group 1472"/>
          <p:cNvGrpSpPr/>
          <p:nvPr/>
        </p:nvGrpSpPr>
        <p:grpSpPr bwMode="auto">
          <a:xfrm>
            <a:off x="9499500" y="3542049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8598208" name="Group 1475"/>
          <p:cNvGrpSpPr/>
          <p:nvPr/>
        </p:nvGrpSpPr>
        <p:grpSpPr bwMode="auto">
          <a:xfrm>
            <a:off x="9691029" y="3733577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361830" name="Group 1478"/>
          <p:cNvGrpSpPr/>
          <p:nvPr/>
        </p:nvGrpSpPr>
        <p:grpSpPr bwMode="auto">
          <a:xfrm>
            <a:off x="9883656" y="3733577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3637761" name="Group 1481"/>
          <p:cNvGrpSpPr/>
          <p:nvPr/>
        </p:nvGrpSpPr>
        <p:grpSpPr bwMode="auto">
          <a:xfrm>
            <a:off x="10076277" y="3733577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753444" name="Group 1484"/>
          <p:cNvGrpSpPr/>
          <p:nvPr/>
        </p:nvGrpSpPr>
        <p:grpSpPr bwMode="auto">
          <a:xfrm>
            <a:off x="10267806" y="3733577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9466896" name="Group 1487"/>
          <p:cNvGrpSpPr/>
          <p:nvPr/>
        </p:nvGrpSpPr>
        <p:grpSpPr bwMode="auto">
          <a:xfrm>
            <a:off x="10460430" y="3733577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5248391" name="Group 1490"/>
          <p:cNvGrpSpPr/>
          <p:nvPr/>
        </p:nvGrpSpPr>
        <p:grpSpPr bwMode="auto">
          <a:xfrm>
            <a:off x="10653053" y="3733577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1536915" name="Group 1493"/>
          <p:cNvGrpSpPr/>
          <p:nvPr/>
        </p:nvGrpSpPr>
        <p:grpSpPr bwMode="auto">
          <a:xfrm>
            <a:off x="10844581" y="3733577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658891" name="Group 1496"/>
          <p:cNvGrpSpPr/>
          <p:nvPr/>
        </p:nvGrpSpPr>
        <p:grpSpPr bwMode="auto">
          <a:xfrm>
            <a:off x="11037207" y="3733577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8357252" name="Group 1499"/>
          <p:cNvGrpSpPr/>
          <p:nvPr/>
        </p:nvGrpSpPr>
        <p:grpSpPr bwMode="auto">
          <a:xfrm>
            <a:off x="11229831" y="3733577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417355" name="Group 1502"/>
          <p:cNvGrpSpPr/>
          <p:nvPr/>
        </p:nvGrpSpPr>
        <p:grpSpPr bwMode="auto">
          <a:xfrm>
            <a:off x="9114255" y="3733577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421152" name="Group 1505"/>
          <p:cNvGrpSpPr/>
          <p:nvPr/>
        </p:nvGrpSpPr>
        <p:grpSpPr bwMode="auto">
          <a:xfrm>
            <a:off x="9306876" y="3733577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0582327" name="Group 1508"/>
          <p:cNvGrpSpPr/>
          <p:nvPr/>
        </p:nvGrpSpPr>
        <p:grpSpPr bwMode="auto">
          <a:xfrm>
            <a:off x="9499500" y="3733577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4297672" name="Group 1511"/>
          <p:cNvGrpSpPr/>
          <p:nvPr/>
        </p:nvGrpSpPr>
        <p:grpSpPr bwMode="auto">
          <a:xfrm>
            <a:off x="9691029" y="3923049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534333" name="Group 1514"/>
          <p:cNvGrpSpPr/>
          <p:nvPr/>
        </p:nvGrpSpPr>
        <p:grpSpPr bwMode="auto">
          <a:xfrm>
            <a:off x="9883656" y="3923049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133371" name="Group 1517"/>
          <p:cNvGrpSpPr/>
          <p:nvPr/>
        </p:nvGrpSpPr>
        <p:grpSpPr bwMode="auto">
          <a:xfrm>
            <a:off x="10076277" y="3923049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5362757" name="Group 1520"/>
          <p:cNvGrpSpPr/>
          <p:nvPr/>
        </p:nvGrpSpPr>
        <p:grpSpPr bwMode="auto">
          <a:xfrm>
            <a:off x="10267806" y="3923049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26666" name="Group 1523"/>
          <p:cNvGrpSpPr/>
          <p:nvPr/>
        </p:nvGrpSpPr>
        <p:grpSpPr bwMode="auto">
          <a:xfrm>
            <a:off x="10460430" y="3923049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4470184" name="Group 1526"/>
          <p:cNvGrpSpPr/>
          <p:nvPr/>
        </p:nvGrpSpPr>
        <p:grpSpPr bwMode="auto">
          <a:xfrm>
            <a:off x="10653053" y="3923049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282656" name="Group 1529"/>
          <p:cNvGrpSpPr/>
          <p:nvPr/>
        </p:nvGrpSpPr>
        <p:grpSpPr bwMode="auto">
          <a:xfrm>
            <a:off x="10844581" y="3923049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285096" name="Group 1532"/>
          <p:cNvGrpSpPr/>
          <p:nvPr/>
        </p:nvGrpSpPr>
        <p:grpSpPr bwMode="auto">
          <a:xfrm>
            <a:off x="11037207" y="3923049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890196" name="Group 1535"/>
          <p:cNvGrpSpPr/>
          <p:nvPr/>
        </p:nvGrpSpPr>
        <p:grpSpPr bwMode="auto">
          <a:xfrm>
            <a:off x="11229831" y="3923049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743194" name="Group 1538"/>
          <p:cNvGrpSpPr/>
          <p:nvPr/>
        </p:nvGrpSpPr>
        <p:grpSpPr bwMode="auto">
          <a:xfrm>
            <a:off x="9114255" y="3923049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013265" name="Group 1541"/>
          <p:cNvGrpSpPr/>
          <p:nvPr/>
        </p:nvGrpSpPr>
        <p:grpSpPr bwMode="auto">
          <a:xfrm>
            <a:off x="9306876" y="3923049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6919292" name="Group 1544"/>
          <p:cNvGrpSpPr/>
          <p:nvPr/>
        </p:nvGrpSpPr>
        <p:grpSpPr bwMode="auto">
          <a:xfrm>
            <a:off x="9499500" y="3923049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1901278" name="Group 1547"/>
          <p:cNvGrpSpPr/>
          <p:nvPr/>
        </p:nvGrpSpPr>
        <p:grpSpPr bwMode="auto">
          <a:xfrm>
            <a:off x="9691029" y="4114577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495795" name="Group 1550"/>
          <p:cNvGrpSpPr/>
          <p:nvPr/>
        </p:nvGrpSpPr>
        <p:grpSpPr bwMode="auto">
          <a:xfrm>
            <a:off x="9883656" y="4114577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7608505" name="Group 1553"/>
          <p:cNvGrpSpPr/>
          <p:nvPr/>
        </p:nvGrpSpPr>
        <p:grpSpPr bwMode="auto">
          <a:xfrm>
            <a:off x="10076277" y="4114577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717034" name="Group 1556"/>
          <p:cNvGrpSpPr/>
          <p:nvPr/>
        </p:nvGrpSpPr>
        <p:grpSpPr bwMode="auto">
          <a:xfrm>
            <a:off x="10267806" y="4114577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052374" name="Group 1559"/>
          <p:cNvGrpSpPr/>
          <p:nvPr/>
        </p:nvGrpSpPr>
        <p:grpSpPr bwMode="auto">
          <a:xfrm>
            <a:off x="10460430" y="4114577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6552878" name="Group 1562"/>
          <p:cNvGrpSpPr/>
          <p:nvPr/>
        </p:nvGrpSpPr>
        <p:grpSpPr bwMode="auto">
          <a:xfrm>
            <a:off x="10653053" y="4114577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137455" name="Group 1565"/>
          <p:cNvGrpSpPr/>
          <p:nvPr/>
        </p:nvGrpSpPr>
        <p:grpSpPr bwMode="auto">
          <a:xfrm>
            <a:off x="10844581" y="4114577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682524" name="Group 1568"/>
          <p:cNvGrpSpPr/>
          <p:nvPr/>
        </p:nvGrpSpPr>
        <p:grpSpPr bwMode="auto">
          <a:xfrm>
            <a:off x="11037207" y="4114577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149062" name="Group 1571"/>
          <p:cNvGrpSpPr/>
          <p:nvPr/>
        </p:nvGrpSpPr>
        <p:grpSpPr bwMode="auto">
          <a:xfrm>
            <a:off x="11229831" y="4114577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7984818" name="Group 1574"/>
          <p:cNvGrpSpPr/>
          <p:nvPr/>
        </p:nvGrpSpPr>
        <p:grpSpPr bwMode="auto">
          <a:xfrm>
            <a:off x="9114255" y="4114577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824178" name="Group 1577"/>
          <p:cNvGrpSpPr/>
          <p:nvPr/>
        </p:nvGrpSpPr>
        <p:grpSpPr bwMode="auto">
          <a:xfrm>
            <a:off x="9306876" y="4114577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6229" name="Group 1580"/>
          <p:cNvGrpSpPr/>
          <p:nvPr/>
        </p:nvGrpSpPr>
        <p:grpSpPr bwMode="auto">
          <a:xfrm>
            <a:off x="9499500" y="4114577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4640244" name="Group 1583"/>
          <p:cNvGrpSpPr/>
          <p:nvPr/>
        </p:nvGrpSpPr>
        <p:grpSpPr bwMode="auto">
          <a:xfrm>
            <a:off x="9691029" y="4304050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1609452" name="Group 1586"/>
          <p:cNvGrpSpPr/>
          <p:nvPr/>
        </p:nvGrpSpPr>
        <p:grpSpPr bwMode="auto">
          <a:xfrm>
            <a:off x="9883656" y="4304050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2754433" name="Group 1589"/>
          <p:cNvGrpSpPr/>
          <p:nvPr/>
        </p:nvGrpSpPr>
        <p:grpSpPr bwMode="auto">
          <a:xfrm>
            <a:off x="10076277" y="4304050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3218781" name="Group 1592"/>
          <p:cNvGrpSpPr/>
          <p:nvPr/>
        </p:nvGrpSpPr>
        <p:grpSpPr bwMode="auto">
          <a:xfrm>
            <a:off x="10267806" y="4304050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8042974" name="Group 1595"/>
          <p:cNvGrpSpPr/>
          <p:nvPr/>
        </p:nvGrpSpPr>
        <p:grpSpPr bwMode="auto">
          <a:xfrm>
            <a:off x="10460430" y="4304050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27552" name="Group 1598"/>
          <p:cNvGrpSpPr/>
          <p:nvPr/>
        </p:nvGrpSpPr>
        <p:grpSpPr bwMode="auto">
          <a:xfrm>
            <a:off x="10653053" y="4304050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03528" name="Group 1601"/>
          <p:cNvGrpSpPr/>
          <p:nvPr/>
        </p:nvGrpSpPr>
        <p:grpSpPr bwMode="auto">
          <a:xfrm>
            <a:off x="10844581" y="4304050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164068" name="Group 1604"/>
          <p:cNvGrpSpPr/>
          <p:nvPr/>
        </p:nvGrpSpPr>
        <p:grpSpPr bwMode="auto">
          <a:xfrm>
            <a:off x="11037207" y="4304050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55757" name="Group 1607"/>
          <p:cNvGrpSpPr/>
          <p:nvPr/>
        </p:nvGrpSpPr>
        <p:grpSpPr bwMode="auto">
          <a:xfrm>
            <a:off x="11229831" y="4304050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9129559" name="Group 1610"/>
          <p:cNvGrpSpPr/>
          <p:nvPr/>
        </p:nvGrpSpPr>
        <p:grpSpPr bwMode="auto">
          <a:xfrm>
            <a:off x="9114255" y="4304050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56075" name="Group 1613"/>
          <p:cNvGrpSpPr/>
          <p:nvPr/>
        </p:nvGrpSpPr>
        <p:grpSpPr bwMode="auto">
          <a:xfrm>
            <a:off x="9306876" y="4304050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90780" name="Group 1616"/>
          <p:cNvGrpSpPr/>
          <p:nvPr/>
        </p:nvGrpSpPr>
        <p:grpSpPr bwMode="auto">
          <a:xfrm>
            <a:off x="9499500" y="4304050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1658068" name="Group 1619"/>
          <p:cNvGrpSpPr/>
          <p:nvPr/>
        </p:nvGrpSpPr>
        <p:grpSpPr bwMode="auto">
          <a:xfrm>
            <a:off x="9691029" y="1826787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2083" name="Group 1622"/>
          <p:cNvGrpSpPr/>
          <p:nvPr/>
        </p:nvGrpSpPr>
        <p:grpSpPr bwMode="auto">
          <a:xfrm>
            <a:off x="9883656" y="1826787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690805" name="Group 1625"/>
          <p:cNvGrpSpPr/>
          <p:nvPr/>
        </p:nvGrpSpPr>
        <p:grpSpPr bwMode="auto">
          <a:xfrm>
            <a:off x="10076277" y="1826787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911578" name="Group 1628"/>
          <p:cNvGrpSpPr/>
          <p:nvPr/>
        </p:nvGrpSpPr>
        <p:grpSpPr bwMode="auto">
          <a:xfrm>
            <a:off x="10267806" y="1826787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807491" name="Group 1631"/>
          <p:cNvGrpSpPr/>
          <p:nvPr/>
        </p:nvGrpSpPr>
        <p:grpSpPr bwMode="auto">
          <a:xfrm>
            <a:off x="10460430" y="1826787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1892682" name="Group 1634"/>
          <p:cNvGrpSpPr/>
          <p:nvPr/>
        </p:nvGrpSpPr>
        <p:grpSpPr bwMode="auto">
          <a:xfrm>
            <a:off x="10653053" y="1826787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62553" name="Group 1637"/>
          <p:cNvGrpSpPr/>
          <p:nvPr/>
        </p:nvGrpSpPr>
        <p:grpSpPr bwMode="auto">
          <a:xfrm>
            <a:off x="10844581" y="1826787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1613473" name="Group 1640"/>
          <p:cNvGrpSpPr/>
          <p:nvPr/>
        </p:nvGrpSpPr>
        <p:grpSpPr bwMode="auto">
          <a:xfrm>
            <a:off x="11037207" y="1826787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1110516" name="Group 1643"/>
          <p:cNvGrpSpPr/>
          <p:nvPr/>
        </p:nvGrpSpPr>
        <p:grpSpPr bwMode="auto">
          <a:xfrm>
            <a:off x="11229831" y="1826787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4741581" name="Group 1646"/>
          <p:cNvGrpSpPr/>
          <p:nvPr/>
        </p:nvGrpSpPr>
        <p:grpSpPr bwMode="auto">
          <a:xfrm>
            <a:off x="9114255" y="1826787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800241" name="Group 1649"/>
          <p:cNvGrpSpPr/>
          <p:nvPr/>
        </p:nvGrpSpPr>
        <p:grpSpPr bwMode="auto">
          <a:xfrm>
            <a:off x="9306876" y="1826787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2214066" name="Group 1652"/>
          <p:cNvGrpSpPr/>
          <p:nvPr/>
        </p:nvGrpSpPr>
        <p:grpSpPr bwMode="auto">
          <a:xfrm>
            <a:off x="9499500" y="1826787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661798" name="Group 1655"/>
          <p:cNvGrpSpPr/>
          <p:nvPr/>
        </p:nvGrpSpPr>
        <p:grpSpPr bwMode="auto">
          <a:xfrm>
            <a:off x="9691029" y="2016260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95399" name="Group 1658"/>
          <p:cNvGrpSpPr/>
          <p:nvPr/>
        </p:nvGrpSpPr>
        <p:grpSpPr bwMode="auto">
          <a:xfrm>
            <a:off x="9883656" y="2016260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2433600" name="Group 1661"/>
          <p:cNvGrpSpPr/>
          <p:nvPr/>
        </p:nvGrpSpPr>
        <p:grpSpPr bwMode="auto">
          <a:xfrm>
            <a:off x="10076277" y="2016260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8026015" name="Group 1664"/>
          <p:cNvGrpSpPr/>
          <p:nvPr/>
        </p:nvGrpSpPr>
        <p:grpSpPr bwMode="auto">
          <a:xfrm>
            <a:off x="10267806" y="2016260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220666" name="Group 1667"/>
          <p:cNvGrpSpPr/>
          <p:nvPr/>
        </p:nvGrpSpPr>
        <p:grpSpPr bwMode="auto">
          <a:xfrm>
            <a:off x="10460430" y="2016260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815572" name="Group 1670"/>
          <p:cNvGrpSpPr/>
          <p:nvPr/>
        </p:nvGrpSpPr>
        <p:grpSpPr bwMode="auto">
          <a:xfrm>
            <a:off x="10653053" y="2016260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7163899" name="Group 1673"/>
          <p:cNvGrpSpPr/>
          <p:nvPr/>
        </p:nvGrpSpPr>
        <p:grpSpPr bwMode="auto">
          <a:xfrm>
            <a:off x="10844581" y="2016260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214476" name="Group 1676"/>
          <p:cNvGrpSpPr/>
          <p:nvPr/>
        </p:nvGrpSpPr>
        <p:grpSpPr bwMode="auto">
          <a:xfrm>
            <a:off x="11037207" y="2016260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9153681" name="Group 1679"/>
          <p:cNvGrpSpPr/>
          <p:nvPr/>
        </p:nvGrpSpPr>
        <p:grpSpPr bwMode="auto">
          <a:xfrm>
            <a:off x="11229831" y="2016260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038970" name="Group 1682"/>
          <p:cNvGrpSpPr/>
          <p:nvPr/>
        </p:nvGrpSpPr>
        <p:grpSpPr bwMode="auto">
          <a:xfrm>
            <a:off x="9114255" y="2016260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3221253" name="Group 1685"/>
          <p:cNvGrpSpPr/>
          <p:nvPr/>
        </p:nvGrpSpPr>
        <p:grpSpPr bwMode="auto">
          <a:xfrm>
            <a:off x="9306876" y="2016260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337717" name="Group 1688"/>
          <p:cNvGrpSpPr/>
          <p:nvPr/>
        </p:nvGrpSpPr>
        <p:grpSpPr bwMode="auto">
          <a:xfrm>
            <a:off x="9499500" y="2016260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990126" name="Group 1691"/>
          <p:cNvGrpSpPr/>
          <p:nvPr/>
        </p:nvGrpSpPr>
        <p:grpSpPr bwMode="auto">
          <a:xfrm>
            <a:off x="9691029" y="4494549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2653497" name="Group 1694"/>
          <p:cNvGrpSpPr/>
          <p:nvPr/>
        </p:nvGrpSpPr>
        <p:grpSpPr bwMode="auto">
          <a:xfrm>
            <a:off x="9883656" y="4494549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230146" name="Group 1697"/>
          <p:cNvGrpSpPr/>
          <p:nvPr/>
        </p:nvGrpSpPr>
        <p:grpSpPr bwMode="auto">
          <a:xfrm>
            <a:off x="10076277" y="4494549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867456" name="Group 1700"/>
          <p:cNvGrpSpPr/>
          <p:nvPr/>
        </p:nvGrpSpPr>
        <p:grpSpPr bwMode="auto">
          <a:xfrm>
            <a:off x="10267806" y="4494549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0011854" name="Group 1703"/>
          <p:cNvGrpSpPr/>
          <p:nvPr/>
        </p:nvGrpSpPr>
        <p:grpSpPr bwMode="auto">
          <a:xfrm>
            <a:off x="10460430" y="4494549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028110" name="Group 1706"/>
          <p:cNvGrpSpPr/>
          <p:nvPr/>
        </p:nvGrpSpPr>
        <p:grpSpPr bwMode="auto">
          <a:xfrm>
            <a:off x="10653053" y="4494549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297387" name="Group 1709"/>
          <p:cNvGrpSpPr/>
          <p:nvPr/>
        </p:nvGrpSpPr>
        <p:grpSpPr bwMode="auto">
          <a:xfrm>
            <a:off x="10844581" y="4494549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4106302" name="Group 1712"/>
          <p:cNvGrpSpPr/>
          <p:nvPr/>
        </p:nvGrpSpPr>
        <p:grpSpPr bwMode="auto">
          <a:xfrm>
            <a:off x="11037207" y="4494549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7512814" name="Group 1715"/>
          <p:cNvGrpSpPr/>
          <p:nvPr/>
        </p:nvGrpSpPr>
        <p:grpSpPr bwMode="auto">
          <a:xfrm>
            <a:off x="11229831" y="4494549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372766" name="Group 1718"/>
          <p:cNvGrpSpPr/>
          <p:nvPr/>
        </p:nvGrpSpPr>
        <p:grpSpPr bwMode="auto">
          <a:xfrm>
            <a:off x="9114255" y="4494549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2810866" name="Group 1721"/>
          <p:cNvGrpSpPr/>
          <p:nvPr/>
        </p:nvGrpSpPr>
        <p:grpSpPr bwMode="auto">
          <a:xfrm>
            <a:off x="9306876" y="4494549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1658792" name="Group 1724"/>
          <p:cNvGrpSpPr/>
          <p:nvPr/>
        </p:nvGrpSpPr>
        <p:grpSpPr bwMode="auto">
          <a:xfrm>
            <a:off x="9499500" y="4494549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1175166" name="Group 1727"/>
          <p:cNvGrpSpPr/>
          <p:nvPr/>
        </p:nvGrpSpPr>
        <p:grpSpPr bwMode="auto">
          <a:xfrm>
            <a:off x="9691029" y="4684020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130754" name="Group 1730"/>
          <p:cNvGrpSpPr/>
          <p:nvPr/>
        </p:nvGrpSpPr>
        <p:grpSpPr bwMode="auto">
          <a:xfrm>
            <a:off x="9883656" y="4684020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5744531" name="Group 1733"/>
          <p:cNvGrpSpPr/>
          <p:nvPr/>
        </p:nvGrpSpPr>
        <p:grpSpPr bwMode="auto">
          <a:xfrm>
            <a:off x="10076277" y="4684020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9646315" name="Group 1736"/>
          <p:cNvGrpSpPr/>
          <p:nvPr/>
        </p:nvGrpSpPr>
        <p:grpSpPr bwMode="auto">
          <a:xfrm>
            <a:off x="10267806" y="4684020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151849" name="Group 1739"/>
          <p:cNvGrpSpPr/>
          <p:nvPr/>
        </p:nvGrpSpPr>
        <p:grpSpPr bwMode="auto">
          <a:xfrm>
            <a:off x="10460430" y="4684020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18253" name="Group 1742"/>
          <p:cNvGrpSpPr/>
          <p:nvPr/>
        </p:nvGrpSpPr>
        <p:grpSpPr bwMode="auto">
          <a:xfrm>
            <a:off x="10653053" y="4684020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1092651" name="Group 1745"/>
          <p:cNvGrpSpPr/>
          <p:nvPr/>
        </p:nvGrpSpPr>
        <p:grpSpPr bwMode="auto">
          <a:xfrm>
            <a:off x="10844581" y="4684020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099593" name="Group 1748"/>
          <p:cNvGrpSpPr/>
          <p:nvPr/>
        </p:nvGrpSpPr>
        <p:grpSpPr bwMode="auto">
          <a:xfrm>
            <a:off x="11037207" y="4684020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532534" name="Group 1751"/>
          <p:cNvGrpSpPr/>
          <p:nvPr/>
        </p:nvGrpSpPr>
        <p:grpSpPr bwMode="auto">
          <a:xfrm>
            <a:off x="11229831" y="4684020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9090104" name="Group 1754"/>
          <p:cNvGrpSpPr/>
          <p:nvPr/>
        </p:nvGrpSpPr>
        <p:grpSpPr bwMode="auto">
          <a:xfrm>
            <a:off x="9114255" y="4684020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654676" name="Group 1757"/>
          <p:cNvGrpSpPr/>
          <p:nvPr/>
        </p:nvGrpSpPr>
        <p:grpSpPr bwMode="auto">
          <a:xfrm>
            <a:off x="9306876" y="4684020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1326862" name="Group 1760"/>
          <p:cNvGrpSpPr/>
          <p:nvPr/>
        </p:nvGrpSpPr>
        <p:grpSpPr bwMode="auto">
          <a:xfrm>
            <a:off x="9499500" y="4684020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648711419" name="AutoShape 1763"/>
          <p:cNvSpPr/>
          <p:nvPr/>
        </p:nvSpPr>
        <p:spPr bwMode="auto">
          <a:xfrm flipH="1">
            <a:off x="3432937" y="3327356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95353" name="AutoShape 1764"/>
          <p:cNvSpPr/>
          <p:nvPr/>
        </p:nvSpPr>
        <p:spPr bwMode="auto">
          <a:xfrm flipH="1">
            <a:off x="7559303" y="3327356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154160" name="AutoShape 26"/>
          <p:cNvSpPr/>
          <p:nvPr/>
        </p:nvSpPr>
        <p:spPr bwMode="auto">
          <a:xfrm flipH="1" flipV="1">
            <a:off x="1847466" y="1068224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361511" name="AutoShape 27"/>
          <p:cNvSpPr/>
          <p:nvPr/>
        </p:nvSpPr>
        <p:spPr bwMode="auto">
          <a:xfrm flipH="1" flipV="1">
            <a:off x="1847466" y="2231410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5191" name="AutoShape 28"/>
          <p:cNvSpPr/>
          <p:nvPr/>
        </p:nvSpPr>
        <p:spPr bwMode="auto">
          <a:xfrm flipH="1" flipV="1">
            <a:off x="1847466" y="3394594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619787" name="AutoShape 29"/>
          <p:cNvSpPr/>
          <p:nvPr/>
        </p:nvSpPr>
        <p:spPr bwMode="auto">
          <a:xfrm flipH="1">
            <a:off x="1847466" y="3658444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264004" name="AutoShape 30"/>
          <p:cNvSpPr/>
          <p:nvPr/>
        </p:nvSpPr>
        <p:spPr bwMode="auto">
          <a:xfrm flipH="1">
            <a:off x="1847466" y="3914791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69630" name="Freeform 31"/>
          <p:cNvSpPr/>
          <p:nvPr/>
        </p:nvSpPr>
        <p:spPr bwMode="auto">
          <a:xfrm>
            <a:off x="1047906" y="6295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370123" name="Freeform 32"/>
          <p:cNvSpPr/>
          <p:nvPr/>
        </p:nvSpPr>
        <p:spPr bwMode="auto">
          <a:xfrm>
            <a:off x="1047906" y="2955877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5337407" name="Freeform 33"/>
          <p:cNvSpPr/>
          <p:nvPr/>
        </p:nvSpPr>
        <p:spPr bwMode="auto">
          <a:xfrm>
            <a:off x="1047906" y="17926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94495" name="Freeform 34"/>
          <p:cNvSpPr/>
          <p:nvPr/>
        </p:nvSpPr>
        <p:spPr bwMode="auto">
          <a:xfrm>
            <a:off x="1047906" y="527943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193515" name="Freeform 35"/>
          <p:cNvSpPr/>
          <p:nvPr/>
        </p:nvSpPr>
        <p:spPr bwMode="auto">
          <a:xfrm>
            <a:off x="1047906" y="4119062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633980" name="AutoShape 36"/>
          <p:cNvSpPr/>
          <p:nvPr/>
        </p:nvSpPr>
        <p:spPr bwMode="auto">
          <a:xfrm flipH="1" flipV="1">
            <a:off x="6968889" y="3919315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480890" name="AutoShape 37"/>
          <p:cNvSpPr/>
          <p:nvPr/>
        </p:nvSpPr>
        <p:spPr bwMode="auto">
          <a:xfrm flipH="1" flipV="1">
            <a:off x="6968889" y="3662968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436737" name="AutoShape 38"/>
          <p:cNvSpPr/>
          <p:nvPr/>
        </p:nvSpPr>
        <p:spPr bwMode="auto">
          <a:xfrm flipH="1" flipV="1">
            <a:off x="6968889" y="3405998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613117" name="AutoShape 39"/>
          <p:cNvSpPr/>
          <p:nvPr/>
        </p:nvSpPr>
        <p:spPr bwMode="auto">
          <a:xfrm flipH="1">
            <a:off x="6968889" y="225188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315819" name="AutoShape 40"/>
          <p:cNvSpPr/>
          <p:nvPr/>
        </p:nvSpPr>
        <p:spPr bwMode="auto">
          <a:xfrm flipH="1">
            <a:off x="6968889" y="108870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470258" name="Freeform 41"/>
          <p:cNvSpPr/>
          <p:nvPr/>
        </p:nvSpPr>
        <p:spPr bwMode="auto">
          <a:xfrm>
            <a:off x="10236921" y="64998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267357" name="Freeform 42"/>
          <p:cNvSpPr/>
          <p:nvPr/>
        </p:nvSpPr>
        <p:spPr bwMode="auto">
          <a:xfrm>
            <a:off x="10236921" y="297635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156535" name="Freeform 43"/>
          <p:cNvSpPr/>
          <p:nvPr/>
        </p:nvSpPr>
        <p:spPr bwMode="auto">
          <a:xfrm>
            <a:off x="10236921" y="18131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8333843" name="Freeform 44"/>
          <p:cNvSpPr/>
          <p:nvPr/>
        </p:nvSpPr>
        <p:spPr bwMode="auto">
          <a:xfrm>
            <a:off x="10236921" y="52999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3910" name="Freeform 45"/>
          <p:cNvSpPr/>
          <p:nvPr/>
        </p:nvSpPr>
        <p:spPr bwMode="auto">
          <a:xfrm>
            <a:off x="10236921" y="41395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847363" name="Freeform 46"/>
          <p:cNvSpPr/>
          <p:nvPr/>
        </p:nvSpPr>
        <p:spPr bwMode="auto">
          <a:xfrm>
            <a:off x="5115501" y="2517168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440692" name="Freeform 47"/>
          <p:cNvSpPr/>
          <p:nvPr/>
        </p:nvSpPr>
        <p:spPr bwMode="auto">
          <a:xfrm>
            <a:off x="3267788" y="17666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149899" name="Freeform 48"/>
          <p:cNvSpPr/>
          <p:nvPr/>
        </p:nvSpPr>
        <p:spPr bwMode="auto">
          <a:xfrm>
            <a:off x="3267788" y="2467759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357727" name="Freeform 49"/>
          <p:cNvSpPr/>
          <p:nvPr/>
        </p:nvSpPr>
        <p:spPr bwMode="auto">
          <a:xfrm>
            <a:off x="3267788" y="318089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472746" name="Freeform 50"/>
          <p:cNvSpPr/>
          <p:nvPr/>
        </p:nvSpPr>
        <p:spPr bwMode="auto">
          <a:xfrm>
            <a:off x="3267788" y="389404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162139" name="Freeform 51"/>
          <p:cNvSpPr/>
          <p:nvPr/>
        </p:nvSpPr>
        <p:spPr bwMode="auto">
          <a:xfrm>
            <a:off x="3267788" y="460472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90771" name="Freeform 52"/>
          <p:cNvSpPr/>
          <p:nvPr/>
        </p:nvSpPr>
        <p:spPr bwMode="auto">
          <a:xfrm>
            <a:off x="8388113" y="173100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607280" name="Freeform 53"/>
          <p:cNvSpPr/>
          <p:nvPr/>
        </p:nvSpPr>
        <p:spPr bwMode="auto">
          <a:xfrm>
            <a:off x="8388113" y="243214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138550" name="Freeform 54"/>
          <p:cNvSpPr/>
          <p:nvPr/>
        </p:nvSpPr>
        <p:spPr bwMode="auto">
          <a:xfrm>
            <a:off x="8388113" y="31452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506619" name="Freeform 55"/>
          <p:cNvSpPr/>
          <p:nvPr/>
        </p:nvSpPr>
        <p:spPr bwMode="auto">
          <a:xfrm>
            <a:off x="8388113" y="385842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0150592" name="Freeform 56"/>
          <p:cNvSpPr/>
          <p:nvPr/>
        </p:nvSpPr>
        <p:spPr bwMode="auto">
          <a:xfrm>
            <a:off x="8388113" y="456910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54270088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538773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185728" name="Freeform 27"/>
          <p:cNvSpPr/>
          <p:nvPr/>
        </p:nvSpPr>
        <p:spPr bwMode="auto">
          <a:xfrm rot="0" flipH="0" flipV="0">
            <a:off x="479007" y="634966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635659157" name="Group 28"/>
          <p:cNvGrpSpPr/>
          <p:nvPr/>
        </p:nvGrpSpPr>
        <p:grpSpPr bwMode="auto">
          <a:xfrm rot="0" flipH="0" flipV="0">
            <a:off x="479007" y="633483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6310723" name="AutoShape 31"/>
          <p:cNvSpPr/>
          <p:nvPr/>
        </p:nvSpPr>
        <p:spPr bwMode="auto">
          <a:xfrm flipH="1" flipV="1">
            <a:off x="4643717" y="2445675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011953" name="AutoShape 32"/>
          <p:cNvSpPr/>
          <p:nvPr/>
        </p:nvSpPr>
        <p:spPr bwMode="auto">
          <a:xfrm flipH="1" flipV="1">
            <a:off x="2818913" y="1184544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5425633" name="AutoShape 33"/>
          <p:cNvSpPr/>
          <p:nvPr/>
        </p:nvSpPr>
        <p:spPr bwMode="auto">
          <a:xfrm flipH="1" flipV="1">
            <a:off x="1088105" y="2831192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171606" name="AutoShape 34"/>
          <p:cNvSpPr/>
          <p:nvPr/>
        </p:nvSpPr>
        <p:spPr bwMode="auto">
          <a:xfrm flipH="1">
            <a:off x="3900074" y="3531662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145442" name="AutoShape 35"/>
          <p:cNvSpPr/>
          <p:nvPr/>
        </p:nvSpPr>
        <p:spPr bwMode="auto">
          <a:xfrm flipH="1">
            <a:off x="2015239" y="3699537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183987" name="Freeform 36"/>
          <p:cNvSpPr/>
          <p:nvPr/>
        </p:nvSpPr>
        <p:spPr bwMode="auto">
          <a:xfrm>
            <a:off x="2395377" y="95215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836524" name="Freeform 38"/>
          <p:cNvSpPr/>
          <p:nvPr/>
        </p:nvSpPr>
        <p:spPr bwMode="auto">
          <a:xfrm>
            <a:off x="4220181" y="221328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668935" name="Freeform 39"/>
          <p:cNvSpPr/>
          <p:nvPr/>
        </p:nvSpPr>
        <p:spPr bwMode="auto">
          <a:xfrm>
            <a:off x="664568" y="2578078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685756" name="Freeform 40"/>
          <p:cNvSpPr/>
          <p:nvPr/>
        </p:nvSpPr>
        <p:spPr bwMode="auto">
          <a:xfrm>
            <a:off x="3476539" y="355827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31262" name="Freeform 41"/>
          <p:cNvSpPr/>
          <p:nvPr/>
        </p:nvSpPr>
        <p:spPr bwMode="auto">
          <a:xfrm>
            <a:off x="1591700" y="491050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946713" name="Freeform 42"/>
          <p:cNvSpPr/>
          <p:nvPr/>
        </p:nvSpPr>
        <p:spPr bwMode="auto">
          <a:xfrm>
            <a:off x="6736333" y="2819150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424212" name="AutoShape 43"/>
          <p:cNvSpPr/>
          <p:nvPr/>
        </p:nvSpPr>
        <p:spPr bwMode="auto">
          <a:xfrm flipH="1">
            <a:off x="8353426" y="3462956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317844" name="Freeform 45"/>
          <p:cNvSpPr/>
          <p:nvPr/>
        </p:nvSpPr>
        <p:spPr bwMode="auto">
          <a:xfrm rot="0" flipH="0" flipV="0">
            <a:off x="9313200" y="2601016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17763152" name="TextBox 46"/>
          <p:cNvSpPr txBox="1"/>
          <p:nvPr/>
        </p:nvSpPr>
        <p:spPr bwMode="auto">
          <a:xfrm rot="0" flipH="0" flipV="0">
            <a:off x="9313200" y="2592849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83497026" name="Freeform 48"/>
          <p:cNvSpPr/>
          <p:nvPr/>
        </p:nvSpPr>
        <p:spPr bwMode="auto">
          <a:xfrm rot="0" flipH="0" flipV="0">
            <a:off x="9529317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882794" name="TextBox 49"/>
          <p:cNvSpPr txBox="1"/>
          <p:nvPr/>
        </p:nvSpPr>
        <p:spPr bwMode="auto">
          <a:xfrm rot="0" flipH="0" flipV="0">
            <a:off x="9529317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55914124" name="AutoShape 50"/>
          <p:cNvSpPr/>
          <p:nvPr/>
        </p:nvSpPr>
        <p:spPr bwMode="auto">
          <a:xfrm>
            <a:off x="10533704" y="2688282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359381" name="Freeform 52"/>
          <p:cNvSpPr/>
          <p:nvPr/>
        </p:nvSpPr>
        <p:spPr bwMode="auto">
          <a:xfrm rot="0" flipH="0" flipV="0">
            <a:off x="9529317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489458" name="TextBox 53"/>
          <p:cNvSpPr txBox="1"/>
          <p:nvPr/>
        </p:nvSpPr>
        <p:spPr bwMode="auto">
          <a:xfrm rot="0" flipH="0" flipV="0">
            <a:off x="9529317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30212921" name="Freeform 55"/>
          <p:cNvSpPr/>
          <p:nvPr/>
        </p:nvSpPr>
        <p:spPr bwMode="auto">
          <a:xfrm rot="0" flipH="0" flipV="0">
            <a:off x="9529380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7077493" name="TextBox 56"/>
          <p:cNvSpPr txBox="1"/>
          <p:nvPr/>
        </p:nvSpPr>
        <p:spPr bwMode="auto">
          <a:xfrm rot="0" flipH="0" flipV="0">
            <a:off x="9529380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12195313" name="Freeform 58"/>
          <p:cNvSpPr/>
          <p:nvPr/>
        </p:nvSpPr>
        <p:spPr bwMode="auto">
          <a:xfrm rot="0" flipH="0" flipV="0">
            <a:off x="9529380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334375" name="TextBox 59"/>
          <p:cNvSpPr txBox="1"/>
          <p:nvPr/>
        </p:nvSpPr>
        <p:spPr bwMode="auto">
          <a:xfrm rot="0" flipH="0" flipV="0">
            <a:off x="9529380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9087172" name="Freeform 61"/>
          <p:cNvSpPr/>
          <p:nvPr/>
        </p:nvSpPr>
        <p:spPr bwMode="auto">
          <a:xfrm rot="0" flipH="0" flipV="0">
            <a:off x="9529380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4566530" name="TextBox 62"/>
          <p:cNvSpPr txBox="1"/>
          <p:nvPr/>
        </p:nvSpPr>
        <p:spPr bwMode="auto">
          <a:xfrm rot="0" flipH="0" flipV="0">
            <a:off x="9529380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257995301" name="Freeform 64"/>
          <p:cNvSpPr/>
          <p:nvPr/>
        </p:nvSpPr>
        <p:spPr bwMode="auto">
          <a:xfrm rot="0" flipH="0" flipV="0">
            <a:off x="10756416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4082138" name="TextBox 65"/>
          <p:cNvSpPr txBox="1"/>
          <p:nvPr/>
        </p:nvSpPr>
        <p:spPr bwMode="auto">
          <a:xfrm rot="0" flipH="0" flipV="0">
            <a:off x="10756416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20572884" name="Freeform 67"/>
          <p:cNvSpPr/>
          <p:nvPr/>
        </p:nvSpPr>
        <p:spPr bwMode="auto">
          <a:xfrm rot="0" flipH="0" flipV="0">
            <a:off x="10756416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788183" name="TextBox 68"/>
          <p:cNvSpPr txBox="1"/>
          <p:nvPr/>
        </p:nvSpPr>
        <p:spPr bwMode="auto">
          <a:xfrm rot="0" flipH="0" flipV="0">
            <a:off x="10756416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69605060" name="Freeform 70"/>
          <p:cNvSpPr/>
          <p:nvPr/>
        </p:nvSpPr>
        <p:spPr bwMode="auto">
          <a:xfrm rot="0" flipH="0" flipV="0">
            <a:off x="10756479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889579" name="TextBox 71"/>
          <p:cNvSpPr txBox="1"/>
          <p:nvPr/>
        </p:nvSpPr>
        <p:spPr bwMode="auto">
          <a:xfrm rot="0" flipH="0" flipV="0">
            <a:off x="10756479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605576162" name="Freeform 73"/>
          <p:cNvSpPr/>
          <p:nvPr/>
        </p:nvSpPr>
        <p:spPr bwMode="auto">
          <a:xfrm rot="0" flipH="0" flipV="0">
            <a:off x="10756479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9383131" name="TextBox 74"/>
          <p:cNvSpPr txBox="1"/>
          <p:nvPr/>
        </p:nvSpPr>
        <p:spPr bwMode="auto">
          <a:xfrm rot="0" flipH="0" flipV="0">
            <a:off x="10756479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5645689" name="Freeform 76"/>
          <p:cNvSpPr/>
          <p:nvPr/>
        </p:nvSpPr>
        <p:spPr bwMode="auto">
          <a:xfrm rot="0" flipH="0" flipV="0">
            <a:off x="10756479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092667" name="TextBox 77"/>
          <p:cNvSpPr txBox="1"/>
          <p:nvPr/>
        </p:nvSpPr>
        <p:spPr bwMode="auto">
          <a:xfrm rot="0" flipH="0" flipV="0">
            <a:off x="10756479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268211279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291379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139550" name="Freeform 26"/>
          <p:cNvSpPr/>
          <p:nvPr/>
        </p:nvSpPr>
        <p:spPr bwMode="auto">
          <a:xfrm>
            <a:off x="5660086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019320" name="AutoShape 28"/>
          <p:cNvSpPr/>
          <p:nvPr/>
        </p:nvSpPr>
        <p:spPr bwMode="auto">
          <a:xfrm flipH="1">
            <a:off x="2754160" y="2002745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246441" name="Freeform 29"/>
          <p:cNvSpPr/>
          <p:nvPr/>
        </p:nvSpPr>
        <p:spPr bwMode="auto">
          <a:xfrm>
            <a:off x="7928894" y="1049573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17357" name="Freeform 30"/>
          <p:cNvSpPr/>
          <p:nvPr/>
        </p:nvSpPr>
        <p:spPr bwMode="auto">
          <a:xfrm>
            <a:off x="3930400" y="1104055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098760" name="AutoShape 31"/>
          <p:cNvSpPr/>
          <p:nvPr/>
        </p:nvSpPr>
        <p:spPr bwMode="auto">
          <a:xfrm flipH="1">
            <a:off x="6971806" y="2002745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710976" name="Freeform 32"/>
          <p:cNvSpPr/>
          <p:nvPr/>
        </p:nvSpPr>
        <p:spPr bwMode="auto">
          <a:xfrm>
            <a:off x="9876931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782442" name="Freeform 34"/>
          <p:cNvSpPr/>
          <p:nvPr/>
        </p:nvSpPr>
        <p:spPr bwMode="auto">
          <a:xfrm>
            <a:off x="5562664" y="4520928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219278" name="AutoShape 35"/>
          <p:cNvSpPr/>
          <p:nvPr/>
        </p:nvSpPr>
        <p:spPr bwMode="auto">
          <a:xfrm flipH="1">
            <a:off x="2754160" y="5161221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374127" name="Freeform 36"/>
          <p:cNvSpPr/>
          <p:nvPr/>
        </p:nvSpPr>
        <p:spPr bwMode="auto">
          <a:xfrm>
            <a:off x="9876931" y="4501434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838672" name="AutoShape 37"/>
          <p:cNvSpPr/>
          <p:nvPr/>
        </p:nvSpPr>
        <p:spPr bwMode="auto">
          <a:xfrm flipH="1">
            <a:off x="7069227" y="5144178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185566" name="Freeform 38"/>
          <p:cNvSpPr/>
          <p:nvPr/>
        </p:nvSpPr>
        <p:spPr bwMode="auto">
          <a:xfrm>
            <a:off x="8604846" y="1049573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40718097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697302" y="841134"/>
            <a:ext cx="1885511" cy="2056855"/>
          </a:xfrm>
          <a:prstGeom prst="rect">
            <a:avLst/>
          </a:prstGeom>
        </p:spPr>
      </p:pic>
      <p:pic>
        <p:nvPicPr>
          <p:cNvPr id="730846941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748373" y="3932098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44581076" name=""/>
          <p:cNvGrpSpPr/>
          <p:nvPr/>
        </p:nvGrpSpPr>
        <p:grpSpPr bwMode="auto">
          <a:xfrm>
            <a:off x="3131767" y="537979"/>
            <a:ext cx="5889528" cy="6041695"/>
            <a:chOff x="0" y="0"/>
            <a:chExt cx="5889528" cy="6041695"/>
          </a:xfrm>
        </p:grpSpPr>
        <p:sp>
          <p:nvSpPr>
            <p:cNvPr id="376929691" name="Freeform 26"/>
            <p:cNvSpPr/>
            <p:nvPr/>
          </p:nvSpPr>
          <p:spPr bwMode="auto">
            <a:xfrm>
              <a:off x="0" y="0"/>
              <a:ext cx="604289" cy="663143"/>
            </a:xfrm>
            <a:custGeom>
              <a:avLst/>
              <a:gdLst/>
              <a:ahLst/>
              <a:cxnLst/>
              <a:rect l="l" t="t" r="r" b="b"/>
              <a:pathLst>
                <a:path w="604291" h="663145" fill="norm" stroke="1" extrusionOk="0">
                  <a:moveTo>
                    <a:pt x="0" y="0"/>
                  </a:moveTo>
                  <a:lnTo>
                    <a:pt x="604291" y="0"/>
                  </a:lnTo>
                  <a:lnTo>
                    <a:pt x="604291" y="663145"/>
                  </a:lnTo>
                  <a:lnTo>
                    <a:pt x="0" y="663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307797" name="Freeform 27"/>
            <p:cNvSpPr/>
            <p:nvPr/>
          </p:nvSpPr>
          <p:spPr bwMode="auto">
            <a:xfrm>
              <a:off x="5163908" y="85367"/>
              <a:ext cx="725620" cy="577775"/>
            </a:xfrm>
            <a:custGeom>
              <a:avLst/>
              <a:gdLst/>
              <a:ahLst/>
              <a:cxnLst/>
              <a:rect l="l" t="t" r="r" b="b"/>
              <a:pathLst>
                <a:path w="725622" h="577777" fill="norm" stroke="1" extrusionOk="0">
                  <a:moveTo>
                    <a:pt x="0" y="0"/>
                  </a:moveTo>
                  <a:lnTo>
                    <a:pt x="725622" y="0"/>
                  </a:lnTo>
                  <a:lnTo>
                    <a:pt x="725622" y="577777"/>
                  </a:lnTo>
                  <a:lnTo>
                    <a:pt x="0" y="577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823545" name="AutoShape 28"/>
            <p:cNvSpPr/>
            <p:nvPr/>
          </p:nvSpPr>
          <p:spPr bwMode="auto">
            <a:xfrm flipV="1">
              <a:off x="302145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419744" name="AutoShape 29"/>
            <p:cNvSpPr/>
            <p:nvPr/>
          </p:nvSpPr>
          <p:spPr bwMode="auto">
            <a:xfrm flipH="1" flipV="1">
              <a:off x="5526720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4521539" name="AutoShape 30"/>
            <p:cNvSpPr/>
            <p:nvPr/>
          </p:nvSpPr>
          <p:spPr bwMode="auto">
            <a:xfrm>
              <a:off x="302145" y="1494207"/>
              <a:ext cx="522457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5635553" name="TextBox 31"/>
            <p:cNvSpPr txBox="1"/>
            <p:nvPr/>
          </p:nvSpPr>
          <p:spPr bwMode="auto">
            <a:xfrm flipH="0" flipV="0">
              <a:off x="302145" y="1088031"/>
              <a:ext cx="5226011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87848284" name=""/>
          <p:cNvGrpSpPr/>
          <p:nvPr/>
        </p:nvGrpSpPr>
        <p:grpSpPr bwMode="auto">
          <a:xfrm>
            <a:off x="3048298" y="426701"/>
            <a:ext cx="5890546" cy="6042742"/>
            <a:chOff x="0" y="0"/>
            <a:chExt cx="5890546" cy="6042742"/>
          </a:xfrm>
        </p:grpSpPr>
        <p:sp>
          <p:nvSpPr>
            <p:cNvPr id="191874669" name="Freeform 26"/>
            <p:cNvSpPr/>
            <p:nvPr/>
          </p:nvSpPr>
          <p:spPr bwMode="auto">
            <a:xfrm>
              <a:off x="0" y="0"/>
              <a:ext cx="604395" cy="663258"/>
            </a:xfrm>
            <a:custGeom>
              <a:avLst/>
              <a:gdLst/>
              <a:ahLst/>
              <a:cxnLst/>
              <a:rect l="l" t="t" r="r" b="b"/>
              <a:pathLst>
                <a:path w="604395" h="663260" fill="norm" stroke="1" extrusionOk="0">
                  <a:moveTo>
                    <a:pt x="0" y="0"/>
                  </a:moveTo>
                  <a:lnTo>
                    <a:pt x="604395" y="0"/>
                  </a:lnTo>
                  <a:lnTo>
                    <a:pt x="604395" y="663260"/>
                  </a:lnTo>
                  <a:lnTo>
                    <a:pt x="0" y="663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149098" name="Freeform 27"/>
            <p:cNvSpPr/>
            <p:nvPr/>
          </p:nvSpPr>
          <p:spPr bwMode="auto">
            <a:xfrm>
              <a:off x="5164800" y="85383"/>
              <a:ext cx="725746" cy="577874"/>
            </a:xfrm>
            <a:custGeom>
              <a:avLst/>
              <a:gdLst/>
              <a:ahLst/>
              <a:cxnLst/>
              <a:rect l="l" t="t" r="r" b="b"/>
              <a:pathLst>
                <a:path w="725748" h="577877" fill="norm" stroke="1" extrusionOk="0">
                  <a:moveTo>
                    <a:pt x="0" y="0"/>
                  </a:moveTo>
                  <a:lnTo>
                    <a:pt x="725748" y="0"/>
                  </a:lnTo>
                  <a:lnTo>
                    <a:pt x="725748" y="577877"/>
                  </a:lnTo>
                  <a:lnTo>
                    <a:pt x="0" y="577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3712841" name="AutoShape 28"/>
            <p:cNvSpPr/>
            <p:nvPr/>
          </p:nvSpPr>
          <p:spPr bwMode="auto">
            <a:xfrm flipV="1">
              <a:off x="302196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755688" name="AutoShape 29"/>
            <p:cNvSpPr/>
            <p:nvPr/>
          </p:nvSpPr>
          <p:spPr bwMode="auto">
            <a:xfrm flipV="1">
              <a:off x="5527673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4535335" name="AutoShape 30"/>
            <p:cNvSpPr/>
            <p:nvPr/>
          </p:nvSpPr>
          <p:spPr bwMode="auto">
            <a:xfrm>
              <a:off x="302196" y="1494466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7702838" name="TextBox 31"/>
            <p:cNvSpPr txBox="1"/>
            <p:nvPr/>
          </p:nvSpPr>
          <p:spPr bwMode="auto">
            <a:xfrm flipH="0" flipV="0">
              <a:off x="302196" y="1088226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280231" name="AutoShape 32"/>
            <p:cNvSpPr/>
            <p:nvPr/>
          </p:nvSpPr>
          <p:spPr bwMode="auto">
            <a:xfrm flipH="1">
              <a:off x="302196" y="2134870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6362180" name="TextBox 33"/>
            <p:cNvSpPr txBox="1"/>
            <p:nvPr/>
          </p:nvSpPr>
          <p:spPr bwMode="auto">
            <a:xfrm flipH="0" flipV="0">
              <a:off x="302196" y="1728478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6694307" name=""/>
          <p:cNvGrpSpPr/>
          <p:nvPr/>
        </p:nvGrpSpPr>
        <p:grpSpPr bwMode="auto">
          <a:xfrm>
            <a:off x="593392" y="503986"/>
            <a:ext cx="11046426" cy="6036999"/>
            <a:chOff x="0" y="0"/>
            <a:chExt cx="11046426" cy="6036999"/>
          </a:xfrm>
        </p:grpSpPr>
        <p:sp>
          <p:nvSpPr>
            <p:cNvPr id="1281832548" name="Freeform 26"/>
            <p:cNvSpPr/>
            <p:nvPr/>
          </p:nvSpPr>
          <p:spPr bwMode="auto">
            <a:xfrm>
              <a:off x="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2" y="0"/>
                  </a:lnTo>
                  <a:lnTo>
                    <a:pt x="603822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92904" name="Freeform 27"/>
            <p:cNvSpPr/>
            <p:nvPr/>
          </p:nvSpPr>
          <p:spPr bwMode="auto">
            <a:xfrm>
              <a:off x="5159894" y="85301"/>
              <a:ext cx="725058" cy="577326"/>
            </a:xfrm>
            <a:custGeom>
              <a:avLst/>
              <a:gdLst/>
              <a:ahLst/>
              <a:cxnLst/>
              <a:rect l="l" t="t" r="r" b="b"/>
              <a:pathLst>
                <a:path w="725058" h="577328" fill="norm" stroke="1" extrusionOk="0">
                  <a:moveTo>
                    <a:pt x="0" y="0"/>
                  </a:moveTo>
                  <a:lnTo>
                    <a:pt x="725058" y="0"/>
                  </a:lnTo>
                  <a:lnTo>
                    <a:pt x="725058" y="577328"/>
                  </a:lnTo>
                  <a:lnTo>
                    <a:pt x="0" y="577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8850197" name="AutoShape 28"/>
            <p:cNvSpPr/>
            <p:nvPr/>
          </p:nvSpPr>
          <p:spPr bwMode="auto">
            <a:xfrm flipV="1">
              <a:off x="301914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351268" name="AutoShape 29"/>
            <p:cNvSpPr/>
            <p:nvPr/>
          </p:nvSpPr>
          <p:spPr bwMode="auto">
            <a:xfrm flipV="1">
              <a:off x="5522423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98562" name="AutoShape 30"/>
            <p:cNvSpPr/>
            <p:nvPr/>
          </p:nvSpPr>
          <p:spPr bwMode="auto">
            <a:xfrm>
              <a:off x="301914" y="1493046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5935596" name="TextBox 31"/>
            <p:cNvSpPr txBox="1"/>
            <p:nvPr/>
          </p:nvSpPr>
          <p:spPr bwMode="auto">
            <a:xfrm flipH="0" flipV="0">
              <a:off x="301912" y="1087149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396010" name="AutoShape 32"/>
            <p:cNvSpPr/>
            <p:nvPr/>
          </p:nvSpPr>
          <p:spPr bwMode="auto">
            <a:xfrm flipH="1">
              <a:off x="301914" y="2132842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8503076" name="TextBox 33"/>
            <p:cNvSpPr txBox="1"/>
            <p:nvPr/>
          </p:nvSpPr>
          <p:spPr bwMode="auto">
            <a:xfrm flipH="0" flipV="0">
              <a:off x="301912" y="1726791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76100" name="Freeform 34"/>
            <p:cNvSpPr/>
            <p:nvPr/>
          </p:nvSpPr>
          <p:spPr bwMode="auto">
            <a:xfrm>
              <a:off x="1044261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1" y="0"/>
                  </a:lnTo>
                  <a:lnTo>
                    <a:pt x="603821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1874443" name="AutoShape 35"/>
            <p:cNvSpPr/>
            <p:nvPr/>
          </p:nvSpPr>
          <p:spPr bwMode="auto">
            <a:xfrm flipH="1" flipV="1">
              <a:off x="10744518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194948" name=""/>
          <p:cNvGrpSpPr/>
          <p:nvPr/>
        </p:nvGrpSpPr>
        <p:grpSpPr bwMode="auto">
          <a:xfrm>
            <a:off x="593101" y="503826"/>
            <a:ext cx="11047012" cy="6037320"/>
            <a:chOff x="0" y="0"/>
            <a:chExt cx="11047012" cy="6037320"/>
          </a:xfrm>
        </p:grpSpPr>
        <p:sp>
          <p:nvSpPr>
            <p:cNvPr id="2135961055" name="Freeform 26"/>
            <p:cNvSpPr/>
            <p:nvPr/>
          </p:nvSpPr>
          <p:spPr bwMode="auto">
            <a:xfrm>
              <a:off x="0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4" y="0"/>
                  </a:lnTo>
                  <a:lnTo>
                    <a:pt x="603854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970879" name="Freeform 27"/>
            <p:cNvSpPr/>
            <p:nvPr/>
          </p:nvSpPr>
          <p:spPr bwMode="auto">
            <a:xfrm>
              <a:off x="5160166" y="85305"/>
              <a:ext cx="725095" cy="577356"/>
            </a:xfrm>
            <a:custGeom>
              <a:avLst/>
              <a:gdLst/>
              <a:ahLst/>
              <a:cxnLst/>
              <a:rect l="l" t="t" r="r" b="b"/>
              <a:pathLst>
                <a:path w="725097" h="577358" fill="norm" stroke="1" extrusionOk="0">
                  <a:moveTo>
                    <a:pt x="0" y="0"/>
                  </a:moveTo>
                  <a:lnTo>
                    <a:pt x="725097" y="0"/>
                  </a:lnTo>
                  <a:lnTo>
                    <a:pt x="725097" y="577358"/>
                  </a:lnTo>
                  <a:lnTo>
                    <a:pt x="0" y="577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8058442" name="AutoShape 28"/>
            <p:cNvSpPr/>
            <p:nvPr/>
          </p:nvSpPr>
          <p:spPr bwMode="auto">
            <a:xfrm flipV="1">
              <a:off x="30192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0586264" name="AutoShape 29"/>
            <p:cNvSpPr/>
            <p:nvPr/>
          </p:nvSpPr>
          <p:spPr bwMode="auto">
            <a:xfrm flipV="1">
              <a:off x="552271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2848171" name="AutoShape 30"/>
            <p:cNvSpPr/>
            <p:nvPr/>
          </p:nvSpPr>
          <p:spPr bwMode="auto">
            <a:xfrm>
              <a:off x="301925" y="149312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12256" name="TextBox 31"/>
            <p:cNvSpPr txBox="1"/>
            <p:nvPr/>
          </p:nvSpPr>
          <p:spPr bwMode="auto">
            <a:xfrm flipH="0" flipV="0">
              <a:off x="301924" y="1087209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2959430" name="AutoShape 32"/>
            <p:cNvSpPr/>
            <p:nvPr/>
          </p:nvSpPr>
          <p:spPr bwMode="auto">
            <a:xfrm flipH="1">
              <a:off x="301925" y="213295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1284988" name="TextBox 33"/>
            <p:cNvSpPr txBox="1"/>
            <p:nvPr/>
          </p:nvSpPr>
          <p:spPr bwMode="auto">
            <a:xfrm flipH="0" flipV="0">
              <a:off x="301924" y="1726884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93682838" name="Freeform 34"/>
            <p:cNvSpPr/>
            <p:nvPr/>
          </p:nvSpPr>
          <p:spPr bwMode="auto">
            <a:xfrm>
              <a:off x="10443161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3" y="0"/>
                  </a:lnTo>
                  <a:lnTo>
                    <a:pt x="603853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16501" name="AutoShape 35"/>
            <p:cNvSpPr/>
            <p:nvPr/>
          </p:nvSpPr>
          <p:spPr bwMode="auto">
            <a:xfrm flipV="1">
              <a:off x="1074508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7290236" name="TextBox 36"/>
            <p:cNvSpPr txBox="1"/>
            <p:nvPr/>
          </p:nvSpPr>
          <p:spPr bwMode="auto">
            <a:xfrm flipH="0" flipV="0">
              <a:off x="5524153" y="3022805"/>
              <a:ext cx="522237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68948622" name="AutoShape 37"/>
            <p:cNvSpPr/>
            <p:nvPr/>
          </p:nvSpPr>
          <p:spPr bwMode="auto">
            <a:xfrm flipH="1">
              <a:off x="5522715" y="3429321"/>
              <a:ext cx="522236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0588059" name=""/>
          <p:cNvGrpSpPr/>
          <p:nvPr/>
        </p:nvGrpSpPr>
        <p:grpSpPr bwMode="auto">
          <a:xfrm>
            <a:off x="594172" y="504411"/>
            <a:ext cx="11044869" cy="6036149"/>
            <a:chOff x="0" y="0"/>
            <a:chExt cx="11044869" cy="6036149"/>
          </a:xfrm>
        </p:grpSpPr>
        <p:sp>
          <p:nvSpPr>
            <p:cNvPr id="1176078969" name="Freeform 26"/>
            <p:cNvSpPr/>
            <p:nvPr/>
          </p:nvSpPr>
          <p:spPr bwMode="auto">
            <a:xfrm>
              <a:off x="0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9687035" name="Freeform 27"/>
            <p:cNvSpPr/>
            <p:nvPr/>
          </p:nvSpPr>
          <p:spPr bwMode="auto">
            <a:xfrm>
              <a:off x="5159166" y="85290"/>
              <a:ext cx="724953" cy="577244"/>
            </a:xfrm>
            <a:custGeom>
              <a:avLst/>
              <a:gdLst/>
              <a:ahLst/>
              <a:cxnLst/>
              <a:rect l="l" t="t" r="r" b="b"/>
              <a:pathLst>
                <a:path w="724956" h="577246" fill="norm" stroke="1" extrusionOk="0">
                  <a:moveTo>
                    <a:pt x="0" y="0"/>
                  </a:moveTo>
                  <a:lnTo>
                    <a:pt x="724957" y="0"/>
                  </a:lnTo>
                  <a:lnTo>
                    <a:pt x="724957" y="577246"/>
                  </a:lnTo>
                  <a:lnTo>
                    <a:pt x="0" y="577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868735" name="AutoShape 28"/>
            <p:cNvSpPr/>
            <p:nvPr/>
          </p:nvSpPr>
          <p:spPr bwMode="auto">
            <a:xfrm flipV="1">
              <a:off x="301867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61915" name="AutoShape 29"/>
            <p:cNvSpPr/>
            <p:nvPr/>
          </p:nvSpPr>
          <p:spPr bwMode="auto">
            <a:xfrm flipV="1">
              <a:off x="5521644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4218894" name="AutoShape 30"/>
            <p:cNvSpPr/>
            <p:nvPr/>
          </p:nvSpPr>
          <p:spPr bwMode="auto">
            <a:xfrm>
              <a:off x="301867" y="1492836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7278036" name="TextBox 31"/>
            <p:cNvSpPr txBox="1"/>
            <p:nvPr/>
          </p:nvSpPr>
          <p:spPr bwMode="auto">
            <a:xfrm flipH="0" flipV="0">
              <a:off x="301866" y="1086989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3828408" name="AutoShape 32"/>
            <p:cNvSpPr/>
            <p:nvPr/>
          </p:nvSpPr>
          <p:spPr bwMode="auto">
            <a:xfrm flipH="1">
              <a:off x="301867" y="2132542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82434" name="TextBox 33"/>
            <p:cNvSpPr txBox="1"/>
            <p:nvPr/>
          </p:nvSpPr>
          <p:spPr bwMode="auto">
            <a:xfrm flipH="0" flipV="0">
              <a:off x="301866" y="1726542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5738625" name="Freeform 34"/>
            <p:cNvSpPr/>
            <p:nvPr/>
          </p:nvSpPr>
          <p:spPr bwMode="auto">
            <a:xfrm>
              <a:off x="10441136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3545903" name="AutoShape 35"/>
            <p:cNvSpPr/>
            <p:nvPr/>
          </p:nvSpPr>
          <p:spPr bwMode="auto">
            <a:xfrm flipV="1">
              <a:off x="10743001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11399" name="TextBox 36"/>
            <p:cNvSpPr txBox="1"/>
            <p:nvPr/>
          </p:nvSpPr>
          <p:spPr bwMode="auto">
            <a:xfrm flipH="0" flipV="0">
              <a:off x="5523082" y="3022211"/>
              <a:ext cx="5220636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02422" name="AutoShape 37"/>
            <p:cNvSpPr/>
            <p:nvPr/>
          </p:nvSpPr>
          <p:spPr bwMode="auto">
            <a:xfrm flipH="1">
              <a:off x="5521644" y="3428658"/>
              <a:ext cx="522135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3162901" name="AutoShape 38"/>
            <p:cNvSpPr/>
            <p:nvPr/>
          </p:nvSpPr>
          <p:spPr bwMode="auto">
            <a:xfrm flipH="1">
              <a:off x="301867" y="4723031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342252" name="TextBox 39"/>
            <p:cNvSpPr txBox="1"/>
            <p:nvPr/>
          </p:nvSpPr>
          <p:spPr bwMode="auto">
            <a:xfrm flipH="0" flipV="0">
              <a:off x="301866" y="4317183"/>
              <a:ext cx="5221215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4907387" name=""/>
          <p:cNvGrpSpPr/>
          <p:nvPr/>
        </p:nvGrpSpPr>
        <p:grpSpPr bwMode="auto">
          <a:xfrm>
            <a:off x="515665" y="502175"/>
            <a:ext cx="11053054" cy="6040622"/>
            <a:chOff x="0" y="0"/>
            <a:chExt cx="11053054" cy="6040622"/>
          </a:xfrm>
        </p:grpSpPr>
        <p:sp>
          <p:nvSpPr>
            <p:cNvPr id="1255186603" name="Freeform 26"/>
            <p:cNvSpPr/>
            <p:nvPr/>
          </p:nvSpPr>
          <p:spPr bwMode="auto">
            <a:xfrm>
              <a:off x="0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4" y="0"/>
                  </a:lnTo>
                  <a:lnTo>
                    <a:pt x="604184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1748477" name="Freeform 27"/>
            <p:cNvSpPr/>
            <p:nvPr/>
          </p:nvSpPr>
          <p:spPr bwMode="auto">
            <a:xfrm>
              <a:off x="5162989" y="85352"/>
              <a:ext cx="725491" cy="577674"/>
            </a:xfrm>
            <a:custGeom>
              <a:avLst/>
              <a:gdLst/>
              <a:ahLst/>
              <a:cxnLst/>
              <a:rect l="l" t="t" r="r" b="b"/>
              <a:pathLst>
                <a:path w="725493" h="577674" fill="norm" stroke="1" extrusionOk="0">
                  <a:moveTo>
                    <a:pt x="0" y="0"/>
                  </a:moveTo>
                  <a:lnTo>
                    <a:pt x="725494" y="0"/>
                  </a:lnTo>
                  <a:lnTo>
                    <a:pt x="725494" y="577674"/>
                  </a:lnTo>
                  <a:lnTo>
                    <a:pt x="0" y="577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3075439" name="AutoShape 28"/>
            <p:cNvSpPr/>
            <p:nvPr/>
          </p:nvSpPr>
          <p:spPr bwMode="auto">
            <a:xfrm flipV="1">
              <a:off x="302091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7137037" name="AutoShape 29"/>
            <p:cNvSpPr/>
            <p:nvPr/>
          </p:nvSpPr>
          <p:spPr bwMode="auto">
            <a:xfrm flipV="1">
              <a:off x="5525736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669560" name="AutoShape 30"/>
            <p:cNvSpPr/>
            <p:nvPr/>
          </p:nvSpPr>
          <p:spPr bwMode="auto">
            <a:xfrm>
              <a:off x="302091" y="149394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1251743" name="TextBox 31"/>
            <p:cNvSpPr txBox="1"/>
            <p:nvPr/>
          </p:nvSpPr>
          <p:spPr bwMode="auto">
            <a:xfrm flipH="0" flipV="0">
              <a:off x="349059" y="1087828"/>
              <a:ext cx="51781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5735611" name="AutoShape 32"/>
            <p:cNvSpPr/>
            <p:nvPr/>
          </p:nvSpPr>
          <p:spPr bwMode="auto">
            <a:xfrm flipH="1">
              <a:off x="302091" y="213412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297072" name="TextBox 33"/>
            <p:cNvSpPr txBox="1"/>
            <p:nvPr/>
          </p:nvSpPr>
          <p:spPr bwMode="auto">
            <a:xfrm flipH="0" flipV="0">
              <a:off x="302090" y="1727856"/>
              <a:ext cx="5224363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9008916" name="Freeform 34"/>
            <p:cNvSpPr/>
            <p:nvPr/>
          </p:nvSpPr>
          <p:spPr bwMode="auto">
            <a:xfrm>
              <a:off x="10448872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3" y="0"/>
                  </a:lnTo>
                  <a:lnTo>
                    <a:pt x="604183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915916" name="AutoShape 35"/>
            <p:cNvSpPr/>
            <p:nvPr/>
          </p:nvSpPr>
          <p:spPr bwMode="auto">
            <a:xfrm flipV="1">
              <a:off x="10750964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8658713" name="TextBox 36"/>
            <p:cNvSpPr txBox="1"/>
            <p:nvPr/>
          </p:nvSpPr>
          <p:spPr bwMode="auto">
            <a:xfrm flipH="0" flipV="0">
              <a:off x="5647339" y="3024485"/>
              <a:ext cx="5001345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8630836" name="AutoShape 37"/>
            <p:cNvSpPr/>
            <p:nvPr/>
          </p:nvSpPr>
          <p:spPr bwMode="auto">
            <a:xfrm flipH="1">
              <a:off x="5525736" y="3431197"/>
              <a:ext cx="522522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2220457" name="AutoShape 38"/>
            <p:cNvSpPr/>
            <p:nvPr/>
          </p:nvSpPr>
          <p:spPr bwMode="auto">
            <a:xfrm flipH="1">
              <a:off x="302091" y="4726530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146347" name="AutoShape 39"/>
            <p:cNvSpPr/>
            <p:nvPr/>
          </p:nvSpPr>
          <p:spPr bwMode="auto">
            <a:xfrm flipH="1">
              <a:off x="302091" y="5361284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284047" name="TextBox 40"/>
            <p:cNvSpPr txBox="1"/>
            <p:nvPr/>
          </p:nvSpPr>
          <p:spPr bwMode="auto">
            <a:xfrm flipH="0" flipV="0">
              <a:off x="349059" y="4320417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0916532" name="TextBox 41"/>
            <p:cNvSpPr txBox="1"/>
            <p:nvPr/>
          </p:nvSpPr>
          <p:spPr bwMode="auto">
            <a:xfrm flipH="0" flipV="0">
              <a:off x="349059" y="4957196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671373" name="Freeform 27"/>
          <p:cNvSpPr/>
          <p:nvPr/>
        </p:nvSpPr>
        <p:spPr bwMode="auto">
          <a:xfrm rot="0" flipH="0" flipV="0">
            <a:off x="207458" y="823935"/>
            <a:ext cx="12202583" cy="4785970"/>
          </a:xfrm>
          <a:prstGeom prst="rect">
            <a:avLst/>
          </a:prstGeom>
          <a:blipFill>
            <a:blip r:embed="rId3"/>
            <a:srcRect l="-73779" t="0" r="-81186" b="0"/>
            <a:stretch/>
          </a:blipFill>
          <a:ln/>
        </p:spPr>
        <p:txBody>
          <a:bodyPr/>
          <a:p/>
        </p:txBody>
      </p:sp>
      <p:sp>
        <p:nvSpPr>
          <p:cNvPr id="1438222183" name="TextBox 28"/>
          <p:cNvSpPr txBox="1"/>
          <p:nvPr/>
        </p:nvSpPr>
        <p:spPr bwMode="auto">
          <a:xfrm flipH="0" flipV="0">
            <a:off x="3738503" y="5639670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902649" name="TextBox 28"/>
          <p:cNvSpPr txBox="1"/>
          <p:nvPr/>
        </p:nvSpPr>
        <p:spPr bwMode="auto">
          <a:xfrm flipH="0" flipV="0">
            <a:off x="3685810" y="5713957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21246036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85813" y="714152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003921" name="TextBox 28"/>
          <p:cNvSpPr txBox="1"/>
          <p:nvPr/>
        </p:nvSpPr>
        <p:spPr bwMode="auto">
          <a:xfrm flipH="0" flipV="0">
            <a:off x="730208" y="5769236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313548741" name="Group 29"/>
          <p:cNvGrpSpPr/>
          <p:nvPr/>
        </p:nvGrpSpPr>
        <p:grpSpPr bwMode="auto">
          <a:xfrm>
            <a:off x="6550589" y="880159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761821178" name="TextBox 31"/>
          <p:cNvSpPr txBox="1"/>
          <p:nvPr/>
        </p:nvSpPr>
        <p:spPr bwMode="auto">
          <a:xfrm flipH="0" flipV="0">
            <a:off x="6652036" y="5769236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6772167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30208" y="806695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0538096" name=""/>
          <p:cNvGrpSpPr/>
          <p:nvPr/>
        </p:nvGrpSpPr>
        <p:grpSpPr bwMode="auto">
          <a:xfrm>
            <a:off x="2514729" y="228201"/>
            <a:ext cx="6911163" cy="6429375"/>
            <a:chOff x="0" y="0"/>
            <a:chExt cx="6911163" cy="6429375"/>
          </a:xfrm>
        </p:grpSpPr>
        <p:sp>
          <p:nvSpPr>
            <p:cNvPr id="209124603" name="TextBox 32"/>
            <p:cNvSpPr txBox="1"/>
            <p:nvPr/>
          </p:nvSpPr>
          <p:spPr bwMode="auto">
            <a:xfrm>
              <a:off x="301099" y="23625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Zerolink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2111552" name="TextBox 33"/>
            <p:cNvSpPr txBox="1"/>
            <p:nvPr/>
          </p:nvSpPr>
          <p:spPr bwMode="auto">
            <a:xfrm>
              <a:off x="475767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1510113" name="TextBox 38"/>
            <p:cNvSpPr txBox="1"/>
            <p:nvPr/>
          </p:nvSpPr>
          <p:spPr bwMode="auto">
            <a:xfrm>
              <a:off x="4096944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3684037" name="Rectangle: Rounded Corners 12"/>
            <p:cNvSpPr/>
            <p:nvPr/>
          </p:nvSpPr>
          <p:spPr bwMode="auto">
            <a:xfrm flipH="0" flipV="0">
              <a:off x="0" y="0"/>
              <a:ext cx="6911163" cy="642937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969071106" name=""/>
            <p:cNvGrpSpPr/>
            <p:nvPr/>
          </p:nvGrpSpPr>
          <p:grpSpPr bwMode="auto">
            <a:xfrm>
              <a:off x="434445" y="1331028"/>
              <a:ext cx="5927904" cy="4796321"/>
              <a:chOff x="0" y="0"/>
              <a:chExt cx="5927904" cy="4796321"/>
            </a:xfrm>
          </p:grpSpPr>
          <p:sp>
            <p:nvSpPr>
              <p:cNvPr id="301498128" name="Freeform 30"/>
              <p:cNvSpPr/>
              <p:nvPr/>
            </p:nvSpPr>
            <p:spPr bwMode="auto">
              <a:xfrm rot="0" flipH="0" flipV="0">
                <a:off x="0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8810422" name="TextBox 31"/>
              <p:cNvSpPr txBox="1"/>
              <p:nvPr/>
            </p:nvSpPr>
            <p:spPr bwMode="auto">
              <a:xfrm rot="0" flipH="0" flipV="0">
                <a:off x="0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15229402" name="AutoShape 34"/>
              <p:cNvSpPr/>
              <p:nvPr/>
            </p:nvSpPr>
            <p:spPr bwMode="auto">
              <a:xfrm flipH="0" flipV="0">
                <a:off x="2963952" y="0"/>
                <a:ext cx="0" cy="479631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165150491" name="Freeform 36"/>
              <p:cNvSpPr/>
              <p:nvPr/>
            </p:nvSpPr>
            <p:spPr bwMode="auto">
              <a:xfrm rot="0" flipH="0" flipV="0">
                <a:off x="0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5075824" name="TextBox 37"/>
              <p:cNvSpPr txBox="1"/>
              <p:nvPr/>
            </p:nvSpPr>
            <p:spPr bwMode="auto">
              <a:xfrm rot="0" flipH="0" flipV="0">
                <a:off x="0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2064862" name="Freeform 40"/>
              <p:cNvSpPr/>
              <p:nvPr/>
            </p:nvSpPr>
            <p:spPr bwMode="auto">
              <a:xfrm rot="0" flipH="0" flipV="0">
                <a:off x="187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0475749" name="TextBox 41"/>
              <p:cNvSpPr txBox="1"/>
              <p:nvPr/>
            </p:nvSpPr>
            <p:spPr bwMode="auto">
              <a:xfrm rot="0" flipH="0" flipV="0">
                <a:off x="187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07853794" name="Freeform 43"/>
              <p:cNvSpPr/>
              <p:nvPr/>
            </p:nvSpPr>
            <p:spPr bwMode="auto">
              <a:xfrm rot="0" flipH="0" flipV="0">
                <a:off x="187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16466384" name="TextBox 44"/>
              <p:cNvSpPr txBox="1"/>
              <p:nvPr/>
            </p:nvSpPr>
            <p:spPr bwMode="auto">
              <a:xfrm rot="0" flipH="0" flipV="0">
                <a:off x="187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28338751" name="Freeform 46"/>
              <p:cNvSpPr/>
              <p:nvPr/>
            </p:nvSpPr>
            <p:spPr bwMode="auto">
              <a:xfrm rot="0" flipH="0" flipV="0">
                <a:off x="187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51321298" name="TextBox 47"/>
              <p:cNvSpPr txBox="1"/>
              <p:nvPr/>
            </p:nvSpPr>
            <p:spPr bwMode="auto">
              <a:xfrm rot="0" flipH="0" flipV="0">
                <a:off x="187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5711115" name="Freeform 49"/>
              <p:cNvSpPr/>
              <p:nvPr/>
            </p:nvSpPr>
            <p:spPr bwMode="auto">
              <a:xfrm rot="0" flipH="0" flipV="0">
                <a:off x="3621178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6754709" name="TextBox 50"/>
              <p:cNvSpPr txBox="1"/>
              <p:nvPr/>
            </p:nvSpPr>
            <p:spPr bwMode="auto">
              <a:xfrm rot="0" flipH="0" flipV="0">
                <a:off x="3621178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47613779" name="Freeform 52"/>
              <p:cNvSpPr/>
              <p:nvPr/>
            </p:nvSpPr>
            <p:spPr bwMode="auto">
              <a:xfrm rot="0" flipH="0" flipV="0">
                <a:off x="3621178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34195062" name="TextBox 53"/>
              <p:cNvSpPr txBox="1"/>
              <p:nvPr/>
            </p:nvSpPr>
            <p:spPr bwMode="auto">
              <a:xfrm rot="0" flipH="0" flipV="0">
                <a:off x="3621178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57533596" name="Freeform 55"/>
              <p:cNvSpPr/>
              <p:nvPr/>
            </p:nvSpPr>
            <p:spPr bwMode="auto">
              <a:xfrm rot="0" flipH="0" flipV="0">
                <a:off x="3621364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81087326" name="TextBox 56"/>
              <p:cNvSpPr txBox="1"/>
              <p:nvPr/>
            </p:nvSpPr>
            <p:spPr bwMode="auto">
              <a:xfrm rot="0" flipH="0" flipV="0">
                <a:off x="3621364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01404" name="Freeform 58"/>
              <p:cNvSpPr/>
              <p:nvPr/>
            </p:nvSpPr>
            <p:spPr bwMode="auto">
              <a:xfrm rot="0" flipH="0" flipV="0">
                <a:off x="3621364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31529651" name="TextBox 59"/>
              <p:cNvSpPr txBox="1"/>
              <p:nvPr/>
            </p:nvSpPr>
            <p:spPr bwMode="auto">
              <a:xfrm rot="0" flipH="0" flipV="0">
                <a:off x="3621364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01798928" name="Freeform 61"/>
              <p:cNvSpPr/>
              <p:nvPr/>
            </p:nvSpPr>
            <p:spPr bwMode="auto">
              <a:xfrm rot="0" flipH="0" flipV="0">
                <a:off x="3621364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25755623" name="TextBox 62"/>
              <p:cNvSpPr txBox="1"/>
              <p:nvPr/>
            </p:nvSpPr>
            <p:spPr bwMode="auto">
              <a:xfrm rot="0" flipH="0" flipV="0">
                <a:off x="3621364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6533107" name=""/>
          <p:cNvGrpSpPr/>
          <p:nvPr/>
        </p:nvGrpSpPr>
        <p:grpSpPr bwMode="auto">
          <a:xfrm>
            <a:off x="702104" y="397334"/>
            <a:ext cx="10767243" cy="5977998"/>
            <a:chOff x="0" y="0"/>
            <a:chExt cx="10767243" cy="5977998"/>
          </a:xfrm>
        </p:grpSpPr>
        <p:sp>
          <p:nvSpPr>
            <p:cNvPr id="1284365017" name="Freeform 32"/>
            <p:cNvSpPr/>
            <p:nvPr/>
          </p:nvSpPr>
          <p:spPr bwMode="auto">
            <a:xfrm>
              <a:off x="531136" y="198154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665992" name="Freeform 33"/>
            <p:cNvSpPr/>
            <p:nvPr/>
          </p:nvSpPr>
          <p:spPr bwMode="auto">
            <a:xfrm>
              <a:off x="2384590" y="1311188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4" y="0"/>
                  </a:lnTo>
                  <a:lnTo>
                    <a:pt x="755174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2102800" name="Freeform 34"/>
            <p:cNvSpPr/>
            <p:nvPr/>
          </p:nvSpPr>
          <p:spPr bwMode="auto">
            <a:xfrm>
              <a:off x="1521865" y="2955517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5698511" name="Freeform 35"/>
            <p:cNvSpPr/>
            <p:nvPr/>
          </p:nvSpPr>
          <p:spPr bwMode="auto">
            <a:xfrm>
              <a:off x="531136" y="316880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1459833" name="Freeform 36"/>
            <p:cNvSpPr/>
            <p:nvPr/>
          </p:nvSpPr>
          <p:spPr bwMode="auto">
            <a:xfrm>
              <a:off x="1361160" y="3926198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0448271" name="Freeform 37"/>
            <p:cNvSpPr/>
            <p:nvPr/>
          </p:nvSpPr>
          <p:spPr bwMode="auto">
            <a:xfrm>
              <a:off x="2384590" y="3728169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074449" name="Freeform 38"/>
            <p:cNvSpPr/>
            <p:nvPr/>
          </p:nvSpPr>
          <p:spPr bwMode="auto">
            <a:xfrm>
              <a:off x="317851" y="4581300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6783647" name="Freeform 39"/>
            <p:cNvSpPr/>
            <p:nvPr/>
          </p:nvSpPr>
          <p:spPr bwMode="auto">
            <a:xfrm>
              <a:off x="1134847" y="4896880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296291" name="Freeform 40"/>
            <p:cNvSpPr/>
            <p:nvPr/>
          </p:nvSpPr>
          <p:spPr bwMode="auto">
            <a:xfrm>
              <a:off x="1457863" y="171568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2751857" name="Freeform 41"/>
            <p:cNvSpPr/>
            <p:nvPr/>
          </p:nvSpPr>
          <p:spPr bwMode="auto">
            <a:xfrm>
              <a:off x="2762178" y="4794586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6807308" name="Freeform 42"/>
            <p:cNvSpPr/>
            <p:nvPr/>
          </p:nvSpPr>
          <p:spPr bwMode="auto">
            <a:xfrm>
              <a:off x="2307156" y="2738637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3" y="0"/>
                  </a:lnTo>
                  <a:lnTo>
                    <a:pt x="755173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448052" name="Freeform 43"/>
            <p:cNvSpPr/>
            <p:nvPr/>
          </p:nvSpPr>
          <p:spPr bwMode="auto">
            <a:xfrm>
              <a:off x="531136" y="121898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1708346" name="Freeform 44"/>
            <p:cNvSpPr/>
            <p:nvPr/>
          </p:nvSpPr>
          <p:spPr bwMode="auto">
            <a:xfrm>
              <a:off x="7998985" y="121898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7014339" name="Freeform 45"/>
            <p:cNvSpPr/>
            <p:nvPr/>
          </p:nvSpPr>
          <p:spPr bwMode="auto">
            <a:xfrm>
              <a:off x="9944449" y="2046207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381110" name="Freeform 46"/>
            <p:cNvSpPr/>
            <p:nvPr/>
          </p:nvSpPr>
          <p:spPr bwMode="auto">
            <a:xfrm>
              <a:off x="7851422" y="224740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3738226" name="Freeform 47"/>
            <p:cNvSpPr/>
            <p:nvPr/>
          </p:nvSpPr>
          <p:spPr bwMode="auto">
            <a:xfrm>
              <a:off x="9944449" y="3067243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1296129" name="Freeform 48"/>
            <p:cNvSpPr/>
            <p:nvPr/>
          </p:nvSpPr>
          <p:spPr bwMode="auto">
            <a:xfrm>
              <a:off x="9180726" y="142291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95313" name="Freeform 49"/>
            <p:cNvSpPr/>
            <p:nvPr/>
          </p:nvSpPr>
          <p:spPr bwMode="auto">
            <a:xfrm>
              <a:off x="8649004" y="285036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9996898" name="Freeform 50"/>
            <p:cNvSpPr/>
            <p:nvPr/>
          </p:nvSpPr>
          <p:spPr bwMode="auto">
            <a:xfrm>
              <a:off x="7585562" y="4049580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097255" name="Freeform 51"/>
            <p:cNvSpPr/>
            <p:nvPr/>
          </p:nvSpPr>
          <p:spPr bwMode="auto">
            <a:xfrm>
              <a:off x="9816921" y="394964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2000817" name="Freeform 52"/>
            <p:cNvSpPr/>
            <p:nvPr/>
          </p:nvSpPr>
          <p:spPr bwMode="auto">
            <a:xfrm>
              <a:off x="8117282" y="5129028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8892997" name="Freeform 53"/>
            <p:cNvSpPr/>
            <p:nvPr/>
          </p:nvSpPr>
          <p:spPr bwMode="auto">
            <a:xfrm>
              <a:off x="8732268" y="4215502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003887" name="Freeform 54"/>
            <p:cNvSpPr/>
            <p:nvPr/>
          </p:nvSpPr>
          <p:spPr bwMode="auto">
            <a:xfrm>
              <a:off x="10036671" y="523653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59784" name="TextBox 55"/>
            <p:cNvSpPr txBox="1"/>
            <p:nvPr/>
          </p:nvSpPr>
          <p:spPr bwMode="auto">
            <a:xfrm flipH="0" flipV="0">
              <a:off x="39344" y="463956"/>
              <a:ext cx="3594883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354716193" name="TextBox 56"/>
            <p:cNvSpPr txBox="1"/>
            <p:nvPr/>
          </p:nvSpPr>
          <p:spPr bwMode="auto">
            <a:xfrm flipH="0" flipV="0">
              <a:off x="7398487" y="463956"/>
              <a:ext cx="3368756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780308820" name="Freeform 58"/>
            <p:cNvSpPr/>
            <p:nvPr/>
          </p:nvSpPr>
          <p:spPr bwMode="auto">
            <a:xfrm rot="0" flipH="0" flipV="0">
              <a:off x="3859016" y="2143649"/>
              <a:ext cx="3208488" cy="1945145"/>
            </a:xfrm>
            <a:custGeom>
              <a:avLst/>
              <a:gdLst/>
              <a:ahLst/>
              <a:cxnLst/>
              <a:rect l="l" t="t" r="r" b="b"/>
              <a:pathLst>
                <a:path w="4277986" h="2593529" fill="norm" stroke="1" extrusionOk="0">
                  <a:moveTo>
                    <a:pt x="0" y="0"/>
                  </a:moveTo>
                  <a:lnTo>
                    <a:pt x="4277986" y="0"/>
                  </a:lnTo>
                  <a:lnTo>
                    <a:pt x="4277986" y="2593529"/>
                  </a:lnTo>
                  <a:lnTo>
                    <a:pt x="0" y="259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</p:sp>
        <p:sp>
          <p:nvSpPr>
            <p:cNvPr id="1767246651" name="TextBox 59"/>
            <p:cNvSpPr txBox="1"/>
            <p:nvPr/>
          </p:nvSpPr>
          <p:spPr bwMode="auto">
            <a:xfrm rot="0" flipH="0" flipV="0">
              <a:off x="4314925" y="3031664"/>
              <a:ext cx="2367807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coinjoins</a:t>
              </a:r>
              <a:endParaRPr/>
            </a:p>
          </p:txBody>
        </p:sp>
        <p:sp>
          <p:nvSpPr>
            <p:cNvPr id="386031795" name="AutoShape 60"/>
            <p:cNvSpPr/>
            <p:nvPr/>
          </p:nvSpPr>
          <p:spPr bwMode="auto">
            <a:xfrm>
              <a:off x="1989585" y="2062215"/>
              <a:ext cx="1869431" cy="5672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3804922" name="AutoShape 61"/>
            <p:cNvSpPr/>
            <p:nvPr/>
          </p:nvSpPr>
          <p:spPr bwMode="auto">
            <a:xfrm>
              <a:off x="3062329" y="3116223"/>
              <a:ext cx="796686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2103253" name="AutoShape 62"/>
            <p:cNvSpPr/>
            <p:nvPr/>
          </p:nvSpPr>
          <p:spPr bwMode="auto">
            <a:xfrm flipV="1">
              <a:off x="1735149" y="3944899"/>
              <a:ext cx="2123866" cy="10970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5937900" name="AutoShape 63"/>
            <p:cNvSpPr/>
            <p:nvPr/>
          </p:nvSpPr>
          <p:spPr bwMode="auto">
            <a:xfrm>
              <a:off x="7067506" y="3921797"/>
              <a:ext cx="518053" cy="2601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1357999" name="AutoShape 64"/>
            <p:cNvSpPr/>
            <p:nvPr/>
          </p:nvSpPr>
          <p:spPr bwMode="auto">
            <a:xfrm>
              <a:off x="7067506" y="3116223"/>
              <a:ext cx="158149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662283" name="AutoShape 65"/>
            <p:cNvSpPr/>
            <p:nvPr/>
          </p:nvSpPr>
          <p:spPr bwMode="auto">
            <a:xfrm flipV="1">
              <a:off x="7067506" y="2573667"/>
              <a:ext cx="783914" cy="17809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9411176" name="AutoShape 66"/>
            <p:cNvSpPr/>
            <p:nvPr/>
          </p:nvSpPr>
          <p:spPr bwMode="auto">
            <a:xfrm flipV="1">
              <a:off x="8383142" y="2337626"/>
              <a:ext cx="1561304" cy="1500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2636650" name="AutoShape 67"/>
            <p:cNvSpPr/>
            <p:nvPr/>
          </p:nvSpPr>
          <p:spPr bwMode="auto">
            <a:xfrm>
              <a:off x="9180726" y="3160733"/>
              <a:ext cx="763722" cy="12785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9035104" name="AutoShape 68"/>
            <p:cNvSpPr/>
            <p:nvPr/>
          </p:nvSpPr>
          <p:spPr bwMode="auto">
            <a:xfrm flipV="1">
              <a:off x="9263986" y="4280667"/>
              <a:ext cx="552929" cy="13552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8966934" name="AutoShape 69"/>
            <p:cNvSpPr/>
            <p:nvPr/>
          </p:nvSpPr>
          <p:spPr bwMode="auto">
            <a:xfrm>
              <a:off x="8117282" y="4353910"/>
              <a:ext cx="614983" cy="8898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1770051" name="Freeform 70"/>
            <p:cNvSpPr/>
            <p:nvPr/>
          </p:nvSpPr>
          <p:spPr bwMode="auto">
            <a:xfrm>
              <a:off x="5162345" y="4280667"/>
              <a:ext cx="601830" cy="551426"/>
            </a:xfrm>
            <a:custGeom>
              <a:avLst/>
              <a:gdLst/>
              <a:ahLst/>
              <a:cxnLst/>
              <a:rect l="l" t="t" r="r" b="b"/>
              <a:pathLst>
                <a:path w="601831" h="551428" fill="norm" stroke="1" extrusionOk="0">
                  <a:moveTo>
                    <a:pt x="0" y="0"/>
                  </a:moveTo>
                  <a:lnTo>
                    <a:pt x="601831" y="0"/>
                  </a:lnTo>
                  <a:lnTo>
                    <a:pt x="601831" y="551428"/>
                  </a:lnTo>
                  <a:lnTo>
                    <a:pt x="0" y="551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2021549" name="Rectangle: Rounded Corners 12"/>
            <p:cNvSpPr/>
            <p:nvPr/>
          </p:nvSpPr>
          <p:spPr bwMode="auto">
            <a:xfrm>
              <a:off x="0" y="88604"/>
              <a:ext cx="3632789" cy="588939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7425332" name="Rectangle: Rounded Corners 12"/>
            <p:cNvSpPr/>
            <p:nvPr/>
          </p:nvSpPr>
          <p:spPr bwMode="auto">
            <a:xfrm>
              <a:off x="7398487" y="0"/>
              <a:ext cx="3367676" cy="59779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872125" name=""/>
          <p:cNvGrpSpPr/>
          <p:nvPr/>
        </p:nvGrpSpPr>
        <p:grpSpPr bwMode="auto">
          <a:xfrm>
            <a:off x="627688" y="439559"/>
            <a:ext cx="10854067" cy="5889391"/>
            <a:chOff x="0" y="0"/>
            <a:chExt cx="10854067" cy="5889391"/>
          </a:xfrm>
        </p:grpSpPr>
        <p:sp>
          <p:nvSpPr>
            <p:cNvPr id="1880644315" name="Freeform 29"/>
            <p:cNvSpPr/>
            <p:nvPr/>
          </p:nvSpPr>
          <p:spPr bwMode="auto">
            <a:xfrm>
              <a:off x="488417" y="1992069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2381760" name="Freeform 30"/>
            <p:cNvSpPr/>
            <p:nvPr/>
          </p:nvSpPr>
          <p:spPr bwMode="auto">
            <a:xfrm>
              <a:off x="2440471" y="1286050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6"/>
                  </a:lnTo>
                  <a:lnTo>
                    <a:pt x="0" y="795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964358" name="Freeform 31"/>
            <p:cNvSpPr/>
            <p:nvPr/>
          </p:nvSpPr>
          <p:spPr bwMode="auto">
            <a:xfrm>
              <a:off x="1531849" y="3017853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60" y="0"/>
                  </a:lnTo>
                  <a:lnTo>
                    <a:pt x="449260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698192" name="Freeform 32"/>
            <p:cNvSpPr/>
            <p:nvPr/>
          </p:nvSpPr>
          <p:spPr bwMode="auto">
            <a:xfrm>
              <a:off x="488417" y="324248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664044" name="Freeform 33"/>
            <p:cNvSpPr/>
            <p:nvPr/>
          </p:nvSpPr>
          <p:spPr bwMode="auto">
            <a:xfrm>
              <a:off x="1362595" y="4040172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5976632" name="Freeform 34"/>
            <p:cNvSpPr/>
            <p:nvPr/>
          </p:nvSpPr>
          <p:spPr bwMode="auto">
            <a:xfrm>
              <a:off x="2440471" y="3831606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3516357" name="Freeform 35"/>
            <p:cNvSpPr/>
            <p:nvPr/>
          </p:nvSpPr>
          <p:spPr bwMode="auto">
            <a:xfrm>
              <a:off x="263787" y="473012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60"/>
                  </a:lnTo>
                  <a:lnTo>
                    <a:pt x="0" y="449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3485527" name="Freeform 36"/>
            <p:cNvSpPr/>
            <p:nvPr/>
          </p:nvSpPr>
          <p:spPr bwMode="auto">
            <a:xfrm>
              <a:off x="1124244" y="5062491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7" y="0"/>
                  </a:lnTo>
                  <a:lnTo>
                    <a:pt x="632237" y="632236"/>
                  </a:lnTo>
                  <a:lnTo>
                    <a:pt x="0" y="63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3495555" name="Freeform 37"/>
            <p:cNvSpPr/>
            <p:nvPr/>
          </p:nvSpPr>
          <p:spPr bwMode="auto">
            <a:xfrm>
              <a:off x="1464444" y="1712065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8499911" name="Freeform 38"/>
            <p:cNvSpPr/>
            <p:nvPr/>
          </p:nvSpPr>
          <p:spPr bwMode="auto">
            <a:xfrm>
              <a:off x="2838143" y="4954752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6" y="0"/>
                  </a:lnTo>
                  <a:lnTo>
                    <a:pt x="632236" y="632237"/>
                  </a:lnTo>
                  <a:lnTo>
                    <a:pt x="0" y="632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6474706" name="Freeform 39"/>
            <p:cNvSpPr/>
            <p:nvPr/>
          </p:nvSpPr>
          <p:spPr bwMode="auto">
            <a:xfrm>
              <a:off x="2358915" y="2789434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7"/>
                  </a:lnTo>
                  <a:lnTo>
                    <a:pt x="0" y="795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6328746" name="Freeform 40"/>
            <p:cNvSpPr/>
            <p:nvPr/>
          </p:nvSpPr>
          <p:spPr bwMode="auto">
            <a:xfrm>
              <a:off x="488417" y="1188939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7536176" name="AutoShape 41"/>
            <p:cNvSpPr/>
            <p:nvPr/>
          </p:nvSpPr>
          <p:spPr bwMode="auto">
            <a:xfrm>
              <a:off x="2024451" y="2042199"/>
              <a:ext cx="4345617" cy="7780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6525513" name="AutoShape 42"/>
            <p:cNvSpPr/>
            <p:nvPr/>
          </p:nvSpPr>
          <p:spPr bwMode="auto">
            <a:xfrm flipV="1">
              <a:off x="3470379" y="4286188"/>
              <a:ext cx="2899818" cy="88789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962706" name="AutoShape 43"/>
            <p:cNvSpPr/>
            <p:nvPr/>
          </p:nvSpPr>
          <p:spPr bwMode="auto">
            <a:xfrm flipV="1">
              <a:off x="1756480" y="3553218"/>
              <a:ext cx="4613715" cy="170833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205682" name="AutoShape 66"/>
            <p:cNvSpPr/>
            <p:nvPr/>
          </p:nvSpPr>
          <p:spPr bwMode="auto">
            <a:xfrm>
              <a:off x="3235816" y="1729161"/>
              <a:ext cx="3134251" cy="35811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454638" name="TextBox 68"/>
            <p:cNvSpPr txBox="1"/>
            <p:nvPr/>
          </p:nvSpPr>
          <p:spPr bwMode="auto">
            <a:xfrm flipH="0" flipV="0">
              <a:off x="0" y="386757"/>
              <a:ext cx="363422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/>
            </a:p>
          </p:txBody>
        </p:sp>
        <p:sp>
          <p:nvSpPr>
            <p:cNvPr id="1052275959" name="Rectangle: Rounded Corners 12"/>
            <p:cNvSpPr/>
            <p:nvPr/>
          </p:nvSpPr>
          <p:spPr bwMode="auto">
            <a:xfrm>
              <a:off x="0" y="0"/>
              <a:ext cx="3632788" cy="588939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3315336" name=""/>
            <p:cNvGrpSpPr/>
            <p:nvPr/>
          </p:nvGrpSpPr>
          <p:grpSpPr bwMode="auto">
            <a:xfrm>
              <a:off x="3794028" y="487327"/>
              <a:ext cx="7060038" cy="5180552"/>
              <a:chOff x="0" y="0"/>
              <a:chExt cx="7060038" cy="5180552"/>
            </a:xfrm>
          </p:grpSpPr>
          <p:sp>
            <p:nvSpPr>
              <p:cNvPr id="35271022" name="Freeform 48"/>
              <p:cNvSpPr/>
              <p:nvPr/>
            </p:nvSpPr>
            <p:spPr bwMode="auto">
              <a:xfrm rot="0" flipH="0" flipV="0">
                <a:off x="2576040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487489128" name="TextBox 49"/>
              <p:cNvSpPr txBox="1"/>
              <p:nvPr/>
            </p:nvSpPr>
            <p:spPr bwMode="auto">
              <a:xfrm rot="0" flipH="0" flipV="0">
                <a:off x="2576040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13093027" name="AutoShape 50"/>
              <p:cNvSpPr/>
              <p:nvPr/>
            </p:nvSpPr>
            <p:spPr bwMode="auto">
              <a:xfrm>
                <a:off x="4617479" y="868392"/>
                <a:ext cx="0" cy="3935961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37348510" name="Freeform 52"/>
              <p:cNvSpPr/>
              <p:nvPr/>
            </p:nvSpPr>
            <p:spPr bwMode="auto">
              <a:xfrm rot="0" flipH="0" flipV="0">
                <a:off x="2576040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9320756" name="TextBox 53"/>
              <p:cNvSpPr txBox="1"/>
              <p:nvPr/>
            </p:nvSpPr>
            <p:spPr bwMode="auto">
              <a:xfrm rot="0" flipH="0" flipV="0">
                <a:off x="2576040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234942740" name="Freeform 55"/>
              <p:cNvSpPr/>
              <p:nvPr/>
            </p:nvSpPr>
            <p:spPr bwMode="auto">
              <a:xfrm rot="0" flipH="0" flipV="0">
                <a:off x="2576170" y="2793368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03307560" name="TextBox 56"/>
              <p:cNvSpPr txBox="1"/>
              <p:nvPr/>
            </p:nvSpPr>
            <p:spPr bwMode="auto">
              <a:xfrm rot="0" flipH="0" flipV="0">
                <a:off x="2576170" y="2720189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266668935" name="Freeform 58"/>
              <p:cNvSpPr/>
              <p:nvPr/>
            </p:nvSpPr>
            <p:spPr bwMode="auto">
              <a:xfrm rot="0" flipH="0" flipV="0">
                <a:off x="2576170" y="3526337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19260420" name="TextBox 59"/>
              <p:cNvSpPr txBox="1"/>
              <p:nvPr/>
            </p:nvSpPr>
            <p:spPr bwMode="auto">
              <a:xfrm rot="0" flipH="0" flipV="0">
                <a:off x="2576170" y="3453158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01795646" name="Freeform 61"/>
              <p:cNvSpPr/>
              <p:nvPr/>
            </p:nvSpPr>
            <p:spPr bwMode="auto">
              <a:xfrm rot="0" flipH="0" flipV="0">
                <a:off x="5070143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95652179" name="TextBox 62"/>
              <p:cNvSpPr txBox="1"/>
              <p:nvPr/>
            </p:nvSpPr>
            <p:spPr bwMode="auto">
              <a:xfrm rot="0" flipH="0" flipV="0">
                <a:off x="5070143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797284983" name="Freeform 64"/>
              <p:cNvSpPr/>
              <p:nvPr/>
            </p:nvSpPr>
            <p:spPr bwMode="auto">
              <a:xfrm rot="0" flipH="0" flipV="0">
                <a:off x="5070143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02285585" name="TextBox 65"/>
              <p:cNvSpPr txBox="1"/>
              <p:nvPr/>
            </p:nvSpPr>
            <p:spPr bwMode="auto">
              <a:xfrm rot="0" flipH="0" flipV="0">
                <a:off x="5070143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899625497" name="Freeform 67"/>
              <p:cNvSpPr/>
              <p:nvPr/>
            </p:nvSpPr>
            <p:spPr bwMode="auto">
              <a:xfrm>
                <a:off x="665541" y="65302"/>
                <a:ext cx="787869" cy="600750"/>
              </a:xfrm>
              <a:custGeom>
                <a:avLst/>
                <a:gdLst/>
                <a:ahLst/>
                <a:cxnLst/>
                <a:rect l="l" t="t" r="r" b="b"/>
                <a:pathLst>
                  <a:path w="787869" h="600750" fill="norm" stroke="1" extrusionOk="0">
                    <a:moveTo>
                      <a:pt x="0" y="0"/>
                    </a:moveTo>
                    <a:lnTo>
                      <a:pt x="787870" y="0"/>
                    </a:lnTo>
                    <a:lnTo>
                      <a:pt x="787870" y="600750"/>
                    </a:lnTo>
                    <a:lnTo>
                      <a:pt x="0" y="600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78498275" name="TextBox 69"/>
              <p:cNvSpPr txBox="1"/>
              <p:nvPr/>
            </p:nvSpPr>
            <p:spPr bwMode="auto">
              <a:xfrm>
                <a:off x="2484195" y="293826"/>
                <a:ext cx="4268002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8567440" name="TextBox 70"/>
              <p:cNvSpPr txBox="1"/>
              <p:nvPr/>
            </p:nvSpPr>
            <p:spPr bwMode="auto">
              <a:xfrm>
                <a:off x="2604498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inputs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94158332" name="TextBox 71"/>
              <p:cNvSpPr txBox="1"/>
              <p:nvPr/>
            </p:nvSpPr>
            <p:spPr bwMode="auto">
              <a:xfrm>
                <a:off x="5098602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outputs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53666731" name="TextBox 72"/>
              <p:cNvSpPr txBox="1"/>
              <p:nvPr/>
            </p:nvSpPr>
            <p:spPr bwMode="auto">
              <a:xfrm flipH="0" flipV="0">
                <a:off x="0" y="719273"/>
                <a:ext cx="2040383" cy="35087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 i="1">
                    <a:solidFill>
                      <a:srgbClr val="FF5C00"/>
                    </a:solidFill>
                    <a:latin typeface="IBM Plex Sans"/>
                    <a:ea typeface="IBM Plex Sans"/>
                    <a:cs typeface="IBM Plex Sans"/>
                  </a:rPr>
                  <a:t>CIOH</a:t>
                </a:r>
                <a:r>
                  <a:rPr lang="en-US" sz="1950" b="1" i="1">
                    <a:solidFill>
                      <a:srgbClr val="FF5C00"/>
                    </a:solidFill>
                    <a:latin typeface="Rubik Bold Italics"/>
                    <a:ea typeface="Rubik Bold Italics"/>
                    <a:cs typeface="Rubik Bold Italics"/>
                  </a:rPr>
                  <a:t>!</a:t>
                </a:r>
                <a:endParaRPr/>
              </a:p>
            </p:txBody>
          </p:sp>
          <p:sp>
            <p:nvSpPr>
              <p:cNvPr id="486371886" name="Rectangle: Rounded Corners 12"/>
              <p:cNvSpPr/>
              <p:nvPr/>
            </p:nvSpPr>
            <p:spPr bwMode="auto">
              <a:xfrm>
                <a:off x="2186784" y="0"/>
                <a:ext cx="4873254" cy="5180553"/>
              </a:xfrm>
              <a:prstGeom prst="roundRect">
                <a:avLst>
                  <a:gd name="adj" fmla="val 7239"/>
                </a:avLst>
              </a:prstGeom>
              <a:noFill/>
              <a:ln w="19049" cap="flat" cmpd="sng" algn="ctr">
                <a:solidFill>
                  <a:srgbClr val="FF5C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9752246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104384" y="1313915"/>
            <a:ext cx="6491230" cy="40185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73513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09426" y="211695"/>
            <a:ext cx="7082708" cy="63393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1382018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289179" y="1688229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17080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1749" y="332876"/>
            <a:ext cx="11583561" cy="6359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849453" name=""/>
          <p:cNvGrpSpPr/>
          <p:nvPr/>
        </p:nvGrpSpPr>
        <p:grpSpPr bwMode="auto">
          <a:xfrm>
            <a:off x="1748181" y="272850"/>
            <a:ext cx="8069892" cy="6340077"/>
            <a:chOff x="0" y="0"/>
            <a:chExt cx="8069892" cy="6340077"/>
          </a:xfrm>
        </p:grpSpPr>
        <p:sp>
          <p:nvSpPr>
            <p:cNvPr id="723927520" name="TextBox 32"/>
            <p:cNvSpPr txBox="1"/>
            <p:nvPr/>
          </p:nvSpPr>
          <p:spPr bwMode="auto">
            <a:xfrm>
              <a:off x="1671840" y="38100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Wasabi 1.0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88626504" name="TextBox 33"/>
            <p:cNvSpPr txBox="1"/>
            <p:nvPr/>
          </p:nvSpPr>
          <p:spPr bwMode="auto">
            <a:xfrm>
              <a:off x="1846509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2714948" name="TextBox 38"/>
            <p:cNvSpPr txBox="1"/>
            <p:nvPr/>
          </p:nvSpPr>
          <p:spPr bwMode="auto">
            <a:xfrm>
              <a:off x="5467687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31525740" name="Freeform 54"/>
            <p:cNvSpPr/>
            <p:nvPr/>
          </p:nvSpPr>
          <p:spPr bwMode="auto">
            <a:xfrm>
              <a:off x="0" y="199522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817366" name="Freeform 56"/>
            <p:cNvSpPr/>
            <p:nvPr/>
          </p:nvSpPr>
          <p:spPr bwMode="auto">
            <a:xfrm>
              <a:off x="0" y="296113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1"/>
                  </a:lnTo>
                  <a:lnTo>
                    <a:pt x="0" y="703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321433" name="AutoShape 58"/>
            <p:cNvSpPr/>
            <p:nvPr/>
          </p:nvSpPr>
          <p:spPr bwMode="auto">
            <a:xfrm flipH="1">
              <a:off x="641055" y="331288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411280" name="AutoShape 59"/>
            <p:cNvSpPr/>
            <p:nvPr/>
          </p:nvSpPr>
          <p:spPr bwMode="auto">
            <a:xfrm flipH="1">
              <a:off x="641055" y="234697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357837" name="Rectangle: Rounded Corners 12"/>
            <p:cNvSpPr/>
            <p:nvPr/>
          </p:nvSpPr>
          <p:spPr bwMode="auto">
            <a:xfrm flipH="0" flipV="0">
              <a:off x="1497591" y="0"/>
              <a:ext cx="6572301" cy="63400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615609112" name=""/>
            <p:cNvGrpSpPr/>
            <p:nvPr/>
          </p:nvGrpSpPr>
          <p:grpSpPr bwMode="auto">
            <a:xfrm>
              <a:off x="1805190" y="1828480"/>
              <a:ext cx="5927902" cy="4155364"/>
              <a:chOff x="0" y="0"/>
              <a:chExt cx="5927902" cy="4155364"/>
            </a:xfrm>
          </p:grpSpPr>
          <p:sp>
            <p:nvSpPr>
              <p:cNvPr id="1674812895" name="Freeform 30"/>
              <p:cNvSpPr/>
              <p:nvPr/>
            </p:nvSpPr>
            <p:spPr bwMode="auto">
              <a:xfrm rot="0" flipH="0" flipV="0">
                <a:off x="0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69586367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53288946" name="AutoShape 34"/>
              <p:cNvSpPr/>
              <p:nvPr/>
            </p:nvSpPr>
            <p:spPr bwMode="auto">
              <a:xfrm flipH="0" flipV="0">
                <a:off x="2963952" y="46751"/>
                <a:ext cx="0" cy="4099201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40116530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98227460" name="TextBox 37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76762817" name="Freeform 40"/>
              <p:cNvSpPr/>
              <p:nvPr/>
            </p:nvSpPr>
            <p:spPr bwMode="auto">
              <a:xfrm rot="0" flipH="0" flipV="0">
                <a:off x="3621177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1903859" name="TextBox 41"/>
              <p:cNvSpPr txBox="1"/>
              <p:nvPr/>
            </p:nvSpPr>
            <p:spPr bwMode="auto">
              <a:xfrm rot="0" flipH="0" flipV="0">
                <a:off x="3621177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4154909" name="Freeform 43"/>
              <p:cNvSpPr/>
              <p:nvPr/>
            </p:nvSpPr>
            <p:spPr bwMode="auto">
              <a:xfrm rot="0" flipH="0" flipV="0">
                <a:off x="3621177" y="985849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92286149" name="TextBox 44"/>
              <p:cNvSpPr txBox="1"/>
              <p:nvPr/>
            </p:nvSpPr>
            <p:spPr bwMode="auto">
              <a:xfrm rot="0" flipH="0" flipV="0">
                <a:off x="3621177" y="81708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17477535" name="Freeform 46"/>
              <p:cNvSpPr/>
              <p:nvPr/>
            </p:nvSpPr>
            <p:spPr bwMode="auto">
              <a:xfrm rot="0" flipH="0" flipV="0">
                <a:off x="3621363" y="180293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76398" name="TextBox 47"/>
              <p:cNvSpPr txBox="1"/>
              <p:nvPr/>
            </p:nvSpPr>
            <p:spPr bwMode="auto">
              <a:xfrm rot="0" flipH="0" flipV="0">
                <a:off x="3621363" y="163416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8789363" name="Freeform 49"/>
              <p:cNvSpPr/>
              <p:nvPr/>
            </p:nvSpPr>
            <p:spPr bwMode="auto">
              <a:xfrm rot="0" flipH="0" flipV="0">
                <a:off x="3621363" y="262001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1866959" name="TextBox 50"/>
              <p:cNvSpPr txBox="1"/>
              <p:nvPr/>
            </p:nvSpPr>
            <p:spPr bwMode="auto">
              <a:xfrm rot="0" flipH="0" flipV="0">
                <a:off x="3621363" y="2451249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1987719" name="Freeform 52"/>
              <p:cNvSpPr/>
              <p:nvPr/>
            </p:nvSpPr>
            <p:spPr bwMode="auto">
              <a:xfrm rot="0" flipH="0" flipV="0">
                <a:off x="3621363" y="34371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44239116" name="TextBox 53"/>
              <p:cNvSpPr txBox="1"/>
              <p:nvPr/>
            </p:nvSpPr>
            <p:spPr bwMode="auto">
              <a:xfrm rot="0" flipH="0" flipV="0">
                <a:off x="3621363" y="326833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8522943" name=""/>
          <p:cNvGrpSpPr/>
          <p:nvPr/>
        </p:nvGrpSpPr>
        <p:grpSpPr bwMode="auto">
          <a:xfrm>
            <a:off x="650702" y="185207"/>
            <a:ext cx="9430839" cy="6518670"/>
            <a:chOff x="0" y="0"/>
            <a:chExt cx="9430839" cy="6518670"/>
          </a:xfrm>
        </p:grpSpPr>
        <p:sp>
          <p:nvSpPr>
            <p:cNvPr id="1468288132" name="TextBox 32"/>
            <p:cNvSpPr txBox="1"/>
            <p:nvPr/>
          </p:nvSpPr>
          <p:spPr bwMode="auto">
            <a:xfrm>
              <a:off x="2868870" y="132644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Wabisabi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009652" name="TextBox 33"/>
            <p:cNvSpPr txBox="1"/>
            <p:nvPr/>
          </p:nvSpPr>
          <p:spPr bwMode="auto">
            <a:xfrm>
              <a:off x="3043540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5610427" name="TextBox 38"/>
            <p:cNvSpPr txBox="1"/>
            <p:nvPr/>
          </p:nvSpPr>
          <p:spPr bwMode="auto">
            <a:xfrm>
              <a:off x="6664718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4573822" name="Freeform 54"/>
            <p:cNvSpPr/>
            <p:nvPr/>
          </p:nvSpPr>
          <p:spPr bwMode="auto">
            <a:xfrm>
              <a:off x="1197030" y="878836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0733957" name="TextBox 55"/>
            <p:cNvSpPr txBox="1"/>
            <p:nvPr/>
          </p:nvSpPr>
          <p:spPr bwMode="auto">
            <a:xfrm>
              <a:off x="0" y="948204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999846" name="Freeform 56"/>
            <p:cNvSpPr/>
            <p:nvPr/>
          </p:nvSpPr>
          <p:spPr bwMode="auto">
            <a:xfrm>
              <a:off x="1197030" y="1942069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7643367" name="TextBox 57"/>
            <p:cNvSpPr txBox="1"/>
            <p:nvPr/>
          </p:nvSpPr>
          <p:spPr bwMode="auto">
            <a:xfrm>
              <a:off x="0" y="2011440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59860" name="AutoShape 58"/>
            <p:cNvSpPr/>
            <p:nvPr/>
          </p:nvSpPr>
          <p:spPr bwMode="auto">
            <a:xfrm flipH="1">
              <a:off x="1838086" y="2085968"/>
              <a:ext cx="1164134" cy="20784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4826289" name="AutoShape 59"/>
            <p:cNvSpPr/>
            <p:nvPr/>
          </p:nvSpPr>
          <p:spPr bwMode="auto">
            <a:xfrm flipH="1" flipV="1">
              <a:off x="1838086" y="1230579"/>
              <a:ext cx="1164134" cy="19510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342827" name="Rectangle: Rounded Corners 12"/>
            <p:cNvSpPr/>
            <p:nvPr/>
          </p:nvSpPr>
          <p:spPr bwMode="auto">
            <a:xfrm flipH="0" flipV="0">
              <a:off x="2614876" y="0"/>
              <a:ext cx="6815963" cy="651867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548650544" name=""/>
            <p:cNvGrpSpPr/>
            <p:nvPr/>
          </p:nvGrpSpPr>
          <p:grpSpPr bwMode="auto">
            <a:xfrm>
              <a:off x="3002220" y="1023698"/>
              <a:ext cx="5927904" cy="5278527"/>
              <a:chOff x="0" y="0"/>
              <a:chExt cx="5927904" cy="5278527"/>
            </a:xfrm>
          </p:grpSpPr>
          <p:sp>
            <p:nvSpPr>
              <p:cNvPr id="1146239601" name="Freeform 30"/>
              <p:cNvSpPr/>
              <p:nvPr/>
            </p:nvSpPr>
            <p:spPr bwMode="auto">
              <a:xfrm rot="0" flipH="0" flipV="0">
                <a:off x="0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13875258" name="TextBox 31"/>
              <p:cNvSpPr txBox="1"/>
              <p:nvPr/>
            </p:nvSpPr>
            <p:spPr bwMode="auto">
              <a:xfrm rot="0" flipH="0" flipV="0">
                <a:off x="0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1707798" name="AutoShape 34"/>
              <p:cNvSpPr/>
              <p:nvPr/>
            </p:nvSpPr>
            <p:spPr bwMode="auto">
              <a:xfrm flipH="1">
                <a:off x="2963954" y="144661"/>
                <a:ext cx="0" cy="513386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95985722" name="Freeform 36"/>
              <p:cNvSpPr/>
              <p:nvPr/>
            </p:nvSpPr>
            <p:spPr bwMode="auto">
              <a:xfrm rot="0" flipH="0" flipV="0">
                <a:off x="0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777412" name="TextBox 37"/>
              <p:cNvSpPr txBox="1"/>
              <p:nvPr/>
            </p:nvSpPr>
            <p:spPr bwMode="auto">
              <a:xfrm rot="0" flipH="0" flipV="0">
                <a:off x="0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20128520" name="Freeform 40"/>
              <p:cNvSpPr/>
              <p:nvPr/>
            </p:nvSpPr>
            <p:spPr bwMode="auto">
              <a:xfrm rot="0" flipH="0" flipV="0">
                <a:off x="3621178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2447781" name="TextBox 41"/>
              <p:cNvSpPr txBox="1"/>
              <p:nvPr/>
            </p:nvSpPr>
            <p:spPr bwMode="auto">
              <a:xfrm rot="0" flipH="0" flipV="0">
                <a:off x="3621178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524277" name="Freeform 43"/>
              <p:cNvSpPr/>
              <p:nvPr/>
            </p:nvSpPr>
            <p:spPr bwMode="auto">
              <a:xfrm rot="0" flipH="0" flipV="0">
                <a:off x="3621178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91834" name="TextBox 44"/>
              <p:cNvSpPr txBox="1"/>
              <p:nvPr/>
            </p:nvSpPr>
            <p:spPr bwMode="auto">
              <a:xfrm rot="0" flipH="0" flipV="0">
                <a:off x="3621178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31786232" name="Freeform 46"/>
              <p:cNvSpPr/>
              <p:nvPr/>
            </p:nvSpPr>
            <p:spPr bwMode="auto">
              <a:xfrm rot="0" flipH="0" flipV="0">
                <a:off x="3621364" y="146522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2794972" name="TextBox 47"/>
              <p:cNvSpPr txBox="1"/>
              <p:nvPr/>
            </p:nvSpPr>
            <p:spPr bwMode="auto">
              <a:xfrm rot="0" flipH="0" flipV="0">
                <a:off x="3621364" y="132056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9928316" name="Freeform 49"/>
              <p:cNvSpPr/>
              <p:nvPr/>
            </p:nvSpPr>
            <p:spPr bwMode="auto">
              <a:xfrm rot="0" flipH="0" flipV="0">
                <a:off x="3621364" y="2125503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6441431" name="TextBox 50"/>
              <p:cNvSpPr txBox="1"/>
              <p:nvPr/>
            </p:nvSpPr>
            <p:spPr bwMode="auto">
              <a:xfrm rot="0" flipH="0" flipV="0">
                <a:off x="3621364" y="198084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958005" name="Freeform 52"/>
              <p:cNvSpPr/>
              <p:nvPr/>
            </p:nvSpPr>
            <p:spPr bwMode="auto">
              <a:xfrm rot="0" flipH="0" flipV="0">
                <a:off x="3621364" y="278578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368516" name="TextBox 53"/>
              <p:cNvSpPr txBox="1"/>
              <p:nvPr/>
            </p:nvSpPr>
            <p:spPr bwMode="auto">
              <a:xfrm rot="0" flipH="0" flipV="0">
                <a:off x="3621364" y="264112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629587" name="Freeform 61"/>
              <p:cNvSpPr/>
              <p:nvPr/>
            </p:nvSpPr>
            <p:spPr bwMode="auto">
              <a:xfrm rot="0" flipH="0" flipV="0">
                <a:off x="3621364" y="344331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3459768" name="TextBox 62"/>
              <p:cNvSpPr txBox="1"/>
              <p:nvPr/>
            </p:nvSpPr>
            <p:spPr bwMode="auto">
              <a:xfrm rot="0" flipH="0" flipV="0">
                <a:off x="3621364" y="329865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3668759" name="Freeform 64"/>
              <p:cNvSpPr/>
              <p:nvPr/>
            </p:nvSpPr>
            <p:spPr bwMode="auto">
              <a:xfrm rot="0" flipH="0" flipV="0">
                <a:off x="3621364" y="4103595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64354501" name="TextBox 65"/>
              <p:cNvSpPr txBox="1"/>
              <p:nvPr/>
            </p:nvSpPr>
            <p:spPr bwMode="auto">
              <a:xfrm rot="0" flipH="0" flipV="0">
                <a:off x="3621364" y="3958932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9729948" name="Freeform 67"/>
              <p:cNvSpPr/>
              <p:nvPr/>
            </p:nvSpPr>
            <p:spPr bwMode="auto">
              <a:xfrm rot="0" flipH="0" flipV="0">
                <a:off x="3621364" y="476387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38519380" name="TextBox 68"/>
              <p:cNvSpPr txBox="1"/>
              <p:nvPr/>
            </p:nvSpPr>
            <p:spPr bwMode="auto">
              <a:xfrm rot="0" flipH="0" flipV="0">
                <a:off x="3621364" y="461921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620369" name="AutoShape 26"/>
          <p:cNvSpPr/>
          <p:nvPr/>
        </p:nvSpPr>
        <p:spPr bwMode="auto">
          <a:xfrm flipH="1" flipV="1">
            <a:off x="1853766" y="111178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959574" name="AutoShape 27"/>
          <p:cNvSpPr/>
          <p:nvPr/>
        </p:nvSpPr>
        <p:spPr bwMode="auto">
          <a:xfrm flipH="1" flipV="1">
            <a:off x="1853766" y="2274966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308533" name="AutoShape 28"/>
          <p:cNvSpPr/>
          <p:nvPr/>
        </p:nvSpPr>
        <p:spPr bwMode="auto">
          <a:xfrm flipH="1">
            <a:off x="1853766" y="3438150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903708" name="AutoShape 29"/>
          <p:cNvSpPr/>
          <p:nvPr/>
        </p:nvSpPr>
        <p:spPr bwMode="auto">
          <a:xfrm flipH="1">
            <a:off x="1834716" y="3693169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811679" name="AutoShape 30"/>
          <p:cNvSpPr/>
          <p:nvPr/>
        </p:nvSpPr>
        <p:spPr bwMode="auto">
          <a:xfrm flipH="1">
            <a:off x="1853766" y="3954434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01496" name="AutoShape 31"/>
          <p:cNvSpPr/>
          <p:nvPr/>
        </p:nvSpPr>
        <p:spPr bwMode="auto">
          <a:xfrm flipH="1" flipV="1">
            <a:off x="6956138" y="3954041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679063" name="AutoShape 32"/>
          <p:cNvSpPr/>
          <p:nvPr/>
        </p:nvSpPr>
        <p:spPr bwMode="auto">
          <a:xfrm flipH="1" flipV="1">
            <a:off x="6956138" y="3697694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210182" name="AutoShape 33"/>
          <p:cNvSpPr/>
          <p:nvPr/>
        </p:nvSpPr>
        <p:spPr bwMode="auto">
          <a:xfrm flipH="1" flipV="1">
            <a:off x="6956138" y="3440723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97332" name="AutoShape 34"/>
          <p:cNvSpPr/>
          <p:nvPr/>
        </p:nvSpPr>
        <p:spPr bwMode="auto">
          <a:xfrm flipH="1">
            <a:off x="6956138" y="2286613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405400" name="AutoShape 35"/>
          <p:cNvSpPr/>
          <p:nvPr/>
        </p:nvSpPr>
        <p:spPr bwMode="auto">
          <a:xfrm flipH="1">
            <a:off x="6956138" y="1123429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034395" name="Freeform 36"/>
          <p:cNvSpPr/>
          <p:nvPr/>
        </p:nvSpPr>
        <p:spPr bwMode="auto">
          <a:xfrm>
            <a:off x="976332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009702" name="Group 37"/>
          <p:cNvGrpSpPr/>
          <p:nvPr/>
        </p:nvGrpSpPr>
        <p:grpSpPr bwMode="auto">
          <a:xfrm>
            <a:off x="5179851" y="2588558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965033798" name="Freeform 41"/>
          <p:cNvSpPr/>
          <p:nvPr/>
        </p:nvSpPr>
        <p:spPr bwMode="auto">
          <a:xfrm>
            <a:off x="976332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7964202" name="Freeform 42"/>
          <p:cNvSpPr/>
          <p:nvPr/>
        </p:nvSpPr>
        <p:spPr bwMode="auto">
          <a:xfrm>
            <a:off x="976332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961838" name="Freeform 43"/>
          <p:cNvSpPr/>
          <p:nvPr/>
        </p:nvSpPr>
        <p:spPr bwMode="auto">
          <a:xfrm>
            <a:off x="976332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891542" name="Freeform 44"/>
          <p:cNvSpPr/>
          <p:nvPr/>
        </p:nvSpPr>
        <p:spPr bwMode="auto">
          <a:xfrm>
            <a:off x="976332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9986208" name="Freeform 45"/>
          <p:cNvSpPr/>
          <p:nvPr/>
        </p:nvSpPr>
        <p:spPr bwMode="auto">
          <a:xfrm>
            <a:off x="10204163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211681" name="Freeform 46"/>
          <p:cNvSpPr/>
          <p:nvPr/>
        </p:nvSpPr>
        <p:spPr bwMode="auto">
          <a:xfrm>
            <a:off x="10204163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94647" name="Freeform 47"/>
          <p:cNvSpPr/>
          <p:nvPr/>
        </p:nvSpPr>
        <p:spPr bwMode="auto">
          <a:xfrm>
            <a:off x="10204163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442323" name="Freeform 48"/>
          <p:cNvSpPr/>
          <p:nvPr/>
        </p:nvSpPr>
        <p:spPr bwMode="auto">
          <a:xfrm>
            <a:off x="10204163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461159" name="Freeform 49"/>
          <p:cNvSpPr/>
          <p:nvPr/>
        </p:nvSpPr>
        <p:spPr bwMode="auto">
          <a:xfrm>
            <a:off x="10204163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730677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39398" y="2921447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85380820" name=""/>
          <p:cNvGrpSpPr/>
          <p:nvPr/>
        </p:nvGrpSpPr>
        <p:grpSpPr bwMode="auto">
          <a:xfrm>
            <a:off x="2677149" y="147173"/>
            <a:ext cx="6727359" cy="6503787"/>
            <a:chOff x="0" y="0"/>
            <a:chExt cx="6727359" cy="6503787"/>
          </a:xfrm>
        </p:grpSpPr>
        <p:sp>
          <p:nvSpPr>
            <p:cNvPr id="2143070051" name="TextBox 32"/>
            <p:cNvSpPr txBox="1"/>
            <p:nvPr/>
          </p:nvSpPr>
          <p:spPr bwMode="auto">
            <a:xfrm>
              <a:off x="228054" y="297660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5x5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8664478" name="TextBox 33"/>
            <p:cNvSpPr txBox="1"/>
            <p:nvPr/>
          </p:nvSpPr>
          <p:spPr bwMode="auto">
            <a:xfrm>
              <a:off x="402721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47951712" name="AutoShape 34"/>
            <p:cNvSpPr/>
            <p:nvPr/>
          </p:nvSpPr>
          <p:spPr bwMode="auto">
            <a:xfrm>
              <a:off x="3325356" y="94833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377555" name="TextBox 38"/>
            <p:cNvSpPr txBox="1"/>
            <p:nvPr/>
          </p:nvSpPr>
          <p:spPr bwMode="auto">
            <a:xfrm>
              <a:off x="4023900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3979721" name="Rectangle: Rounded Corners 12"/>
            <p:cNvSpPr/>
            <p:nvPr/>
          </p:nvSpPr>
          <p:spPr bwMode="auto">
            <a:xfrm flipH="0" flipV="0">
              <a:off x="0" y="0"/>
              <a:ext cx="6727360" cy="650378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1932437" name=""/>
            <p:cNvGrpSpPr/>
            <p:nvPr/>
          </p:nvGrpSpPr>
          <p:grpSpPr bwMode="auto">
            <a:xfrm>
              <a:off x="361400" y="1384495"/>
              <a:ext cx="5927902" cy="4750675"/>
              <a:chOff x="0" y="0"/>
              <a:chExt cx="5927902" cy="4750675"/>
            </a:xfrm>
          </p:grpSpPr>
          <p:sp>
            <p:nvSpPr>
              <p:cNvPr id="1283118363" name="Freeform 30"/>
              <p:cNvSpPr/>
              <p:nvPr/>
            </p:nvSpPr>
            <p:spPr bwMode="auto">
              <a:xfrm rot="0" flipH="0" flipV="0">
                <a:off x="0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6571969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02936932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752405" name="TextBox 37"/>
              <p:cNvSpPr txBox="1"/>
              <p:nvPr/>
            </p:nvSpPr>
            <p:spPr bwMode="auto">
              <a:xfrm rot="0" flipH="0" flipV="0">
                <a:off x="0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35791110" name="Freeform 40"/>
              <p:cNvSpPr/>
              <p:nvPr/>
            </p:nvSpPr>
            <p:spPr bwMode="auto">
              <a:xfrm rot="0" flipH="0" flipV="0">
                <a:off x="186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93486985" name="TextBox 41"/>
              <p:cNvSpPr txBox="1"/>
              <p:nvPr/>
            </p:nvSpPr>
            <p:spPr bwMode="auto">
              <a:xfrm rot="0" flipH="0" flipV="0">
                <a:off x="186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131751029" name="Freeform 43"/>
              <p:cNvSpPr/>
              <p:nvPr/>
            </p:nvSpPr>
            <p:spPr bwMode="auto">
              <a:xfrm rot="0" flipH="0" flipV="0">
                <a:off x="186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08311066" name="TextBox 44"/>
              <p:cNvSpPr txBox="1"/>
              <p:nvPr/>
            </p:nvSpPr>
            <p:spPr bwMode="auto">
              <a:xfrm rot="0" flipH="0" flipV="0">
                <a:off x="186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48046821" name="Freeform 46"/>
              <p:cNvSpPr/>
              <p:nvPr/>
            </p:nvSpPr>
            <p:spPr bwMode="auto">
              <a:xfrm rot="0" flipH="0" flipV="0">
                <a:off x="186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33850198" name="TextBox 47"/>
              <p:cNvSpPr txBox="1"/>
              <p:nvPr/>
            </p:nvSpPr>
            <p:spPr bwMode="auto">
              <a:xfrm rot="0" flipH="0" flipV="0">
                <a:off x="186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81736618" name="Freeform 49"/>
              <p:cNvSpPr/>
              <p:nvPr/>
            </p:nvSpPr>
            <p:spPr bwMode="auto">
              <a:xfrm rot="0" flipH="0" flipV="0">
                <a:off x="3621179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51752625" name="TextBox 50"/>
              <p:cNvSpPr txBox="1"/>
              <p:nvPr/>
            </p:nvSpPr>
            <p:spPr bwMode="auto">
              <a:xfrm rot="0" flipH="0" flipV="0">
                <a:off x="3621179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9404464" name="Freeform 52"/>
              <p:cNvSpPr/>
              <p:nvPr/>
            </p:nvSpPr>
            <p:spPr bwMode="auto">
              <a:xfrm rot="0" flipH="0" flipV="0">
                <a:off x="3621179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7524191" name="TextBox 53"/>
              <p:cNvSpPr txBox="1"/>
              <p:nvPr/>
            </p:nvSpPr>
            <p:spPr bwMode="auto">
              <a:xfrm rot="0" flipH="0" flipV="0">
                <a:off x="3621179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66219339" name="Freeform 55"/>
              <p:cNvSpPr/>
              <p:nvPr/>
            </p:nvSpPr>
            <p:spPr bwMode="auto">
              <a:xfrm rot="0" flipH="0" flipV="0">
                <a:off x="3621363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442646" name="TextBox 56"/>
              <p:cNvSpPr txBox="1"/>
              <p:nvPr/>
            </p:nvSpPr>
            <p:spPr bwMode="auto">
              <a:xfrm rot="0" flipH="0" flipV="0">
                <a:off x="3621363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42210211" name="Freeform 58"/>
              <p:cNvSpPr/>
              <p:nvPr/>
            </p:nvSpPr>
            <p:spPr bwMode="auto">
              <a:xfrm rot="0" flipH="0" flipV="0">
                <a:off x="3621363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7205807" name="TextBox 59"/>
              <p:cNvSpPr txBox="1"/>
              <p:nvPr/>
            </p:nvSpPr>
            <p:spPr bwMode="auto">
              <a:xfrm rot="0" flipH="0" flipV="0">
                <a:off x="3621363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69416448" name="Freeform 61"/>
              <p:cNvSpPr/>
              <p:nvPr/>
            </p:nvSpPr>
            <p:spPr bwMode="auto">
              <a:xfrm rot="0" flipH="0" flipV="0">
                <a:off x="3621363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5051581" name="TextBox 62"/>
              <p:cNvSpPr txBox="1"/>
              <p:nvPr/>
            </p:nvSpPr>
            <p:spPr bwMode="auto">
              <a:xfrm rot="0" flipH="0" flipV="0">
                <a:off x="3621363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2121565" name=""/>
          <p:cNvGrpSpPr/>
          <p:nvPr/>
        </p:nvGrpSpPr>
        <p:grpSpPr bwMode="auto">
          <a:xfrm>
            <a:off x="2586197" y="213319"/>
            <a:ext cx="6660904" cy="6369841"/>
            <a:chOff x="0" y="0"/>
            <a:chExt cx="6660904" cy="6369841"/>
          </a:xfrm>
        </p:grpSpPr>
        <p:sp>
          <p:nvSpPr>
            <p:cNvPr id="1090902521" name="TextBox 32"/>
            <p:cNvSpPr txBox="1"/>
            <p:nvPr/>
          </p:nvSpPr>
          <p:spPr bwMode="auto">
            <a:xfrm>
              <a:off x="228055" y="22026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6x6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3658642" name="TextBox 33"/>
            <p:cNvSpPr txBox="1"/>
            <p:nvPr/>
          </p:nvSpPr>
          <p:spPr bwMode="auto">
            <a:xfrm>
              <a:off x="402723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8448444" name="AutoShape 34"/>
            <p:cNvSpPr/>
            <p:nvPr/>
          </p:nvSpPr>
          <p:spPr bwMode="auto">
            <a:xfrm>
              <a:off x="3325357" y="87094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220894" name="TextBox 38"/>
            <p:cNvSpPr txBox="1"/>
            <p:nvPr/>
          </p:nvSpPr>
          <p:spPr bwMode="auto">
            <a:xfrm>
              <a:off x="4023900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3424853" name="Rectangle: Rounded Corners 12"/>
            <p:cNvSpPr/>
            <p:nvPr/>
          </p:nvSpPr>
          <p:spPr bwMode="auto">
            <a:xfrm flipH="0" flipV="0">
              <a:off x="0" y="0"/>
              <a:ext cx="6660906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7923592" name=""/>
            <p:cNvGrpSpPr/>
            <p:nvPr/>
          </p:nvGrpSpPr>
          <p:grpSpPr bwMode="auto">
            <a:xfrm>
              <a:off x="361404" y="1307106"/>
              <a:ext cx="5927901" cy="4758644"/>
              <a:chOff x="0" y="0"/>
              <a:chExt cx="5927901" cy="4758644"/>
            </a:xfrm>
          </p:grpSpPr>
          <p:sp>
            <p:nvSpPr>
              <p:cNvPr id="1792812786" name="Freeform 30"/>
              <p:cNvSpPr/>
              <p:nvPr/>
            </p:nvSpPr>
            <p:spPr bwMode="auto">
              <a:xfrm rot="0" flipH="0" flipV="0">
                <a:off x="0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002921" name="TextBox 31"/>
              <p:cNvSpPr txBox="1"/>
              <p:nvPr/>
            </p:nvSpPr>
            <p:spPr bwMode="auto">
              <a:xfrm rot="0" flipH="0" flipV="0">
                <a:off x="0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65636003" name="Freeform 36"/>
              <p:cNvSpPr/>
              <p:nvPr/>
            </p:nvSpPr>
            <p:spPr bwMode="auto">
              <a:xfrm rot="0" flipH="0" flipV="0">
                <a:off x="0" y="963227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22799106" name="TextBox 37"/>
              <p:cNvSpPr txBox="1"/>
              <p:nvPr/>
            </p:nvSpPr>
            <p:spPr bwMode="auto">
              <a:xfrm rot="0" flipH="0" flipV="0">
                <a:off x="0" y="794461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92002631" name="Freeform 40"/>
              <p:cNvSpPr/>
              <p:nvPr/>
            </p:nvSpPr>
            <p:spPr bwMode="auto">
              <a:xfrm rot="0" flipH="0" flipV="0">
                <a:off x="185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34118117" name="TextBox 41"/>
              <p:cNvSpPr txBox="1"/>
              <p:nvPr/>
            </p:nvSpPr>
            <p:spPr bwMode="auto">
              <a:xfrm rot="0" flipH="0" flipV="0">
                <a:off x="185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68170098" name="Freeform 43"/>
              <p:cNvSpPr/>
              <p:nvPr/>
            </p:nvSpPr>
            <p:spPr bwMode="auto">
              <a:xfrm rot="0" flipH="0" flipV="0">
                <a:off x="185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49698567" name="TextBox 44"/>
              <p:cNvSpPr txBox="1"/>
              <p:nvPr/>
            </p:nvSpPr>
            <p:spPr bwMode="auto">
              <a:xfrm rot="0" flipH="0" flipV="0">
                <a:off x="185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10864195" name="Freeform 46"/>
              <p:cNvSpPr/>
              <p:nvPr/>
            </p:nvSpPr>
            <p:spPr bwMode="auto">
              <a:xfrm rot="0" flipH="0" flipV="0">
                <a:off x="185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81448195" name="TextBox 47"/>
              <p:cNvSpPr txBox="1"/>
              <p:nvPr/>
            </p:nvSpPr>
            <p:spPr bwMode="auto">
              <a:xfrm rot="0" flipH="0" flipV="0">
                <a:off x="185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67680218" name="Freeform 49"/>
              <p:cNvSpPr/>
              <p:nvPr/>
            </p:nvSpPr>
            <p:spPr bwMode="auto">
              <a:xfrm rot="0" flipH="0" flipV="0">
                <a:off x="3621177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75785526" name="TextBox 50"/>
              <p:cNvSpPr txBox="1"/>
              <p:nvPr/>
            </p:nvSpPr>
            <p:spPr bwMode="auto">
              <a:xfrm rot="0" flipH="0" flipV="0">
                <a:off x="3621177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525172489" name="Freeform 52"/>
              <p:cNvSpPr/>
              <p:nvPr/>
            </p:nvSpPr>
            <p:spPr bwMode="auto">
              <a:xfrm rot="0" flipH="0" flipV="0">
                <a:off x="3621362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4722117" name="TextBox 53"/>
              <p:cNvSpPr txBox="1"/>
              <p:nvPr/>
            </p:nvSpPr>
            <p:spPr bwMode="auto">
              <a:xfrm rot="0" flipH="0" flipV="0">
                <a:off x="3621362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47256485" name="Freeform 55"/>
              <p:cNvSpPr/>
              <p:nvPr/>
            </p:nvSpPr>
            <p:spPr bwMode="auto">
              <a:xfrm rot="0" flipH="0" flipV="0">
                <a:off x="3621362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85205114" name="TextBox 56"/>
              <p:cNvSpPr txBox="1"/>
              <p:nvPr/>
            </p:nvSpPr>
            <p:spPr bwMode="auto">
              <a:xfrm rot="0" flipH="0" flipV="0">
                <a:off x="3621362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872435" name="Freeform 58"/>
              <p:cNvSpPr/>
              <p:nvPr/>
            </p:nvSpPr>
            <p:spPr bwMode="auto">
              <a:xfrm rot="0" flipH="0" flipV="0">
                <a:off x="185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35111699" name="TextBox 59"/>
              <p:cNvSpPr txBox="1"/>
              <p:nvPr/>
            </p:nvSpPr>
            <p:spPr bwMode="auto">
              <a:xfrm rot="0" flipH="0" flipV="0">
                <a:off x="185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80138877" name="Freeform 61"/>
              <p:cNvSpPr/>
              <p:nvPr/>
            </p:nvSpPr>
            <p:spPr bwMode="auto">
              <a:xfrm rot="0" flipH="0" flipV="0">
                <a:off x="3621362" y="958856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44434345" name="TextBox 62"/>
              <p:cNvSpPr txBox="1"/>
              <p:nvPr/>
            </p:nvSpPr>
            <p:spPr bwMode="auto">
              <a:xfrm rot="0" flipH="0" flipV="0">
                <a:off x="3621362" y="790092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69390349" name="Freeform 64"/>
              <p:cNvSpPr/>
              <p:nvPr/>
            </p:nvSpPr>
            <p:spPr bwMode="auto">
              <a:xfrm rot="0" flipH="0" flipV="0">
                <a:off x="3621177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95903857" name="TextBox 65"/>
              <p:cNvSpPr txBox="1"/>
              <p:nvPr/>
            </p:nvSpPr>
            <p:spPr bwMode="auto">
              <a:xfrm rot="0" flipH="0" flipV="0">
                <a:off x="3621177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75081661" name="Freeform 67"/>
              <p:cNvSpPr/>
              <p:nvPr/>
            </p:nvSpPr>
            <p:spPr bwMode="auto">
              <a:xfrm rot="0" flipH="0" flipV="0">
                <a:off x="3621177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20010201" name="TextBox 68"/>
              <p:cNvSpPr txBox="1"/>
              <p:nvPr/>
            </p:nvSpPr>
            <p:spPr bwMode="auto">
              <a:xfrm rot="0" flipH="0" flipV="0">
                <a:off x="3621177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762988" name=""/>
          <p:cNvGrpSpPr/>
          <p:nvPr/>
        </p:nvGrpSpPr>
        <p:grpSpPr bwMode="auto">
          <a:xfrm>
            <a:off x="2662265" y="236470"/>
            <a:ext cx="6727358" cy="6474022"/>
            <a:chOff x="0" y="0"/>
            <a:chExt cx="6727358" cy="6474022"/>
          </a:xfrm>
        </p:grpSpPr>
        <p:sp>
          <p:nvSpPr>
            <p:cNvPr id="1252476722" name="TextBox 32"/>
            <p:cNvSpPr txBox="1"/>
            <p:nvPr/>
          </p:nvSpPr>
          <p:spPr bwMode="auto">
            <a:xfrm>
              <a:off x="228054" y="288731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7x7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7041131" name="TextBox 33"/>
            <p:cNvSpPr txBox="1"/>
            <p:nvPr/>
          </p:nvSpPr>
          <p:spPr bwMode="auto">
            <a:xfrm>
              <a:off x="402723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2181941" name="AutoShape 34"/>
            <p:cNvSpPr/>
            <p:nvPr/>
          </p:nvSpPr>
          <p:spPr bwMode="auto">
            <a:xfrm>
              <a:off x="3325356" y="103465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411948" name="TextBox 38"/>
            <p:cNvSpPr txBox="1"/>
            <p:nvPr/>
          </p:nvSpPr>
          <p:spPr bwMode="auto">
            <a:xfrm>
              <a:off x="4023900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2424913" name="Rectangle: Rounded Corners 12"/>
            <p:cNvSpPr/>
            <p:nvPr/>
          </p:nvSpPr>
          <p:spPr bwMode="auto">
            <a:xfrm flipH="0" flipV="0">
              <a:off x="0" y="0"/>
              <a:ext cx="6727359" cy="647402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78467139" name=""/>
            <p:cNvGrpSpPr/>
            <p:nvPr/>
          </p:nvGrpSpPr>
          <p:grpSpPr bwMode="auto">
            <a:xfrm>
              <a:off x="361401" y="1469685"/>
              <a:ext cx="5927902" cy="4599680"/>
              <a:chOff x="0" y="0"/>
              <a:chExt cx="5927902" cy="4599680"/>
            </a:xfrm>
          </p:grpSpPr>
          <p:sp>
            <p:nvSpPr>
              <p:cNvPr id="2083217307" name="Freeform 30"/>
              <p:cNvSpPr/>
              <p:nvPr/>
            </p:nvSpPr>
            <p:spPr bwMode="auto">
              <a:xfrm rot="0" flipH="0" flipV="0">
                <a:off x="0" y="16989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2932514" name="TextBox 31"/>
              <p:cNvSpPr txBox="1"/>
              <p:nvPr/>
            </p:nvSpPr>
            <p:spPr bwMode="auto">
              <a:xfrm rot="0" flipH="0" flipV="0">
                <a:off x="0" y="113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9818349" name="Freeform 36"/>
              <p:cNvSpPr/>
              <p:nvPr/>
            </p:nvSpPr>
            <p:spPr bwMode="auto">
              <a:xfrm rot="0" flipH="0" flipV="0">
                <a:off x="0" y="81652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759931" name="TextBox 37"/>
              <p:cNvSpPr txBox="1"/>
              <p:nvPr/>
            </p:nvSpPr>
            <p:spPr bwMode="auto">
              <a:xfrm rot="0" flipH="0" flipV="0">
                <a:off x="0" y="64775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4284252" name="Freeform 40"/>
              <p:cNvSpPr/>
              <p:nvPr/>
            </p:nvSpPr>
            <p:spPr bwMode="auto">
              <a:xfrm rot="0" flipH="0" flipV="0">
                <a:off x="186" y="1465404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6351426" name="TextBox 41"/>
              <p:cNvSpPr txBox="1"/>
              <p:nvPr/>
            </p:nvSpPr>
            <p:spPr bwMode="auto">
              <a:xfrm rot="0" flipH="0" flipV="0">
                <a:off x="186" y="1296639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5158599" name="Freeform 43"/>
              <p:cNvSpPr/>
              <p:nvPr/>
            </p:nvSpPr>
            <p:spPr bwMode="auto">
              <a:xfrm rot="0" flipH="0" flipV="0">
                <a:off x="186" y="2114292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41030179" name="TextBox 44"/>
              <p:cNvSpPr txBox="1"/>
              <p:nvPr/>
            </p:nvSpPr>
            <p:spPr bwMode="auto">
              <a:xfrm rot="0" flipH="0" flipV="0">
                <a:off x="186" y="1945526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50323" name="Freeform 46"/>
              <p:cNvSpPr/>
              <p:nvPr/>
            </p:nvSpPr>
            <p:spPr bwMode="auto">
              <a:xfrm rot="0" flipH="0" flipV="0">
                <a:off x="186" y="276317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6137121" name="TextBox 47"/>
              <p:cNvSpPr txBox="1"/>
              <p:nvPr/>
            </p:nvSpPr>
            <p:spPr bwMode="auto">
              <a:xfrm rot="0" flipH="0" flipV="0">
                <a:off x="186" y="25944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478581" name="Freeform 49"/>
              <p:cNvSpPr/>
              <p:nvPr/>
            </p:nvSpPr>
            <p:spPr bwMode="auto">
              <a:xfrm rot="0" flipH="0" flipV="0">
                <a:off x="186" y="34120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3168605" name="TextBox 50"/>
              <p:cNvSpPr txBox="1"/>
              <p:nvPr/>
            </p:nvSpPr>
            <p:spPr bwMode="auto">
              <a:xfrm rot="0" flipH="0" flipV="0">
                <a:off x="186" y="324329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472801" name="Freeform 52"/>
              <p:cNvSpPr/>
              <p:nvPr/>
            </p:nvSpPr>
            <p:spPr bwMode="auto">
              <a:xfrm rot="0" flipH="0" flipV="0">
                <a:off x="0" y="40609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4031951" name="TextBox 53"/>
              <p:cNvSpPr txBox="1"/>
              <p:nvPr/>
            </p:nvSpPr>
            <p:spPr bwMode="auto">
              <a:xfrm rot="0" flipH="0" flipV="0">
                <a:off x="0" y="38921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6628763" name="Freeform 55"/>
              <p:cNvSpPr/>
              <p:nvPr/>
            </p:nvSpPr>
            <p:spPr bwMode="auto">
              <a:xfrm rot="0" flipH="0" flipV="0">
                <a:off x="3621178" y="168765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4112505" name="TextBox 56"/>
              <p:cNvSpPr txBox="1"/>
              <p:nvPr/>
            </p:nvSpPr>
            <p:spPr bwMode="auto">
              <a:xfrm rot="0" flipH="0" flipV="0">
                <a:off x="3621178" y="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565787" name="Freeform 58"/>
              <p:cNvSpPr/>
              <p:nvPr/>
            </p:nvSpPr>
            <p:spPr bwMode="auto">
              <a:xfrm rot="0" flipH="0" flipV="0">
                <a:off x="3621178" y="815389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923961" name="TextBox 59"/>
              <p:cNvSpPr txBox="1"/>
              <p:nvPr/>
            </p:nvSpPr>
            <p:spPr bwMode="auto">
              <a:xfrm rot="0" flipH="0" flipV="0">
                <a:off x="3621178" y="646623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7669934" name="Freeform 61"/>
              <p:cNvSpPr/>
              <p:nvPr/>
            </p:nvSpPr>
            <p:spPr bwMode="auto">
              <a:xfrm rot="0" flipH="0" flipV="0">
                <a:off x="3621363" y="146427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540080" name="TextBox 62"/>
              <p:cNvSpPr txBox="1"/>
              <p:nvPr/>
            </p:nvSpPr>
            <p:spPr bwMode="auto">
              <a:xfrm rot="0" flipH="0" flipV="0">
                <a:off x="3621363" y="12955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196113" name="Freeform 64"/>
              <p:cNvSpPr/>
              <p:nvPr/>
            </p:nvSpPr>
            <p:spPr bwMode="auto">
              <a:xfrm rot="0" flipH="0" flipV="0">
                <a:off x="3621363" y="21131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6766539" name="TextBox 65"/>
              <p:cNvSpPr txBox="1"/>
              <p:nvPr/>
            </p:nvSpPr>
            <p:spPr bwMode="auto">
              <a:xfrm rot="0" flipH="0" flipV="0">
                <a:off x="3621363" y="194439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5230604" name="Freeform 67"/>
              <p:cNvSpPr/>
              <p:nvPr/>
            </p:nvSpPr>
            <p:spPr bwMode="auto">
              <a:xfrm rot="0" flipH="0" flipV="0">
                <a:off x="3621363" y="27620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8081906" name="TextBox 68"/>
              <p:cNvSpPr txBox="1"/>
              <p:nvPr/>
            </p:nvSpPr>
            <p:spPr bwMode="auto">
              <a:xfrm rot="0" flipH="0" flipV="0">
                <a:off x="3621363" y="25932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5061290" name="Freeform 70"/>
              <p:cNvSpPr/>
              <p:nvPr/>
            </p:nvSpPr>
            <p:spPr bwMode="auto">
              <a:xfrm rot="0" flipH="0" flipV="0">
                <a:off x="3621363" y="3410930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2647273" name="TextBox 71"/>
              <p:cNvSpPr txBox="1"/>
              <p:nvPr/>
            </p:nvSpPr>
            <p:spPr bwMode="auto">
              <a:xfrm rot="0" flipH="0" flipV="0">
                <a:off x="3621363" y="324216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3010498" name="Freeform 73"/>
              <p:cNvSpPr/>
              <p:nvPr/>
            </p:nvSpPr>
            <p:spPr bwMode="auto">
              <a:xfrm rot="0" flipH="0" flipV="0">
                <a:off x="3621178" y="405981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996810" name="TextBox 74"/>
              <p:cNvSpPr txBox="1"/>
              <p:nvPr/>
            </p:nvSpPr>
            <p:spPr bwMode="auto">
              <a:xfrm rot="0" flipH="0" flipV="0">
                <a:off x="3621178" y="389105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34668003" name=""/>
          <p:cNvGrpSpPr/>
          <p:nvPr/>
        </p:nvGrpSpPr>
        <p:grpSpPr bwMode="auto">
          <a:xfrm>
            <a:off x="2824323" y="221587"/>
            <a:ext cx="6638754" cy="6488905"/>
            <a:chOff x="0" y="0"/>
            <a:chExt cx="6638754" cy="6488905"/>
          </a:xfrm>
        </p:grpSpPr>
        <p:sp>
          <p:nvSpPr>
            <p:cNvPr id="1462372750" name="TextBox 32"/>
            <p:cNvSpPr txBox="1"/>
            <p:nvPr/>
          </p:nvSpPr>
          <p:spPr bwMode="auto">
            <a:xfrm>
              <a:off x="228055" y="28277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8x8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97001895" name="TextBox 33"/>
            <p:cNvSpPr txBox="1"/>
            <p:nvPr/>
          </p:nvSpPr>
          <p:spPr bwMode="auto">
            <a:xfrm>
              <a:off x="402723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70897259" name="TextBox 38"/>
            <p:cNvSpPr txBox="1"/>
            <p:nvPr/>
          </p:nvSpPr>
          <p:spPr bwMode="auto">
            <a:xfrm>
              <a:off x="4023900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33553967" name="Rectangle: Rounded Corners 12"/>
            <p:cNvSpPr/>
            <p:nvPr/>
          </p:nvSpPr>
          <p:spPr bwMode="auto">
            <a:xfrm flipH="0" flipV="0">
              <a:off x="0" y="0"/>
              <a:ext cx="6638755" cy="64889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18054359" name=""/>
            <p:cNvGrpSpPr/>
            <p:nvPr/>
          </p:nvGrpSpPr>
          <p:grpSpPr bwMode="auto">
            <a:xfrm>
              <a:off x="342155" y="1123956"/>
              <a:ext cx="5947148" cy="4952982"/>
              <a:chOff x="0" y="0"/>
              <a:chExt cx="5947148" cy="4952982"/>
            </a:xfrm>
          </p:grpSpPr>
          <p:sp>
            <p:nvSpPr>
              <p:cNvPr id="1822653411" name="Freeform 30"/>
              <p:cNvSpPr/>
              <p:nvPr/>
            </p:nvSpPr>
            <p:spPr bwMode="auto">
              <a:xfrm rot="0" flipH="0" flipV="0">
                <a:off x="0" y="418299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5199954" name="TextBox 31"/>
              <p:cNvSpPr txBox="1"/>
              <p:nvPr/>
            </p:nvSpPr>
            <p:spPr bwMode="auto">
              <a:xfrm rot="0" flipH="0" flipV="0">
                <a:off x="0" y="2736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9536932" name="AutoShape 34"/>
              <p:cNvSpPr/>
              <p:nvPr/>
            </p:nvSpPr>
            <p:spPr bwMode="auto">
              <a:xfrm>
                <a:off x="2983199" y="0"/>
                <a:ext cx="0" cy="4948852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97171662" name="Freeform 36"/>
              <p:cNvSpPr/>
              <p:nvPr/>
            </p:nvSpPr>
            <p:spPr bwMode="auto">
              <a:xfrm rot="0" flipH="0" flipV="0">
                <a:off x="0" y="98981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1035804" name="TextBox 37"/>
              <p:cNvSpPr txBox="1"/>
              <p:nvPr/>
            </p:nvSpPr>
            <p:spPr bwMode="auto">
              <a:xfrm rot="0" flipH="0" flipV="0">
                <a:off x="0" y="845157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0793180" name="Freeform 40"/>
              <p:cNvSpPr/>
              <p:nvPr/>
            </p:nvSpPr>
            <p:spPr bwMode="auto">
              <a:xfrm rot="0" flipH="0" flipV="0">
                <a:off x="185" y="156457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5497736" name="TextBox 41"/>
              <p:cNvSpPr txBox="1"/>
              <p:nvPr/>
            </p:nvSpPr>
            <p:spPr bwMode="auto">
              <a:xfrm rot="0" flipH="0" flipV="0">
                <a:off x="185" y="141991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5078658" name="Freeform 43"/>
              <p:cNvSpPr/>
              <p:nvPr/>
            </p:nvSpPr>
            <p:spPr bwMode="auto">
              <a:xfrm rot="0" flipH="0" flipV="0">
                <a:off x="185" y="213932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8587656" name="TextBox 44"/>
              <p:cNvSpPr txBox="1"/>
              <p:nvPr/>
            </p:nvSpPr>
            <p:spPr bwMode="auto">
              <a:xfrm rot="0" flipH="0" flipV="0">
                <a:off x="185" y="199465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8246255" name="Freeform 46"/>
              <p:cNvSpPr/>
              <p:nvPr/>
            </p:nvSpPr>
            <p:spPr bwMode="auto">
              <a:xfrm rot="0" flipH="0" flipV="0">
                <a:off x="185" y="2714074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4644443" name="TextBox 47"/>
              <p:cNvSpPr txBox="1"/>
              <p:nvPr/>
            </p:nvSpPr>
            <p:spPr bwMode="auto">
              <a:xfrm rot="0" flipH="0" flipV="0">
                <a:off x="185" y="2569413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7461420" name="Freeform 49"/>
              <p:cNvSpPr/>
              <p:nvPr/>
            </p:nvSpPr>
            <p:spPr bwMode="auto">
              <a:xfrm rot="0" flipH="0" flipV="0">
                <a:off x="185" y="3288827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520049" name="TextBox 50"/>
              <p:cNvSpPr txBox="1"/>
              <p:nvPr/>
            </p:nvSpPr>
            <p:spPr bwMode="auto">
              <a:xfrm rot="0" flipH="0" flipV="0">
                <a:off x="185" y="3144166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511399" name="Freeform 52"/>
              <p:cNvSpPr/>
              <p:nvPr/>
            </p:nvSpPr>
            <p:spPr bwMode="auto">
              <a:xfrm rot="0" flipH="0" flipV="0">
                <a:off x="0" y="386358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1757457" name="TextBox 53"/>
              <p:cNvSpPr txBox="1"/>
              <p:nvPr/>
            </p:nvSpPr>
            <p:spPr bwMode="auto">
              <a:xfrm rot="0" flipH="0" flipV="0">
                <a:off x="0" y="371892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1697884" name="Freeform 55"/>
              <p:cNvSpPr/>
              <p:nvPr/>
            </p:nvSpPr>
            <p:spPr bwMode="auto">
              <a:xfrm rot="0" flipH="0" flipV="0">
                <a:off x="3640424" y="41722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1296636" name="TextBox 56"/>
              <p:cNvSpPr txBox="1"/>
              <p:nvPr/>
            </p:nvSpPr>
            <p:spPr bwMode="auto">
              <a:xfrm rot="0" flipH="0" flipV="0">
                <a:off x="3640424" y="27256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6740951" name="Freeform 58"/>
              <p:cNvSpPr/>
              <p:nvPr/>
            </p:nvSpPr>
            <p:spPr bwMode="auto">
              <a:xfrm rot="0" flipH="0" flipV="0">
                <a:off x="3640424" y="98874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678942" name="TextBox 59"/>
              <p:cNvSpPr txBox="1"/>
              <p:nvPr/>
            </p:nvSpPr>
            <p:spPr bwMode="auto">
              <a:xfrm rot="0" flipH="0" flipV="0">
                <a:off x="3640424" y="84407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32302361" name="Freeform 61"/>
              <p:cNvSpPr/>
              <p:nvPr/>
            </p:nvSpPr>
            <p:spPr bwMode="auto">
              <a:xfrm rot="0" flipH="0" flipV="0">
                <a:off x="3640609" y="156349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04721931" name="TextBox 62"/>
              <p:cNvSpPr txBox="1"/>
              <p:nvPr/>
            </p:nvSpPr>
            <p:spPr bwMode="auto">
              <a:xfrm rot="0" flipH="0" flipV="0">
                <a:off x="3640609" y="141883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4775324" name="Freeform 64"/>
              <p:cNvSpPr/>
              <p:nvPr/>
            </p:nvSpPr>
            <p:spPr bwMode="auto">
              <a:xfrm rot="0" flipH="0" flipV="0">
                <a:off x="3640609" y="2138245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489111" name="TextBox 65"/>
              <p:cNvSpPr txBox="1"/>
              <p:nvPr/>
            </p:nvSpPr>
            <p:spPr bwMode="auto">
              <a:xfrm rot="0" flipH="0" flipV="0">
                <a:off x="3640609" y="1993584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2576605" name="Freeform 67"/>
              <p:cNvSpPr/>
              <p:nvPr/>
            </p:nvSpPr>
            <p:spPr bwMode="auto">
              <a:xfrm rot="0" flipH="0" flipV="0">
                <a:off x="3640609" y="2712996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4478797" name="TextBox 68"/>
              <p:cNvSpPr txBox="1"/>
              <p:nvPr/>
            </p:nvSpPr>
            <p:spPr bwMode="auto">
              <a:xfrm rot="0" flipH="0" flipV="0">
                <a:off x="3640609" y="2568335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5741555" name="Freeform 70"/>
              <p:cNvSpPr/>
              <p:nvPr/>
            </p:nvSpPr>
            <p:spPr bwMode="auto">
              <a:xfrm rot="0" flipH="0" flipV="0">
                <a:off x="3621366" y="328774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90983" name="TextBox 71"/>
              <p:cNvSpPr txBox="1"/>
              <p:nvPr/>
            </p:nvSpPr>
            <p:spPr bwMode="auto">
              <a:xfrm rot="0" flipH="0" flipV="0">
                <a:off x="3621366" y="314308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9746898" name="Freeform 73"/>
              <p:cNvSpPr/>
              <p:nvPr/>
            </p:nvSpPr>
            <p:spPr bwMode="auto">
              <a:xfrm rot="0" flipH="0" flipV="0">
                <a:off x="3621177" y="386250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14401" name="TextBox 74"/>
              <p:cNvSpPr txBox="1"/>
              <p:nvPr/>
            </p:nvSpPr>
            <p:spPr bwMode="auto">
              <a:xfrm rot="0" flipH="0" flipV="0">
                <a:off x="3621177" y="37178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9887718" name="Freeform 76"/>
              <p:cNvSpPr/>
              <p:nvPr/>
            </p:nvSpPr>
            <p:spPr bwMode="auto">
              <a:xfrm rot="0" flipH="0" flipV="0">
                <a:off x="185" y="443833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12068844" name="TextBox 77"/>
              <p:cNvSpPr txBox="1"/>
              <p:nvPr/>
            </p:nvSpPr>
            <p:spPr bwMode="auto">
              <a:xfrm rot="0" flipH="0" flipV="0">
                <a:off x="185" y="429366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4425773" name="Freeform 79"/>
              <p:cNvSpPr/>
              <p:nvPr/>
            </p:nvSpPr>
            <p:spPr bwMode="auto">
              <a:xfrm rot="0" flipH="0" flipV="0">
                <a:off x="3621366" y="443725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6945689" name="TextBox 80"/>
              <p:cNvSpPr txBox="1"/>
              <p:nvPr/>
            </p:nvSpPr>
            <p:spPr bwMode="auto">
              <a:xfrm rot="0" flipH="0" flipV="0">
                <a:off x="3621366" y="429259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072955" name="AutoShape 26"/>
          <p:cNvSpPr/>
          <p:nvPr/>
        </p:nvSpPr>
        <p:spPr bwMode="auto">
          <a:xfrm flipH="1">
            <a:off x="1278095" y="2747750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900420" name="Freeform 27"/>
          <p:cNvSpPr/>
          <p:nvPr/>
        </p:nvSpPr>
        <p:spPr bwMode="auto">
          <a:xfrm>
            <a:off x="837991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88315" name="Freeform 28"/>
          <p:cNvSpPr/>
          <p:nvPr/>
        </p:nvSpPr>
        <p:spPr bwMode="auto">
          <a:xfrm>
            <a:off x="2839832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602354" name="Freeform 29"/>
          <p:cNvSpPr/>
          <p:nvPr/>
        </p:nvSpPr>
        <p:spPr bwMode="auto">
          <a:xfrm>
            <a:off x="2839832" y="375125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494060" name="Freeform 30"/>
          <p:cNvSpPr/>
          <p:nvPr/>
        </p:nvSpPr>
        <p:spPr bwMode="auto">
          <a:xfrm>
            <a:off x="2839832" y="419136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651688" name="Freeform 31"/>
          <p:cNvSpPr/>
          <p:nvPr/>
        </p:nvSpPr>
        <p:spPr bwMode="auto">
          <a:xfrm>
            <a:off x="2839832" y="243094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832454" name="Freeform 32"/>
          <p:cNvSpPr/>
          <p:nvPr/>
        </p:nvSpPr>
        <p:spPr bwMode="auto">
          <a:xfrm>
            <a:off x="2839832" y="287104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89129" name="AutoShape 33"/>
          <p:cNvSpPr/>
          <p:nvPr/>
        </p:nvSpPr>
        <p:spPr bwMode="auto">
          <a:xfrm flipH="1">
            <a:off x="1278095" y="3139479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640241" name="AutoShape 34"/>
          <p:cNvSpPr/>
          <p:nvPr/>
        </p:nvSpPr>
        <p:spPr bwMode="auto">
          <a:xfrm flipH="1">
            <a:off x="1278095" y="3531205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55513" name="AutoShape 35"/>
          <p:cNvSpPr/>
          <p:nvPr/>
        </p:nvSpPr>
        <p:spPr bwMode="auto">
          <a:xfrm flipH="1" flipV="1">
            <a:off x="1278095" y="3585559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29182" name="AutoShape 36"/>
          <p:cNvSpPr/>
          <p:nvPr/>
        </p:nvSpPr>
        <p:spPr bwMode="auto">
          <a:xfrm flipH="1" flipV="1">
            <a:off x="1278095" y="3627963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888449" name="Freeform 37"/>
          <p:cNvSpPr/>
          <p:nvPr/>
        </p:nvSpPr>
        <p:spPr bwMode="auto">
          <a:xfrm>
            <a:off x="5084541" y="13390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275775" name="Freeform 38"/>
          <p:cNvSpPr/>
          <p:nvPr/>
        </p:nvSpPr>
        <p:spPr bwMode="auto">
          <a:xfrm>
            <a:off x="5084541" y="17791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003689" name="Freeform 39"/>
          <p:cNvSpPr/>
          <p:nvPr/>
        </p:nvSpPr>
        <p:spPr bwMode="auto">
          <a:xfrm>
            <a:off x="5084541" y="221928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938451" name="Freeform 40"/>
          <p:cNvSpPr/>
          <p:nvPr/>
        </p:nvSpPr>
        <p:spPr bwMode="auto">
          <a:xfrm>
            <a:off x="5084541" y="45887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50482" name="Freeform 41"/>
          <p:cNvSpPr/>
          <p:nvPr/>
        </p:nvSpPr>
        <p:spPr bwMode="auto">
          <a:xfrm>
            <a:off x="5084541" y="89897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114953" name="Freeform 42"/>
          <p:cNvSpPr/>
          <p:nvPr/>
        </p:nvSpPr>
        <p:spPr bwMode="auto">
          <a:xfrm>
            <a:off x="5972240" y="52824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1547" name="Freeform 43"/>
          <p:cNvSpPr/>
          <p:nvPr/>
        </p:nvSpPr>
        <p:spPr bwMode="auto">
          <a:xfrm>
            <a:off x="5972240" y="57225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309346" name="Freeform 44"/>
          <p:cNvSpPr/>
          <p:nvPr/>
        </p:nvSpPr>
        <p:spPr bwMode="auto">
          <a:xfrm>
            <a:off x="5972240" y="616261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8249318" name="Freeform 45"/>
          <p:cNvSpPr/>
          <p:nvPr/>
        </p:nvSpPr>
        <p:spPr bwMode="auto">
          <a:xfrm>
            <a:off x="5972240" y="44021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722626" name="Freeform 46"/>
          <p:cNvSpPr/>
          <p:nvPr/>
        </p:nvSpPr>
        <p:spPr bwMode="auto">
          <a:xfrm>
            <a:off x="5972240" y="48422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860476" name="Freeform 47"/>
          <p:cNvSpPr/>
          <p:nvPr/>
        </p:nvSpPr>
        <p:spPr bwMode="auto">
          <a:xfrm>
            <a:off x="7424673" y="275129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705539" name="Freeform 48"/>
          <p:cNvSpPr/>
          <p:nvPr/>
        </p:nvSpPr>
        <p:spPr bwMode="auto">
          <a:xfrm>
            <a:off x="7424673" y="319139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738247" name="Freeform 49"/>
          <p:cNvSpPr/>
          <p:nvPr/>
        </p:nvSpPr>
        <p:spPr bwMode="auto">
          <a:xfrm>
            <a:off x="7424673" y="36315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629081" name="Freeform 50"/>
          <p:cNvSpPr/>
          <p:nvPr/>
        </p:nvSpPr>
        <p:spPr bwMode="auto">
          <a:xfrm>
            <a:off x="7424673" y="187108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17061" name="Freeform 51"/>
          <p:cNvSpPr/>
          <p:nvPr/>
        </p:nvSpPr>
        <p:spPr bwMode="auto">
          <a:xfrm>
            <a:off x="7424673" y="23111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906854" name="Freeform 52"/>
          <p:cNvSpPr/>
          <p:nvPr/>
        </p:nvSpPr>
        <p:spPr bwMode="auto">
          <a:xfrm>
            <a:off x="10659955" y="15166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188943" name="Freeform 53"/>
          <p:cNvSpPr/>
          <p:nvPr/>
        </p:nvSpPr>
        <p:spPr bwMode="auto">
          <a:xfrm>
            <a:off x="10659955" y="19567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012484" name="Freeform 54"/>
          <p:cNvSpPr/>
          <p:nvPr/>
        </p:nvSpPr>
        <p:spPr bwMode="auto">
          <a:xfrm>
            <a:off x="10659955" y="23968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877252" name="Freeform 55"/>
          <p:cNvSpPr/>
          <p:nvPr/>
        </p:nvSpPr>
        <p:spPr bwMode="auto">
          <a:xfrm>
            <a:off x="10659955" y="63647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12724" name="Freeform 56"/>
          <p:cNvSpPr/>
          <p:nvPr/>
        </p:nvSpPr>
        <p:spPr bwMode="auto">
          <a:xfrm>
            <a:off x="10659955" y="10765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157951" name="Freeform 57"/>
          <p:cNvSpPr/>
          <p:nvPr/>
        </p:nvSpPr>
        <p:spPr bwMode="auto">
          <a:xfrm>
            <a:off x="9988600" y="432369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384447" name="Freeform 58"/>
          <p:cNvSpPr/>
          <p:nvPr/>
        </p:nvSpPr>
        <p:spPr bwMode="auto">
          <a:xfrm>
            <a:off x="9988600" y="47637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681884" name="Freeform 59"/>
          <p:cNvSpPr/>
          <p:nvPr/>
        </p:nvSpPr>
        <p:spPr bwMode="auto">
          <a:xfrm>
            <a:off x="9988600" y="52039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11400" name="Freeform 60"/>
          <p:cNvSpPr/>
          <p:nvPr/>
        </p:nvSpPr>
        <p:spPr bwMode="auto">
          <a:xfrm>
            <a:off x="9988600" y="34434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244351" name="Freeform 61"/>
          <p:cNvSpPr/>
          <p:nvPr/>
        </p:nvSpPr>
        <p:spPr bwMode="auto">
          <a:xfrm>
            <a:off x="9988600" y="38835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371284" name="AutoShape 62"/>
          <p:cNvSpPr/>
          <p:nvPr/>
        </p:nvSpPr>
        <p:spPr bwMode="auto">
          <a:xfrm flipH="1">
            <a:off x="3264660" y="898974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848934" name="AutoShape 63"/>
          <p:cNvSpPr/>
          <p:nvPr/>
        </p:nvSpPr>
        <p:spPr bwMode="auto">
          <a:xfrm flipH="1">
            <a:off x="3279938" y="1312353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1929073" name="AutoShape 64"/>
          <p:cNvSpPr/>
          <p:nvPr/>
        </p:nvSpPr>
        <p:spPr bwMode="auto">
          <a:xfrm flipH="1">
            <a:off x="3279938" y="1709313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677212" name="AutoShape 65"/>
          <p:cNvSpPr/>
          <p:nvPr/>
        </p:nvSpPr>
        <p:spPr bwMode="auto">
          <a:xfrm flipH="1">
            <a:off x="3279938" y="2106274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013910" name="AutoShape 66"/>
          <p:cNvSpPr/>
          <p:nvPr/>
        </p:nvSpPr>
        <p:spPr bwMode="auto">
          <a:xfrm flipH="1">
            <a:off x="3279938" y="2503234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319382" name="AutoShape 67"/>
          <p:cNvSpPr/>
          <p:nvPr/>
        </p:nvSpPr>
        <p:spPr bwMode="auto">
          <a:xfrm flipH="1">
            <a:off x="3279938" y="2160253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877763" name="AutoShape 68"/>
          <p:cNvSpPr/>
          <p:nvPr/>
        </p:nvSpPr>
        <p:spPr bwMode="auto">
          <a:xfrm flipH="1">
            <a:off x="3279938" y="2579235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930375" name="AutoShape 69"/>
          <p:cNvSpPr/>
          <p:nvPr/>
        </p:nvSpPr>
        <p:spPr bwMode="auto">
          <a:xfrm flipH="1">
            <a:off x="3279938" y="2998216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73057" name="AutoShape 70"/>
          <p:cNvSpPr/>
          <p:nvPr/>
        </p:nvSpPr>
        <p:spPr bwMode="auto">
          <a:xfrm flipH="1">
            <a:off x="3279938" y="3417198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71027" name="AutoShape 71"/>
          <p:cNvSpPr/>
          <p:nvPr/>
        </p:nvSpPr>
        <p:spPr bwMode="auto">
          <a:xfrm flipH="1" flipV="1">
            <a:off x="3279938" y="3546581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93756" name="AutoShape 72"/>
          <p:cNvSpPr/>
          <p:nvPr/>
        </p:nvSpPr>
        <p:spPr bwMode="auto">
          <a:xfrm flipH="1" flipV="1">
            <a:off x="3279938" y="4426225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137452" name="AutoShape 73"/>
          <p:cNvSpPr/>
          <p:nvPr/>
        </p:nvSpPr>
        <p:spPr bwMode="auto">
          <a:xfrm flipH="1" flipV="1">
            <a:off x="3279938" y="4457143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14794" name="AutoShape 74"/>
          <p:cNvSpPr/>
          <p:nvPr/>
        </p:nvSpPr>
        <p:spPr bwMode="auto">
          <a:xfrm flipH="1" flipV="1">
            <a:off x="3279938" y="4488059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562701" name="AutoShape 75"/>
          <p:cNvSpPr/>
          <p:nvPr/>
        </p:nvSpPr>
        <p:spPr bwMode="auto">
          <a:xfrm flipH="1" flipV="1">
            <a:off x="3279938" y="4518978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033543" name="AutoShape 76"/>
          <p:cNvSpPr/>
          <p:nvPr/>
        </p:nvSpPr>
        <p:spPr bwMode="auto">
          <a:xfrm flipH="1" flipV="1">
            <a:off x="3279938" y="4549896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74132" name="AutoShape 77"/>
          <p:cNvSpPr/>
          <p:nvPr/>
        </p:nvSpPr>
        <p:spPr bwMode="auto">
          <a:xfrm flipH="1">
            <a:off x="6412345" y="3788403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78702" name="AutoShape 78"/>
          <p:cNvSpPr/>
          <p:nvPr/>
        </p:nvSpPr>
        <p:spPr bwMode="auto">
          <a:xfrm flipH="1">
            <a:off x="6412345" y="4204395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371144" name="AutoShape 79"/>
          <p:cNvSpPr/>
          <p:nvPr/>
        </p:nvSpPr>
        <p:spPr bwMode="auto">
          <a:xfrm flipH="1">
            <a:off x="6412345" y="4620385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167683" name="AutoShape 80"/>
          <p:cNvSpPr/>
          <p:nvPr/>
        </p:nvSpPr>
        <p:spPr bwMode="auto">
          <a:xfrm flipH="1">
            <a:off x="6412345" y="5036379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21971" name="AutoShape 81"/>
          <p:cNvSpPr/>
          <p:nvPr/>
        </p:nvSpPr>
        <p:spPr bwMode="auto">
          <a:xfrm flipH="1">
            <a:off x="6412345" y="5452371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508202" name="AutoShape 82"/>
          <p:cNvSpPr/>
          <p:nvPr/>
        </p:nvSpPr>
        <p:spPr bwMode="auto">
          <a:xfrm flipH="1">
            <a:off x="7864778" y="940505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007901" name="AutoShape 83"/>
          <p:cNvSpPr/>
          <p:nvPr/>
        </p:nvSpPr>
        <p:spPr bwMode="auto">
          <a:xfrm flipH="1">
            <a:off x="7864778" y="1350676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31570" name="AutoShape 84"/>
          <p:cNvSpPr/>
          <p:nvPr/>
        </p:nvSpPr>
        <p:spPr bwMode="auto">
          <a:xfrm flipH="1">
            <a:off x="7864778" y="1760846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676934" name="AutoShape 85"/>
          <p:cNvSpPr/>
          <p:nvPr/>
        </p:nvSpPr>
        <p:spPr bwMode="auto">
          <a:xfrm flipH="1" flipV="1">
            <a:off x="7864778" y="2096966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502958" name="AutoShape 86"/>
          <p:cNvSpPr/>
          <p:nvPr/>
        </p:nvSpPr>
        <p:spPr bwMode="auto">
          <a:xfrm flipH="1" flipV="1">
            <a:off x="7864778" y="2126900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0197613" name=""/>
          <p:cNvGrpSpPr/>
          <p:nvPr/>
        </p:nvGrpSpPr>
        <p:grpSpPr bwMode="auto">
          <a:xfrm>
            <a:off x="2547226" y="208359"/>
            <a:ext cx="6822554" cy="6533553"/>
            <a:chOff x="0" y="0"/>
            <a:chExt cx="6822554" cy="6533553"/>
          </a:xfrm>
        </p:grpSpPr>
        <p:sp>
          <p:nvSpPr>
            <p:cNvPr id="297429255" name="Freeform 30"/>
            <p:cNvSpPr/>
            <p:nvPr/>
          </p:nvSpPr>
          <p:spPr bwMode="auto">
            <a:xfrm rot="0" flipH="0" flipV="0">
              <a:off x="305524" y="1580051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539201" name="TextBox 31"/>
            <p:cNvSpPr txBox="1"/>
            <p:nvPr/>
          </p:nvSpPr>
          <p:spPr bwMode="auto">
            <a:xfrm rot="0" flipH="0" flipV="0">
              <a:off x="305524" y="1411285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158666" name="TextBox 32"/>
            <p:cNvSpPr txBox="1"/>
            <p:nvPr/>
          </p:nvSpPr>
          <p:spPr bwMode="auto">
            <a:xfrm>
              <a:off x="323250" y="22919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309904" name="TextBox 33"/>
            <p:cNvSpPr txBox="1"/>
            <p:nvPr/>
          </p:nvSpPr>
          <p:spPr bwMode="auto">
            <a:xfrm>
              <a:off x="497918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4133246" name="AutoShape 34"/>
            <p:cNvSpPr/>
            <p:nvPr/>
          </p:nvSpPr>
          <p:spPr bwMode="auto">
            <a:xfrm>
              <a:off x="3420553" y="97512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2744548" name="Freeform 36"/>
            <p:cNvSpPr/>
            <p:nvPr/>
          </p:nvSpPr>
          <p:spPr bwMode="auto">
            <a:xfrm rot="0" flipH="0" flipV="0">
              <a:off x="305524" y="2545965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9905058" name="TextBox 37"/>
            <p:cNvSpPr txBox="1"/>
            <p:nvPr/>
          </p:nvSpPr>
          <p:spPr bwMode="auto">
            <a:xfrm rot="0" flipH="0" flipV="0">
              <a:off x="305524" y="2377196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74285296" name="TextBox 38"/>
            <p:cNvSpPr txBox="1"/>
            <p:nvPr/>
          </p:nvSpPr>
          <p:spPr bwMode="auto">
            <a:xfrm>
              <a:off x="4119096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57097319" name="Freeform 40"/>
            <p:cNvSpPr/>
            <p:nvPr/>
          </p:nvSpPr>
          <p:spPr bwMode="auto">
            <a:xfrm rot="0" flipH="0" flipV="0">
              <a:off x="305524" y="3511874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879874" name="TextBox 41"/>
            <p:cNvSpPr txBox="1"/>
            <p:nvPr/>
          </p:nvSpPr>
          <p:spPr bwMode="auto">
            <a:xfrm rot="0" flipH="0" flipV="0">
              <a:off x="305524" y="3343108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</a:t>
              </a: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0932345" name="Freeform 43"/>
            <p:cNvSpPr/>
            <p:nvPr/>
          </p:nvSpPr>
          <p:spPr bwMode="auto">
            <a:xfrm rot="0" flipH="0" flipV="0">
              <a:off x="305524" y="4477786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425283" name="TextBox 44"/>
            <p:cNvSpPr txBox="1"/>
            <p:nvPr/>
          </p:nvSpPr>
          <p:spPr bwMode="auto">
            <a:xfrm rot="0" flipH="0" flipV="0">
              <a:off x="305524" y="4309020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29846" name="Freeform 46"/>
            <p:cNvSpPr/>
            <p:nvPr/>
          </p:nvSpPr>
          <p:spPr bwMode="auto">
            <a:xfrm rot="0" flipH="0" flipV="0">
              <a:off x="305524" y="5443697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4726808" name="TextBox 47"/>
            <p:cNvSpPr txBox="1"/>
            <p:nvPr/>
          </p:nvSpPr>
          <p:spPr bwMode="auto">
            <a:xfrm rot="0" flipH="0" flipV="0">
              <a:off x="305524" y="5274931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6877921" name="Freeform 49"/>
            <p:cNvSpPr/>
            <p:nvPr/>
          </p:nvSpPr>
          <p:spPr bwMode="auto">
            <a:xfrm rot="0" flipH="0" flipV="0">
              <a:off x="3709146" y="1580051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876398" name="TextBox 50"/>
            <p:cNvSpPr txBox="1"/>
            <p:nvPr/>
          </p:nvSpPr>
          <p:spPr bwMode="auto">
            <a:xfrm rot="0" flipH="0" flipV="0">
              <a:off x="3709146" y="1411285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3241675" name="Freeform 52"/>
            <p:cNvSpPr/>
            <p:nvPr/>
          </p:nvSpPr>
          <p:spPr bwMode="auto">
            <a:xfrm rot="0" flipH="0" flipV="0">
              <a:off x="3709146" y="2545965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6858019" name="TextBox 53"/>
            <p:cNvSpPr txBox="1"/>
            <p:nvPr/>
          </p:nvSpPr>
          <p:spPr bwMode="auto">
            <a:xfrm rot="0" flipH="0" flipV="0">
              <a:off x="3709146" y="2377196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8201806" name="Freeform 55"/>
            <p:cNvSpPr/>
            <p:nvPr/>
          </p:nvSpPr>
          <p:spPr bwMode="auto">
            <a:xfrm rot="0" flipH="0" flipV="0">
              <a:off x="3709146" y="3511874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3731815" name="TextBox 56"/>
            <p:cNvSpPr txBox="1"/>
            <p:nvPr/>
          </p:nvSpPr>
          <p:spPr bwMode="auto">
            <a:xfrm rot="0" flipH="0" flipV="0">
              <a:off x="3709146" y="3343108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59234492" name="Freeform 58"/>
            <p:cNvSpPr/>
            <p:nvPr/>
          </p:nvSpPr>
          <p:spPr bwMode="auto">
            <a:xfrm rot="0" flipH="0" flipV="0">
              <a:off x="3709146" y="4477788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0785127" name="TextBox 59"/>
            <p:cNvSpPr txBox="1"/>
            <p:nvPr/>
          </p:nvSpPr>
          <p:spPr bwMode="auto">
            <a:xfrm rot="0" flipH="0" flipV="0">
              <a:off x="3709146" y="4309020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1280982" name="Freeform 61"/>
            <p:cNvSpPr/>
            <p:nvPr/>
          </p:nvSpPr>
          <p:spPr bwMode="auto">
            <a:xfrm rot="0" flipH="0" flipV="0">
              <a:off x="3709146" y="5443697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754905" name="TextBox 62"/>
            <p:cNvSpPr txBox="1"/>
            <p:nvPr/>
          </p:nvSpPr>
          <p:spPr bwMode="auto">
            <a:xfrm rot="0" flipH="0" flipV="0">
              <a:off x="3709146" y="5274931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54996786" name="Rectangle: Rounded Corners 12"/>
            <p:cNvSpPr/>
            <p:nvPr/>
          </p:nvSpPr>
          <p:spPr bwMode="auto">
            <a:xfrm flipH="0" flipV="0">
              <a:off x="0" y="0"/>
              <a:ext cx="6822556" cy="65335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3067851" name=""/>
          <p:cNvGrpSpPr/>
          <p:nvPr/>
        </p:nvGrpSpPr>
        <p:grpSpPr bwMode="auto">
          <a:xfrm>
            <a:off x="1143554" y="505463"/>
            <a:ext cx="8569461" cy="6187787"/>
            <a:chOff x="0" y="0"/>
            <a:chExt cx="8569461" cy="6187787"/>
          </a:xfrm>
        </p:grpSpPr>
        <p:sp>
          <p:nvSpPr>
            <p:cNvPr id="1830001121" name="Freeform 27"/>
            <p:cNvSpPr/>
            <p:nvPr/>
          </p:nvSpPr>
          <p:spPr bwMode="auto">
            <a:xfrm rot="0" flipH="0" flipV="0">
              <a:off x="6624195" y="0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4316347" name="Freeform 28"/>
            <p:cNvSpPr/>
            <p:nvPr/>
          </p:nvSpPr>
          <p:spPr bwMode="auto">
            <a:xfrm>
              <a:off x="6694535" y="3850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0231719" name="Freeform 29"/>
            <p:cNvSpPr/>
            <p:nvPr/>
          </p:nvSpPr>
          <p:spPr bwMode="auto">
            <a:xfrm>
              <a:off x="7116822" y="582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6668687" name="AutoShape 30"/>
            <p:cNvSpPr/>
            <p:nvPr/>
          </p:nvSpPr>
          <p:spPr bwMode="auto">
            <a:xfrm flipV="1">
              <a:off x="1186387" y="662611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122320" name="AutoShape 31"/>
            <p:cNvSpPr/>
            <p:nvPr/>
          </p:nvSpPr>
          <p:spPr bwMode="auto">
            <a:xfrm>
              <a:off x="7043005" y="548716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9753396" name="Freeform 33"/>
            <p:cNvSpPr/>
            <p:nvPr/>
          </p:nvSpPr>
          <p:spPr bwMode="auto">
            <a:xfrm rot="0" flipH="0" flipV="0">
              <a:off x="6624195" y="93588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6285985" name="Freeform 34"/>
            <p:cNvSpPr/>
            <p:nvPr/>
          </p:nvSpPr>
          <p:spPr bwMode="auto">
            <a:xfrm>
              <a:off x="6694535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3572382" name="Freeform 35"/>
            <p:cNvSpPr/>
            <p:nvPr/>
          </p:nvSpPr>
          <p:spPr bwMode="auto">
            <a:xfrm>
              <a:off x="6811031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1350686" name="Freeform 36"/>
            <p:cNvSpPr/>
            <p:nvPr/>
          </p:nvSpPr>
          <p:spPr bwMode="auto">
            <a:xfrm>
              <a:off x="7116822" y="994149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8000671" name="AutoShape 37"/>
            <p:cNvSpPr/>
            <p:nvPr/>
          </p:nvSpPr>
          <p:spPr bwMode="auto">
            <a:xfrm>
              <a:off x="1186387" y="158334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366593" name="AutoShape 38"/>
            <p:cNvSpPr/>
            <p:nvPr/>
          </p:nvSpPr>
          <p:spPr bwMode="auto">
            <a:xfrm>
              <a:off x="7043005" y="1469449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32414123" name="Freeform 40"/>
            <p:cNvSpPr/>
            <p:nvPr/>
          </p:nvSpPr>
          <p:spPr bwMode="auto">
            <a:xfrm rot="0" flipH="0" flipV="0">
              <a:off x="6624195" y="1856625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3701053" name="Freeform 41"/>
            <p:cNvSpPr/>
            <p:nvPr/>
          </p:nvSpPr>
          <p:spPr bwMode="auto">
            <a:xfrm>
              <a:off x="6694535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0646981" name="Freeform 42"/>
            <p:cNvSpPr/>
            <p:nvPr/>
          </p:nvSpPr>
          <p:spPr bwMode="auto">
            <a:xfrm>
              <a:off x="6811031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6451540" name="Freeform 43"/>
            <p:cNvSpPr/>
            <p:nvPr/>
          </p:nvSpPr>
          <p:spPr bwMode="auto">
            <a:xfrm>
              <a:off x="7116822" y="1914883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8051610" name="AutoShape 44"/>
            <p:cNvSpPr/>
            <p:nvPr/>
          </p:nvSpPr>
          <p:spPr bwMode="auto">
            <a:xfrm>
              <a:off x="1186387" y="2504077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332405" name="AutoShape 45"/>
            <p:cNvSpPr/>
            <p:nvPr/>
          </p:nvSpPr>
          <p:spPr bwMode="auto">
            <a:xfrm>
              <a:off x="7043005" y="2390184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206994" name="Freeform 47"/>
            <p:cNvSpPr/>
            <p:nvPr/>
          </p:nvSpPr>
          <p:spPr bwMode="auto">
            <a:xfrm rot="0" flipH="0" flipV="0">
              <a:off x="479077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14137365" name="Freeform 48"/>
            <p:cNvSpPr/>
            <p:nvPr/>
          </p:nvSpPr>
          <p:spPr bwMode="auto">
            <a:xfrm>
              <a:off x="486111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157128" name="Freeform 49"/>
            <p:cNvSpPr/>
            <p:nvPr/>
          </p:nvSpPr>
          <p:spPr bwMode="auto">
            <a:xfrm>
              <a:off x="497761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538715" name="Freeform 50"/>
            <p:cNvSpPr/>
            <p:nvPr/>
          </p:nvSpPr>
          <p:spPr bwMode="auto">
            <a:xfrm>
              <a:off x="5283405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059928" name="TextBox 51"/>
            <p:cNvSpPr txBox="1"/>
            <p:nvPr/>
          </p:nvSpPr>
          <p:spPr bwMode="auto">
            <a:xfrm>
              <a:off x="469332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/>
            </a:p>
          </p:txBody>
        </p:sp>
        <p:sp>
          <p:nvSpPr>
            <p:cNvPr id="1734399109" name="Freeform 53"/>
            <p:cNvSpPr/>
            <p:nvPr/>
          </p:nvSpPr>
          <p:spPr bwMode="auto">
            <a:xfrm rot="0" flipH="0" flipV="0">
              <a:off x="570778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8499035" name="Freeform 54"/>
            <p:cNvSpPr/>
            <p:nvPr/>
          </p:nvSpPr>
          <p:spPr bwMode="auto">
            <a:xfrm>
              <a:off x="577812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734897" name="Freeform 55"/>
            <p:cNvSpPr/>
            <p:nvPr/>
          </p:nvSpPr>
          <p:spPr bwMode="auto">
            <a:xfrm>
              <a:off x="589462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401262" name="Freeform 56"/>
            <p:cNvSpPr/>
            <p:nvPr/>
          </p:nvSpPr>
          <p:spPr bwMode="auto">
            <a:xfrm>
              <a:off x="6200414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7" y="0"/>
                  </a:lnTo>
                  <a:lnTo>
                    <a:pt x="274657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375657" name="TextBox 57"/>
            <p:cNvSpPr txBox="1"/>
            <p:nvPr/>
          </p:nvSpPr>
          <p:spPr bwMode="auto">
            <a:xfrm>
              <a:off x="561033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635505113" name="Freeform 59"/>
            <p:cNvSpPr/>
            <p:nvPr/>
          </p:nvSpPr>
          <p:spPr bwMode="auto">
            <a:xfrm rot="0" flipH="0" flipV="0">
              <a:off x="6624195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4194462" name="Freeform 60"/>
            <p:cNvSpPr/>
            <p:nvPr/>
          </p:nvSpPr>
          <p:spPr bwMode="auto">
            <a:xfrm>
              <a:off x="6694535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6378557" name="Freeform 61"/>
            <p:cNvSpPr/>
            <p:nvPr/>
          </p:nvSpPr>
          <p:spPr bwMode="auto">
            <a:xfrm>
              <a:off x="6811031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2359" name="Freeform 62"/>
            <p:cNvSpPr/>
            <p:nvPr/>
          </p:nvSpPr>
          <p:spPr bwMode="auto">
            <a:xfrm>
              <a:off x="7116822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1311529" name="TextBox 63"/>
            <p:cNvSpPr txBox="1"/>
            <p:nvPr/>
          </p:nvSpPr>
          <p:spPr bwMode="auto">
            <a:xfrm>
              <a:off x="6526740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1903014697" name="AutoShape 64"/>
            <p:cNvSpPr/>
            <p:nvPr/>
          </p:nvSpPr>
          <p:spPr bwMode="auto">
            <a:xfrm flipV="1">
              <a:off x="1186387" y="342565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3199605" name="AutoShape 65"/>
            <p:cNvSpPr/>
            <p:nvPr/>
          </p:nvSpPr>
          <p:spPr bwMode="auto">
            <a:xfrm>
              <a:off x="7043005" y="3311759"/>
              <a:ext cx="136812" cy="331605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051846" name="Freeform 67"/>
            <p:cNvSpPr/>
            <p:nvPr/>
          </p:nvSpPr>
          <p:spPr bwMode="auto">
            <a:xfrm rot="0" flipH="0" flipV="0">
              <a:off x="473472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426042" name="Freeform 68"/>
            <p:cNvSpPr/>
            <p:nvPr/>
          </p:nvSpPr>
          <p:spPr bwMode="auto">
            <a:xfrm>
              <a:off x="4805063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1935683" name="Freeform 69"/>
            <p:cNvSpPr/>
            <p:nvPr/>
          </p:nvSpPr>
          <p:spPr bwMode="auto">
            <a:xfrm>
              <a:off x="492156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6660047" name="Freeform 70"/>
            <p:cNvSpPr/>
            <p:nvPr/>
          </p:nvSpPr>
          <p:spPr bwMode="auto">
            <a:xfrm>
              <a:off x="522735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789807" name="Freeform 72"/>
            <p:cNvSpPr/>
            <p:nvPr/>
          </p:nvSpPr>
          <p:spPr bwMode="auto">
            <a:xfrm rot="0" flipH="0" flipV="0">
              <a:off x="565173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8527941" name="Freeform 73"/>
            <p:cNvSpPr/>
            <p:nvPr/>
          </p:nvSpPr>
          <p:spPr bwMode="auto">
            <a:xfrm>
              <a:off x="572207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265266" name="Freeform 74"/>
            <p:cNvSpPr/>
            <p:nvPr/>
          </p:nvSpPr>
          <p:spPr bwMode="auto">
            <a:xfrm>
              <a:off x="5838571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7343250" name="Freeform 75"/>
            <p:cNvSpPr/>
            <p:nvPr/>
          </p:nvSpPr>
          <p:spPr bwMode="auto">
            <a:xfrm>
              <a:off x="614436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58371" name="Freeform 77"/>
            <p:cNvSpPr/>
            <p:nvPr/>
          </p:nvSpPr>
          <p:spPr bwMode="auto">
            <a:xfrm rot="0" flipH="0" flipV="0">
              <a:off x="6743449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4924813" name="Freeform 78"/>
            <p:cNvSpPr/>
            <p:nvPr/>
          </p:nvSpPr>
          <p:spPr bwMode="auto">
            <a:xfrm>
              <a:off x="681379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1317950" name="Freeform 79"/>
            <p:cNvSpPr/>
            <p:nvPr/>
          </p:nvSpPr>
          <p:spPr bwMode="auto">
            <a:xfrm>
              <a:off x="6930287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2978950" name="Freeform 80"/>
            <p:cNvSpPr/>
            <p:nvPr/>
          </p:nvSpPr>
          <p:spPr bwMode="auto">
            <a:xfrm>
              <a:off x="7236077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4368816" name="Freeform 82"/>
            <p:cNvSpPr/>
            <p:nvPr/>
          </p:nvSpPr>
          <p:spPr bwMode="auto">
            <a:xfrm rot="0" flipH="0" flipV="0">
              <a:off x="7660888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7681872" name="Freeform 83"/>
            <p:cNvSpPr/>
            <p:nvPr/>
          </p:nvSpPr>
          <p:spPr bwMode="auto">
            <a:xfrm>
              <a:off x="7731228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063930" name="Freeform 84"/>
            <p:cNvSpPr/>
            <p:nvPr/>
          </p:nvSpPr>
          <p:spPr bwMode="auto">
            <a:xfrm>
              <a:off x="7847724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6993310" name="Freeform 85"/>
            <p:cNvSpPr/>
            <p:nvPr/>
          </p:nvSpPr>
          <p:spPr bwMode="auto">
            <a:xfrm>
              <a:off x="8153513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2861255" name="AutoShape 86"/>
            <p:cNvSpPr/>
            <p:nvPr/>
          </p:nvSpPr>
          <p:spPr bwMode="auto">
            <a:xfrm>
              <a:off x="7043005" y="3318858"/>
              <a:ext cx="777839" cy="330393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350284" name="AutoShape 87"/>
            <p:cNvSpPr/>
            <p:nvPr/>
          </p:nvSpPr>
          <p:spPr bwMode="auto">
            <a:xfrm flipH="1">
              <a:off x="6089988" y="3320462"/>
              <a:ext cx="37631" cy="34299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2401627" name="AutoShape 88"/>
            <p:cNvSpPr/>
            <p:nvPr/>
          </p:nvSpPr>
          <p:spPr bwMode="auto">
            <a:xfrm flipH="1">
              <a:off x="5504704" y="3328074"/>
              <a:ext cx="627332" cy="321178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0366966" name="AutoShape 89"/>
            <p:cNvSpPr/>
            <p:nvPr/>
          </p:nvSpPr>
          <p:spPr bwMode="auto">
            <a:xfrm flipV="1">
              <a:off x="1186387" y="4501219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8828388" name="Freeform 91"/>
            <p:cNvSpPr/>
            <p:nvPr/>
          </p:nvSpPr>
          <p:spPr bwMode="auto">
            <a:xfrm rot="0" flipH="0" flipV="0">
              <a:off x="5336971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7893003" name="Freeform 92"/>
            <p:cNvSpPr/>
            <p:nvPr/>
          </p:nvSpPr>
          <p:spPr bwMode="auto">
            <a:xfrm>
              <a:off x="5394456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6581268" name="Freeform 93"/>
            <p:cNvSpPr/>
            <p:nvPr/>
          </p:nvSpPr>
          <p:spPr bwMode="auto">
            <a:xfrm>
              <a:off x="5489660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0085806" name="Freeform 94"/>
            <p:cNvSpPr/>
            <p:nvPr/>
          </p:nvSpPr>
          <p:spPr bwMode="auto">
            <a:xfrm>
              <a:off x="5739562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3774512" name="AutoShape 95"/>
            <p:cNvSpPr/>
            <p:nvPr/>
          </p:nvSpPr>
          <p:spPr bwMode="auto">
            <a:xfrm>
              <a:off x="5103412" y="5888960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9959646" name="Freeform 97"/>
            <p:cNvSpPr/>
            <p:nvPr/>
          </p:nvSpPr>
          <p:spPr bwMode="auto">
            <a:xfrm rot="0" flipH="0" flipV="0">
              <a:off x="5336971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1038401" name="Freeform 98"/>
            <p:cNvSpPr/>
            <p:nvPr/>
          </p:nvSpPr>
          <p:spPr bwMode="auto">
            <a:xfrm>
              <a:off x="5394456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6057177" name="Freeform 99"/>
            <p:cNvSpPr/>
            <p:nvPr/>
          </p:nvSpPr>
          <p:spPr bwMode="auto">
            <a:xfrm>
              <a:off x="5489660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628089" name="Freeform 100"/>
            <p:cNvSpPr/>
            <p:nvPr/>
          </p:nvSpPr>
          <p:spPr bwMode="auto">
            <a:xfrm>
              <a:off x="5739562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4111554" name="Freeform 102"/>
            <p:cNvSpPr/>
            <p:nvPr/>
          </p:nvSpPr>
          <p:spPr bwMode="auto">
            <a:xfrm rot="0" flipH="0" flipV="0">
              <a:off x="5336971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4853371" name="Freeform 103"/>
            <p:cNvSpPr/>
            <p:nvPr/>
          </p:nvSpPr>
          <p:spPr bwMode="auto">
            <a:xfrm>
              <a:off x="5394456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2947377" name="Freeform 104"/>
            <p:cNvSpPr/>
            <p:nvPr/>
          </p:nvSpPr>
          <p:spPr bwMode="auto">
            <a:xfrm>
              <a:off x="5489660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2594589" name="Freeform 105"/>
            <p:cNvSpPr/>
            <p:nvPr/>
          </p:nvSpPr>
          <p:spPr bwMode="auto">
            <a:xfrm>
              <a:off x="5739562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39238346" name="Freeform 107"/>
            <p:cNvSpPr/>
            <p:nvPr/>
          </p:nvSpPr>
          <p:spPr bwMode="auto">
            <a:xfrm rot="0" flipH="0" flipV="0">
              <a:off x="6367938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341027" name="Freeform 108"/>
            <p:cNvSpPr/>
            <p:nvPr/>
          </p:nvSpPr>
          <p:spPr bwMode="auto">
            <a:xfrm>
              <a:off x="6425422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238072" name="Freeform 109"/>
            <p:cNvSpPr/>
            <p:nvPr/>
          </p:nvSpPr>
          <p:spPr bwMode="auto">
            <a:xfrm>
              <a:off x="6520628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1371038" name="Freeform 110"/>
            <p:cNvSpPr/>
            <p:nvPr/>
          </p:nvSpPr>
          <p:spPr bwMode="auto">
            <a:xfrm>
              <a:off x="6770529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1906622" name="Freeform 112"/>
            <p:cNvSpPr/>
            <p:nvPr/>
          </p:nvSpPr>
          <p:spPr bwMode="auto">
            <a:xfrm rot="0" flipH="0" flipV="0">
              <a:off x="6367938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9986292" name="Freeform 113"/>
            <p:cNvSpPr/>
            <p:nvPr/>
          </p:nvSpPr>
          <p:spPr bwMode="auto">
            <a:xfrm>
              <a:off x="6425422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2515873" name="Freeform 114"/>
            <p:cNvSpPr/>
            <p:nvPr/>
          </p:nvSpPr>
          <p:spPr bwMode="auto">
            <a:xfrm>
              <a:off x="6520628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328485" name="Freeform 115"/>
            <p:cNvSpPr/>
            <p:nvPr/>
          </p:nvSpPr>
          <p:spPr bwMode="auto">
            <a:xfrm>
              <a:off x="6770529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78592" name="Freeform 117"/>
            <p:cNvSpPr/>
            <p:nvPr/>
          </p:nvSpPr>
          <p:spPr bwMode="auto">
            <a:xfrm rot="0" flipH="0" flipV="0">
              <a:off x="6367938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5396849" name="Freeform 118"/>
            <p:cNvSpPr/>
            <p:nvPr/>
          </p:nvSpPr>
          <p:spPr bwMode="auto">
            <a:xfrm>
              <a:off x="6425422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4466951" name="Freeform 119"/>
            <p:cNvSpPr/>
            <p:nvPr/>
          </p:nvSpPr>
          <p:spPr bwMode="auto">
            <a:xfrm>
              <a:off x="6520628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7558728" name="Freeform 120"/>
            <p:cNvSpPr/>
            <p:nvPr/>
          </p:nvSpPr>
          <p:spPr bwMode="auto">
            <a:xfrm>
              <a:off x="6770529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118598" name="Freeform 121"/>
            <p:cNvSpPr/>
            <p:nvPr/>
          </p:nvSpPr>
          <p:spPr bwMode="auto">
            <a:xfrm>
              <a:off x="8290842" y="4967838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919263" name="TextBox 122"/>
            <p:cNvSpPr txBox="1"/>
            <p:nvPr/>
          </p:nvSpPr>
          <p:spPr bwMode="auto">
            <a:xfrm flipH="0" flipV="0">
              <a:off x="1186385" y="17403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2533964" name="TextBox 123"/>
            <p:cNvSpPr txBox="1"/>
            <p:nvPr/>
          </p:nvSpPr>
          <p:spPr bwMode="auto">
            <a:xfrm flipH="0" flipV="0">
              <a:off x="1186387" y="938135"/>
              <a:ext cx="347109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7269298" name="TextBox 124"/>
            <p:cNvSpPr txBox="1"/>
            <p:nvPr/>
          </p:nvSpPr>
          <p:spPr bwMode="auto">
            <a:xfrm>
              <a:off x="6541677" y="394518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1042852688" name="TextBox 125"/>
            <p:cNvSpPr txBox="1"/>
            <p:nvPr/>
          </p:nvSpPr>
          <p:spPr bwMode="auto">
            <a:xfrm>
              <a:off x="6526740" y="1337686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2131525070" name="TextBox 126"/>
            <p:cNvSpPr txBox="1"/>
            <p:nvPr/>
          </p:nvSpPr>
          <p:spPr bwMode="auto">
            <a:xfrm flipH="0" flipV="0">
              <a:off x="1186385" y="1858412"/>
              <a:ext cx="3470291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629192" name="TextBox 127"/>
            <p:cNvSpPr txBox="1"/>
            <p:nvPr/>
          </p:nvSpPr>
          <p:spPr bwMode="auto">
            <a:xfrm>
              <a:off x="6526740" y="2258419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1818277017" name="TextBox 128"/>
            <p:cNvSpPr txBox="1"/>
            <p:nvPr/>
          </p:nvSpPr>
          <p:spPr bwMode="auto">
            <a:xfrm flipH="0" flipV="0">
              <a:off x="1186385" y="2779148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124017" name="TextBox 129"/>
            <p:cNvSpPr txBox="1"/>
            <p:nvPr/>
          </p:nvSpPr>
          <p:spPr bwMode="auto">
            <a:xfrm flipH="0" flipV="0">
              <a:off x="1186385" y="3773886"/>
              <a:ext cx="3470694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Chains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3457818" name="TextBox 130"/>
            <p:cNvSpPr txBox="1"/>
            <p:nvPr/>
          </p:nvSpPr>
          <p:spPr bwMode="auto">
            <a:xfrm>
              <a:off x="4637267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/>
            </a:p>
          </p:txBody>
        </p:sp>
        <p:sp>
          <p:nvSpPr>
            <p:cNvPr id="196587746" name="TextBox 131"/>
            <p:cNvSpPr txBox="1"/>
            <p:nvPr/>
          </p:nvSpPr>
          <p:spPr bwMode="auto">
            <a:xfrm>
              <a:off x="5554278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1352197921" name="TextBox 132"/>
            <p:cNvSpPr txBox="1"/>
            <p:nvPr/>
          </p:nvSpPr>
          <p:spPr bwMode="auto">
            <a:xfrm>
              <a:off x="6645996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861447721" name="TextBox 133"/>
            <p:cNvSpPr txBox="1"/>
            <p:nvPr/>
          </p:nvSpPr>
          <p:spPr bwMode="auto">
            <a:xfrm>
              <a:off x="7563432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649054678" name="TextBox 134"/>
            <p:cNvSpPr txBox="1"/>
            <p:nvPr/>
          </p:nvSpPr>
          <p:spPr bwMode="auto">
            <a:xfrm>
              <a:off x="4653225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1732036172" name="TextBox 135"/>
            <p:cNvSpPr txBox="1"/>
            <p:nvPr/>
          </p:nvSpPr>
          <p:spPr bwMode="auto">
            <a:xfrm>
              <a:off x="557331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333489341" name="TextBox 136"/>
            <p:cNvSpPr txBox="1"/>
            <p:nvPr/>
          </p:nvSpPr>
          <p:spPr bwMode="auto">
            <a:xfrm>
              <a:off x="6645996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561321723" name="TextBox 137"/>
            <p:cNvSpPr txBox="1"/>
            <p:nvPr/>
          </p:nvSpPr>
          <p:spPr bwMode="auto">
            <a:xfrm>
              <a:off x="756608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1017904203" name="TextBox 138"/>
            <p:cNvSpPr txBox="1"/>
            <p:nvPr/>
          </p:nvSpPr>
          <p:spPr bwMode="auto">
            <a:xfrm flipH="0" flipV="0">
              <a:off x="1186385" y="5098982"/>
              <a:ext cx="3468679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46546740" name="TextBox 139"/>
            <p:cNvSpPr txBox="1"/>
            <p:nvPr/>
          </p:nvSpPr>
          <p:spPr bwMode="auto">
            <a:xfrm>
              <a:off x="5257328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335057812" name="TextBox 140"/>
            <p:cNvSpPr txBox="1"/>
            <p:nvPr/>
          </p:nvSpPr>
          <p:spPr bwMode="auto">
            <a:xfrm>
              <a:off x="5257328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982413720" name="TextBox 141"/>
            <p:cNvSpPr txBox="1"/>
            <p:nvPr/>
          </p:nvSpPr>
          <p:spPr bwMode="auto">
            <a:xfrm>
              <a:off x="5257328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736863545" name="TextBox 142"/>
            <p:cNvSpPr txBox="1"/>
            <p:nvPr/>
          </p:nvSpPr>
          <p:spPr bwMode="auto">
            <a:xfrm>
              <a:off x="6288294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1913137487" name="TextBox 143"/>
            <p:cNvSpPr txBox="1"/>
            <p:nvPr/>
          </p:nvSpPr>
          <p:spPr bwMode="auto">
            <a:xfrm>
              <a:off x="6288294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54430488" name="TextBox 144"/>
            <p:cNvSpPr txBox="1"/>
            <p:nvPr/>
          </p:nvSpPr>
          <p:spPr bwMode="auto">
            <a:xfrm>
              <a:off x="6288294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1091944792" name="Freeform 145"/>
            <p:cNvSpPr/>
            <p:nvPr/>
          </p:nvSpPr>
          <p:spPr bwMode="auto">
            <a:xfrm>
              <a:off x="8290842" y="5232360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4"/>
                  </a:lnTo>
                  <a:lnTo>
                    <a:pt x="0" y="185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6721923" name="Freeform 146"/>
            <p:cNvSpPr/>
            <p:nvPr/>
          </p:nvSpPr>
          <p:spPr bwMode="auto">
            <a:xfrm>
              <a:off x="8290842" y="5496753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2481764" name="AutoShape 147"/>
            <p:cNvSpPr/>
            <p:nvPr/>
          </p:nvSpPr>
          <p:spPr bwMode="auto">
            <a:xfrm>
              <a:off x="5118368" y="4417866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7676506" name="AutoShape 148"/>
            <p:cNvSpPr/>
            <p:nvPr/>
          </p:nvSpPr>
          <p:spPr bwMode="auto">
            <a:xfrm>
              <a:off x="5102934" y="540689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8262628" name="AutoShape 149"/>
            <p:cNvSpPr/>
            <p:nvPr/>
          </p:nvSpPr>
          <p:spPr bwMode="auto">
            <a:xfrm>
              <a:off x="5102934" y="4895125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18036" name="AutoShape 150"/>
            <p:cNvSpPr/>
            <p:nvPr/>
          </p:nvSpPr>
          <p:spPr bwMode="auto">
            <a:xfrm>
              <a:off x="6132221" y="5892172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2635169" name="AutoShape 151"/>
            <p:cNvSpPr/>
            <p:nvPr/>
          </p:nvSpPr>
          <p:spPr bwMode="auto">
            <a:xfrm>
              <a:off x="6147180" y="4421079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81623" name="AutoShape 152"/>
            <p:cNvSpPr/>
            <p:nvPr/>
          </p:nvSpPr>
          <p:spPr bwMode="auto">
            <a:xfrm>
              <a:off x="6131745" y="5410111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1379051" name="AutoShape 153"/>
            <p:cNvSpPr/>
            <p:nvPr/>
          </p:nvSpPr>
          <p:spPr bwMode="auto">
            <a:xfrm>
              <a:off x="6131745" y="489833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765521" name="Freeform 154"/>
            <p:cNvSpPr/>
            <p:nvPr/>
          </p:nvSpPr>
          <p:spPr bwMode="auto">
            <a:xfrm rot="-8534550" flipH="1">
              <a:off x="0" y="2600505"/>
              <a:ext cx="994096" cy="355387"/>
            </a:xfrm>
            <a:custGeom>
              <a:avLst/>
              <a:gdLst/>
              <a:ahLst/>
              <a:cxnLst/>
              <a:rect l="l" t="t" r="r" b="b"/>
              <a:pathLst>
                <a:path w="994098" h="355390" fill="norm" stroke="1" extrusionOk="0">
                  <a:moveTo>
                    <a:pt x="994098" y="0"/>
                  </a:moveTo>
                  <a:lnTo>
                    <a:pt x="0" y="0"/>
                  </a:lnTo>
                  <a:lnTo>
                    <a:pt x="0" y="355391"/>
                  </a:lnTo>
                  <a:lnTo>
                    <a:pt x="994098" y="355391"/>
                  </a:lnTo>
                  <a:lnTo>
                    <a:pt x="994098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51978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043625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152046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4362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591785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UTXO, mida kasutatakse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coinjoin tsükliteks</a:t>
            </a:r>
          </a:p>
        </p:txBody>
      </p:sp>
      <p:sp>
        <p:nvSpPr>
          <p:cNvPr id="1514942708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Kaevandamiskulud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5006706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Tasandatud UTXO-d on valmis segamiseks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11361273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Doksiline muutus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7669004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275978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Teenustasu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949269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28590035" name=""/>
          <p:cNvGrpSpPr/>
          <p:nvPr/>
        </p:nvGrpSpPr>
        <p:grpSpPr bwMode="auto">
          <a:xfrm>
            <a:off x="3101175" y="634185"/>
            <a:ext cx="5706140" cy="5748760"/>
            <a:chOff x="0" y="0"/>
            <a:chExt cx="5706140" cy="5748760"/>
          </a:xfrm>
        </p:grpSpPr>
        <p:sp>
          <p:nvSpPr>
            <p:cNvPr id="1501566873" name="AutoShape 32"/>
            <p:cNvSpPr/>
            <p:nvPr/>
          </p:nvSpPr>
          <p:spPr bwMode="auto">
            <a:xfrm>
              <a:off x="2853072" y="694500"/>
              <a:ext cx="0" cy="40464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1378411" name="TextBox 55"/>
            <p:cNvSpPr txBox="1"/>
            <p:nvPr/>
          </p:nvSpPr>
          <p:spPr bwMode="auto">
            <a:xfrm>
              <a:off x="16233" y="0"/>
              <a:ext cx="567475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283482" name="TextBox 56"/>
            <p:cNvSpPr txBox="1"/>
            <p:nvPr/>
          </p:nvSpPr>
          <p:spPr bwMode="auto">
            <a:xfrm>
              <a:off x="15531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5663086" name="TextBox 57"/>
            <p:cNvSpPr txBox="1"/>
            <p:nvPr/>
          </p:nvSpPr>
          <p:spPr bwMode="auto">
            <a:xfrm>
              <a:off x="349287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513461909" name=""/>
            <p:cNvGrpSpPr/>
            <p:nvPr/>
          </p:nvGrpSpPr>
          <p:grpSpPr bwMode="auto">
            <a:xfrm>
              <a:off x="0" y="1116055"/>
              <a:ext cx="5706141" cy="4632705"/>
              <a:chOff x="0" y="0"/>
              <a:chExt cx="5706141" cy="4632705"/>
            </a:xfrm>
          </p:grpSpPr>
          <p:sp>
            <p:nvSpPr>
              <p:cNvPr id="1166447117" name="Freeform 30"/>
              <p:cNvSpPr/>
              <p:nvPr/>
            </p:nvSpPr>
            <p:spPr bwMode="auto">
              <a:xfrm rot="0" flipH="0" flipV="0">
                <a:off x="0" y="132495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56638858" name="TextBox 31"/>
              <p:cNvSpPr txBox="1"/>
              <p:nvPr/>
            </p:nvSpPr>
            <p:spPr bwMode="auto">
              <a:xfrm rot="0" flipH="0" flipV="0">
                <a:off x="0" y="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38014811" name="Freeform 34"/>
              <p:cNvSpPr/>
              <p:nvPr/>
            </p:nvSpPr>
            <p:spPr bwMode="auto">
              <a:xfrm rot="0" flipH="0" flipV="0">
                <a:off x="3316829" y="132495"/>
                <a:ext cx="2389312" cy="493427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7" y="0"/>
                    </a:moveTo>
                    <a:lnTo>
                      <a:pt x="924177" y="0"/>
                    </a:lnTo>
                    <a:cubicBezTo>
                      <a:pt x="982949" y="0"/>
                      <a:pt x="1030593" y="47644"/>
                      <a:pt x="1030593" y="106417"/>
                    </a:cubicBezTo>
                    <a:lnTo>
                      <a:pt x="1030593" y="106417"/>
                    </a:lnTo>
                    <a:cubicBezTo>
                      <a:pt x="1030593" y="165189"/>
                      <a:pt x="982949" y="212833"/>
                      <a:pt x="924177" y="212833"/>
                    </a:cubicBezTo>
                    <a:lnTo>
                      <a:pt x="106417" y="212833"/>
                    </a:lnTo>
                    <a:cubicBezTo>
                      <a:pt x="47644" y="212833"/>
                      <a:pt x="0" y="165189"/>
                      <a:pt x="0" y="106417"/>
                    </a:cubicBezTo>
                    <a:lnTo>
                      <a:pt x="0" y="106417"/>
                    </a:lnTo>
                    <a:cubicBezTo>
                      <a:pt x="0" y="47644"/>
                      <a:pt x="47644" y="0"/>
                      <a:pt x="1064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65373124" name="TextBox 35"/>
              <p:cNvSpPr txBox="1"/>
              <p:nvPr/>
            </p:nvSpPr>
            <p:spPr bwMode="auto">
              <a:xfrm rot="0" flipH="0" flipV="0">
                <a:off x="3316829" y="0"/>
                <a:ext cx="2389312" cy="62592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6597715" name="Freeform 37"/>
              <p:cNvSpPr/>
              <p:nvPr/>
            </p:nvSpPr>
            <p:spPr bwMode="auto">
              <a:xfrm rot="0" flipH="0" flipV="0">
                <a:off x="3316829" y="860653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742368552" name="TextBox 38"/>
              <p:cNvSpPr txBox="1"/>
              <p:nvPr/>
            </p:nvSpPr>
            <p:spPr bwMode="auto">
              <a:xfrm rot="0" flipH="0" flipV="0">
                <a:off x="3316829" y="728158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00598727" name="Freeform 40"/>
              <p:cNvSpPr/>
              <p:nvPr/>
            </p:nvSpPr>
            <p:spPr bwMode="auto">
              <a:xfrm rot="0" flipH="0" flipV="0">
                <a:off x="3316829" y="158943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5829258" name="TextBox 41"/>
              <p:cNvSpPr txBox="1"/>
              <p:nvPr/>
            </p:nvSpPr>
            <p:spPr bwMode="auto">
              <a:xfrm rot="0" flipH="0" flipV="0">
                <a:off x="3316829" y="145693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094574" name="Freeform 43"/>
              <p:cNvSpPr/>
              <p:nvPr/>
            </p:nvSpPr>
            <p:spPr bwMode="auto">
              <a:xfrm rot="0" flipH="0" flipV="0">
                <a:off x="3316829" y="2318206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8692257" name="TextBox 44"/>
              <p:cNvSpPr txBox="1"/>
              <p:nvPr/>
            </p:nvSpPr>
            <p:spPr bwMode="auto">
              <a:xfrm rot="0" flipH="0" flipV="0">
                <a:off x="3316829" y="218571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85400514" name="Freeform 46"/>
              <p:cNvSpPr/>
              <p:nvPr/>
            </p:nvSpPr>
            <p:spPr bwMode="auto">
              <a:xfrm rot="0" flipH="0" flipV="0">
                <a:off x="3316829" y="304698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0518244" name="TextBox 47"/>
              <p:cNvSpPr txBox="1"/>
              <p:nvPr/>
            </p:nvSpPr>
            <p:spPr bwMode="auto">
              <a:xfrm rot="0" flipH="0" flipV="0">
                <a:off x="3316829" y="291448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009773823" name="Freeform 49"/>
              <p:cNvSpPr/>
              <p:nvPr/>
            </p:nvSpPr>
            <p:spPr bwMode="auto">
              <a:xfrm rot="0" flipH="0" flipV="0">
                <a:off x="3316829" y="4139277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968636" name="TextBox 50"/>
              <p:cNvSpPr txBox="1"/>
              <p:nvPr/>
            </p:nvSpPr>
            <p:spPr bwMode="auto">
              <a:xfrm rot="0" flipH="0" flipV="0">
                <a:off x="3316829" y="4006782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213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439" y="426155"/>
            <a:ext cx="11629121" cy="6005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44184516" name=""/>
          <p:cNvGrpSpPr/>
          <p:nvPr/>
        </p:nvGrpSpPr>
        <p:grpSpPr bwMode="auto">
          <a:xfrm>
            <a:off x="2420280" y="167859"/>
            <a:ext cx="7088369" cy="6480680"/>
            <a:chOff x="0" y="0"/>
            <a:chExt cx="7088369" cy="6480680"/>
          </a:xfrm>
        </p:grpSpPr>
        <p:sp>
          <p:nvSpPr>
            <p:cNvPr id="338651577" name="AutoShape 32"/>
            <p:cNvSpPr/>
            <p:nvPr/>
          </p:nvSpPr>
          <p:spPr bwMode="auto">
            <a:xfrm>
              <a:off x="3480361" y="1011256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79444" name="TextBox 51"/>
            <p:cNvSpPr txBox="1"/>
            <p:nvPr/>
          </p:nvSpPr>
          <p:spPr bwMode="auto">
            <a:xfrm>
              <a:off x="383058" y="265329"/>
              <a:ext cx="6195685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9987352" name="TextBox 52"/>
            <p:cNvSpPr txBox="1"/>
            <p:nvPr/>
          </p:nvSpPr>
          <p:spPr bwMode="auto">
            <a:xfrm>
              <a:off x="557726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7986004" name="TextBox 53"/>
            <p:cNvSpPr txBox="1"/>
            <p:nvPr/>
          </p:nvSpPr>
          <p:spPr bwMode="auto">
            <a:xfrm>
              <a:off x="4178904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8226544" name="Rectangle: Rounded Corners 12"/>
            <p:cNvSpPr/>
            <p:nvPr/>
          </p:nvSpPr>
          <p:spPr bwMode="auto">
            <a:xfrm>
              <a:off x="0" y="0"/>
              <a:ext cx="7088370" cy="575930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72336976" name=""/>
            <p:cNvGrpSpPr/>
            <p:nvPr/>
          </p:nvGrpSpPr>
          <p:grpSpPr bwMode="auto">
            <a:xfrm>
              <a:off x="365332" y="1472931"/>
              <a:ext cx="6230050" cy="5007749"/>
              <a:chOff x="0" y="0"/>
              <a:chExt cx="6230050" cy="5007749"/>
            </a:xfrm>
          </p:grpSpPr>
          <p:sp>
            <p:nvSpPr>
              <p:cNvPr id="2103758371" name="Freeform 30"/>
              <p:cNvSpPr/>
              <p:nvPr/>
            </p:nvSpPr>
            <p:spPr bwMode="auto">
              <a:xfrm rot="0" flipH="0" flipV="0">
                <a:off x="0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5417513" name="TextBox 31"/>
              <p:cNvSpPr txBox="1"/>
              <p:nvPr/>
            </p:nvSpPr>
            <p:spPr bwMode="auto">
              <a:xfrm rot="0" flipH="0" flipV="0">
                <a:off x="0" y="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916101" name="Freeform 34"/>
              <p:cNvSpPr/>
              <p:nvPr/>
            </p:nvSpPr>
            <p:spPr bwMode="auto">
              <a:xfrm rot="0" flipH="0" flipV="0">
                <a:off x="3621363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67657"/>
                      <a:pt x="985417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74142" y="212833"/>
                      <a:pt x="48477" y="202202"/>
                      <a:pt x="29554" y="183279"/>
                    </a:cubicBezTo>
                    <a:cubicBezTo>
                      <a:pt x="10631" y="164356"/>
                      <a:pt x="0" y="138691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925773" name="TextBox 35"/>
              <p:cNvSpPr txBox="1"/>
              <p:nvPr/>
            </p:nvSpPr>
            <p:spPr bwMode="auto">
              <a:xfrm rot="0" flipH="0" flipV="0">
                <a:off x="3621363" y="0"/>
                <a:ext cx="2608687" cy="70750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4109531" name="Freeform 37"/>
              <p:cNvSpPr/>
              <p:nvPr/>
            </p:nvSpPr>
            <p:spPr bwMode="auto">
              <a:xfrm rot="0" flipH="0" flipV="0">
                <a:off x="3621363" y="96377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3054402" name="TextBox 38"/>
              <p:cNvSpPr txBox="1"/>
              <p:nvPr/>
            </p:nvSpPr>
            <p:spPr bwMode="auto">
              <a:xfrm rot="0" flipH="0" flipV="0">
                <a:off x="3621363" y="79501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8135707" name="Freeform 40"/>
              <p:cNvSpPr/>
              <p:nvPr/>
            </p:nvSpPr>
            <p:spPr bwMode="auto">
              <a:xfrm rot="0" flipH="0" flipV="0">
                <a:off x="3621363" y="1759469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72473593" name="TextBox 41"/>
              <p:cNvSpPr txBox="1"/>
              <p:nvPr/>
            </p:nvSpPr>
            <p:spPr bwMode="auto">
              <a:xfrm rot="0" flipH="0" flipV="0">
                <a:off x="3621363" y="159070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3366778" name="Freeform 43"/>
              <p:cNvSpPr/>
              <p:nvPr/>
            </p:nvSpPr>
            <p:spPr bwMode="auto">
              <a:xfrm rot="0" flipH="0" flipV="0">
                <a:off x="3621363" y="255515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04781190" name="TextBox 44"/>
              <p:cNvSpPr txBox="1"/>
              <p:nvPr/>
            </p:nvSpPr>
            <p:spPr bwMode="auto">
              <a:xfrm rot="0" flipH="0" flipV="0">
                <a:off x="3621363" y="2386392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10045538" name="Freeform 46"/>
              <p:cNvSpPr/>
              <p:nvPr/>
            </p:nvSpPr>
            <p:spPr bwMode="auto">
              <a:xfrm rot="0" flipH="0" flipV="0">
                <a:off x="3621363" y="335084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1208606" name="TextBox 47"/>
              <p:cNvSpPr txBox="1"/>
              <p:nvPr/>
            </p:nvSpPr>
            <p:spPr bwMode="auto">
              <a:xfrm rot="0" flipH="0" flipV="0">
                <a:off x="3621363" y="3182081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6275293" name="Freeform 49"/>
              <p:cNvSpPr/>
              <p:nvPr/>
            </p:nvSpPr>
            <p:spPr bwMode="auto">
              <a:xfrm rot="0" flipH="0" flipV="0">
                <a:off x="3621363" y="446901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421036" name="TextBox 50"/>
              <p:cNvSpPr txBox="1"/>
              <p:nvPr/>
            </p:nvSpPr>
            <p:spPr bwMode="auto">
              <a:xfrm rot="0" flipH="0" flipV="0">
                <a:off x="3621363" y="430025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898645" name="AutoShape 54"/>
              <p:cNvSpPr/>
              <p:nvPr/>
            </p:nvSpPr>
            <p:spPr bwMode="auto">
              <a:xfrm>
                <a:off x="2608689" y="412615"/>
                <a:ext cx="1012673" cy="3182079"/>
              </a:xfrm>
              <a:prstGeom prst="line">
                <a:avLst/>
              </a:prstGeom>
              <a:grpFill/>
              <a:ln w="38100" cap="flat">
                <a:solidFill>
                  <a:srgbClr val="FF5C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61289611" name=""/>
          <p:cNvGrpSpPr/>
          <p:nvPr/>
        </p:nvGrpSpPr>
        <p:grpSpPr bwMode="auto">
          <a:xfrm>
            <a:off x="273618" y="343341"/>
            <a:ext cx="11562904" cy="6189717"/>
            <a:chOff x="0" y="0"/>
            <a:chExt cx="11562904" cy="6189717"/>
          </a:xfrm>
        </p:grpSpPr>
        <p:sp>
          <p:nvSpPr>
            <p:cNvPr id="1507841979" name="AutoShape 32"/>
            <p:cNvSpPr/>
            <p:nvPr/>
          </p:nvSpPr>
          <p:spPr bwMode="auto">
            <a:xfrm>
              <a:off x="2605793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949217" name="TextBox 42"/>
            <p:cNvSpPr txBox="1"/>
            <p:nvPr/>
          </p:nvSpPr>
          <p:spPr bwMode="auto">
            <a:xfrm>
              <a:off x="150103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4852008" name="TextBox 43"/>
            <p:cNvSpPr txBox="1"/>
            <p:nvPr/>
          </p:nvSpPr>
          <p:spPr bwMode="auto">
            <a:xfrm>
              <a:off x="23560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2492470" name="TextBox 44"/>
            <p:cNvSpPr txBox="1"/>
            <p:nvPr/>
          </p:nvSpPr>
          <p:spPr bwMode="auto">
            <a:xfrm>
              <a:off x="274866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9477362" name="AutoShape 54"/>
            <p:cNvSpPr/>
            <p:nvPr/>
          </p:nvSpPr>
          <p:spPr bwMode="auto">
            <a:xfrm>
              <a:off x="8931358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643190" name="TextBox 64"/>
            <p:cNvSpPr txBox="1"/>
            <p:nvPr/>
          </p:nvSpPr>
          <p:spPr bwMode="auto">
            <a:xfrm>
              <a:off x="6475668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31088392" name="TextBox 65"/>
            <p:cNvSpPr txBox="1"/>
            <p:nvPr/>
          </p:nvSpPr>
          <p:spPr bwMode="auto">
            <a:xfrm>
              <a:off x="656117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873443" name="TextBox 66"/>
            <p:cNvSpPr txBox="1"/>
            <p:nvPr/>
          </p:nvSpPr>
          <p:spPr bwMode="auto">
            <a:xfrm>
              <a:off x="907423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0786967" name="AutoShape 73"/>
            <p:cNvSpPr/>
            <p:nvPr/>
          </p:nvSpPr>
          <p:spPr bwMode="auto">
            <a:xfrm>
              <a:off x="4893648" y="2889572"/>
              <a:ext cx="1752579" cy="795349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41703803" name="Rectangle: Rounded Corners 12"/>
            <p:cNvSpPr/>
            <p:nvPr/>
          </p:nvSpPr>
          <p:spPr bwMode="auto">
            <a:xfrm>
              <a:off x="0" y="0"/>
              <a:ext cx="5303635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06355675" name="Rectangle: Rounded Corners 12"/>
            <p:cNvSpPr/>
            <p:nvPr/>
          </p:nvSpPr>
          <p:spPr bwMode="auto">
            <a:xfrm>
              <a:off x="6354723" y="0"/>
              <a:ext cx="5208181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36818992" name=""/>
            <p:cNvGrpSpPr/>
            <p:nvPr/>
          </p:nvGrpSpPr>
          <p:grpSpPr bwMode="auto">
            <a:xfrm>
              <a:off x="6642648" y="1689824"/>
              <a:ext cx="4580141" cy="3846204"/>
              <a:chOff x="0" y="0"/>
              <a:chExt cx="4580141" cy="3846204"/>
            </a:xfrm>
          </p:grpSpPr>
          <p:sp>
            <p:nvSpPr>
              <p:cNvPr id="803655936" name="Freeform 56"/>
              <p:cNvSpPr/>
              <p:nvPr/>
            </p:nvSpPr>
            <p:spPr bwMode="auto">
              <a:xfrm rot="0" flipH="0" flipV="0">
                <a:off x="2514089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4127163" name="TextBox 57"/>
              <p:cNvSpPr txBox="1"/>
              <p:nvPr/>
            </p:nvSpPr>
            <p:spPr bwMode="auto">
              <a:xfrm rot="0" flipH="0" flipV="0">
                <a:off x="2514089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4680774" name="Freeform 59"/>
              <p:cNvSpPr/>
              <p:nvPr/>
            </p:nvSpPr>
            <p:spPr bwMode="auto">
              <a:xfrm rot="0" flipH="0" flipV="0">
                <a:off x="2514089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0203025" name="TextBox 60"/>
              <p:cNvSpPr txBox="1"/>
              <p:nvPr/>
            </p:nvSpPr>
            <p:spPr bwMode="auto">
              <a:xfrm rot="0" flipH="0" flipV="0">
                <a:off x="2514089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7580712" name="Freeform 62"/>
              <p:cNvSpPr/>
              <p:nvPr/>
            </p:nvSpPr>
            <p:spPr bwMode="auto">
              <a:xfrm rot="0" flipH="0" flipV="0">
                <a:off x="2514089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978442" name="TextBox 63"/>
              <p:cNvSpPr txBox="1"/>
              <p:nvPr/>
            </p:nvSpPr>
            <p:spPr bwMode="auto">
              <a:xfrm rot="0" flipH="0" flipV="0">
                <a:off x="2514089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5512452" name="Freeform 68"/>
              <p:cNvSpPr/>
              <p:nvPr/>
            </p:nvSpPr>
            <p:spPr bwMode="auto">
              <a:xfrm rot="0" flipH="0" flipV="0">
                <a:off x="2514089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8157072" name="TextBox 69"/>
              <p:cNvSpPr txBox="1"/>
              <p:nvPr/>
            </p:nvSpPr>
            <p:spPr bwMode="auto">
              <a:xfrm rot="0" flipH="0" flipV="0">
                <a:off x="2514089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8957721" name="Freeform 71"/>
              <p:cNvSpPr/>
              <p:nvPr/>
            </p:nvSpPr>
            <p:spPr bwMode="auto">
              <a:xfrm rot="0" flipH="0" flipV="0">
                <a:off x="251050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2442838" name="TextBox 72"/>
              <p:cNvSpPr txBox="1"/>
              <p:nvPr/>
            </p:nvSpPr>
            <p:spPr bwMode="auto">
              <a:xfrm rot="0" flipH="0" flipV="0">
                <a:off x="251050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6780452" name="Freeform 75"/>
              <p:cNvSpPr/>
              <p:nvPr/>
            </p:nvSpPr>
            <p:spPr bwMode="auto">
              <a:xfrm rot="0" flipH="0" flipV="0">
                <a:off x="3580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0039869" name="TextBox 76"/>
              <p:cNvSpPr txBox="1"/>
              <p:nvPr/>
            </p:nvSpPr>
            <p:spPr bwMode="auto">
              <a:xfrm rot="0" flipH="0" flipV="0">
                <a:off x="3580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89967182" name="Freeform 78"/>
              <p:cNvSpPr/>
              <p:nvPr/>
            </p:nvSpPr>
            <p:spPr bwMode="auto">
              <a:xfrm rot="0" flipH="0" flipV="0">
                <a:off x="3580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4408258" name="TextBox 79"/>
              <p:cNvSpPr txBox="1"/>
              <p:nvPr/>
            </p:nvSpPr>
            <p:spPr bwMode="auto">
              <a:xfrm rot="0" flipH="0" flipV="0">
                <a:off x="3580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5812402" name="Freeform 81"/>
              <p:cNvSpPr/>
              <p:nvPr/>
            </p:nvSpPr>
            <p:spPr bwMode="auto">
              <a:xfrm rot="0" flipH="0" flipV="0">
                <a:off x="3580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376770" name="TextBox 82"/>
              <p:cNvSpPr txBox="1"/>
              <p:nvPr/>
            </p:nvSpPr>
            <p:spPr bwMode="auto">
              <a:xfrm rot="0" flipH="0" flipV="0">
                <a:off x="3580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9237153" name="Freeform 84"/>
              <p:cNvSpPr/>
              <p:nvPr/>
            </p:nvSpPr>
            <p:spPr bwMode="auto">
              <a:xfrm rot="0" flipH="0" flipV="0">
                <a:off x="358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832117" name="TextBox 85"/>
              <p:cNvSpPr txBox="1"/>
              <p:nvPr/>
            </p:nvSpPr>
            <p:spPr bwMode="auto">
              <a:xfrm rot="0" flipH="0" flipV="0">
                <a:off x="358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6342043" name="Freeform 87"/>
              <p:cNvSpPr/>
              <p:nvPr/>
            </p:nvSpPr>
            <p:spPr bwMode="auto">
              <a:xfrm rot="0" flipH="0" flipV="0">
                <a:off x="0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7650220" name="TextBox 88"/>
              <p:cNvSpPr txBox="1"/>
              <p:nvPr/>
            </p:nvSpPr>
            <p:spPr bwMode="auto">
              <a:xfrm rot="0" flipH="0" flipV="0">
                <a:off x="0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737441970" name=""/>
            <p:cNvGrpSpPr/>
            <p:nvPr/>
          </p:nvGrpSpPr>
          <p:grpSpPr bwMode="auto">
            <a:xfrm>
              <a:off x="314531" y="1689824"/>
              <a:ext cx="4582692" cy="3846204"/>
              <a:chOff x="0" y="0"/>
              <a:chExt cx="4582692" cy="3846204"/>
            </a:xfrm>
          </p:grpSpPr>
          <p:sp>
            <p:nvSpPr>
              <p:cNvPr id="1783667981" name="Freeform 30"/>
              <p:cNvSpPr/>
              <p:nvPr/>
            </p:nvSpPr>
            <p:spPr bwMode="auto">
              <a:xfrm rot="0" flipH="0" flipV="0">
                <a:off x="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04729750" name="TextBox 31"/>
              <p:cNvSpPr txBox="1"/>
              <p:nvPr/>
            </p:nvSpPr>
            <p:spPr bwMode="auto">
              <a:xfrm rot="0" flipH="0" flipV="0">
                <a:off x="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90780063" name="Freeform 34"/>
              <p:cNvSpPr/>
              <p:nvPr/>
            </p:nvSpPr>
            <p:spPr bwMode="auto">
              <a:xfrm rot="0" flipH="0" flipV="0">
                <a:off x="2516641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67274477" name="TextBox 35"/>
              <p:cNvSpPr txBox="1"/>
              <p:nvPr/>
            </p:nvSpPr>
            <p:spPr bwMode="auto">
              <a:xfrm rot="0" flipH="0" flipV="0">
                <a:off x="2516641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7310600" name="Freeform 37"/>
              <p:cNvSpPr/>
              <p:nvPr/>
            </p:nvSpPr>
            <p:spPr bwMode="auto">
              <a:xfrm rot="0" flipH="0" flipV="0">
                <a:off x="2516641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87698" name="TextBox 38"/>
              <p:cNvSpPr txBox="1"/>
              <p:nvPr/>
            </p:nvSpPr>
            <p:spPr bwMode="auto">
              <a:xfrm rot="0" flipH="0" flipV="0">
                <a:off x="2516641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1363378" name="Freeform 40"/>
              <p:cNvSpPr/>
              <p:nvPr/>
            </p:nvSpPr>
            <p:spPr bwMode="auto">
              <a:xfrm rot="0" flipH="0" flipV="0">
                <a:off x="2516641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0444752" name="TextBox 41"/>
              <p:cNvSpPr txBox="1"/>
              <p:nvPr/>
            </p:nvSpPr>
            <p:spPr bwMode="auto">
              <a:xfrm rot="0" flipH="0" flipV="0">
                <a:off x="2516641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84168247" name="Freeform 46"/>
              <p:cNvSpPr/>
              <p:nvPr/>
            </p:nvSpPr>
            <p:spPr bwMode="auto">
              <a:xfrm rot="0" flipH="0" flipV="0">
                <a:off x="2516641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28753284" name="TextBox 47"/>
              <p:cNvSpPr txBox="1"/>
              <p:nvPr/>
            </p:nvSpPr>
            <p:spPr bwMode="auto">
              <a:xfrm rot="0" flipH="0" flipV="0">
                <a:off x="2516641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0731835" name="Freeform 49"/>
              <p:cNvSpPr/>
              <p:nvPr/>
            </p:nvSpPr>
            <p:spPr bwMode="auto">
              <a:xfrm rot="0" flipH="0" flipV="0">
                <a:off x="251305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139543" name="TextBox 50"/>
              <p:cNvSpPr txBox="1"/>
              <p:nvPr/>
            </p:nvSpPr>
            <p:spPr bwMode="auto">
              <a:xfrm rot="0" flipH="0" flipV="0">
                <a:off x="251305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72887699" name=""/>
          <p:cNvGrpSpPr/>
          <p:nvPr/>
        </p:nvGrpSpPr>
        <p:grpSpPr bwMode="auto">
          <a:xfrm>
            <a:off x="1639408" y="343341"/>
            <a:ext cx="9520119" cy="6258611"/>
            <a:chOff x="0" y="0"/>
            <a:chExt cx="9520119" cy="6258611"/>
          </a:xfrm>
        </p:grpSpPr>
        <p:sp>
          <p:nvSpPr>
            <p:cNvPr id="2026958844" name="Freeform 29"/>
            <p:cNvSpPr/>
            <p:nvPr/>
          </p:nvSpPr>
          <p:spPr bwMode="auto">
            <a:xfrm>
              <a:off x="344023" y="1953285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5" y="0"/>
                  </a:lnTo>
                  <a:lnTo>
                    <a:pt x="499775" y="499776"/>
                  </a:lnTo>
                  <a:lnTo>
                    <a:pt x="0" y="49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130662" name="Freeform 30"/>
            <p:cNvSpPr/>
            <p:nvPr/>
          </p:nvSpPr>
          <p:spPr bwMode="auto">
            <a:xfrm>
              <a:off x="2086123" y="1323202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4" y="0"/>
                  </a:lnTo>
                  <a:lnTo>
                    <a:pt x="709804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8999213" name="Freeform 31"/>
            <p:cNvSpPr/>
            <p:nvPr/>
          </p:nvSpPr>
          <p:spPr bwMode="auto">
            <a:xfrm>
              <a:off x="1275230" y="286874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40" y="0"/>
                  </a:lnTo>
                  <a:lnTo>
                    <a:pt x="400940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1513376" name="Freeform 32"/>
            <p:cNvSpPr/>
            <p:nvPr/>
          </p:nvSpPr>
          <p:spPr bwMode="auto">
            <a:xfrm>
              <a:off x="344023" y="306921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3469939" name="TextBox 36"/>
            <p:cNvSpPr txBox="1"/>
            <p:nvPr/>
          </p:nvSpPr>
          <p:spPr bwMode="auto">
            <a:xfrm>
              <a:off x="0" y="4037297"/>
              <a:ext cx="3051675" cy="4127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3048371" name="Freeform 37"/>
            <p:cNvSpPr/>
            <p:nvPr/>
          </p:nvSpPr>
          <p:spPr bwMode="auto">
            <a:xfrm>
              <a:off x="1612400" y="1122640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339409" name="Freeform 38"/>
            <p:cNvSpPr/>
            <p:nvPr/>
          </p:nvSpPr>
          <p:spPr bwMode="auto">
            <a:xfrm>
              <a:off x="993112" y="1383936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787082" name="Freeform 39"/>
            <p:cNvSpPr/>
            <p:nvPr/>
          </p:nvSpPr>
          <p:spPr bwMode="auto">
            <a:xfrm>
              <a:off x="143554" y="4924247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56251" name="Freeform 40"/>
            <p:cNvSpPr/>
            <p:nvPr/>
          </p:nvSpPr>
          <p:spPr bwMode="auto">
            <a:xfrm>
              <a:off x="2158907" y="5317512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6"/>
                  </a:lnTo>
                  <a:lnTo>
                    <a:pt x="0" y="564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64814" name="Freeform 41"/>
            <p:cNvSpPr/>
            <p:nvPr/>
          </p:nvSpPr>
          <p:spPr bwMode="auto">
            <a:xfrm>
              <a:off x="1394050" y="4632183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6" y="0"/>
                  </a:lnTo>
                  <a:lnTo>
                    <a:pt x="499776" y="499775"/>
                  </a:lnTo>
                  <a:lnTo>
                    <a:pt x="0" y="49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3992811" name="Freeform 42"/>
            <p:cNvSpPr/>
            <p:nvPr/>
          </p:nvSpPr>
          <p:spPr bwMode="auto">
            <a:xfrm>
              <a:off x="1330283" y="1981570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7"/>
                  </a:lnTo>
                  <a:lnTo>
                    <a:pt x="0" y="564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6701924" name="Freeform 43"/>
            <p:cNvSpPr/>
            <p:nvPr/>
          </p:nvSpPr>
          <p:spPr bwMode="auto">
            <a:xfrm>
              <a:off x="2158907" y="2263689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3" y="0"/>
                  </a:lnTo>
                  <a:lnTo>
                    <a:pt x="709803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791866" name="Freeform 44"/>
            <p:cNvSpPr/>
            <p:nvPr/>
          </p:nvSpPr>
          <p:spPr bwMode="auto">
            <a:xfrm>
              <a:off x="344023" y="1236535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5540314" name="AutoShape 45"/>
            <p:cNvSpPr/>
            <p:nvPr/>
          </p:nvSpPr>
          <p:spPr bwMode="auto">
            <a:xfrm flipV="1">
              <a:off x="1893827" y="2921170"/>
              <a:ext cx="3699248" cy="183681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9085614" name="AutoShape 46"/>
            <p:cNvSpPr/>
            <p:nvPr/>
          </p:nvSpPr>
          <p:spPr bwMode="auto">
            <a:xfrm>
              <a:off x="1676169" y="3125700"/>
              <a:ext cx="3917020" cy="11037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7736860" name="AutoShape 47"/>
            <p:cNvSpPr/>
            <p:nvPr/>
          </p:nvSpPr>
          <p:spPr bwMode="auto">
            <a:xfrm flipV="1">
              <a:off x="2723143" y="3575305"/>
              <a:ext cx="2870046" cy="18431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949169" name="Freeform 52"/>
            <p:cNvSpPr/>
            <p:nvPr/>
          </p:nvSpPr>
          <p:spPr bwMode="auto">
            <a:xfrm rot="0" flipH="0" flipV="0">
              <a:off x="5593075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3034671" name="TextBox 53"/>
            <p:cNvSpPr txBox="1"/>
            <p:nvPr/>
          </p:nvSpPr>
          <p:spPr bwMode="auto">
            <a:xfrm rot="0" flipH="0" flipV="0">
              <a:off x="5593075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14968105" name="AutoShape 54"/>
            <p:cNvSpPr/>
            <p:nvPr/>
          </p:nvSpPr>
          <p:spPr bwMode="auto">
            <a:xfrm>
              <a:off x="7414947" y="1614156"/>
              <a:ext cx="0" cy="351262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8256" name="Freeform 56"/>
            <p:cNvSpPr/>
            <p:nvPr/>
          </p:nvSpPr>
          <p:spPr bwMode="auto">
            <a:xfrm rot="0" flipH="0" flipV="0">
              <a:off x="5593075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2596276" name="TextBox 57"/>
            <p:cNvSpPr txBox="1"/>
            <p:nvPr/>
          </p:nvSpPr>
          <p:spPr bwMode="auto">
            <a:xfrm rot="0" flipH="0" flipV="0">
              <a:off x="5593075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38828842" name="Freeform 59"/>
            <p:cNvSpPr/>
            <p:nvPr/>
          </p:nvSpPr>
          <p:spPr bwMode="auto">
            <a:xfrm rot="0" flipH="0" flipV="0">
              <a:off x="5593189" y="3332093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6872168" name="TextBox 60"/>
            <p:cNvSpPr txBox="1"/>
            <p:nvPr/>
          </p:nvSpPr>
          <p:spPr bwMode="auto">
            <a:xfrm rot="0" flipH="0" flipV="0">
              <a:off x="5593189" y="3266785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90441693" name="Freeform 62"/>
            <p:cNvSpPr/>
            <p:nvPr/>
          </p:nvSpPr>
          <p:spPr bwMode="auto">
            <a:xfrm rot="0" flipH="0" flipV="0">
              <a:off x="5593189" y="398622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3461865" name="TextBox 63"/>
            <p:cNvSpPr txBox="1"/>
            <p:nvPr/>
          </p:nvSpPr>
          <p:spPr bwMode="auto">
            <a:xfrm rot="0" flipH="0" flipV="0">
              <a:off x="5593189" y="3920922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351204473" name="Freeform 65"/>
            <p:cNvSpPr/>
            <p:nvPr/>
          </p:nvSpPr>
          <p:spPr bwMode="auto">
            <a:xfrm rot="0" flipH="0" flipV="0">
              <a:off x="7818927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9946" name="TextBox 66"/>
            <p:cNvSpPr txBox="1"/>
            <p:nvPr/>
          </p:nvSpPr>
          <p:spPr bwMode="auto">
            <a:xfrm rot="0" flipH="0" flipV="0">
              <a:off x="7818927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39480827" name="Freeform 68"/>
            <p:cNvSpPr/>
            <p:nvPr/>
          </p:nvSpPr>
          <p:spPr bwMode="auto">
            <a:xfrm rot="0" flipH="0" flipV="0">
              <a:off x="7818927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7333550" name="TextBox 69"/>
            <p:cNvSpPr txBox="1"/>
            <p:nvPr/>
          </p:nvSpPr>
          <p:spPr bwMode="auto">
            <a:xfrm rot="0" flipH="0" flipV="0">
              <a:off x="7818927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93038257" name="AutoShape 70"/>
            <p:cNvSpPr/>
            <p:nvPr/>
          </p:nvSpPr>
          <p:spPr bwMode="auto">
            <a:xfrm>
              <a:off x="2795927" y="1744413"/>
              <a:ext cx="2797148" cy="52262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0247064" name="Freeform 71"/>
            <p:cNvSpPr/>
            <p:nvPr/>
          </p:nvSpPr>
          <p:spPr bwMode="auto">
            <a:xfrm>
              <a:off x="3888059" y="897444"/>
              <a:ext cx="703128" cy="536135"/>
            </a:xfrm>
            <a:custGeom>
              <a:avLst/>
              <a:gdLst/>
              <a:ahLst/>
              <a:cxnLst/>
              <a:rect l="l" t="t" r="r" b="b"/>
              <a:pathLst>
                <a:path w="703130" h="536137" fill="norm" stroke="1" extrusionOk="0">
                  <a:moveTo>
                    <a:pt x="0" y="0"/>
                  </a:moveTo>
                  <a:lnTo>
                    <a:pt x="703130" y="0"/>
                  </a:lnTo>
                  <a:lnTo>
                    <a:pt x="703130" y="536136"/>
                  </a:lnTo>
                  <a:lnTo>
                    <a:pt x="0" y="536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85609" name="TextBox 72"/>
            <p:cNvSpPr txBox="1"/>
            <p:nvPr/>
          </p:nvSpPr>
          <p:spPr bwMode="auto">
            <a:xfrm flipH="0" flipV="0">
              <a:off x="0" y="419235"/>
              <a:ext cx="3163453" cy="41260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8198992" name="TextBox 73"/>
            <p:cNvSpPr txBox="1"/>
            <p:nvPr/>
          </p:nvSpPr>
          <p:spPr bwMode="auto">
            <a:xfrm>
              <a:off x="5489049" y="1009914"/>
              <a:ext cx="3809115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70572634" name="TextBox 74"/>
            <p:cNvSpPr txBox="1"/>
            <p:nvPr/>
          </p:nvSpPr>
          <p:spPr bwMode="auto">
            <a:xfrm>
              <a:off x="5618475" y="1454400"/>
              <a:ext cx="1368419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73394194" name="TextBox 75"/>
            <p:cNvSpPr txBox="1"/>
            <p:nvPr/>
          </p:nvSpPr>
          <p:spPr bwMode="auto">
            <a:xfrm flipH="0" flipV="0">
              <a:off x="7633213" y="1470750"/>
              <a:ext cx="1810469" cy="3131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624313" name="TextBox 76"/>
            <p:cNvSpPr txBox="1"/>
            <p:nvPr/>
          </p:nvSpPr>
          <p:spPr bwMode="auto">
            <a:xfrm>
              <a:off x="3546308" y="1485481"/>
              <a:ext cx="1388071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CIOH </a:t>
              </a:r>
              <a:r>
                <a:rPr lang="en-US" sz="175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876716522" name="Freeform 77"/>
            <p:cNvSpPr/>
            <p:nvPr/>
          </p:nvSpPr>
          <p:spPr bwMode="auto">
            <a:xfrm>
              <a:off x="593910" y="5244711"/>
              <a:ext cx="681318" cy="681318"/>
            </a:xfrm>
            <a:custGeom>
              <a:avLst/>
              <a:gdLst/>
              <a:ahLst/>
              <a:cxnLst/>
              <a:rect l="l" t="t" r="r" b="b"/>
              <a:pathLst>
                <a:path w="681320" h="681320" fill="norm" stroke="1" extrusionOk="0">
                  <a:moveTo>
                    <a:pt x="0" y="0"/>
                  </a:moveTo>
                  <a:lnTo>
                    <a:pt x="681320" y="0"/>
                  </a:lnTo>
                  <a:lnTo>
                    <a:pt x="681320" y="681320"/>
                  </a:lnTo>
                  <a:lnTo>
                    <a:pt x="0" y="68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2773317" name="Rectangle: Rounded Corners 12"/>
            <p:cNvSpPr/>
            <p:nvPr/>
          </p:nvSpPr>
          <p:spPr bwMode="auto">
            <a:xfrm>
              <a:off x="0" y="0"/>
              <a:ext cx="3162735" cy="367756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47417022" name="Rectangle: Rounded Corners 12"/>
            <p:cNvSpPr/>
            <p:nvPr/>
          </p:nvSpPr>
          <p:spPr bwMode="auto">
            <a:xfrm>
              <a:off x="0" y="3918097"/>
              <a:ext cx="3162735" cy="234051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817652652" name="Rectangle: Rounded Corners 12"/>
            <p:cNvSpPr/>
            <p:nvPr/>
          </p:nvSpPr>
          <p:spPr bwMode="auto">
            <a:xfrm>
              <a:off x="5267096" y="816934"/>
              <a:ext cx="4253022" cy="461861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07475057" name=""/>
          <p:cNvGrpSpPr/>
          <p:nvPr/>
        </p:nvGrpSpPr>
        <p:grpSpPr bwMode="auto">
          <a:xfrm>
            <a:off x="2937704" y="1367064"/>
            <a:ext cx="6606758" cy="3568488"/>
            <a:chOff x="0" y="0"/>
            <a:chExt cx="6606758" cy="3568488"/>
          </a:xfrm>
        </p:grpSpPr>
        <p:sp>
          <p:nvSpPr>
            <p:cNvPr id="237493755" name="Freeform 26"/>
            <p:cNvSpPr/>
            <p:nvPr/>
          </p:nvSpPr>
          <p:spPr bwMode="auto">
            <a:xfrm flipH="0" flipV="0">
              <a:off x="0" y="34154"/>
              <a:ext cx="2907092" cy="2926917"/>
            </a:xfrm>
            <a:custGeom>
              <a:avLst/>
              <a:gdLst/>
              <a:ahLst/>
              <a:cxnLst/>
              <a:rect l="l" t="t" r="r" b="b"/>
              <a:pathLst>
                <a:path w="2770268" h="2770268" fill="norm" stroke="1" extrusionOk="0">
                  <a:moveTo>
                    <a:pt x="0" y="0"/>
                  </a:moveTo>
                  <a:lnTo>
                    <a:pt x="2770268" y="0"/>
                  </a:lnTo>
                  <a:lnTo>
                    <a:pt x="2770268" y="2770268"/>
                  </a:lnTo>
                  <a:lnTo>
                    <a:pt x="0" y="2770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77182213" name="Group 27"/>
            <p:cNvGrpSpPr/>
            <p:nvPr/>
          </p:nvGrpSpPr>
          <p:grpSpPr bwMode="auto">
            <a:xfrm flipH="0" flipV="0">
              <a:off x="3822903" y="0"/>
              <a:ext cx="2783854" cy="2802840"/>
              <a:chOff x="0" y="0"/>
              <a:chExt cx="2783854" cy="2802840"/>
            </a:xfrm>
          </p:grpSpPr>
          <p:sp>
            <p:nvSpPr>
              <p:cNvPr id="1259803084" name="Freeform 28"/>
              <p:cNvSpPr/>
              <p:nvPr/>
            </p:nvSpPr>
            <p:spPr bwMode="auto">
              <a:xfrm>
                <a:off x="0" y="0"/>
                <a:ext cx="2783855" cy="280284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/>
              </a:blipFill>
            </p:spPr>
          </p:sp>
        </p:grpSp>
        <p:sp>
          <p:nvSpPr>
            <p:cNvPr id="1939596758" name=""/>
            <p:cNvSpPr txBox="1"/>
            <p:nvPr/>
          </p:nvSpPr>
          <p:spPr bwMode="auto">
            <a:xfrm rot="0" flipH="0" flipV="0">
              <a:off x="1974668" y="3232848"/>
              <a:ext cx="2057689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 i="1">
                  <a:latin typeface="IBM Plex Sans"/>
                  <a:ea typeface="IBM Plex Sans"/>
                  <a:cs typeface="IBM Plex Sans"/>
                </a:rPr>
                <a:t>Sparrow &amp; </a:t>
              </a:r>
              <a:r>
                <a:rPr lang="fr-FR" sz="1600" i="1">
                  <a:latin typeface="IBM Plex Sans"/>
                  <a:ea typeface="IBM Plex Sans"/>
                  <a:cs typeface="IBM Plex Sans"/>
                </a:rPr>
                <a:t>Samouraï</a:t>
              </a:r>
              <a:endParaRPr sz="1600" i="1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844923" name="TextBox 38"/>
          <p:cNvSpPr txBox="1"/>
          <p:nvPr/>
        </p:nvSpPr>
        <p:spPr bwMode="auto">
          <a:xfrm flipH="0" flipV="0">
            <a:off x="359419" y="837141"/>
            <a:ext cx="3845425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Analüütik teab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seda UTXO</a:t>
            </a:r>
          </a:p>
        </p:txBody>
      </p:sp>
      <p:sp>
        <p:nvSpPr>
          <p:cNvPr id="1693557767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844556" name="TextBox 40"/>
          <p:cNvSpPr txBox="1"/>
          <p:nvPr/>
        </p:nvSpPr>
        <p:spPr bwMode="auto">
          <a:xfrm flipH="0" flipV="0">
            <a:off x="8307452" y="5407642"/>
            <a:ext cx="3721540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Analüütik tahab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leida see UTXO</a:t>
            </a:r>
          </a:p>
        </p:txBody>
      </p:sp>
      <p:sp>
        <p:nvSpPr>
          <p:cNvPr id="1154578486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8987841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  <p:grpSp>
        <p:nvGrpSpPr>
          <p:cNvPr id="823569148" name=""/>
          <p:cNvGrpSpPr/>
          <p:nvPr/>
        </p:nvGrpSpPr>
        <p:grpSpPr bwMode="auto">
          <a:xfrm>
            <a:off x="496558" y="2438185"/>
            <a:ext cx="10820398" cy="2029317"/>
            <a:chOff x="0" y="0"/>
            <a:chExt cx="10820398" cy="2029317"/>
          </a:xfrm>
        </p:grpSpPr>
        <p:sp>
          <p:nvSpPr>
            <p:cNvPr id="240249042" name="Freeform 27"/>
            <p:cNvSpPr/>
            <p:nvPr/>
          </p:nvSpPr>
          <p:spPr bwMode="auto">
            <a:xfrm rot="0" flipH="0" flipV="0">
              <a:off x="0" y="440592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58680899" name="TextBox 28"/>
            <p:cNvSpPr txBox="1"/>
            <p:nvPr/>
          </p:nvSpPr>
          <p:spPr bwMode="auto">
            <a:xfrm rot="0" flipH="0" flipV="0">
              <a:off x="0" y="271826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99854685" name="AutoShape 29"/>
            <p:cNvSpPr/>
            <p:nvPr/>
          </p:nvSpPr>
          <p:spPr bwMode="auto">
            <a:xfrm flipH="1" flipV="1">
              <a:off x="2357334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301441119" name="Freeform 31"/>
            <p:cNvSpPr/>
            <p:nvPr/>
          </p:nvSpPr>
          <p:spPr bwMode="auto">
            <a:xfrm rot="0" flipH="0" flipV="0">
              <a:off x="8463069" y="431623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6387061" name="TextBox 32"/>
            <p:cNvSpPr txBox="1"/>
            <p:nvPr/>
          </p:nvSpPr>
          <p:spPr bwMode="auto">
            <a:xfrm rot="0" flipH="0" flipV="0">
              <a:off x="8463069" y="262857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873699878" name="Freeform 34"/>
            <p:cNvSpPr/>
            <p:nvPr/>
          </p:nvSpPr>
          <p:spPr bwMode="auto">
            <a:xfrm rot="0" flipH="0" flipV="0">
              <a:off x="4231534" y="81297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5989018" name="AutoShape 36"/>
            <p:cNvSpPr/>
            <p:nvPr/>
          </p:nvSpPr>
          <p:spPr bwMode="auto">
            <a:xfrm flipH="1">
              <a:off x="6588868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860908828" name="Freeform 37"/>
            <p:cNvSpPr/>
            <p:nvPr/>
          </p:nvSpPr>
          <p:spPr bwMode="auto">
            <a:xfrm>
              <a:off x="7144146" y="402865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6" y="0"/>
                  </a:lnTo>
                  <a:lnTo>
                    <a:pt x="940456" y="1217418"/>
                  </a:lnTo>
                  <a:lnTo>
                    <a:pt x="0" y="121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1293847520" name="TextBox 35"/>
            <p:cNvSpPr txBox="1"/>
            <p:nvPr/>
          </p:nvSpPr>
          <p:spPr bwMode="auto">
            <a:xfrm rot="0" flipH="0" flipV="0">
              <a:off x="4221748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781865" name="TextBox 38"/>
          <p:cNvSpPr txBox="1"/>
          <p:nvPr/>
        </p:nvSpPr>
        <p:spPr bwMode="auto">
          <a:xfrm>
            <a:off x="8710130" y="580591"/>
            <a:ext cx="3257181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Analüütik teab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seda UTXO</a:t>
            </a:r>
          </a:p>
        </p:txBody>
      </p:sp>
      <p:sp>
        <p:nvSpPr>
          <p:cNvPr id="23379087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78161" name="TextBox 40"/>
          <p:cNvSpPr txBox="1"/>
          <p:nvPr/>
        </p:nvSpPr>
        <p:spPr bwMode="auto">
          <a:xfrm flipH="0" flipV="0">
            <a:off x="135468" y="5367784"/>
            <a:ext cx="3792348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Analüütik tahab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leida see UTXO</a:t>
            </a:r>
          </a:p>
        </p:txBody>
      </p:sp>
      <p:sp>
        <p:nvSpPr>
          <p:cNvPr id="94139645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839787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  <p:grpSp>
        <p:nvGrpSpPr>
          <p:cNvPr id="1665307149" name=""/>
          <p:cNvGrpSpPr/>
          <p:nvPr/>
        </p:nvGrpSpPr>
        <p:grpSpPr bwMode="auto">
          <a:xfrm>
            <a:off x="399167" y="2396583"/>
            <a:ext cx="10820397" cy="2029317"/>
            <a:chOff x="0" y="0"/>
            <a:chExt cx="10820397" cy="2029317"/>
          </a:xfrm>
        </p:grpSpPr>
        <p:sp>
          <p:nvSpPr>
            <p:cNvPr id="1102662987" name="Freeform 27"/>
            <p:cNvSpPr/>
            <p:nvPr/>
          </p:nvSpPr>
          <p:spPr bwMode="auto">
            <a:xfrm rot="0" flipH="0" flipV="0">
              <a:off x="0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2307284" name="TextBox 28"/>
            <p:cNvSpPr txBox="1"/>
            <p:nvPr/>
          </p:nvSpPr>
          <p:spPr bwMode="auto">
            <a:xfrm rot="0" flipH="0" flipV="0">
              <a:off x="0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26452686" name="AutoShape 29"/>
            <p:cNvSpPr/>
            <p:nvPr/>
          </p:nvSpPr>
          <p:spPr bwMode="auto">
            <a:xfrm flipH="1" flipV="1">
              <a:off x="2357334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370872512" name="Freeform 31"/>
            <p:cNvSpPr/>
            <p:nvPr/>
          </p:nvSpPr>
          <p:spPr bwMode="auto">
            <a:xfrm rot="0" flipH="0" flipV="0">
              <a:off x="8463067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5633610" name="TextBox 32"/>
            <p:cNvSpPr txBox="1"/>
            <p:nvPr/>
          </p:nvSpPr>
          <p:spPr bwMode="auto">
            <a:xfrm rot="0" flipH="0" flipV="0">
              <a:off x="8463067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06140107" name="Freeform 34"/>
            <p:cNvSpPr/>
            <p:nvPr/>
          </p:nvSpPr>
          <p:spPr bwMode="auto">
            <a:xfrm rot="0" flipH="0" flipV="0">
              <a:off x="4231534" y="168766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79001431" name="TextBox 35"/>
            <p:cNvSpPr txBox="1"/>
            <p:nvPr/>
          </p:nvSpPr>
          <p:spPr bwMode="auto">
            <a:xfrm rot="0" flipH="0" flipV="0">
              <a:off x="423153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1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79132851" name="AutoShape 36"/>
            <p:cNvSpPr/>
            <p:nvPr/>
          </p:nvSpPr>
          <p:spPr bwMode="auto">
            <a:xfrm flipH="1">
              <a:off x="6588869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2644260" name="Freeform 37"/>
            <p:cNvSpPr/>
            <p:nvPr/>
          </p:nvSpPr>
          <p:spPr bwMode="auto">
            <a:xfrm>
              <a:off x="2824206" y="519092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5" y="0"/>
                  </a:lnTo>
                  <a:lnTo>
                    <a:pt x="940455" y="1217419"/>
                  </a:lnTo>
                  <a:lnTo>
                    <a:pt x="0" y="121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01748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58887100" name="TextBox 34"/>
          <p:cNvSpPr txBox="1"/>
          <p:nvPr/>
        </p:nvSpPr>
        <p:spPr bwMode="auto">
          <a:xfrm>
            <a:off x="287642" y="183422"/>
            <a:ext cx="3075255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Analüütik teab</a:t>
            </a:r>
            <a:endParaRPr lang="en-US" sz="20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seda UTXO</a:t>
            </a:r>
          </a:p>
        </p:txBody>
      </p:sp>
      <p:sp>
        <p:nvSpPr>
          <p:cNvPr id="17475930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91540616" name="TextBox 36"/>
          <p:cNvSpPr txBox="1"/>
          <p:nvPr/>
        </p:nvSpPr>
        <p:spPr bwMode="auto">
          <a:xfrm flipH="0" flipV="0">
            <a:off x="2874987" y="5768962"/>
            <a:ext cx="5755952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Analüütik seisab silmitsi UTXOde rühmaga</a:t>
            </a:r>
            <a:endParaRPr lang="en-US" sz="20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mis võivad vastata otsingule</a:t>
            </a:r>
          </a:p>
        </p:txBody>
      </p:sp>
      <p:sp>
        <p:nvSpPr>
          <p:cNvPr id="309158851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61475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1142294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Tõenäoline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3130738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9683056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Tõenäoline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93391958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2406892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Tõenäoline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8996089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8081062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Tõenäoline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56148743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4914995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Tõenäoline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67644625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43060436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64731075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818194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8157626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19356935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  <p:grpSp>
        <p:nvGrpSpPr>
          <p:cNvPr id="1888206934" name=""/>
          <p:cNvGrpSpPr/>
          <p:nvPr/>
        </p:nvGrpSpPr>
        <p:grpSpPr bwMode="auto">
          <a:xfrm>
            <a:off x="649287" y="1924398"/>
            <a:ext cx="5534934" cy="2029317"/>
            <a:chOff x="0" y="0"/>
            <a:chExt cx="5534934" cy="2029317"/>
          </a:xfrm>
        </p:grpSpPr>
        <p:sp>
          <p:nvSpPr>
            <p:cNvPr id="1652243845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24801893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41892305" name="AutoShape 29"/>
            <p:cNvSpPr/>
            <p:nvPr/>
          </p:nvSpPr>
          <p:spPr bwMode="auto">
            <a:xfrm flipH="1" flipV="1">
              <a:off x="2357332" y="1093159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422086903" name="Freeform 31"/>
            <p:cNvSpPr/>
            <p:nvPr/>
          </p:nvSpPr>
          <p:spPr bwMode="auto">
            <a:xfrm rot="0" flipH="0" flipV="0">
              <a:off x="3177604" y="168764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62594953" name="TextBox 32"/>
            <p:cNvSpPr txBox="1"/>
            <p:nvPr/>
          </p:nvSpPr>
          <p:spPr bwMode="auto">
            <a:xfrm rot="0" flipH="0" flipV="0">
              <a:off x="317760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869045" name=""/>
          <p:cNvGrpSpPr/>
          <p:nvPr/>
        </p:nvGrpSpPr>
        <p:grpSpPr bwMode="auto">
          <a:xfrm>
            <a:off x="867956" y="586974"/>
            <a:ext cx="10812811" cy="5941569"/>
            <a:chOff x="0" y="0"/>
            <a:chExt cx="10812811" cy="5941569"/>
          </a:xfrm>
        </p:grpSpPr>
        <p:sp>
          <p:nvSpPr>
            <p:cNvPr id="374898328" name="Freeform 27"/>
            <p:cNvSpPr/>
            <p:nvPr/>
          </p:nvSpPr>
          <p:spPr bwMode="auto">
            <a:xfrm rot="0" flipH="0" flipV="0">
              <a:off x="0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292297374" name="Freeform 29"/>
            <p:cNvSpPr/>
            <p:nvPr/>
          </p:nvSpPr>
          <p:spPr bwMode="auto">
            <a:xfrm rot="0" flipH="0" flipV="0">
              <a:off x="90857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46762801" name="TextBox 30"/>
            <p:cNvSpPr txBox="1"/>
            <p:nvPr/>
          </p:nvSpPr>
          <p:spPr bwMode="auto">
            <a:xfrm rot="0" flipH="0" flipV="0">
              <a:off x="90857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5879883" name="Freeform 32"/>
            <p:cNvSpPr/>
            <p:nvPr/>
          </p:nvSpPr>
          <p:spPr bwMode="auto">
            <a:xfrm rot="0" flipH="0" flipV="0">
              <a:off x="1538942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54380619" name="TextBox 33"/>
            <p:cNvSpPr txBox="1"/>
            <p:nvPr/>
          </p:nvSpPr>
          <p:spPr bwMode="auto">
            <a:xfrm rot="0" flipH="0" flipV="0">
              <a:off x="1538942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4257654" name="Freeform 35"/>
            <p:cNvSpPr/>
            <p:nvPr/>
          </p:nvSpPr>
          <p:spPr bwMode="auto">
            <a:xfrm rot="0" flipH="0" flipV="0">
              <a:off x="90857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6069375" name="TextBox 36"/>
            <p:cNvSpPr txBox="1"/>
            <p:nvPr/>
          </p:nvSpPr>
          <p:spPr bwMode="auto">
            <a:xfrm rot="0" flipH="0" flipV="0">
              <a:off x="90857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5538613" name="Freeform 38"/>
            <p:cNvSpPr/>
            <p:nvPr/>
          </p:nvSpPr>
          <p:spPr bwMode="auto">
            <a:xfrm rot="0" flipH="0" flipV="0">
              <a:off x="90857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3524858" name="TextBox 39"/>
            <p:cNvSpPr txBox="1"/>
            <p:nvPr/>
          </p:nvSpPr>
          <p:spPr bwMode="auto">
            <a:xfrm rot="0" flipH="0" flipV="0">
              <a:off x="90857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4128898" name="Freeform 41"/>
            <p:cNvSpPr/>
            <p:nvPr/>
          </p:nvSpPr>
          <p:spPr bwMode="auto">
            <a:xfrm rot="0" flipH="0" flipV="0">
              <a:off x="90857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375368" name="TextBox 42"/>
            <p:cNvSpPr txBox="1"/>
            <p:nvPr/>
          </p:nvSpPr>
          <p:spPr bwMode="auto">
            <a:xfrm rot="0" flipH="0" flipV="0">
              <a:off x="90857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7385661" name="Freeform 44"/>
            <p:cNvSpPr/>
            <p:nvPr/>
          </p:nvSpPr>
          <p:spPr bwMode="auto">
            <a:xfrm rot="0" flipH="0" flipV="0">
              <a:off x="90857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9461801" name="TextBox 45"/>
            <p:cNvSpPr txBox="1"/>
            <p:nvPr/>
          </p:nvSpPr>
          <p:spPr bwMode="auto">
            <a:xfrm rot="0" flipH="0" flipV="0">
              <a:off x="90857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4003699" name="Freeform 47"/>
            <p:cNvSpPr/>
            <p:nvPr/>
          </p:nvSpPr>
          <p:spPr bwMode="auto">
            <a:xfrm rot="0" flipH="0" flipV="0">
              <a:off x="1538942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13095145" name="TextBox 48"/>
            <p:cNvSpPr txBox="1"/>
            <p:nvPr/>
          </p:nvSpPr>
          <p:spPr bwMode="auto">
            <a:xfrm rot="0" flipH="0" flipV="0">
              <a:off x="1538942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1291769" name="Freeform 50"/>
            <p:cNvSpPr/>
            <p:nvPr/>
          </p:nvSpPr>
          <p:spPr bwMode="auto">
            <a:xfrm rot="0" flipH="0" flipV="0">
              <a:off x="1538942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3782888" name="TextBox 51"/>
            <p:cNvSpPr txBox="1"/>
            <p:nvPr/>
          </p:nvSpPr>
          <p:spPr bwMode="auto">
            <a:xfrm rot="0" flipH="0" flipV="0">
              <a:off x="1538942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62910381" name="Freeform 53"/>
            <p:cNvSpPr/>
            <p:nvPr/>
          </p:nvSpPr>
          <p:spPr bwMode="auto">
            <a:xfrm rot="0" flipH="0" flipV="0">
              <a:off x="1538942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418476" name="TextBox 54"/>
            <p:cNvSpPr txBox="1"/>
            <p:nvPr/>
          </p:nvSpPr>
          <p:spPr bwMode="auto">
            <a:xfrm rot="0" flipH="0" flipV="0">
              <a:off x="1538942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5031024" name="Freeform 56"/>
            <p:cNvSpPr/>
            <p:nvPr/>
          </p:nvSpPr>
          <p:spPr bwMode="auto">
            <a:xfrm rot="0" flipH="0" flipV="0">
              <a:off x="1538942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4705961" name="TextBox 57"/>
            <p:cNvSpPr txBox="1"/>
            <p:nvPr/>
          </p:nvSpPr>
          <p:spPr bwMode="auto">
            <a:xfrm rot="0" flipH="0" flipV="0">
              <a:off x="1538942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76733" name="TextBox 58"/>
            <p:cNvSpPr txBox="1"/>
            <p:nvPr/>
          </p:nvSpPr>
          <p:spPr bwMode="auto">
            <a:xfrm flipH="0" flipV="0">
              <a:off x="403666" y="176471"/>
              <a:ext cx="209621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#1</a:t>
              </a:r>
              <a:endParaRPr/>
            </a:p>
          </p:txBody>
        </p:sp>
        <p:sp>
          <p:nvSpPr>
            <p:cNvPr id="1643933614" name="AutoShape 59"/>
            <p:cNvSpPr/>
            <p:nvPr/>
          </p:nvSpPr>
          <p:spPr bwMode="auto">
            <a:xfrm>
              <a:off x="2651370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451050" name="AutoShape 60"/>
            <p:cNvSpPr/>
            <p:nvPr/>
          </p:nvSpPr>
          <p:spPr bwMode="auto">
            <a:xfrm>
              <a:off x="2651370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164238" name="AutoShape 61"/>
            <p:cNvSpPr/>
            <p:nvPr/>
          </p:nvSpPr>
          <p:spPr bwMode="auto">
            <a:xfrm>
              <a:off x="2651370" y="1166734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0861283" name="AutoShape 62"/>
            <p:cNvSpPr/>
            <p:nvPr/>
          </p:nvSpPr>
          <p:spPr bwMode="auto">
            <a:xfrm>
              <a:off x="2651370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358719" name="AutoShape 63"/>
            <p:cNvSpPr/>
            <p:nvPr/>
          </p:nvSpPr>
          <p:spPr bwMode="auto">
            <a:xfrm>
              <a:off x="2988474" y="1155322"/>
              <a:ext cx="0" cy="111048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1945258" name="Freeform 65"/>
            <p:cNvSpPr/>
            <p:nvPr/>
          </p:nvSpPr>
          <p:spPr bwMode="auto">
            <a:xfrm rot="0" flipH="0" flipV="0">
              <a:off x="3642354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656854578" name="Freeform 67"/>
            <p:cNvSpPr/>
            <p:nvPr/>
          </p:nvSpPr>
          <p:spPr bwMode="auto">
            <a:xfrm rot="0" flipH="0" flipV="0">
              <a:off x="373321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6133373" name="TextBox 68"/>
            <p:cNvSpPr txBox="1"/>
            <p:nvPr/>
          </p:nvSpPr>
          <p:spPr bwMode="auto">
            <a:xfrm rot="0" flipH="0" flipV="0">
              <a:off x="373321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80517773" name="Freeform 70"/>
            <p:cNvSpPr/>
            <p:nvPr/>
          </p:nvSpPr>
          <p:spPr bwMode="auto">
            <a:xfrm rot="0" flipH="0" flipV="0">
              <a:off x="5181296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3130188" name="TextBox 71"/>
            <p:cNvSpPr txBox="1"/>
            <p:nvPr/>
          </p:nvSpPr>
          <p:spPr bwMode="auto">
            <a:xfrm rot="0" flipH="0" flipV="0">
              <a:off x="5181296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40393101" name="Freeform 73"/>
            <p:cNvSpPr/>
            <p:nvPr/>
          </p:nvSpPr>
          <p:spPr bwMode="auto">
            <a:xfrm rot="0" flipH="0" flipV="0">
              <a:off x="373321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8813408" name="TextBox 74"/>
            <p:cNvSpPr txBox="1"/>
            <p:nvPr/>
          </p:nvSpPr>
          <p:spPr bwMode="auto">
            <a:xfrm rot="0" flipH="0" flipV="0">
              <a:off x="373321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06751399" name="Freeform 76"/>
            <p:cNvSpPr/>
            <p:nvPr/>
          </p:nvSpPr>
          <p:spPr bwMode="auto">
            <a:xfrm rot="0" flipH="0" flipV="0">
              <a:off x="373321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9574568" name="TextBox 77"/>
            <p:cNvSpPr txBox="1"/>
            <p:nvPr/>
          </p:nvSpPr>
          <p:spPr bwMode="auto">
            <a:xfrm rot="0" flipH="0" flipV="0">
              <a:off x="373321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7798480" name="Freeform 79"/>
            <p:cNvSpPr/>
            <p:nvPr/>
          </p:nvSpPr>
          <p:spPr bwMode="auto">
            <a:xfrm rot="0" flipH="0" flipV="0">
              <a:off x="373321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241" name="TextBox 80"/>
            <p:cNvSpPr txBox="1"/>
            <p:nvPr/>
          </p:nvSpPr>
          <p:spPr bwMode="auto">
            <a:xfrm rot="0" flipH="0" flipV="0">
              <a:off x="373321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873951" name="Freeform 82"/>
            <p:cNvSpPr/>
            <p:nvPr/>
          </p:nvSpPr>
          <p:spPr bwMode="auto">
            <a:xfrm rot="0" flipH="0" flipV="0">
              <a:off x="373321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50146441" name="TextBox 83"/>
            <p:cNvSpPr txBox="1"/>
            <p:nvPr/>
          </p:nvSpPr>
          <p:spPr bwMode="auto">
            <a:xfrm rot="0" flipH="0" flipV="0">
              <a:off x="373321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0735474" name="Freeform 85"/>
            <p:cNvSpPr/>
            <p:nvPr/>
          </p:nvSpPr>
          <p:spPr bwMode="auto">
            <a:xfrm rot="0" flipH="0" flipV="0">
              <a:off x="5181296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500644" name="TextBox 86"/>
            <p:cNvSpPr txBox="1"/>
            <p:nvPr/>
          </p:nvSpPr>
          <p:spPr bwMode="auto">
            <a:xfrm rot="0" flipH="0" flipV="0">
              <a:off x="5181296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588045" name="Freeform 88"/>
            <p:cNvSpPr/>
            <p:nvPr/>
          </p:nvSpPr>
          <p:spPr bwMode="auto">
            <a:xfrm rot="0" flipH="0" flipV="0">
              <a:off x="5181296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7273580" name="TextBox 89"/>
            <p:cNvSpPr txBox="1"/>
            <p:nvPr/>
          </p:nvSpPr>
          <p:spPr bwMode="auto">
            <a:xfrm rot="0" flipH="0" flipV="0">
              <a:off x="5181296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3939598" name="Freeform 91"/>
            <p:cNvSpPr/>
            <p:nvPr/>
          </p:nvSpPr>
          <p:spPr bwMode="auto">
            <a:xfrm rot="0" flipH="0" flipV="0">
              <a:off x="5181296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7299421" name="TextBox 92"/>
            <p:cNvSpPr txBox="1"/>
            <p:nvPr/>
          </p:nvSpPr>
          <p:spPr bwMode="auto">
            <a:xfrm rot="0" flipH="0" flipV="0">
              <a:off x="5181296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1275657" name="Freeform 94"/>
            <p:cNvSpPr/>
            <p:nvPr/>
          </p:nvSpPr>
          <p:spPr bwMode="auto">
            <a:xfrm rot="0" flipH="0" flipV="0">
              <a:off x="5181296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49354259" name="TextBox 95"/>
            <p:cNvSpPr txBox="1"/>
            <p:nvPr/>
          </p:nvSpPr>
          <p:spPr bwMode="auto">
            <a:xfrm rot="0" flipH="0" flipV="0">
              <a:off x="5181296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07007" name="TextBox 96"/>
            <p:cNvSpPr txBox="1"/>
            <p:nvPr/>
          </p:nvSpPr>
          <p:spPr bwMode="auto">
            <a:xfrm flipH="0" flipV="0">
              <a:off x="4075897" y="176471"/>
              <a:ext cx="204348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#2</a:t>
              </a:r>
              <a:endParaRPr/>
            </a:p>
          </p:txBody>
        </p:sp>
        <p:sp>
          <p:nvSpPr>
            <p:cNvPr id="5675531" name="AutoShape 97"/>
            <p:cNvSpPr/>
            <p:nvPr/>
          </p:nvSpPr>
          <p:spPr bwMode="auto">
            <a:xfrm>
              <a:off x="6293725" y="188796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5136445" name="AutoShape 98"/>
            <p:cNvSpPr/>
            <p:nvPr/>
          </p:nvSpPr>
          <p:spPr bwMode="auto">
            <a:xfrm>
              <a:off x="6293725" y="152504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7218378" name="AutoShape 99"/>
            <p:cNvSpPr/>
            <p:nvPr/>
          </p:nvSpPr>
          <p:spPr bwMode="auto">
            <a:xfrm>
              <a:off x="6293725" y="116323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7811165" name="AutoShape 100"/>
            <p:cNvSpPr/>
            <p:nvPr/>
          </p:nvSpPr>
          <p:spPr bwMode="auto">
            <a:xfrm>
              <a:off x="6293725" y="225088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952712" name="AutoShape 101"/>
            <p:cNvSpPr/>
            <p:nvPr/>
          </p:nvSpPr>
          <p:spPr bwMode="auto">
            <a:xfrm>
              <a:off x="6630829" y="1151818"/>
              <a:ext cx="0" cy="108765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6968268" name="AutoShape 102"/>
            <p:cNvSpPr/>
            <p:nvPr/>
          </p:nvSpPr>
          <p:spPr bwMode="auto">
            <a:xfrm>
              <a:off x="6630829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0057023" name="AutoShape 103"/>
            <p:cNvSpPr/>
            <p:nvPr/>
          </p:nvSpPr>
          <p:spPr bwMode="auto">
            <a:xfrm>
              <a:off x="2651370" y="804371"/>
              <a:ext cx="108184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455310" name="Freeform 105"/>
            <p:cNvSpPr/>
            <p:nvPr/>
          </p:nvSpPr>
          <p:spPr bwMode="auto">
            <a:xfrm rot="0" flipH="0" flipV="0">
              <a:off x="7291941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438421297" name="Freeform 107"/>
            <p:cNvSpPr/>
            <p:nvPr/>
          </p:nvSpPr>
          <p:spPr bwMode="auto">
            <a:xfrm rot="0" flipH="0" flipV="0">
              <a:off x="738280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9763779" name="TextBox 108"/>
            <p:cNvSpPr txBox="1"/>
            <p:nvPr/>
          </p:nvSpPr>
          <p:spPr bwMode="auto">
            <a:xfrm rot="0" flipH="0" flipV="0">
              <a:off x="738280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6033" name="Freeform 110"/>
            <p:cNvSpPr/>
            <p:nvPr/>
          </p:nvSpPr>
          <p:spPr bwMode="auto">
            <a:xfrm rot="0" flipH="0" flipV="0">
              <a:off x="8830885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1318318" name="TextBox 111"/>
            <p:cNvSpPr txBox="1"/>
            <p:nvPr/>
          </p:nvSpPr>
          <p:spPr bwMode="auto">
            <a:xfrm rot="0" flipH="0" flipV="0">
              <a:off x="8830885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0279483" name="Freeform 113"/>
            <p:cNvSpPr/>
            <p:nvPr/>
          </p:nvSpPr>
          <p:spPr bwMode="auto">
            <a:xfrm rot="0" flipH="0" flipV="0">
              <a:off x="738280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0687091" name="TextBox 114"/>
            <p:cNvSpPr txBox="1"/>
            <p:nvPr/>
          </p:nvSpPr>
          <p:spPr bwMode="auto">
            <a:xfrm rot="0" flipH="0" flipV="0">
              <a:off x="738280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468953" name="Freeform 116"/>
            <p:cNvSpPr/>
            <p:nvPr/>
          </p:nvSpPr>
          <p:spPr bwMode="auto">
            <a:xfrm rot="0" flipH="0" flipV="0">
              <a:off x="738280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8695450" name="TextBox 117"/>
            <p:cNvSpPr txBox="1"/>
            <p:nvPr/>
          </p:nvSpPr>
          <p:spPr bwMode="auto">
            <a:xfrm rot="0" flipH="0" flipV="0">
              <a:off x="738280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9031778" name="Freeform 119"/>
            <p:cNvSpPr/>
            <p:nvPr/>
          </p:nvSpPr>
          <p:spPr bwMode="auto">
            <a:xfrm rot="0" flipH="0" flipV="0">
              <a:off x="738280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83883106" name="TextBox 120"/>
            <p:cNvSpPr txBox="1"/>
            <p:nvPr/>
          </p:nvSpPr>
          <p:spPr bwMode="auto">
            <a:xfrm rot="0" flipH="0" flipV="0">
              <a:off x="738280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10599" name="Freeform 122"/>
            <p:cNvSpPr/>
            <p:nvPr/>
          </p:nvSpPr>
          <p:spPr bwMode="auto">
            <a:xfrm rot="0" flipH="0" flipV="0">
              <a:off x="738280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8859816" name="TextBox 123"/>
            <p:cNvSpPr txBox="1"/>
            <p:nvPr/>
          </p:nvSpPr>
          <p:spPr bwMode="auto">
            <a:xfrm rot="0" flipH="0" flipV="0">
              <a:off x="738280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3635650" name="Freeform 125"/>
            <p:cNvSpPr/>
            <p:nvPr/>
          </p:nvSpPr>
          <p:spPr bwMode="auto">
            <a:xfrm rot="0" flipH="0" flipV="0">
              <a:off x="8830885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0741066" name="TextBox 126"/>
            <p:cNvSpPr txBox="1"/>
            <p:nvPr/>
          </p:nvSpPr>
          <p:spPr bwMode="auto">
            <a:xfrm rot="0" flipH="0" flipV="0">
              <a:off x="8830885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7002892" name="Freeform 128"/>
            <p:cNvSpPr/>
            <p:nvPr/>
          </p:nvSpPr>
          <p:spPr bwMode="auto">
            <a:xfrm rot="0" flipH="0" flipV="0">
              <a:off x="8830885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95600515" name="TextBox 129"/>
            <p:cNvSpPr txBox="1"/>
            <p:nvPr/>
          </p:nvSpPr>
          <p:spPr bwMode="auto">
            <a:xfrm rot="0" flipH="0" flipV="0">
              <a:off x="8830885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48555802" name="Freeform 131"/>
            <p:cNvSpPr/>
            <p:nvPr/>
          </p:nvSpPr>
          <p:spPr bwMode="auto">
            <a:xfrm rot="0" flipH="0" flipV="0">
              <a:off x="8830885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767776" name="TextBox 132"/>
            <p:cNvSpPr txBox="1"/>
            <p:nvPr/>
          </p:nvSpPr>
          <p:spPr bwMode="auto">
            <a:xfrm rot="0" flipH="0" flipV="0">
              <a:off x="8830885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0491738" name="Freeform 134"/>
            <p:cNvSpPr/>
            <p:nvPr/>
          </p:nvSpPr>
          <p:spPr bwMode="auto">
            <a:xfrm rot="0" flipH="0" flipV="0">
              <a:off x="8830885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7928467" name="TextBox 135"/>
            <p:cNvSpPr txBox="1"/>
            <p:nvPr/>
          </p:nvSpPr>
          <p:spPr bwMode="auto">
            <a:xfrm rot="0" flipH="0" flipV="0">
              <a:off x="8830885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9914992" name="TextBox 136"/>
            <p:cNvSpPr txBox="1"/>
            <p:nvPr/>
          </p:nvSpPr>
          <p:spPr bwMode="auto">
            <a:xfrm flipH="0" flipV="0">
              <a:off x="7610916" y="176471"/>
              <a:ext cx="2064468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#3</a:t>
              </a:r>
              <a:endParaRPr/>
            </a:p>
          </p:txBody>
        </p:sp>
        <p:sp>
          <p:nvSpPr>
            <p:cNvPr id="980716620" name="AutoShape 137"/>
            <p:cNvSpPr/>
            <p:nvPr/>
          </p:nvSpPr>
          <p:spPr bwMode="auto">
            <a:xfrm>
              <a:off x="9943313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319875" name="AutoShape 138"/>
            <p:cNvSpPr/>
            <p:nvPr/>
          </p:nvSpPr>
          <p:spPr bwMode="auto">
            <a:xfrm>
              <a:off x="9943313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11699" name="AutoShape 139"/>
            <p:cNvSpPr/>
            <p:nvPr/>
          </p:nvSpPr>
          <p:spPr bwMode="auto">
            <a:xfrm>
              <a:off x="9943313" y="116562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9111640" name="AutoShape 140"/>
            <p:cNvSpPr/>
            <p:nvPr/>
          </p:nvSpPr>
          <p:spPr bwMode="auto">
            <a:xfrm>
              <a:off x="9943313" y="80381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91063" name="AutoShape 141"/>
            <p:cNvSpPr/>
            <p:nvPr/>
          </p:nvSpPr>
          <p:spPr bwMode="auto">
            <a:xfrm>
              <a:off x="9943313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561981" name="AutoShape 142"/>
            <p:cNvSpPr/>
            <p:nvPr/>
          </p:nvSpPr>
          <p:spPr bwMode="auto">
            <a:xfrm>
              <a:off x="10280418" y="792401"/>
              <a:ext cx="0" cy="147340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2238648" name="AutoShape 143"/>
            <p:cNvSpPr/>
            <p:nvPr/>
          </p:nvSpPr>
          <p:spPr bwMode="auto">
            <a:xfrm>
              <a:off x="6293725" y="804371"/>
              <a:ext cx="108907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0349843" name="AutoShape 144"/>
            <p:cNvSpPr/>
            <p:nvPr/>
          </p:nvSpPr>
          <p:spPr bwMode="auto">
            <a:xfrm>
              <a:off x="2988474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1883498" name="AutoShape 145"/>
            <p:cNvSpPr/>
            <p:nvPr/>
          </p:nvSpPr>
          <p:spPr bwMode="auto">
            <a:xfrm>
              <a:off x="10280418" y="1529101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2585710" name="AutoShape 146"/>
            <p:cNvSpPr/>
            <p:nvPr/>
          </p:nvSpPr>
          <p:spPr bwMode="auto">
            <a:xfrm>
              <a:off x="3195504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6481536" name="AutoShape 147"/>
            <p:cNvSpPr/>
            <p:nvPr/>
          </p:nvSpPr>
          <p:spPr bwMode="auto">
            <a:xfrm>
              <a:off x="6847383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7053106" name="AutoShape 148"/>
            <p:cNvSpPr/>
            <p:nvPr/>
          </p:nvSpPr>
          <p:spPr bwMode="auto">
            <a:xfrm>
              <a:off x="10496972" y="1524848"/>
              <a:ext cx="0" cy="1636407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9118669" name="Freeform 150"/>
            <p:cNvSpPr/>
            <p:nvPr/>
          </p:nvSpPr>
          <p:spPr bwMode="auto">
            <a:xfrm rot="0" flipH="0" flipV="0">
              <a:off x="2879660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4932710" name="TextBox 151"/>
            <p:cNvSpPr txBox="1"/>
            <p:nvPr/>
          </p:nvSpPr>
          <p:spPr bwMode="auto">
            <a:xfrm rot="0" flipH="0" flipV="0">
              <a:off x="2879660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7160398" name="Freeform 153"/>
            <p:cNvSpPr/>
            <p:nvPr/>
          </p:nvSpPr>
          <p:spPr bwMode="auto">
            <a:xfrm rot="0" flipH="0" flipV="0">
              <a:off x="6531537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4785199" name="TextBox 154"/>
            <p:cNvSpPr txBox="1"/>
            <p:nvPr/>
          </p:nvSpPr>
          <p:spPr bwMode="auto">
            <a:xfrm rot="0" flipH="0" flipV="0">
              <a:off x="6531537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3184966" name="Freeform 156"/>
            <p:cNvSpPr/>
            <p:nvPr/>
          </p:nvSpPr>
          <p:spPr bwMode="auto">
            <a:xfrm rot="0" flipH="0" flipV="0">
              <a:off x="10181126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671234" name="TextBox 157"/>
            <p:cNvSpPr txBox="1"/>
            <p:nvPr/>
          </p:nvSpPr>
          <p:spPr bwMode="auto">
            <a:xfrm rot="0" flipH="0" flipV="0">
              <a:off x="10181126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06127477" name="AutoShape 158"/>
            <p:cNvSpPr/>
            <p:nvPr/>
          </p:nvSpPr>
          <p:spPr bwMode="auto">
            <a:xfrm>
              <a:off x="3195504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7125494" name="AutoShape 159"/>
            <p:cNvSpPr/>
            <p:nvPr/>
          </p:nvSpPr>
          <p:spPr bwMode="auto">
            <a:xfrm>
              <a:off x="6847383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813283" name="AutoShape 160"/>
            <p:cNvSpPr/>
            <p:nvPr/>
          </p:nvSpPr>
          <p:spPr bwMode="auto">
            <a:xfrm flipH="1">
              <a:off x="10496972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9566833" name="AutoShape 161"/>
            <p:cNvSpPr/>
            <p:nvPr/>
          </p:nvSpPr>
          <p:spPr bwMode="auto">
            <a:xfrm flipH="1" flipV="1">
              <a:off x="3195504" y="4229872"/>
              <a:ext cx="7301466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331395" name="AutoShape 162"/>
            <p:cNvSpPr/>
            <p:nvPr/>
          </p:nvSpPr>
          <p:spPr bwMode="auto">
            <a:xfrm>
              <a:off x="6847383" y="3569270"/>
              <a:ext cx="0" cy="155487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849415" name="Freeform 164"/>
            <p:cNvSpPr/>
            <p:nvPr/>
          </p:nvSpPr>
          <p:spPr bwMode="auto">
            <a:xfrm rot="0" flipH="0" flipV="0">
              <a:off x="6531537" y="5124144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774005" name="TextBox 165"/>
            <p:cNvSpPr txBox="1"/>
            <p:nvPr/>
          </p:nvSpPr>
          <p:spPr bwMode="auto">
            <a:xfrm rot="0" flipH="0" flipV="0">
              <a:off x="6531537" y="4979482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17203611" name="TextBox 166"/>
            <p:cNvSpPr txBox="1"/>
            <p:nvPr/>
          </p:nvSpPr>
          <p:spPr bwMode="auto">
            <a:xfrm>
              <a:off x="2772634" y="5244287"/>
              <a:ext cx="2606527" cy="4090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7"/>
                </a:lnSpc>
                <a:defRPr/>
              </a:pPr>
              <a:r>
                <a:rPr lang="en-US" sz="2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Forward Anonset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89044769" name="Freeform 167"/>
            <p:cNvSpPr/>
            <p:nvPr/>
          </p:nvSpPr>
          <p:spPr bwMode="auto">
            <a:xfrm rot="-354466">
              <a:off x="5389310" y="566617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540385" name="AutoShape 33"/>
          <p:cNvSpPr/>
          <p:nvPr/>
        </p:nvSpPr>
        <p:spPr bwMode="auto">
          <a:xfrm flipH="1">
            <a:off x="6104607" y="3035511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148938" name="Freeform 35"/>
          <p:cNvSpPr/>
          <p:nvPr/>
        </p:nvSpPr>
        <p:spPr bwMode="auto">
          <a:xfrm rot="0" flipH="0" flipV="0">
            <a:off x="8164161" y="2699600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33061980" name="TextBox 36"/>
          <p:cNvSpPr txBox="1"/>
          <p:nvPr/>
        </p:nvSpPr>
        <p:spPr bwMode="auto">
          <a:xfrm rot="0" flipH="0" flipV="0">
            <a:off x="8164161" y="253083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Tõenäoline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58449452" name="Freeform 38"/>
          <p:cNvSpPr/>
          <p:nvPr/>
        </p:nvSpPr>
        <p:spPr bwMode="auto">
          <a:xfrm rot="0" flipH="0" flipV="0">
            <a:off x="8164161" y="183580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4876693" name="TextBox 39"/>
          <p:cNvSpPr txBox="1"/>
          <p:nvPr/>
        </p:nvSpPr>
        <p:spPr bwMode="auto">
          <a:xfrm rot="0" flipH="0" flipV="0">
            <a:off x="8164161" y="166703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Tõenäoline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9195607" name="Freeform 41"/>
          <p:cNvSpPr/>
          <p:nvPr/>
        </p:nvSpPr>
        <p:spPr bwMode="auto">
          <a:xfrm rot="0" flipH="0" flipV="0">
            <a:off x="8164161" y="97347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716280" name="TextBox 42"/>
          <p:cNvSpPr txBox="1"/>
          <p:nvPr/>
        </p:nvSpPr>
        <p:spPr bwMode="auto">
          <a:xfrm rot="0" flipH="0" flipV="0">
            <a:off x="8164161" y="80471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Tõenäoline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73688920" name="Freeform 44"/>
          <p:cNvSpPr/>
          <p:nvPr/>
        </p:nvSpPr>
        <p:spPr bwMode="auto">
          <a:xfrm rot="0" flipH="0" flipV="0">
            <a:off x="8164161" y="442423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06092399" name="TextBox 45"/>
          <p:cNvSpPr txBox="1"/>
          <p:nvPr/>
        </p:nvSpPr>
        <p:spPr bwMode="auto">
          <a:xfrm rot="0" flipH="0" flipV="0">
            <a:off x="8164161" y="4255474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Tõenäoline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8212285" name="Freeform 47"/>
          <p:cNvSpPr/>
          <p:nvPr/>
        </p:nvSpPr>
        <p:spPr bwMode="auto">
          <a:xfrm rot="0" flipH="0" flipV="0">
            <a:off x="8164161" y="3561918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41610524" name="TextBox 48"/>
          <p:cNvSpPr txBox="1"/>
          <p:nvPr/>
        </p:nvSpPr>
        <p:spPr bwMode="auto">
          <a:xfrm rot="0" flipH="0" flipV="0">
            <a:off x="8164161" y="339315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Tõenäoline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072772" name="AutoShape 49"/>
          <p:cNvSpPr/>
          <p:nvPr/>
        </p:nvSpPr>
        <p:spPr bwMode="auto">
          <a:xfrm flipH="1">
            <a:off x="6104607" y="2171712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70179" name="AutoShape 50"/>
          <p:cNvSpPr/>
          <p:nvPr/>
        </p:nvSpPr>
        <p:spPr bwMode="auto">
          <a:xfrm flipH="1">
            <a:off x="6104607" y="1309390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636479" name="AutoShape 51"/>
          <p:cNvSpPr/>
          <p:nvPr/>
        </p:nvSpPr>
        <p:spPr bwMode="auto">
          <a:xfrm flipH="1" flipV="1">
            <a:off x="6104607" y="3471813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798889" name="AutoShape 52"/>
          <p:cNvSpPr/>
          <p:nvPr/>
        </p:nvSpPr>
        <p:spPr bwMode="auto">
          <a:xfrm flipH="1" flipV="1">
            <a:off x="6104607" y="3471813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214805" name="Freeform 53"/>
          <p:cNvSpPr/>
          <p:nvPr/>
        </p:nvSpPr>
        <p:spPr bwMode="auto">
          <a:xfrm flipH="0" flipV="0">
            <a:off x="11145873" y="3035508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388454" name="Freeform 55"/>
          <p:cNvSpPr/>
          <p:nvPr/>
        </p:nvSpPr>
        <p:spPr bwMode="auto">
          <a:xfrm rot="0" flipH="0" flipV="0">
            <a:off x="8164161" y="528656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94188583" name="TextBox 56"/>
          <p:cNvSpPr txBox="1"/>
          <p:nvPr/>
        </p:nvSpPr>
        <p:spPr bwMode="auto">
          <a:xfrm rot="0" flipH="0" flipV="0">
            <a:off x="8164161" y="511779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22609071" name="AutoShape 57"/>
          <p:cNvSpPr/>
          <p:nvPr/>
        </p:nvSpPr>
        <p:spPr bwMode="auto">
          <a:xfrm flipH="1" flipV="1">
            <a:off x="6104607" y="3471813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1336237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4" y="4573131"/>
            <a:ext cx="833929" cy="833929"/>
          </a:xfrm>
          <a:prstGeom prst="rect">
            <a:avLst/>
          </a:prstGeom>
        </p:spPr>
      </p:pic>
      <p:grpSp>
        <p:nvGrpSpPr>
          <p:cNvPr id="2119322428" name=""/>
          <p:cNvGrpSpPr/>
          <p:nvPr/>
        </p:nvGrpSpPr>
        <p:grpSpPr bwMode="auto">
          <a:xfrm>
            <a:off x="569669" y="2372773"/>
            <a:ext cx="5534933" cy="2029317"/>
            <a:chOff x="0" y="0"/>
            <a:chExt cx="5534933" cy="2029317"/>
          </a:xfrm>
        </p:grpSpPr>
        <p:sp>
          <p:nvSpPr>
            <p:cNvPr id="1107508792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496899640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53328119" name="AutoShape 29"/>
            <p:cNvSpPr/>
            <p:nvPr/>
          </p:nvSpPr>
          <p:spPr bwMode="auto">
            <a:xfrm flipH="1" flipV="1">
              <a:off x="2357334" y="1093158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072043189" name="Freeform 31"/>
            <p:cNvSpPr/>
            <p:nvPr/>
          </p:nvSpPr>
          <p:spPr bwMode="auto">
            <a:xfrm rot="0" flipH="0" flipV="0">
              <a:off x="3177603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838024752" name="TextBox 32"/>
            <p:cNvSpPr txBox="1"/>
            <p:nvPr/>
          </p:nvSpPr>
          <p:spPr bwMode="auto">
            <a:xfrm rot="0" flipH="0" flipV="0">
              <a:off x="3177603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 b="1">
                <a:solidFill>
                  <a:srgbClr val="FFFFFF"/>
                </a:solidFill>
                <a:latin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1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808528" name="TextBox 26"/>
          <p:cNvSpPr txBox="1"/>
          <p:nvPr/>
        </p:nvSpPr>
        <p:spPr bwMode="auto">
          <a:xfrm flipH="0" flipV="0">
            <a:off x="3512909" y="5853756"/>
            <a:ext cx="8175879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Analüütik seisab silmitsi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UTXOde rühmaga, mis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võib olla allikaks</a:t>
            </a:r>
            <a:endParaRPr sz="16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944445013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8912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26181910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Tõenäoline allikas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50051667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68332773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Tõenäoline allikas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7508308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49717175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Tõenäoline allikas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6931961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5714894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Tõenäoline allikas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1229164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2644276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Tõenäoline allikas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47498627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227432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52104" name="TextBox 52"/>
          <p:cNvSpPr txBox="1"/>
          <p:nvPr/>
        </p:nvSpPr>
        <p:spPr bwMode="auto">
          <a:xfrm flipH="0" flipV="0">
            <a:off x="6185595" y="696944"/>
            <a:ext cx="5324028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Analüütik teab </a:t>
            </a:r>
            <a:r>
              <a:rPr sz="1600" lang="fr-FR">
                <a:solidFill>
                  <a:srgbClr val="000000"/>
                </a:solidFill>
                <a:latin typeface="IBM Plex Sans"/>
              </a:rPr>
              <a:t>seda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1044713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614356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817400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0366180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055930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89292161" name=""/>
          <p:cNvGrpSpPr/>
          <p:nvPr/>
        </p:nvGrpSpPr>
        <p:grpSpPr bwMode="auto">
          <a:xfrm>
            <a:off x="5964166" y="1868765"/>
            <a:ext cx="5495631" cy="2771293"/>
            <a:chOff x="0" y="0"/>
            <a:chExt cx="5495631" cy="2771293"/>
          </a:xfrm>
        </p:grpSpPr>
        <p:sp>
          <p:nvSpPr>
            <p:cNvPr id="1517049621" name="Freeform 46"/>
            <p:cNvSpPr/>
            <p:nvPr/>
          </p:nvSpPr>
          <p:spPr bwMode="auto">
            <a:xfrm rot="0" flipH="0" flipV="0">
              <a:off x="313830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9605735" name="TextBox 47"/>
            <p:cNvSpPr txBox="1"/>
            <p:nvPr/>
          </p:nvSpPr>
          <p:spPr bwMode="auto">
            <a:xfrm rot="0" flipH="0" flipV="0">
              <a:off x="313830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22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371861" name="Freeform 49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708858" name="TextBox 50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8826238" name="AutoShape 51"/>
            <p:cNvSpPr/>
            <p:nvPr/>
          </p:nvSpPr>
          <p:spPr bwMode="auto">
            <a:xfrm flipH="1">
              <a:off x="2357333" y="1093158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pic>
          <p:nvPicPr>
            <p:cNvPr id="1416313661" name="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 flipH="0" flipV="0">
              <a:off x="880382" y="2115112"/>
              <a:ext cx="656181" cy="65618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108231" name=""/>
          <p:cNvGrpSpPr/>
          <p:nvPr/>
        </p:nvGrpSpPr>
        <p:grpSpPr bwMode="auto">
          <a:xfrm>
            <a:off x="498328" y="675674"/>
            <a:ext cx="11216201" cy="5462988"/>
            <a:chOff x="0" y="0"/>
            <a:chExt cx="11216201" cy="5462988"/>
          </a:xfrm>
        </p:grpSpPr>
        <p:sp>
          <p:nvSpPr>
            <p:cNvPr id="1424814486" name="Freeform 27"/>
            <p:cNvSpPr/>
            <p:nvPr/>
          </p:nvSpPr>
          <p:spPr bwMode="auto">
            <a:xfrm rot="0" flipH="0" flipV="0">
              <a:off x="1072369" y="0"/>
              <a:ext cx="9084299" cy="1476994"/>
            </a:xfrm>
            <a:custGeom>
              <a:avLst/>
              <a:gdLst/>
              <a:ahLst/>
              <a:cxnLst/>
              <a:rect l="l" t="t" r="r" b="b"/>
              <a:pathLst>
                <a:path w="21237625" h="2969443" fill="norm" stroke="1" extrusionOk="0">
                  <a:moveTo>
                    <a:pt x="0" y="0"/>
                  </a:moveTo>
                  <a:lnTo>
                    <a:pt x="0" y="2969443"/>
                  </a:lnTo>
                  <a:lnTo>
                    <a:pt x="21237625" y="2969443"/>
                  </a:lnTo>
                  <a:lnTo>
                    <a:pt x="21237625" y="0"/>
                  </a:lnTo>
                  <a:lnTo>
                    <a:pt x="0" y="0"/>
                  </a:lnTo>
                  <a:close/>
                  <a:moveTo>
                    <a:pt x="21176664" y="2908483"/>
                  </a:moveTo>
                  <a:lnTo>
                    <a:pt x="59690" y="2908483"/>
                  </a:lnTo>
                  <a:lnTo>
                    <a:pt x="59690" y="59690"/>
                  </a:lnTo>
                  <a:lnTo>
                    <a:pt x="21176664" y="59690"/>
                  </a:lnTo>
                  <a:lnTo>
                    <a:pt x="21176664" y="29084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882567" name="Freeform 29"/>
            <p:cNvSpPr/>
            <p:nvPr/>
          </p:nvSpPr>
          <p:spPr bwMode="auto">
            <a:xfrm rot="0" flipH="0" flipV="0">
              <a:off x="7404625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3416123" name="TextBox 30"/>
            <p:cNvSpPr txBox="1"/>
            <p:nvPr/>
          </p:nvSpPr>
          <p:spPr bwMode="auto">
            <a:xfrm rot="0" flipH="0" flipV="0">
              <a:off x="7404625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0993796" name="Freeform 32"/>
            <p:cNvSpPr/>
            <p:nvPr/>
          </p:nvSpPr>
          <p:spPr bwMode="auto">
            <a:xfrm rot="0" flipH="0" flipV="0">
              <a:off x="3961530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90994615" name="TextBox 33"/>
            <p:cNvSpPr txBox="1"/>
            <p:nvPr/>
          </p:nvSpPr>
          <p:spPr bwMode="auto">
            <a:xfrm rot="0" flipH="0" flipV="0">
              <a:off x="3961530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1541096" name="Freeform 35"/>
            <p:cNvSpPr/>
            <p:nvPr/>
          </p:nvSpPr>
          <p:spPr bwMode="auto">
            <a:xfrm rot="0" flipH="0" flipV="0">
              <a:off x="5110273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1837288" name="TextBox 36"/>
            <p:cNvSpPr txBox="1"/>
            <p:nvPr/>
          </p:nvSpPr>
          <p:spPr bwMode="auto">
            <a:xfrm rot="0" flipH="0" flipV="0">
              <a:off x="5110273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9472349" name="Freeform 38"/>
            <p:cNvSpPr/>
            <p:nvPr/>
          </p:nvSpPr>
          <p:spPr bwMode="auto">
            <a:xfrm rot="0" flipH="0" flipV="0">
              <a:off x="6259016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8784907" name="TextBox 39"/>
            <p:cNvSpPr txBox="1"/>
            <p:nvPr/>
          </p:nvSpPr>
          <p:spPr bwMode="auto">
            <a:xfrm rot="0" flipH="0" flipV="0">
              <a:off x="6259016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51523812" name="Freeform 41"/>
            <p:cNvSpPr/>
            <p:nvPr/>
          </p:nvSpPr>
          <p:spPr bwMode="auto">
            <a:xfrm rot="0" flipH="0" flipV="0">
              <a:off x="2812788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45178893" name="TextBox 42"/>
            <p:cNvSpPr txBox="1"/>
            <p:nvPr/>
          </p:nvSpPr>
          <p:spPr bwMode="auto">
            <a:xfrm rot="0" flipH="0" flipV="0">
              <a:off x="2812788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220991" name="Freeform 44"/>
            <p:cNvSpPr/>
            <p:nvPr/>
          </p:nvSpPr>
          <p:spPr bwMode="auto">
            <a:xfrm rot="0" flipH="0" flipV="0">
              <a:off x="221010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156696" name="Freeform 46"/>
            <p:cNvSpPr/>
            <p:nvPr/>
          </p:nvSpPr>
          <p:spPr bwMode="auto">
            <a:xfrm rot="0" flipH="0" flipV="0">
              <a:off x="1568054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3650411" name="TextBox 47"/>
            <p:cNvSpPr txBox="1"/>
            <p:nvPr/>
          </p:nvSpPr>
          <p:spPr bwMode="auto">
            <a:xfrm rot="0" flipH="0" flipV="0">
              <a:off x="1568054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47547196" name="Freeform 49"/>
            <p:cNvSpPr/>
            <p:nvPr/>
          </p:nvSpPr>
          <p:spPr bwMode="auto">
            <a:xfrm rot="0" flipH="0" flipV="0">
              <a:off x="30286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1263112" name="TextBox 50"/>
            <p:cNvSpPr txBox="1"/>
            <p:nvPr/>
          </p:nvSpPr>
          <p:spPr bwMode="auto">
            <a:xfrm rot="0" flipH="0" flipV="0">
              <a:off x="30286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71547151" name="Freeform 52"/>
            <p:cNvSpPr/>
            <p:nvPr/>
          </p:nvSpPr>
          <p:spPr bwMode="auto">
            <a:xfrm rot="0" flipH="0" flipV="0">
              <a:off x="935731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7905442" name="TextBox 53"/>
            <p:cNvSpPr txBox="1"/>
            <p:nvPr/>
          </p:nvSpPr>
          <p:spPr bwMode="auto">
            <a:xfrm rot="0" flipH="0" flipV="0">
              <a:off x="935731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98148357" name="Freeform 55"/>
            <p:cNvSpPr/>
            <p:nvPr/>
          </p:nvSpPr>
          <p:spPr bwMode="auto">
            <a:xfrm rot="0" flipH="0" flipV="0">
              <a:off x="2200380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3311171" name="TextBox 56"/>
            <p:cNvSpPr txBox="1"/>
            <p:nvPr/>
          </p:nvSpPr>
          <p:spPr bwMode="auto">
            <a:xfrm rot="0" flipH="0" flipV="0">
              <a:off x="2200380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60749771" name="Freeform 58"/>
            <p:cNvSpPr/>
            <p:nvPr/>
          </p:nvSpPr>
          <p:spPr bwMode="auto">
            <a:xfrm rot="0" flipH="0" flipV="0">
              <a:off x="283270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9800460" name="TextBox 59"/>
            <p:cNvSpPr txBox="1"/>
            <p:nvPr/>
          </p:nvSpPr>
          <p:spPr bwMode="auto">
            <a:xfrm rot="0" flipH="0" flipV="0">
              <a:off x="283270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92672051" name="Freeform 61"/>
            <p:cNvSpPr/>
            <p:nvPr/>
          </p:nvSpPr>
          <p:spPr bwMode="auto">
            <a:xfrm rot="0" flipH="0" flipV="0">
              <a:off x="3969834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4182734" name="Freeform 63"/>
            <p:cNvSpPr/>
            <p:nvPr/>
          </p:nvSpPr>
          <p:spPr bwMode="auto">
            <a:xfrm rot="0" flipH="0" flipV="0">
              <a:off x="531688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035834" name="TextBox 64"/>
            <p:cNvSpPr txBox="1"/>
            <p:nvPr/>
          </p:nvSpPr>
          <p:spPr bwMode="auto">
            <a:xfrm rot="0" flipH="0" flipV="0">
              <a:off x="531688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6035780" name="Freeform 66"/>
            <p:cNvSpPr/>
            <p:nvPr/>
          </p:nvSpPr>
          <p:spPr bwMode="auto">
            <a:xfrm rot="0" flipH="0" flipV="0">
              <a:off x="405169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5789139" name="TextBox 67"/>
            <p:cNvSpPr txBox="1"/>
            <p:nvPr/>
          </p:nvSpPr>
          <p:spPr bwMode="auto">
            <a:xfrm rot="0" flipH="0" flipV="0">
              <a:off x="405169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874093478" name="Freeform 69"/>
            <p:cNvSpPr/>
            <p:nvPr/>
          </p:nvSpPr>
          <p:spPr bwMode="auto">
            <a:xfrm rot="0" flipH="0" flipV="0">
              <a:off x="468455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873617" name="TextBox 70"/>
            <p:cNvSpPr txBox="1"/>
            <p:nvPr/>
          </p:nvSpPr>
          <p:spPr bwMode="auto">
            <a:xfrm rot="0" flipH="0" flipV="0">
              <a:off x="468455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69134821" name="Freeform 72"/>
            <p:cNvSpPr/>
            <p:nvPr/>
          </p:nvSpPr>
          <p:spPr bwMode="auto">
            <a:xfrm rot="0" flipH="0" flipV="0">
              <a:off x="5949203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209389" name="TextBox 73"/>
            <p:cNvSpPr txBox="1"/>
            <p:nvPr/>
          </p:nvSpPr>
          <p:spPr bwMode="auto">
            <a:xfrm rot="0" flipH="0" flipV="0">
              <a:off x="5949203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55725208" name="Freeform 75"/>
            <p:cNvSpPr/>
            <p:nvPr/>
          </p:nvSpPr>
          <p:spPr bwMode="auto">
            <a:xfrm rot="0" flipH="0" flipV="0">
              <a:off x="6581529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5058598" name="TextBox 76"/>
            <p:cNvSpPr txBox="1"/>
            <p:nvPr/>
          </p:nvSpPr>
          <p:spPr bwMode="auto">
            <a:xfrm rot="0" flipH="0" flipV="0">
              <a:off x="6581529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11398930" name="Freeform 78"/>
            <p:cNvSpPr/>
            <p:nvPr/>
          </p:nvSpPr>
          <p:spPr bwMode="auto">
            <a:xfrm rot="0" flipH="0" flipV="0">
              <a:off x="7715576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3038928" name="Freeform 80"/>
            <p:cNvSpPr/>
            <p:nvPr/>
          </p:nvSpPr>
          <p:spPr bwMode="auto">
            <a:xfrm rot="0" flipH="0" flipV="0">
              <a:off x="906262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0990495" name="TextBox 81"/>
            <p:cNvSpPr txBox="1"/>
            <p:nvPr/>
          </p:nvSpPr>
          <p:spPr bwMode="auto">
            <a:xfrm rot="0" flipH="0" flipV="0">
              <a:off x="906262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960241095" name="Freeform 83"/>
            <p:cNvSpPr/>
            <p:nvPr/>
          </p:nvSpPr>
          <p:spPr bwMode="auto">
            <a:xfrm rot="0" flipH="0" flipV="0">
              <a:off x="779743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73899713" name="TextBox 84"/>
            <p:cNvSpPr txBox="1"/>
            <p:nvPr/>
          </p:nvSpPr>
          <p:spPr bwMode="auto">
            <a:xfrm rot="0" flipH="0" flipV="0">
              <a:off x="779743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499664757" name="Freeform 86"/>
            <p:cNvSpPr/>
            <p:nvPr/>
          </p:nvSpPr>
          <p:spPr bwMode="auto">
            <a:xfrm rot="0" flipH="0" flipV="0">
              <a:off x="843029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5744367" name="TextBox 87"/>
            <p:cNvSpPr txBox="1"/>
            <p:nvPr/>
          </p:nvSpPr>
          <p:spPr bwMode="auto">
            <a:xfrm rot="0" flipH="0" flipV="0">
              <a:off x="843029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257336839" name="Freeform 89"/>
            <p:cNvSpPr/>
            <p:nvPr/>
          </p:nvSpPr>
          <p:spPr bwMode="auto">
            <a:xfrm rot="0" flipH="0" flipV="0">
              <a:off x="969494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1764656" name="TextBox 90"/>
            <p:cNvSpPr txBox="1"/>
            <p:nvPr/>
          </p:nvSpPr>
          <p:spPr bwMode="auto">
            <a:xfrm rot="0" flipH="0" flipV="0">
              <a:off x="969494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14857802" name="Freeform 92"/>
            <p:cNvSpPr/>
            <p:nvPr/>
          </p:nvSpPr>
          <p:spPr bwMode="auto">
            <a:xfrm rot="0" flipH="0" flipV="0">
              <a:off x="1032726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423358" name="TextBox 93"/>
            <p:cNvSpPr txBox="1"/>
            <p:nvPr/>
          </p:nvSpPr>
          <p:spPr bwMode="auto">
            <a:xfrm rot="0" flipH="0" flipV="0">
              <a:off x="1032726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58837791" name="AutoShape 94"/>
            <p:cNvSpPr/>
            <p:nvPr/>
          </p:nvSpPr>
          <p:spPr bwMode="auto">
            <a:xfrm flipH="1">
              <a:off x="3493375" y="1320592"/>
              <a:ext cx="2114210" cy="5766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1790837" name="AutoShape 95"/>
            <p:cNvSpPr/>
            <p:nvPr/>
          </p:nvSpPr>
          <p:spPr bwMode="auto">
            <a:xfrm flipH="1">
              <a:off x="5606016" y="1320592"/>
              <a:ext cx="1150308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8088421" name="AutoShape 96"/>
            <p:cNvSpPr/>
            <p:nvPr/>
          </p:nvSpPr>
          <p:spPr bwMode="auto">
            <a:xfrm>
              <a:off x="7901935" y="1320592"/>
              <a:ext cx="1449821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8953563" name="Freeform 98"/>
            <p:cNvSpPr/>
            <p:nvPr/>
          </p:nvSpPr>
          <p:spPr bwMode="auto">
            <a:xfrm rot="0" flipH="0" flipV="0">
              <a:off x="1242212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7323687" name="Freeform 100"/>
            <p:cNvSpPr/>
            <p:nvPr/>
          </p:nvSpPr>
          <p:spPr bwMode="auto">
            <a:xfrm rot="0" flipH="0" flipV="0">
              <a:off x="133131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8730857" name="TextBox 101"/>
            <p:cNvSpPr txBox="1"/>
            <p:nvPr/>
          </p:nvSpPr>
          <p:spPr bwMode="auto">
            <a:xfrm rot="0" flipH="0" flipV="0">
              <a:off x="134900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105285752" name="Freeform 103"/>
            <p:cNvSpPr/>
            <p:nvPr/>
          </p:nvSpPr>
          <p:spPr bwMode="auto">
            <a:xfrm rot="0" flipH="0" flipV="0">
              <a:off x="15474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4083419" name="TextBox 104"/>
            <p:cNvSpPr txBox="1"/>
            <p:nvPr/>
          </p:nvSpPr>
          <p:spPr bwMode="auto">
            <a:xfrm rot="0" flipH="0" flipV="0">
              <a:off x="15651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39165899" name="Freeform 106"/>
            <p:cNvSpPr/>
            <p:nvPr/>
          </p:nvSpPr>
          <p:spPr bwMode="auto">
            <a:xfrm rot="0" flipH="0" flipV="0">
              <a:off x="176308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3802174" name="TextBox 107"/>
            <p:cNvSpPr txBox="1"/>
            <p:nvPr/>
          </p:nvSpPr>
          <p:spPr bwMode="auto">
            <a:xfrm rot="0" flipH="0" flipV="0">
              <a:off x="17807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7737251" name="Freeform 109"/>
            <p:cNvSpPr/>
            <p:nvPr/>
          </p:nvSpPr>
          <p:spPr bwMode="auto">
            <a:xfrm rot="0" flipH="0" flipV="0">
              <a:off x="197869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33254215" name="TextBox 110"/>
            <p:cNvSpPr txBox="1"/>
            <p:nvPr/>
          </p:nvSpPr>
          <p:spPr bwMode="auto">
            <a:xfrm rot="0" flipH="0" flipV="0">
              <a:off x="199638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32350689" name="Freeform 112"/>
            <p:cNvSpPr/>
            <p:nvPr/>
          </p:nvSpPr>
          <p:spPr bwMode="auto">
            <a:xfrm rot="0" flipH="0" flipV="0">
              <a:off x="219430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7163902" name="TextBox 113"/>
            <p:cNvSpPr txBox="1"/>
            <p:nvPr/>
          </p:nvSpPr>
          <p:spPr bwMode="auto">
            <a:xfrm rot="0" flipH="0" flipV="0">
              <a:off x="22119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47525402" name="Freeform 115"/>
            <p:cNvSpPr/>
            <p:nvPr/>
          </p:nvSpPr>
          <p:spPr bwMode="auto">
            <a:xfrm rot="0" flipH="0" flipV="0">
              <a:off x="498949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7109123" name="Freeform 117"/>
            <p:cNvSpPr/>
            <p:nvPr/>
          </p:nvSpPr>
          <p:spPr bwMode="auto">
            <a:xfrm rot="0" flipH="0" flipV="0">
              <a:off x="50786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772489" name="TextBox 118"/>
            <p:cNvSpPr txBox="1"/>
            <p:nvPr/>
          </p:nvSpPr>
          <p:spPr bwMode="auto">
            <a:xfrm rot="0" flipH="0" flipV="0">
              <a:off x="509628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13202374" name="Freeform 120"/>
            <p:cNvSpPr/>
            <p:nvPr/>
          </p:nvSpPr>
          <p:spPr bwMode="auto">
            <a:xfrm rot="0" flipH="0" flipV="0">
              <a:off x="52947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0453423" name="TextBox 121"/>
            <p:cNvSpPr txBox="1"/>
            <p:nvPr/>
          </p:nvSpPr>
          <p:spPr bwMode="auto">
            <a:xfrm rot="0" flipH="0" flipV="0">
              <a:off x="53124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2074205" name="Freeform 123"/>
            <p:cNvSpPr/>
            <p:nvPr/>
          </p:nvSpPr>
          <p:spPr bwMode="auto">
            <a:xfrm rot="0" flipH="0" flipV="0">
              <a:off x="55103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6295203" name="TextBox 124"/>
            <p:cNvSpPr txBox="1"/>
            <p:nvPr/>
          </p:nvSpPr>
          <p:spPr bwMode="auto">
            <a:xfrm rot="0" flipH="0" flipV="0">
              <a:off x="55280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56436236" name="Freeform 126"/>
            <p:cNvSpPr/>
            <p:nvPr/>
          </p:nvSpPr>
          <p:spPr bwMode="auto">
            <a:xfrm rot="0" flipH="0" flipV="0">
              <a:off x="57259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505977" name="TextBox 127"/>
            <p:cNvSpPr txBox="1"/>
            <p:nvPr/>
          </p:nvSpPr>
          <p:spPr bwMode="auto">
            <a:xfrm rot="0" flipH="0" flipV="0">
              <a:off x="57436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527753314" name="Freeform 129"/>
            <p:cNvSpPr/>
            <p:nvPr/>
          </p:nvSpPr>
          <p:spPr bwMode="auto">
            <a:xfrm rot="0" flipH="0" flipV="0">
              <a:off x="594158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8602804" name="TextBox 130"/>
            <p:cNvSpPr txBox="1"/>
            <p:nvPr/>
          </p:nvSpPr>
          <p:spPr bwMode="auto">
            <a:xfrm rot="0" flipH="0" flipV="0">
              <a:off x="59592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08539643" name="Freeform 132"/>
            <p:cNvSpPr/>
            <p:nvPr/>
          </p:nvSpPr>
          <p:spPr bwMode="auto">
            <a:xfrm rot="0" flipH="0" flipV="0">
              <a:off x="874286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083494" name="Freeform 134"/>
            <p:cNvSpPr/>
            <p:nvPr/>
          </p:nvSpPr>
          <p:spPr bwMode="auto">
            <a:xfrm rot="0" flipH="0" flipV="0">
              <a:off x="883197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7415863" name="TextBox 135"/>
            <p:cNvSpPr txBox="1"/>
            <p:nvPr/>
          </p:nvSpPr>
          <p:spPr bwMode="auto">
            <a:xfrm rot="0" flipH="0" flipV="0">
              <a:off x="884966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02912508" name="Freeform 137"/>
            <p:cNvSpPr/>
            <p:nvPr/>
          </p:nvSpPr>
          <p:spPr bwMode="auto">
            <a:xfrm rot="0" flipH="0" flipV="0">
              <a:off x="904812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0956789" name="TextBox 138"/>
            <p:cNvSpPr txBox="1"/>
            <p:nvPr/>
          </p:nvSpPr>
          <p:spPr bwMode="auto">
            <a:xfrm rot="0" flipH="0" flipV="0">
              <a:off x="906581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37028042" name="Freeform 140"/>
            <p:cNvSpPr/>
            <p:nvPr/>
          </p:nvSpPr>
          <p:spPr bwMode="auto">
            <a:xfrm rot="0" flipH="0" flipV="0">
              <a:off x="926373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98164" name="TextBox 141"/>
            <p:cNvSpPr txBox="1"/>
            <p:nvPr/>
          </p:nvSpPr>
          <p:spPr bwMode="auto">
            <a:xfrm rot="0" flipH="0" flipV="0">
              <a:off x="928142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94433640" name="Freeform 143"/>
            <p:cNvSpPr/>
            <p:nvPr/>
          </p:nvSpPr>
          <p:spPr bwMode="auto">
            <a:xfrm rot="0" flipH="0" flipV="0">
              <a:off x="94793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8622369" name="TextBox 144"/>
            <p:cNvSpPr txBox="1"/>
            <p:nvPr/>
          </p:nvSpPr>
          <p:spPr bwMode="auto">
            <a:xfrm rot="0" flipH="0" flipV="0">
              <a:off x="94970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75396239" name="Freeform 146"/>
            <p:cNvSpPr/>
            <p:nvPr/>
          </p:nvSpPr>
          <p:spPr bwMode="auto">
            <a:xfrm rot="0" flipH="0" flipV="0">
              <a:off x="96949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9485262" name="TextBox 147"/>
            <p:cNvSpPr txBox="1"/>
            <p:nvPr/>
          </p:nvSpPr>
          <p:spPr bwMode="auto">
            <a:xfrm rot="0" flipH="0" flipV="0">
              <a:off x="97126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349979" name="Freeform 149"/>
            <p:cNvSpPr/>
            <p:nvPr/>
          </p:nvSpPr>
          <p:spPr bwMode="auto">
            <a:xfrm rot="0" flipH="0" flipV="0">
              <a:off x="2485594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9859869" name="Freeform 151"/>
            <p:cNvSpPr/>
            <p:nvPr/>
          </p:nvSpPr>
          <p:spPr bwMode="auto">
            <a:xfrm rot="0" flipH="0" flipV="0">
              <a:off x="25747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8554799" name="TextBox 152"/>
            <p:cNvSpPr txBox="1"/>
            <p:nvPr/>
          </p:nvSpPr>
          <p:spPr bwMode="auto">
            <a:xfrm rot="0" flipH="0" flipV="0">
              <a:off x="259239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11838294" name="Freeform 154"/>
            <p:cNvSpPr/>
            <p:nvPr/>
          </p:nvSpPr>
          <p:spPr bwMode="auto">
            <a:xfrm rot="0" flipH="0" flipV="0">
              <a:off x="279085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660843" name="TextBox 155"/>
            <p:cNvSpPr txBox="1"/>
            <p:nvPr/>
          </p:nvSpPr>
          <p:spPr bwMode="auto">
            <a:xfrm rot="0" flipH="0" flipV="0">
              <a:off x="280854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29685095" name="Freeform 157"/>
            <p:cNvSpPr/>
            <p:nvPr/>
          </p:nvSpPr>
          <p:spPr bwMode="auto">
            <a:xfrm rot="0" flipH="0" flipV="0">
              <a:off x="300646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5416384" name="TextBox 158"/>
            <p:cNvSpPr txBox="1"/>
            <p:nvPr/>
          </p:nvSpPr>
          <p:spPr bwMode="auto">
            <a:xfrm rot="0" flipH="0" flipV="0">
              <a:off x="302415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5100369" name="Freeform 160"/>
            <p:cNvSpPr/>
            <p:nvPr/>
          </p:nvSpPr>
          <p:spPr bwMode="auto">
            <a:xfrm rot="0" flipH="0" flipV="0">
              <a:off x="322207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420170" name="TextBox 161"/>
            <p:cNvSpPr txBox="1"/>
            <p:nvPr/>
          </p:nvSpPr>
          <p:spPr bwMode="auto">
            <a:xfrm rot="0" flipH="0" flipV="0">
              <a:off x="32397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61593191" name="Freeform 163"/>
            <p:cNvSpPr/>
            <p:nvPr/>
          </p:nvSpPr>
          <p:spPr bwMode="auto">
            <a:xfrm rot="0" flipH="0" flipV="0">
              <a:off x="343768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841613" name="TextBox 164"/>
            <p:cNvSpPr txBox="1"/>
            <p:nvPr/>
          </p:nvSpPr>
          <p:spPr bwMode="auto">
            <a:xfrm rot="0" flipH="0" flipV="0">
              <a:off x="345537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85494776" name="Freeform 166"/>
            <p:cNvSpPr/>
            <p:nvPr/>
          </p:nvSpPr>
          <p:spPr bwMode="auto">
            <a:xfrm rot="0" flipH="0" flipV="0">
              <a:off x="0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707537" name="Freeform 168"/>
            <p:cNvSpPr/>
            <p:nvPr/>
          </p:nvSpPr>
          <p:spPr bwMode="auto">
            <a:xfrm rot="0" flipH="0" flipV="0">
              <a:off x="891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0007150" name="TextBox 169"/>
            <p:cNvSpPr txBox="1"/>
            <p:nvPr/>
          </p:nvSpPr>
          <p:spPr bwMode="auto">
            <a:xfrm rot="0" flipH="0" flipV="0">
              <a:off x="10679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60365208" name="Freeform 171"/>
            <p:cNvSpPr/>
            <p:nvPr/>
          </p:nvSpPr>
          <p:spPr bwMode="auto">
            <a:xfrm rot="0" flipH="0" flipV="0">
              <a:off x="30525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5243374" name="TextBox 172"/>
            <p:cNvSpPr txBox="1"/>
            <p:nvPr/>
          </p:nvSpPr>
          <p:spPr bwMode="auto">
            <a:xfrm rot="0" flipH="0" flipV="0">
              <a:off x="32294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964200979" name="Freeform 174"/>
            <p:cNvSpPr/>
            <p:nvPr/>
          </p:nvSpPr>
          <p:spPr bwMode="auto">
            <a:xfrm rot="0" flipH="0" flipV="0">
              <a:off x="52086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7883024" name="TextBox 175"/>
            <p:cNvSpPr txBox="1"/>
            <p:nvPr/>
          </p:nvSpPr>
          <p:spPr bwMode="auto">
            <a:xfrm rot="0" flipH="0" flipV="0">
              <a:off x="53855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73627525" name="Freeform 177"/>
            <p:cNvSpPr/>
            <p:nvPr/>
          </p:nvSpPr>
          <p:spPr bwMode="auto">
            <a:xfrm rot="0" flipH="0" flipV="0">
              <a:off x="73647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8671020" name="TextBox 178"/>
            <p:cNvSpPr txBox="1"/>
            <p:nvPr/>
          </p:nvSpPr>
          <p:spPr bwMode="auto">
            <a:xfrm rot="0" flipH="0" flipV="0">
              <a:off x="75416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68665335" name="Freeform 180"/>
            <p:cNvSpPr/>
            <p:nvPr/>
          </p:nvSpPr>
          <p:spPr bwMode="auto">
            <a:xfrm rot="0" flipH="0" flipV="0">
              <a:off x="95209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474509" name="TextBox 181"/>
            <p:cNvSpPr txBox="1"/>
            <p:nvPr/>
          </p:nvSpPr>
          <p:spPr bwMode="auto">
            <a:xfrm rot="0" flipH="0" flipV="0">
              <a:off x="96977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66262468" name="Freeform 183"/>
            <p:cNvSpPr/>
            <p:nvPr/>
          </p:nvSpPr>
          <p:spPr bwMode="auto">
            <a:xfrm rot="0" flipH="0" flipV="0">
              <a:off x="374611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3340966" name="Freeform 185"/>
            <p:cNvSpPr/>
            <p:nvPr/>
          </p:nvSpPr>
          <p:spPr bwMode="auto">
            <a:xfrm rot="0" flipH="0" flipV="0">
              <a:off x="383522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35617104" name="TextBox 186"/>
            <p:cNvSpPr txBox="1"/>
            <p:nvPr/>
          </p:nvSpPr>
          <p:spPr bwMode="auto">
            <a:xfrm rot="0" flipH="0" flipV="0">
              <a:off x="385290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46742319" name="Freeform 188"/>
            <p:cNvSpPr/>
            <p:nvPr/>
          </p:nvSpPr>
          <p:spPr bwMode="auto">
            <a:xfrm rot="0" flipH="0" flipV="0">
              <a:off x="405137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9605221" name="TextBox 189"/>
            <p:cNvSpPr txBox="1"/>
            <p:nvPr/>
          </p:nvSpPr>
          <p:spPr bwMode="auto">
            <a:xfrm rot="0" flipH="0" flipV="0">
              <a:off x="40690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95958173" name="Freeform 191"/>
            <p:cNvSpPr/>
            <p:nvPr/>
          </p:nvSpPr>
          <p:spPr bwMode="auto">
            <a:xfrm rot="0" flipH="0" flipV="0">
              <a:off x="426698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8167704" name="TextBox 192"/>
            <p:cNvSpPr txBox="1"/>
            <p:nvPr/>
          </p:nvSpPr>
          <p:spPr bwMode="auto">
            <a:xfrm rot="0" flipH="0" flipV="0">
              <a:off x="42846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9081723" name="Freeform 194"/>
            <p:cNvSpPr/>
            <p:nvPr/>
          </p:nvSpPr>
          <p:spPr bwMode="auto">
            <a:xfrm rot="0" flipH="0" flipV="0">
              <a:off x="448259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0633186" name="TextBox 195"/>
            <p:cNvSpPr txBox="1"/>
            <p:nvPr/>
          </p:nvSpPr>
          <p:spPr bwMode="auto">
            <a:xfrm rot="0" flipH="0" flipV="0">
              <a:off x="450028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754779776" name="Freeform 197"/>
            <p:cNvSpPr/>
            <p:nvPr/>
          </p:nvSpPr>
          <p:spPr bwMode="auto">
            <a:xfrm rot="0" flipH="0" flipV="0">
              <a:off x="469820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6964783" name="TextBox 198"/>
            <p:cNvSpPr txBox="1"/>
            <p:nvPr/>
          </p:nvSpPr>
          <p:spPr bwMode="auto">
            <a:xfrm rot="0" flipH="0" flipV="0">
              <a:off x="471589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5122535" name="Freeform 200"/>
            <p:cNvSpPr/>
            <p:nvPr/>
          </p:nvSpPr>
          <p:spPr bwMode="auto">
            <a:xfrm rot="0" flipH="0" flipV="0">
              <a:off x="7500489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188455" name="Freeform 202"/>
            <p:cNvSpPr/>
            <p:nvPr/>
          </p:nvSpPr>
          <p:spPr bwMode="auto">
            <a:xfrm rot="0" flipH="0" flipV="0">
              <a:off x="758092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9702040" name="TextBox 203"/>
            <p:cNvSpPr txBox="1"/>
            <p:nvPr/>
          </p:nvSpPr>
          <p:spPr bwMode="auto">
            <a:xfrm rot="0" flipH="0" flipV="0">
              <a:off x="759861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16892168" name="Freeform 205"/>
            <p:cNvSpPr/>
            <p:nvPr/>
          </p:nvSpPr>
          <p:spPr bwMode="auto">
            <a:xfrm rot="0" flipH="0" flipV="0">
              <a:off x="78057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6792047" name="TextBox 206"/>
            <p:cNvSpPr txBox="1"/>
            <p:nvPr/>
          </p:nvSpPr>
          <p:spPr bwMode="auto">
            <a:xfrm rot="0" flipH="0" flipV="0">
              <a:off x="78234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15721797" name="Freeform 208"/>
            <p:cNvSpPr/>
            <p:nvPr/>
          </p:nvSpPr>
          <p:spPr bwMode="auto">
            <a:xfrm rot="0" flipH="0" flipV="0">
              <a:off x="802135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982096" name="TextBox 209"/>
            <p:cNvSpPr txBox="1"/>
            <p:nvPr/>
          </p:nvSpPr>
          <p:spPr bwMode="auto">
            <a:xfrm rot="0" flipH="0" flipV="0">
              <a:off x="803904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99765877" name="Freeform 211"/>
            <p:cNvSpPr/>
            <p:nvPr/>
          </p:nvSpPr>
          <p:spPr bwMode="auto">
            <a:xfrm rot="0" flipH="0" flipV="0">
              <a:off x="82369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36381" name="TextBox 212"/>
            <p:cNvSpPr txBox="1"/>
            <p:nvPr/>
          </p:nvSpPr>
          <p:spPr bwMode="auto">
            <a:xfrm rot="0" flipH="0" flipV="0">
              <a:off x="82546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87321127" name="Freeform 214"/>
            <p:cNvSpPr/>
            <p:nvPr/>
          </p:nvSpPr>
          <p:spPr bwMode="auto">
            <a:xfrm rot="0" flipH="0" flipV="0">
              <a:off x="845258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311654" name="TextBox 215"/>
            <p:cNvSpPr txBox="1"/>
            <p:nvPr/>
          </p:nvSpPr>
          <p:spPr bwMode="auto">
            <a:xfrm rot="0" flipH="0" flipV="0">
              <a:off x="84702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35447644" name="Freeform 217"/>
            <p:cNvSpPr/>
            <p:nvPr/>
          </p:nvSpPr>
          <p:spPr bwMode="auto">
            <a:xfrm rot="0" flipH="0" flipV="0">
              <a:off x="6235008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80430299" name="Freeform 219"/>
            <p:cNvSpPr/>
            <p:nvPr/>
          </p:nvSpPr>
          <p:spPr bwMode="auto">
            <a:xfrm rot="0" flipH="0" flipV="0">
              <a:off x="632411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0537658" name="TextBox 220"/>
            <p:cNvSpPr txBox="1"/>
            <p:nvPr/>
          </p:nvSpPr>
          <p:spPr bwMode="auto">
            <a:xfrm rot="0" flipH="0" flipV="0">
              <a:off x="634180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26091594" name="Freeform 222"/>
            <p:cNvSpPr/>
            <p:nvPr/>
          </p:nvSpPr>
          <p:spPr bwMode="auto">
            <a:xfrm rot="0" flipH="0" flipV="0">
              <a:off x="65402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0497247" name="TextBox 223"/>
            <p:cNvSpPr txBox="1"/>
            <p:nvPr/>
          </p:nvSpPr>
          <p:spPr bwMode="auto">
            <a:xfrm rot="0" flipH="0" flipV="0">
              <a:off x="65579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7233908" name="Freeform 225"/>
            <p:cNvSpPr/>
            <p:nvPr/>
          </p:nvSpPr>
          <p:spPr bwMode="auto">
            <a:xfrm rot="0" flipH="0" flipV="0">
              <a:off x="67558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70420958" name="TextBox 226"/>
            <p:cNvSpPr txBox="1"/>
            <p:nvPr/>
          </p:nvSpPr>
          <p:spPr bwMode="auto">
            <a:xfrm rot="0" flipH="0" flipV="0">
              <a:off x="67735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05195063" name="Freeform 228"/>
            <p:cNvSpPr/>
            <p:nvPr/>
          </p:nvSpPr>
          <p:spPr bwMode="auto">
            <a:xfrm rot="0" flipH="0" flipV="0">
              <a:off x="697148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5377643" name="TextBox 229"/>
            <p:cNvSpPr txBox="1"/>
            <p:nvPr/>
          </p:nvSpPr>
          <p:spPr bwMode="auto">
            <a:xfrm rot="0" flipH="0" flipV="0">
              <a:off x="69891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1276217" name="Freeform 231"/>
            <p:cNvSpPr/>
            <p:nvPr/>
          </p:nvSpPr>
          <p:spPr bwMode="auto">
            <a:xfrm rot="0" flipH="0" flipV="0">
              <a:off x="718709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6456032" name="TextBox 232"/>
            <p:cNvSpPr txBox="1"/>
            <p:nvPr/>
          </p:nvSpPr>
          <p:spPr bwMode="auto">
            <a:xfrm rot="0" flipH="0" flipV="0">
              <a:off x="720478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48799248" name="Freeform 234"/>
            <p:cNvSpPr/>
            <p:nvPr/>
          </p:nvSpPr>
          <p:spPr bwMode="auto">
            <a:xfrm rot="0" flipH="0" flipV="0">
              <a:off x="998624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0937491" name="Freeform 236"/>
            <p:cNvSpPr/>
            <p:nvPr/>
          </p:nvSpPr>
          <p:spPr bwMode="auto">
            <a:xfrm rot="0" flipH="0" flipV="0">
              <a:off x="1007535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7183716" name="TextBox 237"/>
            <p:cNvSpPr txBox="1"/>
            <p:nvPr/>
          </p:nvSpPr>
          <p:spPr bwMode="auto">
            <a:xfrm rot="0" flipH="0" flipV="0">
              <a:off x="100930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21390189" name="Freeform 239"/>
            <p:cNvSpPr/>
            <p:nvPr/>
          </p:nvSpPr>
          <p:spPr bwMode="auto">
            <a:xfrm rot="0" flipH="0" flipV="0">
              <a:off x="102915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253596" name="TextBox 240"/>
            <p:cNvSpPr txBox="1"/>
            <p:nvPr/>
          </p:nvSpPr>
          <p:spPr bwMode="auto">
            <a:xfrm rot="0" flipH="0" flipV="0">
              <a:off x="103091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96403689" name="Freeform 242"/>
            <p:cNvSpPr/>
            <p:nvPr/>
          </p:nvSpPr>
          <p:spPr bwMode="auto">
            <a:xfrm rot="0" flipH="0" flipV="0">
              <a:off x="1050711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2954916" name="TextBox 243"/>
            <p:cNvSpPr txBox="1"/>
            <p:nvPr/>
          </p:nvSpPr>
          <p:spPr bwMode="auto">
            <a:xfrm rot="0" flipH="0" flipV="0">
              <a:off x="1052480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21491654" name="Freeform 245"/>
            <p:cNvSpPr/>
            <p:nvPr/>
          </p:nvSpPr>
          <p:spPr bwMode="auto">
            <a:xfrm rot="0" flipH="0" flipV="0">
              <a:off x="1072272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773648" name="TextBox 246"/>
            <p:cNvSpPr txBox="1"/>
            <p:nvPr/>
          </p:nvSpPr>
          <p:spPr bwMode="auto">
            <a:xfrm rot="0" flipH="0" flipV="0">
              <a:off x="1074041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60867692" name="Freeform 248"/>
            <p:cNvSpPr/>
            <p:nvPr/>
          </p:nvSpPr>
          <p:spPr bwMode="auto">
            <a:xfrm rot="0" flipH="0" flipV="0">
              <a:off x="1093833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7669582" name="TextBox 249"/>
            <p:cNvSpPr txBox="1"/>
            <p:nvPr/>
          </p:nvSpPr>
          <p:spPr bwMode="auto">
            <a:xfrm rot="0" flipH="0" flipV="0">
              <a:off x="1095602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89194228" name="AutoShape 250"/>
            <p:cNvSpPr/>
            <p:nvPr/>
          </p:nvSpPr>
          <p:spPr bwMode="auto">
            <a:xfrm flipH="1">
              <a:off x="614977" y="2684410"/>
              <a:ext cx="124454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9680790" name="AutoShape 251"/>
            <p:cNvSpPr/>
            <p:nvPr/>
          </p:nvSpPr>
          <p:spPr bwMode="auto">
            <a:xfrm flipH="1">
              <a:off x="1857192" y="2684410"/>
              <a:ext cx="63465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510857" name="AutoShape 252"/>
            <p:cNvSpPr/>
            <p:nvPr/>
          </p:nvSpPr>
          <p:spPr bwMode="auto">
            <a:xfrm flipH="1">
              <a:off x="3100573" y="2684410"/>
              <a:ext cx="23600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88000280" name="AutoShape 253"/>
            <p:cNvSpPr/>
            <p:nvPr/>
          </p:nvSpPr>
          <p:spPr bwMode="auto">
            <a:xfrm flipH="1">
              <a:off x="4361092" y="2684410"/>
              <a:ext cx="1247261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198484" name="AutoShape 254"/>
            <p:cNvSpPr/>
            <p:nvPr/>
          </p:nvSpPr>
          <p:spPr bwMode="auto">
            <a:xfrm flipH="1">
              <a:off x="5604474" y="2684410"/>
              <a:ext cx="636202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210383" name="AutoShape 255"/>
            <p:cNvSpPr/>
            <p:nvPr/>
          </p:nvSpPr>
          <p:spPr bwMode="auto">
            <a:xfrm flipH="1">
              <a:off x="6849988" y="2684410"/>
              <a:ext cx="23013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1250204" name="AutoShape 256"/>
            <p:cNvSpPr/>
            <p:nvPr/>
          </p:nvSpPr>
          <p:spPr bwMode="auto">
            <a:xfrm flipH="1">
              <a:off x="8115468" y="2684410"/>
              <a:ext cx="1238626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225904" name="AutoShape 257"/>
            <p:cNvSpPr/>
            <p:nvPr/>
          </p:nvSpPr>
          <p:spPr bwMode="auto">
            <a:xfrm flipH="1">
              <a:off x="9357843" y="2684410"/>
              <a:ext cx="628574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4979702" name="AutoShape 258"/>
            <p:cNvSpPr/>
            <p:nvPr/>
          </p:nvSpPr>
          <p:spPr bwMode="auto">
            <a:xfrm flipH="1">
              <a:off x="10601226" y="2684410"/>
              <a:ext cx="17515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129528" name="AutoShape 259"/>
            <p:cNvSpPr/>
            <p:nvPr/>
          </p:nvSpPr>
          <p:spPr bwMode="auto">
            <a:xfrm>
              <a:off x="61497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748376" name="AutoShape 260"/>
            <p:cNvSpPr/>
            <p:nvPr/>
          </p:nvSpPr>
          <p:spPr bwMode="auto">
            <a:xfrm>
              <a:off x="83085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711765" name="AutoShape 261"/>
            <p:cNvSpPr/>
            <p:nvPr/>
          </p:nvSpPr>
          <p:spPr bwMode="auto">
            <a:xfrm>
              <a:off x="104646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101972" name="AutoShape 262"/>
            <p:cNvSpPr/>
            <p:nvPr/>
          </p:nvSpPr>
          <p:spPr bwMode="auto">
            <a:xfrm>
              <a:off x="18573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04215" name="AutoShape 263"/>
            <p:cNvSpPr/>
            <p:nvPr/>
          </p:nvSpPr>
          <p:spPr bwMode="auto">
            <a:xfrm>
              <a:off x="207320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9027766" name="AutoShape 264"/>
            <p:cNvSpPr/>
            <p:nvPr/>
          </p:nvSpPr>
          <p:spPr bwMode="auto">
            <a:xfrm>
              <a:off x="228881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0087041" name="AutoShape 265"/>
            <p:cNvSpPr/>
            <p:nvPr/>
          </p:nvSpPr>
          <p:spPr bwMode="auto">
            <a:xfrm>
              <a:off x="309435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6658431" name="AutoShape 266"/>
            <p:cNvSpPr/>
            <p:nvPr/>
          </p:nvSpPr>
          <p:spPr bwMode="auto">
            <a:xfrm>
              <a:off x="33102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1052" name="AutoShape 267"/>
            <p:cNvSpPr/>
            <p:nvPr/>
          </p:nvSpPr>
          <p:spPr bwMode="auto">
            <a:xfrm>
              <a:off x="352584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146482" name="AutoShape 268"/>
            <p:cNvSpPr/>
            <p:nvPr/>
          </p:nvSpPr>
          <p:spPr bwMode="auto">
            <a:xfrm>
              <a:off x="43612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1695122" name="AutoShape 269"/>
            <p:cNvSpPr/>
            <p:nvPr/>
          </p:nvSpPr>
          <p:spPr bwMode="auto">
            <a:xfrm>
              <a:off x="457710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18192" name="AutoShape 270"/>
            <p:cNvSpPr/>
            <p:nvPr/>
          </p:nvSpPr>
          <p:spPr bwMode="auto">
            <a:xfrm>
              <a:off x="479271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5457" name="AutoShape 271"/>
            <p:cNvSpPr/>
            <p:nvPr/>
          </p:nvSpPr>
          <p:spPr bwMode="auto">
            <a:xfrm>
              <a:off x="5604608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721756" name="AutoShape 272"/>
            <p:cNvSpPr/>
            <p:nvPr/>
          </p:nvSpPr>
          <p:spPr bwMode="auto">
            <a:xfrm>
              <a:off x="582048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4139735" name="AutoShape 273"/>
            <p:cNvSpPr/>
            <p:nvPr/>
          </p:nvSpPr>
          <p:spPr bwMode="auto">
            <a:xfrm>
              <a:off x="6036102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6290060" name="AutoShape 274"/>
            <p:cNvSpPr/>
            <p:nvPr/>
          </p:nvSpPr>
          <p:spPr bwMode="auto">
            <a:xfrm>
              <a:off x="684871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3819347" name="AutoShape 275"/>
            <p:cNvSpPr/>
            <p:nvPr/>
          </p:nvSpPr>
          <p:spPr bwMode="auto">
            <a:xfrm>
              <a:off x="706459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5781227" name="AutoShape 276"/>
            <p:cNvSpPr/>
            <p:nvPr/>
          </p:nvSpPr>
          <p:spPr bwMode="auto">
            <a:xfrm>
              <a:off x="728020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1300835" name="AutoShape 277"/>
            <p:cNvSpPr/>
            <p:nvPr/>
          </p:nvSpPr>
          <p:spPr bwMode="auto">
            <a:xfrm>
              <a:off x="811560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193220" name="AutoShape 278"/>
            <p:cNvSpPr/>
            <p:nvPr/>
          </p:nvSpPr>
          <p:spPr bwMode="auto">
            <a:xfrm>
              <a:off x="833148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15730" name="AutoShape 279"/>
            <p:cNvSpPr/>
            <p:nvPr/>
          </p:nvSpPr>
          <p:spPr bwMode="auto">
            <a:xfrm>
              <a:off x="854709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590432" name="AutoShape 280"/>
            <p:cNvSpPr/>
            <p:nvPr/>
          </p:nvSpPr>
          <p:spPr bwMode="auto">
            <a:xfrm>
              <a:off x="93661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6740419" name="AutoShape 281"/>
            <p:cNvSpPr/>
            <p:nvPr/>
          </p:nvSpPr>
          <p:spPr bwMode="auto">
            <a:xfrm>
              <a:off x="958201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9730872" name="AutoShape 282"/>
            <p:cNvSpPr/>
            <p:nvPr/>
          </p:nvSpPr>
          <p:spPr bwMode="auto">
            <a:xfrm>
              <a:off x="9797626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5718668" name="AutoShape 283"/>
            <p:cNvSpPr/>
            <p:nvPr/>
          </p:nvSpPr>
          <p:spPr bwMode="auto">
            <a:xfrm>
              <a:off x="1060323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0213847" name="AutoShape 284"/>
            <p:cNvSpPr/>
            <p:nvPr/>
          </p:nvSpPr>
          <p:spPr bwMode="auto">
            <a:xfrm>
              <a:off x="1081912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436039" name="AutoShape 285"/>
            <p:cNvSpPr/>
            <p:nvPr/>
          </p:nvSpPr>
          <p:spPr bwMode="auto">
            <a:xfrm>
              <a:off x="1103473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825574" name="Freeform 287"/>
            <p:cNvSpPr/>
            <p:nvPr/>
          </p:nvSpPr>
          <p:spPr bwMode="auto">
            <a:xfrm rot="0" flipH="0" flipV="0">
              <a:off x="0" y="4877834"/>
              <a:ext cx="11216201" cy="585144"/>
            </a:xfrm>
            <a:custGeom>
              <a:avLst/>
              <a:gdLst/>
              <a:ahLst/>
              <a:cxnLst/>
              <a:rect l="l" t="t" r="r" b="b"/>
              <a:pathLst>
                <a:path w="2263253" h="118073" fill="norm" stroke="1" extrusionOk="0">
                  <a:moveTo>
                    <a:pt x="8973" y="0"/>
                  </a:moveTo>
                  <a:lnTo>
                    <a:pt x="2254280" y="0"/>
                  </a:lnTo>
                  <a:cubicBezTo>
                    <a:pt x="2256660" y="0"/>
                    <a:pt x="2258942" y="945"/>
                    <a:pt x="2260625" y="2628"/>
                  </a:cubicBezTo>
                  <a:cubicBezTo>
                    <a:pt x="2262308" y="4311"/>
                    <a:pt x="2263253" y="6593"/>
                    <a:pt x="2263253" y="8973"/>
                  </a:cubicBezTo>
                  <a:lnTo>
                    <a:pt x="2263253" y="109100"/>
                  </a:lnTo>
                  <a:cubicBezTo>
                    <a:pt x="2263253" y="111480"/>
                    <a:pt x="2262308" y="113762"/>
                    <a:pt x="2260625" y="115445"/>
                  </a:cubicBezTo>
                  <a:cubicBezTo>
                    <a:pt x="2258942" y="117127"/>
                    <a:pt x="2256660" y="118073"/>
                    <a:pt x="2254280" y="118073"/>
                  </a:cubicBezTo>
                  <a:lnTo>
                    <a:pt x="8973" y="118073"/>
                  </a:lnTo>
                  <a:cubicBezTo>
                    <a:pt x="6593" y="118073"/>
                    <a:pt x="4311" y="117127"/>
                    <a:pt x="2628" y="115445"/>
                  </a:cubicBezTo>
                  <a:cubicBezTo>
                    <a:pt x="945" y="113762"/>
                    <a:pt x="0" y="111480"/>
                    <a:pt x="0" y="109100"/>
                  </a:cubicBezTo>
                  <a:lnTo>
                    <a:pt x="0" y="8973"/>
                  </a:lnTo>
                  <a:cubicBezTo>
                    <a:pt x="0" y="6593"/>
                    <a:pt x="945" y="4311"/>
                    <a:pt x="2628" y="2628"/>
                  </a:cubicBezTo>
                  <a:cubicBezTo>
                    <a:pt x="4311" y="945"/>
                    <a:pt x="6593" y="0"/>
                    <a:pt x="897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851969" name="TextBox 288"/>
            <p:cNvSpPr txBox="1"/>
            <p:nvPr/>
          </p:nvSpPr>
          <p:spPr bwMode="auto">
            <a:xfrm rot="0" flipH="0" flipV="0">
              <a:off x="0" y="4689027"/>
              <a:ext cx="11216201" cy="77396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 Genesis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01444602" name="TextBox 289"/>
            <p:cNvSpPr txBox="1"/>
            <p:nvPr/>
          </p:nvSpPr>
          <p:spPr bwMode="auto">
            <a:xfrm flipH="0" flipV="0">
              <a:off x="4550479" y="234219"/>
              <a:ext cx="205253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2841687" name="TextBox 290"/>
            <p:cNvSpPr txBox="1"/>
            <p:nvPr/>
          </p:nvSpPr>
          <p:spPr bwMode="auto">
            <a:xfrm flipH="0" flipV="0">
              <a:off x="322944" y="1934729"/>
              <a:ext cx="2994948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9995749" name="TextBox 291"/>
            <p:cNvSpPr txBox="1"/>
            <p:nvPr/>
          </p:nvSpPr>
          <p:spPr bwMode="auto">
            <a:xfrm flipH="0" flipV="0">
              <a:off x="4069059" y="1934729"/>
              <a:ext cx="2998247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0836880" name="TextBox 292"/>
            <p:cNvSpPr txBox="1"/>
            <p:nvPr/>
          </p:nvSpPr>
          <p:spPr bwMode="auto">
            <a:xfrm flipH="0" flipV="0">
              <a:off x="7823433" y="1934729"/>
              <a:ext cx="3071059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614169" name="Freeform 27"/>
          <p:cNvSpPr/>
          <p:nvPr/>
        </p:nvSpPr>
        <p:spPr bwMode="auto">
          <a:xfrm rot="0" flipH="0" flipV="0">
            <a:off x="1693870" y="268173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98054123" name="TextBox 28"/>
          <p:cNvSpPr txBox="1"/>
          <p:nvPr/>
        </p:nvSpPr>
        <p:spPr bwMode="auto">
          <a:xfrm rot="0" flipH="0" flipV="0">
            <a:off x="1693870" y="251297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Tõenäoline allikas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23915702" name="Freeform 30"/>
          <p:cNvSpPr/>
          <p:nvPr/>
        </p:nvSpPr>
        <p:spPr bwMode="auto">
          <a:xfrm rot="0" flipH="0" flipV="0">
            <a:off x="1693870" y="181794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9113158" name="TextBox 31"/>
          <p:cNvSpPr txBox="1"/>
          <p:nvPr/>
        </p:nvSpPr>
        <p:spPr bwMode="auto">
          <a:xfrm rot="0" flipH="0" flipV="0">
            <a:off x="1693870" y="164917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Tõenäoline allikas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15042543" name="Freeform 33"/>
          <p:cNvSpPr/>
          <p:nvPr/>
        </p:nvSpPr>
        <p:spPr bwMode="auto">
          <a:xfrm rot="0" flipH="0" flipV="0">
            <a:off x="1693870" y="95562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84571439" name="TextBox 34"/>
          <p:cNvSpPr txBox="1"/>
          <p:nvPr/>
        </p:nvSpPr>
        <p:spPr bwMode="auto">
          <a:xfrm rot="0" flipH="0" flipV="0">
            <a:off x="1693870" y="786855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Tõenäoline allikas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1083759" name="Freeform 36"/>
          <p:cNvSpPr/>
          <p:nvPr/>
        </p:nvSpPr>
        <p:spPr bwMode="auto">
          <a:xfrm rot="0" flipH="0" flipV="0">
            <a:off x="1693870" y="440638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59093309" name="TextBox 37"/>
          <p:cNvSpPr txBox="1"/>
          <p:nvPr/>
        </p:nvSpPr>
        <p:spPr bwMode="auto">
          <a:xfrm rot="0" flipH="0" flipV="0">
            <a:off x="1693870" y="423761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Tõenäoline allikas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40791983" name="Freeform 39"/>
          <p:cNvSpPr/>
          <p:nvPr/>
        </p:nvSpPr>
        <p:spPr bwMode="auto">
          <a:xfrm rot="0" flipH="0" flipV="0">
            <a:off x="1693870" y="354406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7716447" name="TextBox 40"/>
          <p:cNvSpPr txBox="1"/>
          <p:nvPr/>
        </p:nvSpPr>
        <p:spPr bwMode="auto">
          <a:xfrm rot="0" flipH="0" flipV="0">
            <a:off x="1693870" y="337529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Tõenäoline allikas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91943826" name="AutoShape 41"/>
          <p:cNvSpPr/>
          <p:nvPr/>
        </p:nvSpPr>
        <p:spPr bwMode="auto">
          <a:xfrm>
            <a:off x="4051204" y="215385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10566313" name="Freeform 42"/>
          <p:cNvSpPr/>
          <p:nvPr/>
        </p:nvSpPr>
        <p:spPr bwMode="auto">
          <a:xfrm>
            <a:off x="407528" y="2971771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466710" name="AutoShape 50"/>
          <p:cNvSpPr/>
          <p:nvPr/>
        </p:nvSpPr>
        <p:spPr bwMode="auto">
          <a:xfrm>
            <a:off x="4051204" y="1291531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519795" name="AutoShape 51"/>
          <p:cNvSpPr/>
          <p:nvPr/>
        </p:nvSpPr>
        <p:spPr bwMode="auto">
          <a:xfrm>
            <a:off x="4051204" y="3017653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90190744" name="AutoShape 52"/>
          <p:cNvSpPr/>
          <p:nvPr/>
        </p:nvSpPr>
        <p:spPr bwMode="auto">
          <a:xfrm flipV="1">
            <a:off x="4051204" y="3448072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69993692" name="AutoShape 53"/>
          <p:cNvSpPr/>
          <p:nvPr/>
        </p:nvSpPr>
        <p:spPr bwMode="auto">
          <a:xfrm flipV="1">
            <a:off x="4051204" y="344807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90605248" name="Freeform 55"/>
          <p:cNvSpPr/>
          <p:nvPr/>
        </p:nvSpPr>
        <p:spPr bwMode="auto">
          <a:xfrm rot="0" flipH="0" flipV="0">
            <a:off x="1693870" y="52687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8244610" name="TextBox 56"/>
          <p:cNvSpPr txBox="1"/>
          <p:nvPr/>
        </p:nvSpPr>
        <p:spPr bwMode="auto">
          <a:xfrm rot="0" flipH="0" flipV="0">
            <a:off x="1693870" y="5099936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allikat...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00368935" name="AutoShape 57"/>
          <p:cNvSpPr/>
          <p:nvPr/>
        </p:nvSpPr>
        <p:spPr bwMode="auto">
          <a:xfrm flipV="1">
            <a:off x="4051204" y="3448072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1027935864" name=""/>
          <p:cNvGrpSpPr/>
          <p:nvPr/>
        </p:nvGrpSpPr>
        <p:grpSpPr bwMode="auto">
          <a:xfrm>
            <a:off x="6071575" y="2349031"/>
            <a:ext cx="5495629" cy="2859803"/>
            <a:chOff x="0" y="0"/>
            <a:chExt cx="5495629" cy="2859803"/>
          </a:xfrm>
        </p:grpSpPr>
        <p:sp>
          <p:nvSpPr>
            <p:cNvPr id="135068193" name="Freeform 44"/>
            <p:cNvSpPr/>
            <p:nvPr/>
          </p:nvSpPr>
          <p:spPr bwMode="auto">
            <a:xfrm rot="0" flipH="0" flipV="0">
              <a:off x="3138299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14416900" name="TextBox 45"/>
            <p:cNvSpPr txBox="1"/>
            <p:nvPr/>
          </p:nvSpPr>
          <p:spPr bwMode="auto">
            <a:xfrm rot="0" flipH="0" flipV="0">
              <a:off x="3138299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18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32659971" name="Freeform 47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74058" name="TextBox 48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62862199" name="AutoShape 49"/>
            <p:cNvSpPr/>
            <p:nvPr/>
          </p:nvSpPr>
          <p:spPr bwMode="auto">
            <a:xfrm flipH="1">
              <a:off x="2357331" y="1093160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pic>
          <p:nvPicPr>
            <p:cNvPr id="949964390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825495" y="2127204"/>
              <a:ext cx="732600" cy="732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3826092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58405059" name=""/>
          <p:cNvGrpSpPr/>
          <p:nvPr/>
        </p:nvGrpSpPr>
        <p:grpSpPr bwMode="auto">
          <a:xfrm>
            <a:off x="1974726" y="1990017"/>
            <a:ext cx="8798809" cy="2747866"/>
            <a:chOff x="0" y="0"/>
            <a:chExt cx="8798809" cy="2747866"/>
          </a:xfrm>
        </p:grpSpPr>
        <p:sp>
          <p:nvSpPr>
            <p:cNvPr id="1760744386" name="TextBox 32"/>
            <p:cNvSpPr txBox="1"/>
            <p:nvPr/>
          </p:nvSpPr>
          <p:spPr bwMode="auto">
            <a:xfrm>
              <a:off x="1716889" y="0"/>
              <a:ext cx="5366638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TX</a:t>
              </a:r>
              <a:endParaRPr/>
            </a:p>
          </p:txBody>
        </p:sp>
        <p:sp>
          <p:nvSpPr>
            <p:cNvPr id="890247411" name="TextBox 33"/>
            <p:cNvSpPr txBox="1"/>
            <p:nvPr/>
          </p:nvSpPr>
          <p:spPr bwMode="auto">
            <a:xfrm>
              <a:off x="35790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18887375" name="AutoShape 34"/>
            <p:cNvSpPr/>
            <p:nvPr/>
          </p:nvSpPr>
          <p:spPr bwMode="auto">
            <a:xfrm>
              <a:off x="1997982" y="1600083"/>
              <a:ext cx="480284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0318516" name="TextBox 35"/>
            <p:cNvSpPr txBox="1"/>
            <p:nvPr/>
          </p:nvSpPr>
          <p:spPr bwMode="auto">
            <a:xfrm>
              <a:off x="6836619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3498401" name="AutoShape 42"/>
            <p:cNvSpPr/>
            <p:nvPr/>
          </p:nvSpPr>
          <p:spPr bwMode="auto">
            <a:xfrm>
              <a:off x="1997982" y="1600083"/>
              <a:ext cx="4802845" cy="83669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1530260389" name=""/>
            <p:cNvGrpSpPr/>
            <p:nvPr/>
          </p:nvGrpSpPr>
          <p:grpSpPr bwMode="auto">
            <a:xfrm>
              <a:off x="6800827" y="1142805"/>
              <a:ext cx="1997982" cy="1605061"/>
              <a:chOff x="0" y="0"/>
              <a:chExt cx="1997982" cy="1605061"/>
            </a:xfrm>
          </p:grpSpPr>
          <p:sp>
            <p:nvSpPr>
              <p:cNvPr id="805084084" name="Freeform 37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5932817" name="TextBox 38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70 000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7949" name="Freeform 40"/>
              <p:cNvSpPr/>
              <p:nvPr/>
            </p:nvSpPr>
            <p:spPr bwMode="auto">
              <a:xfrm rot="0" flipH="0" flipV="0">
                <a:off x="0" y="982883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2264890" name="TextBox 41"/>
              <p:cNvSpPr txBox="1"/>
              <p:nvPr/>
            </p:nvSpPr>
            <p:spPr bwMode="auto">
              <a:xfrm rot="0" flipH="0" flipV="0">
                <a:off x="0" y="836694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480420263" name=""/>
            <p:cNvGrpSpPr/>
            <p:nvPr/>
          </p:nvGrpSpPr>
          <p:grpSpPr bwMode="auto">
            <a:xfrm>
              <a:off x="0" y="1142805"/>
              <a:ext cx="1997982" cy="768366"/>
              <a:chOff x="0" y="0"/>
              <a:chExt cx="1997982" cy="768366"/>
            </a:xfrm>
          </p:grpSpPr>
          <p:sp>
            <p:nvSpPr>
              <p:cNvPr id="2113259464" name="Freeform 30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27805248" name="TextBox 31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35270777" name=""/>
          <p:cNvGrpSpPr/>
          <p:nvPr/>
        </p:nvGrpSpPr>
        <p:grpSpPr bwMode="auto">
          <a:xfrm>
            <a:off x="1415898" y="659928"/>
            <a:ext cx="9303409" cy="5454552"/>
            <a:chOff x="0" y="0"/>
            <a:chExt cx="9303409" cy="5454552"/>
          </a:xfrm>
        </p:grpSpPr>
        <p:sp>
          <p:nvSpPr>
            <p:cNvPr id="1526500025" name="TextBox 32"/>
            <p:cNvSpPr txBox="1"/>
            <p:nvPr/>
          </p:nvSpPr>
          <p:spPr bwMode="auto">
            <a:xfrm>
              <a:off x="1815320" y="0"/>
              <a:ext cx="5674619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046070" name="TextBox 33"/>
            <p:cNvSpPr txBox="1"/>
            <p:nvPr/>
          </p:nvSpPr>
          <p:spPr bwMode="auto">
            <a:xfrm>
              <a:off x="37845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5812162" name="AutoShape 34"/>
            <p:cNvSpPr/>
            <p:nvPr/>
          </p:nvSpPr>
          <p:spPr bwMode="auto">
            <a:xfrm>
              <a:off x="2112527" y="1586979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6724422" name="TextBox 38"/>
            <p:cNvSpPr txBox="1"/>
            <p:nvPr/>
          </p:nvSpPr>
          <p:spPr bwMode="auto">
            <a:xfrm>
              <a:off x="7228558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4585839" name="AutoShape 63"/>
            <p:cNvSpPr/>
            <p:nvPr/>
          </p:nvSpPr>
          <p:spPr bwMode="auto">
            <a:xfrm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9375733" name="AutoShape 64"/>
            <p:cNvSpPr/>
            <p:nvPr/>
          </p:nvSpPr>
          <p:spPr bwMode="auto">
            <a:xfrm>
              <a:off x="2112527" y="1586979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00370936" name="AutoShape 65"/>
            <p:cNvSpPr/>
            <p:nvPr/>
          </p:nvSpPr>
          <p:spPr bwMode="auto">
            <a:xfrm>
              <a:off x="2112527" y="1586979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0366528" name="AutoShape 66"/>
            <p:cNvSpPr/>
            <p:nvPr/>
          </p:nvSpPr>
          <p:spPr bwMode="auto">
            <a:xfrm>
              <a:off x="2112527" y="1586979"/>
              <a:ext cx="507835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78985689" name="AutoShape 67"/>
            <p:cNvSpPr/>
            <p:nvPr/>
          </p:nvSpPr>
          <p:spPr bwMode="auto">
            <a:xfrm flipV="1"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20226213" name="AutoShape 68"/>
            <p:cNvSpPr/>
            <p:nvPr/>
          </p:nvSpPr>
          <p:spPr bwMode="auto">
            <a:xfrm>
              <a:off x="2112527" y="2471641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1275711" name="AutoShape 69"/>
            <p:cNvSpPr/>
            <p:nvPr/>
          </p:nvSpPr>
          <p:spPr bwMode="auto">
            <a:xfrm>
              <a:off x="2112527" y="2471641"/>
              <a:ext cx="507835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944708507" name="AutoShape 70"/>
            <p:cNvSpPr/>
            <p:nvPr/>
          </p:nvSpPr>
          <p:spPr bwMode="auto">
            <a:xfrm>
              <a:off x="2112527" y="2471641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6348568" name="AutoShape 71"/>
            <p:cNvSpPr/>
            <p:nvPr/>
          </p:nvSpPr>
          <p:spPr bwMode="auto">
            <a:xfrm>
              <a:off x="2112527" y="2471641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4549192" name="AutoShape 72"/>
            <p:cNvSpPr/>
            <p:nvPr/>
          </p:nvSpPr>
          <p:spPr bwMode="auto">
            <a:xfrm flipV="1">
              <a:off x="2112697" y="1586979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47190676" name="AutoShape 73"/>
            <p:cNvSpPr/>
            <p:nvPr/>
          </p:nvSpPr>
          <p:spPr bwMode="auto">
            <a:xfrm flipV="1">
              <a:off x="2112697" y="2471641"/>
              <a:ext cx="507801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95770017" name="AutoShape 74"/>
            <p:cNvSpPr/>
            <p:nvPr/>
          </p:nvSpPr>
          <p:spPr bwMode="auto">
            <a:xfrm>
              <a:off x="2112697" y="3356304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6306110" name="AutoShape 75"/>
            <p:cNvSpPr/>
            <p:nvPr/>
          </p:nvSpPr>
          <p:spPr bwMode="auto">
            <a:xfrm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80833422" name="AutoShape 76"/>
            <p:cNvSpPr/>
            <p:nvPr/>
          </p:nvSpPr>
          <p:spPr bwMode="auto">
            <a:xfrm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76586278" name="AutoShape 77"/>
            <p:cNvSpPr/>
            <p:nvPr/>
          </p:nvSpPr>
          <p:spPr bwMode="auto">
            <a:xfrm flipV="1">
              <a:off x="2112697" y="1586979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2161916" name="AutoShape 78"/>
            <p:cNvSpPr/>
            <p:nvPr/>
          </p:nvSpPr>
          <p:spPr bwMode="auto">
            <a:xfrm flipV="1">
              <a:off x="2112697" y="2471641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62775492" name="AutoShape 79"/>
            <p:cNvSpPr/>
            <p:nvPr/>
          </p:nvSpPr>
          <p:spPr bwMode="auto">
            <a:xfrm flipV="1"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53842818" name="AutoShape 80"/>
            <p:cNvSpPr/>
            <p:nvPr/>
          </p:nvSpPr>
          <p:spPr bwMode="auto">
            <a:xfrm>
              <a:off x="2112697" y="4240967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10092193" name="AutoShape 81"/>
            <p:cNvSpPr/>
            <p:nvPr/>
          </p:nvSpPr>
          <p:spPr bwMode="auto">
            <a:xfrm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34820689" name="AutoShape 82"/>
            <p:cNvSpPr/>
            <p:nvPr/>
          </p:nvSpPr>
          <p:spPr bwMode="auto">
            <a:xfrm flipV="1">
              <a:off x="2112697" y="1586979"/>
              <a:ext cx="507801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8730241" name="AutoShape 83"/>
            <p:cNvSpPr/>
            <p:nvPr/>
          </p:nvSpPr>
          <p:spPr bwMode="auto">
            <a:xfrm flipV="1">
              <a:off x="2112697" y="2471641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32601326" name="AutoShape 84"/>
            <p:cNvSpPr/>
            <p:nvPr/>
          </p:nvSpPr>
          <p:spPr bwMode="auto">
            <a:xfrm flipV="1"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1481382" name="AutoShape 85"/>
            <p:cNvSpPr/>
            <p:nvPr/>
          </p:nvSpPr>
          <p:spPr bwMode="auto">
            <a:xfrm flipV="1"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28549" name="AutoShape 86"/>
            <p:cNvSpPr/>
            <p:nvPr/>
          </p:nvSpPr>
          <p:spPr bwMode="auto">
            <a:xfrm>
              <a:off x="2112697" y="5125630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837462197" name=""/>
            <p:cNvGrpSpPr/>
            <p:nvPr/>
          </p:nvGrpSpPr>
          <p:grpSpPr bwMode="auto">
            <a:xfrm>
              <a:off x="7190712" y="1103484"/>
              <a:ext cx="2112696" cy="4351068"/>
              <a:chOff x="0" y="0"/>
              <a:chExt cx="2112696" cy="4351068"/>
            </a:xfrm>
          </p:grpSpPr>
          <p:sp>
            <p:nvSpPr>
              <p:cNvPr id="2117165475" name="Freeform 49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4777902" name="TextBox 50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7980605" name="Freeform 52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37142270" name="TextBox 53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5365219" name="Freeform 55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2942208" name="TextBox 56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48718411" name="Freeform 58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619325" name="TextBox 59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2957122" name="Freeform 61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591836" name="TextBox 62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269814325" name=""/>
            <p:cNvGrpSpPr/>
            <p:nvPr/>
          </p:nvGrpSpPr>
          <p:grpSpPr bwMode="auto">
            <a:xfrm>
              <a:off x="0" y="1103484"/>
              <a:ext cx="2112696" cy="4351068"/>
              <a:chOff x="0" y="0"/>
              <a:chExt cx="2112696" cy="4351068"/>
            </a:xfrm>
          </p:grpSpPr>
          <p:sp>
            <p:nvSpPr>
              <p:cNvPr id="1643537023" name="Freeform 30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8622247" name="TextBox 31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2674819" name="Freeform 36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2312189" name="TextBox 37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95926420" name="Freeform 40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05976" name="TextBox 41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9558680" name="Freeform 43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598817" name="TextBox 44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7287999" name="Freeform 46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9209316" name="TextBox 47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478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56158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567" y="56163"/>
            <a:ext cx="11456525" cy="6745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11462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70949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5001788" name=""/>
          <p:cNvGrpSpPr/>
          <p:nvPr/>
        </p:nvGrpSpPr>
        <p:grpSpPr bwMode="auto">
          <a:xfrm>
            <a:off x="424402" y="1218003"/>
            <a:ext cx="11180124" cy="4265073"/>
            <a:chOff x="0" y="0"/>
            <a:chExt cx="11180124" cy="4265073"/>
          </a:xfrm>
        </p:grpSpPr>
        <p:sp>
          <p:nvSpPr>
            <p:cNvPr id="1146308688" name="TextBox 32"/>
            <p:cNvSpPr txBox="1"/>
            <p:nvPr/>
          </p:nvSpPr>
          <p:spPr bwMode="auto">
            <a:xfrm>
              <a:off x="2372311" y="281256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19160368" name="TextBox 33"/>
            <p:cNvSpPr txBox="1"/>
            <p:nvPr/>
          </p:nvSpPr>
          <p:spPr bwMode="auto">
            <a:xfrm>
              <a:off x="2546982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490067" name="AutoShape 34"/>
            <p:cNvSpPr/>
            <p:nvPr/>
          </p:nvSpPr>
          <p:spPr bwMode="auto">
            <a:xfrm flipH="1">
              <a:off x="5480703" y="116984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46379" name="TextBox 41"/>
            <p:cNvSpPr txBox="1"/>
            <p:nvPr/>
          </p:nvSpPr>
          <p:spPr bwMode="auto">
            <a:xfrm>
              <a:off x="6179245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479695" name="TextBox 45"/>
            <p:cNvSpPr txBox="1"/>
            <p:nvPr/>
          </p:nvSpPr>
          <p:spPr bwMode="auto">
            <a:xfrm>
              <a:off x="0" y="908862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01913800" name="Freeform 46"/>
            <p:cNvSpPr/>
            <p:nvPr/>
          </p:nvSpPr>
          <p:spPr bwMode="auto">
            <a:xfrm rot="1981001">
              <a:off x="566372" y="17339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4005506" name="TextBox 47"/>
            <p:cNvSpPr txBox="1"/>
            <p:nvPr/>
          </p:nvSpPr>
          <p:spPr bwMode="auto">
            <a:xfrm>
              <a:off x="52917" y="3891461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31383837" name="Freeform 48"/>
            <p:cNvSpPr/>
            <p:nvPr/>
          </p:nvSpPr>
          <p:spPr bwMode="auto">
            <a:xfrm rot="9541431" flipH="1">
              <a:off x="688524" y="31744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5114298" name="TextBox 49"/>
            <p:cNvSpPr txBox="1"/>
            <p:nvPr/>
          </p:nvSpPr>
          <p:spPr bwMode="auto">
            <a:xfrm>
              <a:off x="9236787" y="77609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088970" name="Freeform 50"/>
            <p:cNvSpPr/>
            <p:nvPr/>
          </p:nvSpPr>
          <p:spPr bwMode="auto">
            <a:xfrm rot="-9435686">
              <a:off x="9321232" y="32518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7230707" name="TextBox 51"/>
            <p:cNvSpPr txBox="1"/>
            <p:nvPr/>
          </p:nvSpPr>
          <p:spPr bwMode="auto">
            <a:xfrm>
              <a:off x="9456814" y="385382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57549791" name="Freeform 52"/>
            <p:cNvSpPr/>
            <p:nvPr/>
          </p:nvSpPr>
          <p:spPr bwMode="auto">
            <a:xfrm rot="-2557580" flipH="1">
              <a:off x="9265453" y="16162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315757" name="Rectangle: Rounded Corners 12"/>
            <p:cNvSpPr/>
            <p:nvPr/>
          </p:nvSpPr>
          <p:spPr bwMode="auto">
            <a:xfrm>
              <a:off x="2168696" y="0"/>
              <a:ext cx="672907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86767704" name=""/>
            <p:cNvGrpSpPr/>
            <p:nvPr/>
          </p:nvGrpSpPr>
          <p:grpSpPr bwMode="auto">
            <a:xfrm>
              <a:off x="2516747" y="1740207"/>
              <a:ext cx="5927716" cy="1828831"/>
              <a:chOff x="0" y="0"/>
              <a:chExt cx="5927716" cy="1828831"/>
            </a:xfrm>
          </p:grpSpPr>
          <p:sp>
            <p:nvSpPr>
              <p:cNvPr id="167920795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534551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3098443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1776325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0455266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6922538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3631210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0554687" name="TextBox 44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66768094" name=""/>
          <p:cNvGrpSpPr/>
          <p:nvPr/>
        </p:nvGrpSpPr>
        <p:grpSpPr bwMode="auto">
          <a:xfrm>
            <a:off x="2716473" y="1112055"/>
            <a:ext cx="6556743" cy="4227561"/>
            <a:chOff x="0" y="0"/>
            <a:chExt cx="6556743" cy="4227561"/>
          </a:xfrm>
        </p:grpSpPr>
        <p:sp>
          <p:nvSpPr>
            <p:cNvPr id="155134667" name="TextBox 32"/>
            <p:cNvSpPr txBox="1"/>
            <p:nvPr/>
          </p:nvSpPr>
          <p:spPr bwMode="auto">
            <a:xfrm>
              <a:off x="174836" y="407190"/>
              <a:ext cx="619604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Payjoin</a:t>
              </a:r>
              <a:endParaRPr/>
            </a:p>
          </p:txBody>
        </p:sp>
        <p:sp>
          <p:nvSpPr>
            <p:cNvPr id="833238373" name="TextBox 33"/>
            <p:cNvSpPr txBox="1"/>
            <p:nvPr/>
          </p:nvSpPr>
          <p:spPr bwMode="auto">
            <a:xfrm>
              <a:off x="349507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inputs</a:t>
              </a:r>
              <a:endParaRPr/>
            </a:p>
          </p:txBody>
        </p:sp>
        <p:sp>
          <p:nvSpPr>
            <p:cNvPr id="421990075" name="AutoShape 34"/>
            <p:cNvSpPr/>
            <p:nvPr/>
          </p:nvSpPr>
          <p:spPr bwMode="auto">
            <a:xfrm flipH="1">
              <a:off x="3272140" y="123294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215258" name="TextBox 41"/>
            <p:cNvSpPr txBox="1"/>
            <p:nvPr/>
          </p:nvSpPr>
          <p:spPr bwMode="auto">
            <a:xfrm>
              <a:off x="3970683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outputs</a:t>
              </a:r>
              <a:endParaRPr/>
            </a:p>
          </p:txBody>
        </p:sp>
        <p:sp>
          <p:nvSpPr>
            <p:cNvPr id="2050334460" name="Rectangle: Rounded Corners 12"/>
            <p:cNvSpPr/>
            <p:nvPr/>
          </p:nvSpPr>
          <p:spPr bwMode="auto">
            <a:xfrm>
              <a:off x="0" y="0"/>
              <a:ext cx="6556743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83870629" name=""/>
            <p:cNvGrpSpPr/>
            <p:nvPr/>
          </p:nvGrpSpPr>
          <p:grpSpPr bwMode="auto">
            <a:xfrm>
              <a:off x="308186" y="1803304"/>
              <a:ext cx="5927716" cy="1828830"/>
              <a:chOff x="0" y="0"/>
              <a:chExt cx="5927716" cy="1828830"/>
            </a:xfrm>
          </p:grpSpPr>
          <p:sp>
            <p:nvSpPr>
              <p:cNvPr id="1295512849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594554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3203867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9623749" name="TextBox 37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583315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2927351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467503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2426701" name="TextBox 44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3099010" name=""/>
          <p:cNvGrpSpPr/>
          <p:nvPr/>
        </p:nvGrpSpPr>
        <p:grpSpPr bwMode="auto">
          <a:xfrm>
            <a:off x="473564" y="1049330"/>
            <a:ext cx="11369543" cy="4925331"/>
            <a:chOff x="0" y="0"/>
            <a:chExt cx="11369543" cy="4925331"/>
          </a:xfrm>
        </p:grpSpPr>
        <p:sp>
          <p:nvSpPr>
            <p:cNvPr id="1819908531" name="AutoShape 32"/>
            <p:cNvSpPr/>
            <p:nvPr/>
          </p:nvSpPr>
          <p:spPr bwMode="auto">
            <a:xfrm flipH="1">
              <a:off x="5671202" y="1035600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0566139" name="Freeform 42"/>
            <p:cNvSpPr/>
            <p:nvPr/>
          </p:nvSpPr>
          <p:spPr bwMode="auto">
            <a:xfrm rot="1981001">
              <a:off x="756871" y="15996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859412" name="Freeform 43"/>
            <p:cNvSpPr/>
            <p:nvPr/>
          </p:nvSpPr>
          <p:spPr bwMode="auto">
            <a:xfrm rot="9541431" flipH="1">
              <a:off x="879023" y="3040176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498319" name="Freeform 44"/>
            <p:cNvSpPr/>
            <p:nvPr/>
          </p:nvSpPr>
          <p:spPr bwMode="auto">
            <a:xfrm rot="-9435686">
              <a:off x="9511732" y="311761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20"/>
                  </a:lnTo>
                  <a:lnTo>
                    <a:pt x="0" y="30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899956" name="Freeform 45"/>
            <p:cNvSpPr/>
            <p:nvPr/>
          </p:nvSpPr>
          <p:spPr bwMode="auto">
            <a:xfrm rot="-2557580" flipH="1">
              <a:off x="9455953" y="14820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3930125" name="Freeform 46"/>
            <p:cNvSpPr/>
            <p:nvPr/>
          </p:nvSpPr>
          <p:spPr bwMode="auto">
            <a:xfrm>
              <a:off x="4546608" y="4282995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9" y="0"/>
                  </a:lnTo>
                  <a:lnTo>
                    <a:pt x="642339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6147704" name="TextBox 47"/>
            <p:cNvSpPr txBox="1"/>
            <p:nvPr/>
          </p:nvSpPr>
          <p:spPr bwMode="auto">
            <a:xfrm>
              <a:off x="2573897" y="284261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6910179" name="TextBox 48"/>
            <p:cNvSpPr txBox="1"/>
            <p:nvPr/>
          </p:nvSpPr>
          <p:spPr bwMode="auto">
            <a:xfrm>
              <a:off x="2748570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7199031" name="TextBox 49"/>
            <p:cNvSpPr txBox="1"/>
            <p:nvPr/>
          </p:nvSpPr>
          <p:spPr bwMode="auto">
            <a:xfrm>
              <a:off x="6369747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20756924" name="TextBox 50"/>
            <p:cNvSpPr txBox="1"/>
            <p:nvPr/>
          </p:nvSpPr>
          <p:spPr bwMode="auto">
            <a:xfrm>
              <a:off x="0" y="77461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5251474" name="TextBox 51"/>
            <p:cNvSpPr txBox="1"/>
            <p:nvPr/>
          </p:nvSpPr>
          <p:spPr bwMode="auto">
            <a:xfrm>
              <a:off x="52917" y="3566714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9278095" name="TextBox 52"/>
            <p:cNvSpPr txBox="1"/>
            <p:nvPr/>
          </p:nvSpPr>
          <p:spPr bwMode="auto">
            <a:xfrm>
              <a:off x="9427286" y="64184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104022" name="TextBox 53"/>
            <p:cNvSpPr txBox="1"/>
            <p:nvPr/>
          </p:nvSpPr>
          <p:spPr bwMode="auto">
            <a:xfrm>
              <a:off x="9647313" y="371957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9125659" name="TextBox 54"/>
            <p:cNvSpPr txBox="1"/>
            <p:nvPr/>
          </p:nvSpPr>
          <p:spPr bwMode="auto">
            <a:xfrm>
              <a:off x="5487441" y="4351433"/>
              <a:ext cx="298486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Wrong!</a:t>
              </a:r>
              <a:endParaRPr/>
            </a:p>
          </p:txBody>
        </p:sp>
        <p:sp>
          <p:nvSpPr>
            <p:cNvPr id="1615883766" name="Rectangle: Rounded Corners 12"/>
            <p:cNvSpPr/>
            <p:nvPr/>
          </p:nvSpPr>
          <p:spPr bwMode="auto">
            <a:xfrm>
              <a:off x="2420772" y="0"/>
              <a:ext cx="6534590" cy="405120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677918" name=""/>
            <p:cNvGrpSpPr/>
            <p:nvPr/>
          </p:nvGrpSpPr>
          <p:grpSpPr bwMode="auto">
            <a:xfrm>
              <a:off x="2707249" y="1605961"/>
              <a:ext cx="5927715" cy="1828831"/>
              <a:chOff x="0" y="0"/>
              <a:chExt cx="5927715" cy="1828831"/>
            </a:xfrm>
          </p:grpSpPr>
          <p:sp>
            <p:nvSpPr>
              <p:cNvPr id="1896338735" name="Freeform 30"/>
              <p:cNvSpPr/>
              <p:nvPr/>
            </p:nvSpPr>
            <p:spPr bwMode="auto">
              <a:xfrm rot="0" flipH="0" flipV="0">
                <a:off x="0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294176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886751" name="Freeform 34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6611839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0244162" name="Freeform 37"/>
              <p:cNvSpPr/>
              <p:nvPr/>
            </p:nvSpPr>
            <p:spPr bwMode="auto">
              <a:xfrm rot="0" flipH="0" flipV="0">
                <a:off x="3621177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854216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7193962" name="Freeform 40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96078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5943691" name=""/>
          <p:cNvGrpSpPr/>
          <p:nvPr/>
        </p:nvGrpSpPr>
        <p:grpSpPr bwMode="auto">
          <a:xfrm>
            <a:off x="472906" y="1191506"/>
            <a:ext cx="11369543" cy="4227561"/>
            <a:chOff x="0" y="0"/>
            <a:chExt cx="11369543" cy="4227561"/>
          </a:xfrm>
        </p:grpSpPr>
        <p:sp>
          <p:nvSpPr>
            <p:cNvPr id="1264401539" name="TextBox 32"/>
            <p:cNvSpPr txBox="1"/>
            <p:nvPr/>
          </p:nvSpPr>
          <p:spPr bwMode="auto">
            <a:xfrm>
              <a:off x="2573898" y="323258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4353730" name="TextBox 33"/>
            <p:cNvSpPr txBox="1"/>
            <p:nvPr/>
          </p:nvSpPr>
          <p:spPr bwMode="auto">
            <a:xfrm>
              <a:off x="2748568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6576361" name="AutoShape 34"/>
            <p:cNvSpPr/>
            <p:nvPr/>
          </p:nvSpPr>
          <p:spPr bwMode="auto">
            <a:xfrm flipH="1">
              <a:off x="5671202" y="107459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8587317" name="TextBox 41"/>
            <p:cNvSpPr txBox="1"/>
            <p:nvPr/>
          </p:nvSpPr>
          <p:spPr bwMode="auto">
            <a:xfrm>
              <a:off x="6369747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451590" name="TextBox 45"/>
            <p:cNvSpPr txBox="1"/>
            <p:nvPr/>
          </p:nvSpPr>
          <p:spPr bwMode="auto">
            <a:xfrm>
              <a:off x="0" y="813611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0163243" name="Freeform 46"/>
            <p:cNvSpPr/>
            <p:nvPr/>
          </p:nvSpPr>
          <p:spPr bwMode="auto">
            <a:xfrm rot="1981001">
              <a:off x="756873" y="16386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0128771" name="TextBox 47"/>
            <p:cNvSpPr txBox="1"/>
            <p:nvPr/>
          </p:nvSpPr>
          <p:spPr bwMode="auto">
            <a:xfrm>
              <a:off x="52917" y="360571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4319477" name="Freeform 48"/>
            <p:cNvSpPr/>
            <p:nvPr/>
          </p:nvSpPr>
          <p:spPr bwMode="auto">
            <a:xfrm rot="9541431" flipH="1">
              <a:off x="879024" y="307917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6815790" name="TextBox 49"/>
            <p:cNvSpPr txBox="1"/>
            <p:nvPr/>
          </p:nvSpPr>
          <p:spPr bwMode="auto">
            <a:xfrm>
              <a:off x="9427286" y="68084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32148922" name="Freeform 50"/>
            <p:cNvSpPr/>
            <p:nvPr/>
          </p:nvSpPr>
          <p:spPr bwMode="auto">
            <a:xfrm rot="-9435686">
              <a:off x="9511732" y="31566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71618" name="TextBox 51"/>
            <p:cNvSpPr txBox="1"/>
            <p:nvPr/>
          </p:nvSpPr>
          <p:spPr bwMode="auto">
            <a:xfrm>
              <a:off x="9647313" y="3758572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3804389" name="Freeform 52"/>
            <p:cNvSpPr/>
            <p:nvPr/>
          </p:nvSpPr>
          <p:spPr bwMode="auto">
            <a:xfrm rot="-2557580" flipH="1">
              <a:off x="9455953" y="15210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9343948" name="Rectangle: Rounded Corners 12"/>
            <p:cNvSpPr/>
            <p:nvPr/>
          </p:nvSpPr>
          <p:spPr bwMode="auto">
            <a:xfrm>
              <a:off x="2381352" y="0"/>
              <a:ext cx="657401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49117668" name=""/>
            <p:cNvGrpSpPr/>
            <p:nvPr/>
          </p:nvGrpSpPr>
          <p:grpSpPr bwMode="auto">
            <a:xfrm>
              <a:off x="2707246" y="1644957"/>
              <a:ext cx="5927717" cy="1828831"/>
              <a:chOff x="0" y="0"/>
              <a:chExt cx="5927717" cy="1828831"/>
            </a:xfrm>
          </p:grpSpPr>
          <p:sp>
            <p:nvSpPr>
              <p:cNvPr id="531175094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866692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9927891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440462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5158763" name="Freeform 39"/>
              <p:cNvSpPr/>
              <p:nvPr/>
            </p:nvSpPr>
            <p:spPr bwMode="auto">
              <a:xfrm rot="0" flipH="0" flipV="0">
                <a:off x="3621179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7242693" name="TextBox 4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565731" name="Freeform 43"/>
              <p:cNvSpPr/>
              <p:nvPr/>
            </p:nvSpPr>
            <p:spPr bwMode="auto">
              <a:xfrm rot="0" flipH="0" flipV="0">
                <a:off x="3621179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6368799" name="TextBox 44"/>
              <p:cNvSpPr txBox="1"/>
              <p:nvPr/>
            </p:nvSpPr>
            <p:spPr bwMode="auto">
              <a:xfrm rot="0" flipH="0" flipV="0">
                <a:off x="3621179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946045" name="Freeform 42"/>
          <p:cNvSpPr/>
          <p:nvPr/>
        </p:nvSpPr>
        <p:spPr bwMode="auto">
          <a:xfrm rot="-9435686">
            <a:off x="8911926" y="414500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86638" name="TextBox 47"/>
          <p:cNvSpPr txBox="1"/>
          <p:nvPr/>
        </p:nvSpPr>
        <p:spPr bwMode="auto">
          <a:xfrm>
            <a:off x="8768358" y="4842213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Makse summa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48302702" name=""/>
          <p:cNvGrpSpPr/>
          <p:nvPr/>
        </p:nvGrpSpPr>
        <p:grpSpPr bwMode="auto">
          <a:xfrm>
            <a:off x="1779582" y="996376"/>
            <a:ext cx="6596166" cy="4956341"/>
            <a:chOff x="0" y="0"/>
            <a:chExt cx="6596166" cy="4956341"/>
          </a:xfrm>
        </p:grpSpPr>
        <p:sp>
          <p:nvSpPr>
            <p:cNvPr id="1100119829" name="AutoShape 32"/>
            <p:cNvSpPr/>
            <p:nvPr/>
          </p:nvSpPr>
          <p:spPr bwMode="auto">
            <a:xfrm flipH="1">
              <a:off x="3291813" y="1066611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5248276" name="Freeform 43"/>
            <p:cNvSpPr/>
            <p:nvPr/>
          </p:nvSpPr>
          <p:spPr bwMode="auto">
            <a:xfrm>
              <a:off x="2262470" y="4314006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8" y="0"/>
                  </a:lnTo>
                  <a:lnTo>
                    <a:pt x="642338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630945" name="TextBox 44"/>
            <p:cNvSpPr txBox="1"/>
            <p:nvPr/>
          </p:nvSpPr>
          <p:spPr bwMode="auto">
            <a:xfrm>
              <a:off x="194509" y="315272"/>
              <a:ext cx="619676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364183" name="TextBox 45"/>
            <p:cNvSpPr txBox="1"/>
            <p:nvPr/>
          </p:nvSpPr>
          <p:spPr bwMode="auto">
            <a:xfrm>
              <a:off x="369180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4698899" name="TextBox 46"/>
            <p:cNvSpPr txBox="1"/>
            <p:nvPr/>
          </p:nvSpPr>
          <p:spPr bwMode="auto">
            <a:xfrm>
              <a:off x="3990357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94623" name="TextBox 48"/>
            <p:cNvSpPr txBox="1"/>
            <p:nvPr/>
          </p:nvSpPr>
          <p:spPr bwMode="auto">
            <a:xfrm>
              <a:off x="3203299" y="4382443"/>
              <a:ext cx="298522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Wrong</a:t>
              </a: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66431666" name="Rectangle: Rounded Corners 12"/>
            <p:cNvSpPr/>
            <p:nvPr/>
          </p:nvSpPr>
          <p:spPr bwMode="auto">
            <a:xfrm>
              <a:off x="0" y="0"/>
              <a:ext cx="6596167" cy="40327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29566940" name=""/>
            <p:cNvGrpSpPr/>
            <p:nvPr/>
          </p:nvGrpSpPr>
          <p:grpSpPr bwMode="auto">
            <a:xfrm>
              <a:off x="327859" y="1636971"/>
              <a:ext cx="5927716" cy="1828830"/>
              <a:chOff x="0" y="0"/>
              <a:chExt cx="5927716" cy="1828830"/>
            </a:xfrm>
          </p:grpSpPr>
          <p:sp>
            <p:nvSpPr>
              <p:cNvPr id="1502303517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05822419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10 000 sats</a:t>
                </a:r>
                <a:endParaRPr sz="1600"/>
              </a:p>
            </p:txBody>
          </p:sp>
          <p:sp>
            <p:nvSpPr>
              <p:cNvPr id="244914682" name="Freeform 34"/>
              <p:cNvSpPr/>
              <p:nvPr/>
            </p:nvSpPr>
            <p:spPr bwMode="auto">
              <a:xfrm rot="0" flipH="0" flipV="0">
                <a:off x="0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367766624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15 000 sats</a:t>
                </a:r>
                <a:endParaRPr sz="1600"/>
              </a:p>
            </p:txBody>
          </p:sp>
          <p:sp>
            <p:nvSpPr>
              <p:cNvPr id="1612301626" name="Freeform 37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01118222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6 000 sats</a:t>
                </a:r>
                <a:endParaRPr sz="1600"/>
              </a:p>
            </p:txBody>
          </p:sp>
          <p:sp>
            <p:nvSpPr>
              <p:cNvPr id="1470390525" name="Freeform 40"/>
              <p:cNvSpPr/>
              <p:nvPr/>
            </p:nvSpPr>
            <p:spPr bwMode="auto">
              <a:xfrm rot="0" flipH="0" flipV="0">
                <a:off x="3621177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72461317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19 000 sats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27098" name="TextBox 54"/>
          <p:cNvSpPr txBox="1"/>
          <p:nvPr/>
        </p:nvSpPr>
        <p:spPr bwMode="auto">
          <a:xfrm>
            <a:off x="3162295" y="5325179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Tegelik makse 4000 sati eest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93989109" name=""/>
          <p:cNvGrpSpPr/>
          <p:nvPr/>
        </p:nvGrpSpPr>
        <p:grpSpPr bwMode="auto">
          <a:xfrm>
            <a:off x="441486" y="756521"/>
            <a:ext cx="11369542" cy="4368633"/>
            <a:chOff x="0" y="0"/>
            <a:chExt cx="11369542" cy="4368633"/>
          </a:xfrm>
        </p:grpSpPr>
        <p:sp>
          <p:nvSpPr>
            <p:cNvPr id="1662379575" name="TextBox 32"/>
            <p:cNvSpPr txBox="1"/>
            <p:nvPr/>
          </p:nvSpPr>
          <p:spPr bwMode="auto">
            <a:xfrm>
              <a:off x="2573896" y="225643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76617" name="TextBox 33"/>
            <p:cNvSpPr txBox="1"/>
            <p:nvPr/>
          </p:nvSpPr>
          <p:spPr bwMode="auto">
            <a:xfrm>
              <a:off x="2748567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3521377" name="AutoShape 34"/>
            <p:cNvSpPr/>
            <p:nvPr/>
          </p:nvSpPr>
          <p:spPr bwMode="auto">
            <a:xfrm flipH="1">
              <a:off x="5671201" y="97698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4630816" name="TextBox 41"/>
            <p:cNvSpPr txBox="1"/>
            <p:nvPr/>
          </p:nvSpPr>
          <p:spPr bwMode="auto">
            <a:xfrm>
              <a:off x="6369745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3516692" name="TextBox 45"/>
            <p:cNvSpPr txBox="1"/>
            <p:nvPr/>
          </p:nvSpPr>
          <p:spPr bwMode="auto">
            <a:xfrm>
              <a:off x="0" y="71599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2488556" name="Freeform 46"/>
            <p:cNvSpPr/>
            <p:nvPr/>
          </p:nvSpPr>
          <p:spPr bwMode="auto">
            <a:xfrm rot="1981001">
              <a:off x="756873" y="154104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515799" name="TextBox 47"/>
            <p:cNvSpPr txBox="1"/>
            <p:nvPr/>
          </p:nvSpPr>
          <p:spPr bwMode="auto">
            <a:xfrm>
              <a:off x="52916" y="350809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7177470" name="Freeform 48"/>
            <p:cNvSpPr/>
            <p:nvPr/>
          </p:nvSpPr>
          <p:spPr bwMode="auto">
            <a:xfrm rot="9541431" flipH="1">
              <a:off x="879022" y="29815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7113627" name="TextBox 49"/>
            <p:cNvSpPr txBox="1"/>
            <p:nvPr/>
          </p:nvSpPr>
          <p:spPr bwMode="auto">
            <a:xfrm>
              <a:off x="9427285" y="58323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598220" name="Freeform 50"/>
            <p:cNvSpPr/>
            <p:nvPr/>
          </p:nvSpPr>
          <p:spPr bwMode="auto">
            <a:xfrm rot="-9435686">
              <a:off x="9511731" y="30589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8606451" name="TextBox 51"/>
            <p:cNvSpPr txBox="1"/>
            <p:nvPr/>
          </p:nvSpPr>
          <p:spPr bwMode="auto">
            <a:xfrm>
              <a:off x="9647312" y="3660959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88881230" name="Freeform 52"/>
            <p:cNvSpPr/>
            <p:nvPr/>
          </p:nvSpPr>
          <p:spPr bwMode="auto">
            <a:xfrm rot="-2557580" flipH="1">
              <a:off x="9455952" y="14233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4360583" name="AutoShape 53"/>
            <p:cNvSpPr/>
            <p:nvPr/>
          </p:nvSpPr>
          <p:spPr bwMode="auto">
            <a:xfrm>
              <a:off x="3860518" y="4368633"/>
              <a:ext cx="3621177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5388692" name="Rectangle: Rounded Corners 12"/>
            <p:cNvSpPr/>
            <p:nvPr/>
          </p:nvSpPr>
          <p:spPr bwMode="auto">
            <a:xfrm>
              <a:off x="2374701" y="0"/>
              <a:ext cx="6640470" cy="388183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32801674" name=""/>
            <p:cNvGrpSpPr/>
            <p:nvPr/>
          </p:nvGrpSpPr>
          <p:grpSpPr bwMode="auto">
            <a:xfrm>
              <a:off x="2707246" y="1547343"/>
              <a:ext cx="5927716" cy="1828832"/>
              <a:chOff x="0" y="0"/>
              <a:chExt cx="5927716" cy="1828832"/>
            </a:xfrm>
          </p:grpSpPr>
          <p:sp>
            <p:nvSpPr>
              <p:cNvPr id="1729762752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95861460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1284633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75523155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9577719" name="Freeform 39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01002767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43852532" name="Freeform 43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44006358" name="TextBox 44"/>
              <p:cNvSpPr txBox="1"/>
              <p:nvPr/>
            </p:nvSpPr>
            <p:spPr bwMode="auto">
              <a:xfrm rot="0" flipH="0" flipV="0">
                <a:off x="3621177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1190443" name=""/>
          <p:cNvPicPr>
            <a:picLocks noChangeAspect="1"/>
          </p:cNvPicPr>
          <p:nvPr/>
        </p:nvPicPr>
        <p:blipFill>
          <a:blip r:embed="rId3"/>
          <a:srcRect l="0" t="8339" r="42890" b="12188"/>
          <a:stretch/>
        </p:blipFill>
        <p:spPr bwMode="auto">
          <a:xfrm flipH="0" flipV="0">
            <a:off x="1797586" y="1408907"/>
            <a:ext cx="8596824" cy="1853404"/>
          </a:xfrm>
          <a:prstGeom prst="rect">
            <a:avLst/>
          </a:prstGeom>
        </p:spPr>
      </p:pic>
      <p:pic>
        <p:nvPicPr>
          <p:cNvPr id="1597114680" name=""/>
          <p:cNvPicPr>
            <a:picLocks noChangeAspect="1"/>
          </p:cNvPicPr>
          <p:nvPr/>
        </p:nvPicPr>
        <p:blipFill>
          <a:blip r:embed="rId3"/>
          <a:srcRect l="57109" t="8338" r="0" b="12188"/>
          <a:stretch/>
        </p:blipFill>
        <p:spPr bwMode="auto">
          <a:xfrm flipH="0" flipV="0">
            <a:off x="2844167" y="3321843"/>
            <a:ext cx="7203017" cy="2067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00710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2549" y="1107281"/>
            <a:ext cx="9391648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21596770" name=""/>
          <p:cNvGrpSpPr/>
          <p:nvPr/>
        </p:nvGrpSpPr>
        <p:grpSpPr bwMode="auto">
          <a:xfrm>
            <a:off x="304423" y="349646"/>
            <a:ext cx="11701273" cy="6161418"/>
            <a:chOff x="0" y="0"/>
            <a:chExt cx="11701273" cy="6161418"/>
          </a:xfrm>
        </p:grpSpPr>
        <p:sp>
          <p:nvSpPr>
            <p:cNvPr id="2025771634" name="TextBox 32"/>
            <p:cNvSpPr txBox="1"/>
            <p:nvPr/>
          </p:nvSpPr>
          <p:spPr bwMode="auto">
            <a:xfrm>
              <a:off x="2579117" y="35416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92497467" name="TextBox 33"/>
            <p:cNvSpPr txBox="1"/>
            <p:nvPr/>
          </p:nvSpPr>
          <p:spPr bwMode="auto">
            <a:xfrm>
              <a:off x="2753786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18481704" name="AutoShape 34"/>
            <p:cNvSpPr/>
            <p:nvPr/>
          </p:nvSpPr>
          <p:spPr bwMode="auto">
            <a:xfrm>
              <a:off x="5676419" y="1179920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719377" name="TextBox 38"/>
            <p:cNvSpPr txBox="1"/>
            <p:nvPr/>
          </p:nvSpPr>
          <p:spPr bwMode="auto">
            <a:xfrm>
              <a:off x="6374963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4669087" name="TextBox 42"/>
            <p:cNvSpPr txBox="1"/>
            <p:nvPr/>
          </p:nvSpPr>
          <p:spPr bwMode="auto">
            <a:xfrm flipH="0" flipV="0">
              <a:off x="74229" y="1132293"/>
              <a:ext cx="2129409" cy="3734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224096" name="Freeform 43"/>
            <p:cNvSpPr/>
            <p:nvPr/>
          </p:nvSpPr>
          <p:spPr bwMode="auto">
            <a:xfrm rot="1981001">
              <a:off x="972326" y="18483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99122" name="TextBox 44"/>
            <p:cNvSpPr txBox="1"/>
            <p:nvPr/>
          </p:nvSpPr>
          <p:spPr bwMode="auto">
            <a:xfrm flipH="0" flipV="0">
              <a:off x="0" y="3740734"/>
              <a:ext cx="220219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83699595" name="Freeform 45"/>
            <p:cNvSpPr/>
            <p:nvPr/>
          </p:nvSpPr>
          <p:spPr bwMode="auto">
            <a:xfrm rot="9541431" flipH="1">
              <a:off x="879023" y="321943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1" y="301920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9283153" name="TextBox 46"/>
            <p:cNvSpPr txBox="1"/>
            <p:nvPr/>
          </p:nvSpPr>
          <p:spPr bwMode="auto">
            <a:xfrm flipH="0" flipV="0">
              <a:off x="9154729" y="973226"/>
              <a:ext cx="254071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0423231" name="Freeform 47"/>
            <p:cNvSpPr/>
            <p:nvPr/>
          </p:nvSpPr>
          <p:spPr bwMode="auto">
            <a:xfrm rot="-423529" flipH="1">
              <a:off x="9624780" y="31047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1" y="301919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636474" name="TextBox 48"/>
            <p:cNvSpPr txBox="1"/>
            <p:nvPr/>
          </p:nvSpPr>
          <p:spPr bwMode="auto">
            <a:xfrm flipH="0" flipV="0">
              <a:off x="9154729" y="2624419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90228419" name="Freeform 49"/>
            <p:cNvSpPr/>
            <p:nvPr/>
          </p:nvSpPr>
          <p:spPr bwMode="auto">
            <a:xfrm rot="-2557580" flipH="1">
              <a:off x="9502326" y="174398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2120317" name="Freeform 56"/>
            <p:cNvSpPr/>
            <p:nvPr/>
          </p:nvSpPr>
          <p:spPr bwMode="auto">
            <a:xfrm rot="-10662274">
              <a:off x="9500152" y="39051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993120" name="TextBox 57"/>
            <p:cNvSpPr txBox="1"/>
            <p:nvPr/>
          </p:nvSpPr>
          <p:spPr bwMode="auto">
            <a:xfrm flipH="0" flipV="0">
              <a:off x="9154729" y="4266483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63235443" name="Freeform 58"/>
            <p:cNvSpPr/>
            <p:nvPr/>
          </p:nvSpPr>
          <p:spPr bwMode="auto">
            <a:xfrm rot="-9983765">
              <a:off x="9515051" y="50269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072514" name="TextBox 59"/>
            <p:cNvSpPr txBox="1"/>
            <p:nvPr/>
          </p:nvSpPr>
          <p:spPr bwMode="auto">
            <a:xfrm flipH="0" flipV="0">
              <a:off x="9154729" y="5450325"/>
              <a:ext cx="2546544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7941011" name="Rectangle: Rounded Corners 12"/>
            <p:cNvSpPr/>
            <p:nvPr/>
          </p:nvSpPr>
          <p:spPr bwMode="auto">
            <a:xfrm>
              <a:off x="2352864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7608001" name=""/>
            <p:cNvGrpSpPr/>
            <p:nvPr/>
          </p:nvGrpSpPr>
          <p:grpSpPr bwMode="auto">
            <a:xfrm>
              <a:off x="2712465" y="1750281"/>
              <a:ext cx="5927715" cy="3760654"/>
              <a:chOff x="0" y="0"/>
              <a:chExt cx="5927715" cy="3760654"/>
            </a:xfrm>
          </p:grpSpPr>
          <p:sp>
            <p:nvSpPr>
              <p:cNvPr id="1888897342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559216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48767521" name="Freeform 36"/>
              <p:cNvSpPr/>
              <p:nvPr/>
            </p:nvSpPr>
            <p:spPr bwMode="auto">
              <a:xfrm rot="0" flipH="0" flipV="0">
                <a:off x="0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829159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6058275" name="Freeform 40"/>
              <p:cNvSpPr/>
              <p:nvPr/>
            </p:nvSpPr>
            <p:spPr bwMode="auto">
              <a:xfrm rot="0" flipH="0" flipV="0">
                <a:off x="3621177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4524918" name="TextBox 41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3744303" name="Freeform 51"/>
              <p:cNvSpPr/>
              <p:nvPr/>
            </p:nvSpPr>
            <p:spPr bwMode="auto">
              <a:xfrm rot="0" flipH="0" flipV="0">
                <a:off x="3621177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1385105" name="TextBox 52"/>
              <p:cNvSpPr txBox="1"/>
              <p:nvPr/>
            </p:nvSpPr>
            <p:spPr bwMode="auto">
              <a:xfrm rot="0" flipH="0" flipV="0">
                <a:off x="3621177" y="1931822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7869512" name="Freeform 54"/>
              <p:cNvSpPr/>
              <p:nvPr/>
            </p:nvSpPr>
            <p:spPr bwMode="auto">
              <a:xfrm rot="0" flipH="0" flipV="0">
                <a:off x="3621177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5061285" name="TextBox 55"/>
              <p:cNvSpPr txBox="1"/>
              <p:nvPr/>
            </p:nvSpPr>
            <p:spPr bwMode="auto">
              <a:xfrm rot="0" flipH="0" flipV="0">
                <a:off x="3621177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7937093" name="Freeform 61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9502375" name="TextBox 62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1572304" name=""/>
          <p:cNvGrpSpPr/>
          <p:nvPr/>
        </p:nvGrpSpPr>
        <p:grpSpPr bwMode="auto">
          <a:xfrm>
            <a:off x="2625869" y="356259"/>
            <a:ext cx="6667497" cy="6161418"/>
            <a:chOff x="0" y="0"/>
            <a:chExt cx="6667497" cy="6161418"/>
          </a:xfrm>
        </p:grpSpPr>
        <p:sp>
          <p:nvSpPr>
            <p:cNvPr id="921122323" name="TextBox 32"/>
            <p:cNvSpPr txBox="1"/>
            <p:nvPr/>
          </p:nvSpPr>
          <p:spPr bwMode="auto">
            <a:xfrm>
              <a:off x="188127" y="31782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4825902" name="TextBox 33"/>
            <p:cNvSpPr txBox="1"/>
            <p:nvPr/>
          </p:nvSpPr>
          <p:spPr bwMode="auto">
            <a:xfrm>
              <a:off x="362797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6079171" name="AutoShape 34"/>
            <p:cNvSpPr/>
            <p:nvPr/>
          </p:nvSpPr>
          <p:spPr bwMode="auto">
            <a:xfrm>
              <a:off x="3285432" y="1069164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5025743" name="TextBox 38"/>
            <p:cNvSpPr txBox="1"/>
            <p:nvPr/>
          </p:nvSpPr>
          <p:spPr bwMode="auto">
            <a:xfrm>
              <a:off x="3983974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68524390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586364884" name=""/>
            <p:cNvGrpSpPr/>
            <p:nvPr/>
          </p:nvGrpSpPr>
          <p:grpSpPr bwMode="auto">
            <a:xfrm>
              <a:off x="321475" y="1639524"/>
              <a:ext cx="5927717" cy="3760655"/>
              <a:chOff x="0" y="0"/>
              <a:chExt cx="5927717" cy="3760655"/>
            </a:xfrm>
          </p:grpSpPr>
          <p:sp>
            <p:nvSpPr>
              <p:cNvPr id="502750826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24685927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52691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6853219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336885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7301976" name="TextBox 41"/>
              <p:cNvSpPr txBox="1"/>
              <p:nvPr/>
            </p:nvSpPr>
            <p:spPr bwMode="auto">
              <a:xfrm rot="0" flipH="0" flipV="0">
                <a:off x="3621178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26133689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22615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5093222" name="Freeform 46"/>
              <p:cNvSpPr/>
              <p:nvPr/>
            </p:nvSpPr>
            <p:spPr bwMode="auto">
              <a:xfrm rot="0" flipH="0" flipV="0">
                <a:off x="3621178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7756659" name="TextBox 47"/>
              <p:cNvSpPr txBox="1"/>
              <p:nvPr/>
            </p:nvSpPr>
            <p:spPr bwMode="auto">
              <a:xfrm rot="0" flipH="0" flipV="0">
                <a:off x="3621178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5014936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9701088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079577" name=""/>
          <p:cNvGrpSpPr/>
          <p:nvPr/>
        </p:nvGrpSpPr>
        <p:grpSpPr bwMode="auto">
          <a:xfrm>
            <a:off x="219904" y="396872"/>
            <a:ext cx="11784493" cy="6174765"/>
            <a:chOff x="0" y="0"/>
            <a:chExt cx="11784493" cy="6174765"/>
          </a:xfrm>
        </p:grpSpPr>
        <p:sp>
          <p:nvSpPr>
            <p:cNvPr id="2089869496" name="TextBox 32"/>
            <p:cNvSpPr txBox="1"/>
            <p:nvPr/>
          </p:nvSpPr>
          <p:spPr bwMode="auto">
            <a:xfrm>
              <a:off x="2923483" y="352566"/>
              <a:ext cx="5799995" cy="43279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59998426" name="TextBox 33"/>
            <p:cNvSpPr txBox="1"/>
            <p:nvPr/>
          </p:nvSpPr>
          <p:spPr bwMode="auto">
            <a:xfrm>
              <a:off x="308698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4992664" name="AutoShape 34"/>
            <p:cNvSpPr/>
            <p:nvPr/>
          </p:nvSpPr>
          <p:spPr bwMode="auto">
            <a:xfrm>
              <a:off x="5822763" y="989862"/>
              <a:ext cx="0" cy="41419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8558624" name="TextBox 38"/>
            <p:cNvSpPr txBox="1"/>
            <p:nvPr/>
          </p:nvSpPr>
          <p:spPr bwMode="auto">
            <a:xfrm>
              <a:off x="647664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86707246" name="TextBox 42"/>
            <p:cNvSpPr txBox="1"/>
            <p:nvPr/>
          </p:nvSpPr>
          <p:spPr bwMode="auto">
            <a:xfrm flipH="0" flipV="0">
              <a:off x="0" y="942237"/>
              <a:ext cx="247793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04496258" name="Freeform 43"/>
            <p:cNvSpPr/>
            <p:nvPr/>
          </p:nvSpPr>
          <p:spPr bwMode="auto">
            <a:xfrm rot="1981001">
              <a:off x="1315747" y="1615596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2594" name="TextBox 44"/>
            <p:cNvSpPr txBox="1"/>
            <p:nvPr/>
          </p:nvSpPr>
          <p:spPr bwMode="auto">
            <a:xfrm flipH="0" flipV="0">
              <a:off x="215084" y="3383908"/>
              <a:ext cx="2452635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19779778" name="Freeform 45"/>
            <p:cNvSpPr/>
            <p:nvPr/>
          </p:nvSpPr>
          <p:spPr bwMode="auto">
            <a:xfrm rot="9541431" flipH="1">
              <a:off x="1228410" y="2898980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7"/>
                  </a:lnTo>
                  <a:lnTo>
                    <a:pt x="1000411" y="282617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8223889" name="TextBox 46"/>
            <p:cNvSpPr txBox="1"/>
            <p:nvPr/>
          </p:nvSpPr>
          <p:spPr bwMode="auto">
            <a:xfrm flipH="0" flipV="0">
              <a:off x="9048429" y="793339"/>
              <a:ext cx="2733048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1510321" name="Freeform 47"/>
            <p:cNvSpPr/>
            <p:nvPr/>
          </p:nvSpPr>
          <p:spPr bwMode="auto">
            <a:xfrm rot="-423529" flipH="1">
              <a:off x="9415009" y="2791605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08105" name="TextBox 48"/>
            <p:cNvSpPr txBox="1"/>
            <p:nvPr/>
          </p:nvSpPr>
          <p:spPr bwMode="auto">
            <a:xfrm flipH="0" flipV="0">
              <a:off x="9048750" y="2338965"/>
              <a:ext cx="273121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14090898" name="Freeform 49"/>
            <p:cNvSpPr/>
            <p:nvPr/>
          </p:nvSpPr>
          <p:spPr bwMode="auto">
            <a:xfrm rot="-2557580" flipH="1">
              <a:off x="9300385" y="1517864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3335018" name="Freeform 56"/>
            <p:cNvSpPr/>
            <p:nvPr/>
          </p:nvSpPr>
          <p:spPr bwMode="auto">
            <a:xfrm rot="-10662274">
              <a:off x="9298350" y="3540897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9919483" name="TextBox 57"/>
            <p:cNvSpPr txBox="1"/>
            <p:nvPr/>
          </p:nvSpPr>
          <p:spPr bwMode="auto">
            <a:xfrm flipH="0" flipV="0">
              <a:off x="9048643" y="3848744"/>
              <a:ext cx="273182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23058498" name="Freeform 58"/>
            <p:cNvSpPr/>
            <p:nvPr/>
          </p:nvSpPr>
          <p:spPr bwMode="auto">
            <a:xfrm rot="-9983765">
              <a:off x="9312297" y="4590948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401579" name="TextBox 59"/>
            <p:cNvSpPr txBox="1"/>
            <p:nvPr/>
          </p:nvSpPr>
          <p:spPr bwMode="auto">
            <a:xfrm flipH="0" flipV="0">
              <a:off x="9047790" y="4956894"/>
              <a:ext cx="2736704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12143023" name="Freeform 63"/>
            <p:cNvSpPr/>
            <p:nvPr/>
          </p:nvSpPr>
          <p:spPr bwMode="auto">
            <a:xfrm>
              <a:off x="5522127" y="5573496"/>
              <a:ext cx="601269" cy="601269"/>
            </a:xfrm>
            <a:custGeom>
              <a:avLst/>
              <a:gdLst/>
              <a:ahLst/>
              <a:cxnLst/>
              <a:rect l="l" t="t" r="r" b="b"/>
              <a:pathLst>
                <a:path w="601271" h="601271" fill="norm" stroke="1" extrusionOk="0">
                  <a:moveTo>
                    <a:pt x="0" y="0"/>
                  </a:moveTo>
                  <a:lnTo>
                    <a:pt x="601270" y="0"/>
                  </a:lnTo>
                  <a:lnTo>
                    <a:pt x="601270" y="601270"/>
                  </a:lnTo>
                  <a:lnTo>
                    <a:pt x="0" y="60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345823" name="Rectangle: Rounded Corners 12"/>
            <p:cNvSpPr/>
            <p:nvPr/>
          </p:nvSpPr>
          <p:spPr bwMode="auto">
            <a:xfrm>
              <a:off x="2775882" y="0"/>
              <a:ext cx="6135871" cy="533405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542334128" name=""/>
            <p:cNvGrpSpPr/>
            <p:nvPr/>
          </p:nvGrpSpPr>
          <p:grpSpPr bwMode="auto">
            <a:xfrm>
              <a:off x="3048306" y="1523758"/>
              <a:ext cx="5548732" cy="3520218"/>
              <a:chOff x="0" y="0"/>
              <a:chExt cx="5548732" cy="3520218"/>
            </a:xfrm>
          </p:grpSpPr>
          <p:sp>
            <p:nvSpPr>
              <p:cNvPr id="1228360319" name="Freeform 30"/>
              <p:cNvSpPr/>
              <p:nvPr/>
            </p:nvSpPr>
            <p:spPr bwMode="auto">
              <a:xfrm rot="0" flipH="0" flipV="0">
                <a:off x="0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40188307" name="TextBox 31"/>
              <p:cNvSpPr txBox="1"/>
              <p:nvPr/>
            </p:nvSpPr>
            <p:spPr bwMode="auto">
              <a:xfrm rot="0" flipH="0" flipV="0">
                <a:off x="0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1516312" name="Freeform 36"/>
              <p:cNvSpPr/>
              <p:nvPr/>
            </p:nvSpPr>
            <p:spPr bwMode="auto">
              <a:xfrm rot="0" flipH="0" flipV="0">
                <a:off x="0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1153178" name="TextBox 37"/>
              <p:cNvSpPr txBox="1"/>
              <p:nvPr/>
            </p:nvSpPr>
            <p:spPr bwMode="auto">
              <a:xfrm rot="0" flipH="0" flipV="0">
                <a:off x="0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341882" name="Freeform 40"/>
              <p:cNvSpPr/>
              <p:nvPr/>
            </p:nvSpPr>
            <p:spPr bwMode="auto">
              <a:xfrm rot="0" flipH="0" flipV="0">
                <a:off x="3389659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7182910" name="TextBox 41"/>
              <p:cNvSpPr txBox="1"/>
              <p:nvPr/>
            </p:nvSpPr>
            <p:spPr bwMode="auto">
              <a:xfrm rot="0" flipH="0" flipV="0">
                <a:off x="3389659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4280735" name="Freeform 51"/>
              <p:cNvSpPr/>
              <p:nvPr/>
            </p:nvSpPr>
            <p:spPr bwMode="auto">
              <a:xfrm rot="0" flipH="0" flipV="0">
                <a:off x="3389659" y="1943723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394161" name="TextBox 52"/>
              <p:cNvSpPr txBox="1"/>
              <p:nvPr/>
            </p:nvSpPr>
            <p:spPr bwMode="auto">
              <a:xfrm rot="0" flipH="0" flipV="0">
                <a:off x="3389659" y="1808312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5750" name="Freeform 54"/>
              <p:cNvSpPr/>
              <p:nvPr/>
            </p:nvSpPr>
            <p:spPr bwMode="auto">
              <a:xfrm rot="0" flipH="0" flipV="0">
                <a:off x="3389659" y="2847880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6649097" name="TextBox 55"/>
              <p:cNvSpPr txBox="1"/>
              <p:nvPr/>
            </p:nvSpPr>
            <p:spPr bwMode="auto">
              <a:xfrm rot="0" flipH="0" flipV="0">
                <a:off x="3389659" y="2712468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547384" name="Freeform 61"/>
              <p:cNvSpPr/>
              <p:nvPr/>
            </p:nvSpPr>
            <p:spPr bwMode="auto">
              <a:xfrm rot="0" flipH="0" flipV="0">
                <a:off x="3389659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4978210" name="TextBox 62"/>
              <p:cNvSpPr txBox="1"/>
              <p:nvPr/>
            </p:nvSpPr>
            <p:spPr bwMode="auto">
              <a:xfrm rot="0" flipH="0" flipV="0">
                <a:off x="3389659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2701627" name=""/>
          <p:cNvGrpSpPr/>
          <p:nvPr/>
        </p:nvGrpSpPr>
        <p:grpSpPr bwMode="auto">
          <a:xfrm>
            <a:off x="160373" y="313227"/>
            <a:ext cx="11816079" cy="6161418"/>
            <a:chOff x="0" y="0"/>
            <a:chExt cx="11816079" cy="6161418"/>
          </a:xfrm>
        </p:grpSpPr>
        <p:sp>
          <p:nvSpPr>
            <p:cNvPr id="622492297" name="TextBox 32"/>
            <p:cNvSpPr txBox="1"/>
            <p:nvPr/>
          </p:nvSpPr>
          <p:spPr bwMode="auto">
            <a:xfrm>
              <a:off x="3031957" y="408753"/>
              <a:ext cx="5797418" cy="4326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/>
            </a:p>
          </p:txBody>
        </p:sp>
        <p:sp>
          <p:nvSpPr>
            <p:cNvPr id="251870657" name="TextBox 33"/>
            <p:cNvSpPr txBox="1"/>
            <p:nvPr/>
          </p:nvSpPr>
          <p:spPr bwMode="auto">
            <a:xfrm>
              <a:off x="3195387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3777893" name="AutoShape 34"/>
            <p:cNvSpPr/>
            <p:nvPr/>
          </p:nvSpPr>
          <p:spPr bwMode="auto">
            <a:xfrm>
              <a:off x="5929948" y="1194622"/>
              <a:ext cx="0" cy="41400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8410019" name="TextBox 38"/>
            <p:cNvSpPr txBox="1"/>
            <p:nvPr/>
          </p:nvSpPr>
          <p:spPr bwMode="auto">
            <a:xfrm>
              <a:off x="6583541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54766381" name="TextBox 42"/>
            <p:cNvSpPr txBox="1"/>
            <p:nvPr/>
          </p:nvSpPr>
          <p:spPr bwMode="auto">
            <a:xfrm flipH="0" flipV="0">
              <a:off x="111124" y="1146996"/>
              <a:ext cx="2461344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02208576" name="Freeform 43"/>
            <p:cNvSpPr/>
            <p:nvPr/>
          </p:nvSpPr>
          <p:spPr bwMode="auto">
            <a:xfrm rot="1981001">
              <a:off x="1424937" y="1820077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6" y="0"/>
                  </a:lnTo>
                  <a:lnTo>
                    <a:pt x="999966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6072958" name="TextBox 44"/>
            <p:cNvSpPr txBox="1"/>
            <p:nvPr/>
          </p:nvSpPr>
          <p:spPr bwMode="auto">
            <a:xfrm flipH="0" flipV="0">
              <a:off x="0" y="3587580"/>
              <a:ext cx="2786292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55031075" name="Freeform 45"/>
            <p:cNvSpPr/>
            <p:nvPr/>
          </p:nvSpPr>
          <p:spPr bwMode="auto">
            <a:xfrm rot="9541431" flipH="1">
              <a:off x="1337637" y="310289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6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6" y="282491"/>
                  </a:lnTo>
                  <a:lnTo>
                    <a:pt x="99996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659660" name="TextBox 46"/>
            <p:cNvSpPr txBox="1"/>
            <p:nvPr/>
          </p:nvSpPr>
          <p:spPr bwMode="auto">
            <a:xfrm flipH="0" flipV="0">
              <a:off x="9370868" y="1008726"/>
              <a:ext cx="244521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9929963" name="Freeform 47"/>
            <p:cNvSpPr/>
            <p:nvPr/>
          </p:nvSpPr>
          <p:spPr bwMode="auto">
            <a:xfrm rot="-423529" flipH="1">
              <a:off x="9520601" y="2995563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653475" name="TextBox 48"/>
            <p:cNvSpPr txBox="1"/>
            <p:nvPr/>
          </p:nvSpPr>
          <p:spPr bwMode="auto">
            <a:xfrm flipH="0" flipV="0">
              <a:off x="9370868" y="2553667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91807124" name="Freeform 49"/>
            <p:cNvSpPr/>
            <p:nvPr/>
          </p:nvSpPr>
          <p:spPr bwMode="auto">
            <a:xfrm rot="-2557580" flipH="1">
              <a:off x="9406026" y="1722388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735634" name="Freeform 56"/>
            <p:cNvSpPr/>
            <p:nvPr/>
          </p:nvSpPr>
          <p:spPr bwMode="auto">
            <a:xfrm rot="-10662274">
              <a:off x="9403992" y="374452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1"/>
                  </a:lnTo>
                  <a:lnTo>
                    <a:pt x="0" y="282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193126" name="TextBox 57"/>
            <p:cNvSpPr txBox="1"/>
            <p:nvPr/>
          </p:nvSpPr>
          <p:spPr bwMode="auto">
            <a:xfrm flipH="0" flipV="0">
              <a:off x="9370868" y="4090061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8754272" name="Freeform 58"/>
            <p:cNvSpPr/>
            <p:nvPr/>
          </p:nvSpPr>
          <p:spPr bwMode="auto">
            <a:xfrm rot="-9983765">
              <a:off x="9417931" y="4794106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019742" name="TextBox 59"/>
            <p:cNvSpPr txBox="1"/>
            <p:nvPr/>
          </p:nvSpPr>
          <p:spPr bwMode="auto">
            <a:xfrm flipH="0" flipV="0">
              <a:off x="9370868" y="5197723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1695959" name="Rectangle: Rounded Corners 12"/>
            <p:cNvSpPr/>
            <p:nvPr/>
          </p:nvSpPr>
          <p:spPr bwMode="auto">
            <a:xfrm>
              <a:off x="2785573" y="0"/>
              <a:ext cx="6379533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28466887" name=""/>
            <p:cNvGrpSpPr/>
            <p:nvPr/>
          </p:nvGrpSpPr>
          <p:grpSpPr bwMode="auto">
            <a:xfrm>
              <a:off x="3156728" y="1728278"/>
              <a:ext cx="5546263" cy="3518655"/>
              <a:chOff x="0" y="0"/>
              <a:chExt cx="5546263" cy="3518655"/>
            </a:xfrm>
          </p:grpSpPr>
          <p:sp>
            <p:nvSpPr>
              <p:cNvPr id="1393019906" name="Freeform 30"/>
              <p:cNvSpPr/>
              <p:nvPr/>
            </p:nvSpPr>
            <p:spPr bwMode="auto">
              <a:xfrm rot="0" flipH="0" flipV="0">
                <a:off x="0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299366" name="TextBox 31"/>
              <p:cNvSpPr txBox="1"/>
              <p:nvPr/>
            </p:nvSpPr>
            <p:spPr bwMode="auto">
              <a:xfrm rot="0" flipH="0" flipV="0">
                <a:off x="0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1248228" name="Freeform 36"/>
              <p:cNvSpPr/>
              <p:nvPr/>
            </p:nvSpPr>
            <p:spPr bwMode="auto">
              <a:xfrm rot="0" flipH="0" flipV="0">
                <a:off x="0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62483102" name="TextBox 37"/>
              <p:cNvSpPr txBox="1"/>
              <p:nvPr/>
            </p:nvSpPr>
            <p:spPr bwMode="auto">
              <a:xfrm rot="0" flipH="0" flipV="0">
                <a:off x="0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0813568" name="Freeform 40"/>
              <p:cNvSpPr/>
              <p:nvPr/>
            </p:nvSpPr>
            <p:spPr bwMode="auto">
              <a:xfrm rot="0" flipH="0" flipV="0">
                <a:off x="3388151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4166068" name="TextBox 41"/>
              <p:cNvSpPr txBox="1"/>
              <p:nvPr/>
            </p:nvSpPr>
            <p:spPr bwMode="auto">
              <a:xfrm rot="0" flipH="0" flipV="0">
                <a:off x="3388151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319009" name="Freeform 51"/>
              <p:cNvSpPr/>
              <p:nvPr/>
            </p:nvSpPr>
            <p:spPr bwMode="auto">
              <a:xfrm rot="0" flipH="0" flipV="0">
                <a:off x="3388151" y="1942863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4144491" name="TextBox 52"/>
              <p:cNvSpPr txBox="1"/>
              <p:nvPr/>
            </p:nvSpPr>
            <p:spPr bwMode="auto">
              <a:xfrm rot="0" flipH="0" flipV="0">
                <a:off x="3388151" y="180751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7935369" name="Freeform 54"/>
              <p:cNvSpPr/>
              <p:nvPr/>
            </p:nvSpPr>
            <p:spPr bwMode="auto">
              <a:xfrm rot="0" flipH="0" flipV="0">
                <a:off x="3388151" y="2846616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5647469" name="TextBox 55"/>
              <p:cNvSpPr txBox="1"/>
              <p:nvPr/>
            </p:nvSpPr>
            <p:spPr bwMode="auto">
              <a:xfrm rot="0" flipH="0" flipV="0">
                <a:off x="3388151" y="2711264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4908295" name="Freeform 61"/>
              <p:cNvSpPr/>
              <p:nvPr/>
            </p:nvSpPr>
            <p:spPr bwMode="auto">
              <a:xfrm rot="0" flipH="0" flipV="0">
                <a:off x="3388151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41507048" name="TextBox 62"/>
              <p:cNvSpPr txBox="1"/>
              <p:nvPr/>
            </p:nvSpPr>
            <p:spPr bwMode="auto">
              <a:xfrm rot="0" flipH="0" flipV="0">
                <a:off x="3388151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8026464" name=""/>
          <p:cNvGrpSpPr/>
          <p:nvPr/>
        </p:nvGrpSpPr>
        <p:grpSpPr bwMode="auto">
          <a:xfrm>
            <a:off x="193909" y="366144"/>
            <a:ext cx="11809931" cy="6161418"/>
            <a:chOff x="0" y="0"/>
            <a:chExt cx="11809931" cy="6161418"/>
          </a:xfrm>
        </p:grpSpPr>
        <p:sp>
          <p:nvSpPr>
            <p:cNvPr id="285232335" name="TextBox 32"/>
            <p:cNvSpPr txBox="1"/>
            <p:nvPr/>
          </p:nvSpPr>
          <p:spPr bwMode="auto">
            <a:xfrm>
              <a:off x="2823768" y="387821"/>
              <a:ext cx="5847885" cy="4364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03507089" name="TextBox 33"/>
            <p:cNvSpPr txBox="1"/>
            <p:nvPr/>
          </p:nvSpPr>
          <p:spPr bwMode="auto">
            <a:xfrm>
              <a:off x="2964219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56310320" name="AutoShape 34"/>
            <p:cNvSpPr/>
            <p:nvPr/>
          </p:nvSpPr>
          <p:spPr bwMode="auto">
            <a:xfrm>
              <a:off x="5746992" y="1178740"/>
              <a:ext cx="0" cy="417610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497485" name="TextBox 38"/>
            <p:cNvSpPr txBox="1"/>
            <p:nvPr/>
          </p:nvSpPr>
          <p:spPr bwMode="auto">
            <a:xfrm>
              <a:off x="6477123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3226409" name="TextBox 42"/>
            <p:cNvSpPr txBox="1"/>
            <p:nvPr/>
          </p:nvSpPr>
          <p:spPr bwMode="auto">
            <a:xfrm flipH="0" flipV="0">
              <a:off x="172837" y="1157187"/>
              <a:ext cx="2165290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98544724" name="Freeform 43"/>
            <p:cNvSpPr/>
            <p:nvPr/>
          </p:nvSpPr>
          <p:spPr bwMode="auto">
            <a:xfrm rot="1981001">
              <a:off x="1202754" y="1809639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146568" name="TextBox 44"/>
            <p:cNvSpPr txBox="1"/>
            <p:nvPr/>
          </p:nvSpPr>
          <p:spPr bwMode="auto">
            <a:xfrm flipH="0" flipV="0">
              <a:off x="0" y="3619026"/>
              <a:ext cx="2338127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>
                  <a:latin typeface="IBM Plex Sans"/>
                  <a:cs typeface="IBM Plex Sans"/>
                </a:rPr>
                <a:t>’ 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/>
            </a:p>
          </p:txBody>
        </p:sp>
        <p:sp>
          <p:nvSpPr>
            <p:cNvPr id="1358804920" name="Freeform 45"/>
            <p:cNvSpPr/>
            <p:nvPr/>
          </p:nvSpPr>
          <p:spPr bwMode="auto">
            <a:xfrm rot="9541431" flipH="1">
              <a:off x="1114695" y="3103623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0"/>
                  </a:lnTo>
                  <a:lnTo>
                    <a:pt x="1008673" y="284950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0447545" name="TextBox 46"/>
            <p:cNvSpPr txBox="1"/>
            <p:nvPr/>
          </p:nvSpPr>
          <p:spPr bwMode="auto">
            <a:xfrm flipH="0" flipV="0">
              <a:off x="9159507" y="980985"/>
              <a:ext cx="2477175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577238" name="Freeform 47"/>
            <p:cNvSpPr/>
            <p:nvPr/>
          </p:nvSpPr>
          <p:spPr bwMode="auto">
            <a:xfrm rot="-423529" flipH="1">
              <a:off x="9368907" y="2995362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4915551" name="TextBox 48"/>
            <p:cNvSpPr txBox="1"/>
            <p:nvPr/>
          </p:nvSpPr>
          <p:spPr bwMode="auto">
            <a:xfrm flipH="0" flipV="0">
              <a:off x="9159507" y="2539377"/>
              <a:ext cx="2650424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1241616083" name="Freeform 49"/>
            <p:cNvSpPr/>
            <p:nvPr/>
          </p:nvSpPr>
          <p:spPr bwMode="auto">
            <a:xfrm rot="-2557580" flipH="1">
              <a:off x="9253335" y="1711100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805479" name="Freeform 56"/>
            <p:cNvSpPr/>
            <p:nvPr/>
          </p:nvSpPr>
          <p:spPr bwMode="auto">
            <a:xfrm rot="-10662274">
              <a:off x="9251284" y="3750841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852759" name="TextBox 57"/>
            <p:cNvSpPr txBox="1"/>
            <p:nvPr/>
          </p:nvSpPr>
          <p:spPr bwMode="auto">
            <a:xfrm flipH="0" flipV="0">
              <a:off x="9159507" y="4089150"/>
              <a:ext cx="2472249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8156813" name="Freeform 58"/>
            <p:cNvSpPr/>
            <p:nvPr/>
          </p:nvSpPr>
          <p:spPr bwMode="auto">
            <a:xfrm rot="-9983765">
              <a:off x="9265345" y="4809565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550015" name="TextBox 59"/>
            <p:cNvSpPr txBox="1"/>
            <p:nvPr/>
          </p:nvSpPr>
          <p:spPr bwMode="auto">
            <a:xfrm flipH="0" flipV="0">
              <a:off x="9159507" y="5206455"/>
              <a:ext cx="2473343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645010130" name="Rectangle: Rounded Corners 12"/>
            <p:cNvSpPr/>
            <p:nvPr/>
          </p:nvSpPr>
          <p:spPr bwMode="auto">
            <a:xfrm>
              <a:off x="2536754" y="0"/>
              <a:ext cx="6534590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21046646" name=""/>
            <p:cNvGrpSpPr/>
            <p:nvPr/>
          </p:nvGrpSpPr>
          <p:grpSpPr bwMode="auto">
            <a:xfrm>
              <a:off x="2949621" y="1717045"/>
              <a:ext cx="5594557" cy="3549291"/>
              <a:chOff x="0" y="0"/>
              <a:chExt cx="5594557" cy="3549291"/>
            </a:xfrm>
          </p:grpSpPr>
          <p:sp>
            <p:nvSpPr>
              <p:cNvPr id="611998253" name="Freeform 30"/>
              <p:cNvSpPr/>
              <p:nvPr/>
            </p:nvSpPr>
            <p:spPr bwMode="auto">
              <a:xfrm rot="0" flipH="0" flipV="0">
                <a:off x="0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98630675" name="TextBox 31"/>
              <p:cNvSpPr txBox="1"/>
              <p:nvPr/>
            </p:nvSpPr>
            <p:spPr bwMode="auto">
              <a:xfrm rot="0" flipH="0" flipV="0">
                <a:off x="0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7057728" name="Freeform 36"/>
              <p:cNvSpPr/>
              <p:nvPr/>
            </p:nvSpPr>
            <p:spPr bwMode="auto">
              <a:xfrm rot="0" flipH="0" flipV="0">
                <a:off x="0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13157038" name="TextBox 37"/>
              <p:cNvSpPr txBox="1"/>
              <p:nvPr/>
            </p:nvSpPr>
            <p:spPr bwMode="auto">
              <a:xfrm rot="0" flipH="0" flipV="0">
                <a:off x="0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48285854" name="Freeform 40"/>
              <p:cNvSpPr/>
              <p:nvPr/>
            </p:nvSpPr>
            <p:spPr bwMode="auto">
              <a:xfrm rot="0" flipH="0" flipV="0">
                <a:off x="3417654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55210318" name="TextBox 41"/>
              <p:cNvSpPr txBox="1"/>
              <p:nvPr/>
            </p:nvSpPr>
            <p:spPr bwMode="auto">
              <a:xfrm rot="0" flipH="0" flipV="0">
                <a:off x="3417654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76093063" name="Freeform 51"/>
              <p:cNvSpPr/>
              <p:nvPr/>
            </p:nvSpPr>
            <p:spPr bwMode="auto">
              <a:xfrm rot="0" flipH="0" flipV="0">
                <a:off x="3417654" y="1959776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32652007" name="TextBox 52"/>
              <p:cNvSpPr txBox="1"/>
              <p:nvPr/>
            </p:nvSpPr>
            <p:spPr bwMode="auto">
              <a:xfrm rot="0" flipH="0" flipV="0">
                <a:off x="3417654" y="1823244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81279094" name="Freeform 54"/>
              <p:cNvSpPr/>
              <p:nvPr/>
            </p:nvSpPr>
            <p:spPr bwMode="auto">
              <a:xfrm rot="0" flipH="0" flipV="0">
                <a:off x="3417654" y="2871400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90717237" name="TextBox 55"/>
              <p:cNvSpPr txBox="1"/>
              <p:nvPr/>
            </p:nvSpPr>
            <p:spPr bwMode="auto">
              <a:xfrm rot="0" flipH="0" flipV="0">
                <a:off x="3417654" y="273487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86151727" name="Freeform 61"/>
              <p:cNvSpPr/>
              <p:nvPr/>
            </p:nvSpPr>
            <p:spPr bwMode="auto">
              <a:xfrm rot="0" flipH="0" flipV="0">
                <a:off x="3417654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2837712" name="TextBox 62"/>
              <p:cNvSpPr txBox="1"/>
              <p:nvPr/>
            </p:nvSpPr>
            <p:spPr bwMode="auto">
              <a:xfrm rot="0" flipH="0" flipV="0">
                <a:off x="3417654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3234842" name=""/>
          <p:cNvGrpSpPr/>
          <p:nvPr/>
        </p:nvGrpSpPr>
        <p:grpSpPr bwMode="auto">
          <a:xfrm>
            <a:off x="2804462" y="371142"/>
            <a:ext cx="6667497" cy="6161418"/>
            <a:chOff x="0" y="0"/>
            <a:chExt cx="6667497" cy="6161418"/>
          </a:xfrm>
        </p:grpSpPr>
        <p:sp>
          <p:nvSpPr>
            <p:cNvPr id="1225338275" name="TextBox 32"/>
            <p:cNvSpPr txBox="1"/>
            <p:nvPr/>
          </p:nvSpPr>
          <p:spPr bwMode="auto">
            <a:xfrm>
              <a:off x="298884" y="39224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7709239" name="TextBox 33"/>
            <p:cNvSpPr txBox="1"/>
            <p:nvPr/>
          </p:nvSpPr>
          <p:spPr bwMode="auto">
            <a:xfrm>
              <a:off x="473553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189997" name="AutoShape 34"/>
            <p:cNvSpPr/>
            <p:nvPr/>
          </p:nvSpPr>
          <p:spPr bwMode="auto">
            <a:xfrm>
              <a:off x="3396188" y="1069165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2422383" name="TextBox 38"/>
            <p:cNvSpPr txBox="1"/>
            <p:nvPr/>
          </p:nvSpPr>
          <p:spPr bwMode="auto">
            <a:xfrm>
              <a:off x="4094730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9448982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03586294" name=""/>
            <p:cNvGrpSpPr/>
            <p:nvPr/>
          </p:nvGrpSpPr>
          <p:grpSpPr bwMode="auto">
            <a:xfrm>
              <a:off x="432234" y="1639526"/>
              <a:ext cx="5927717" cy="3760654"/>
              <a:chOff x="0" y="0"/>
              <a:chExt cx="5927717" cy="3760654"/>
            </a:xfrm>
          </p:grpSpPr>
          <p:sp>
            <p:nvSpPr>
              <p:cNvPr id="168312072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7686288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7277263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8752733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229287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53719194" name="TextBox 41"/>
              <p:cNvSpPr txBox="1"/>
              <p:nvPr/>
            </p:nvSpPr>
            <p:spPr bwMode="auto">
              <a:xfrm rot="0" flipH="0" flipV="0">
                <a:off x="3621178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5799120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334843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499023" name="Freeform 46"/>
              <p:cNvSpPr/>
              <p:nvPr/>
            </p:nvSpPr>
            <p:spPr bwMode="auto">
              <a:xfrm rot="0" flipH="0" flipV="0">
                <a:off x="3621178" y="304239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41704368" name="TextBox 47"/>
              <p:cNvSpPr txBox="1"/>
              <p:nvPr/>
            </p:nvSpPr>
            <p:spPr bwMode="auto">
              <a:xfrm rot="0" flipH="0" flipV="0">
                <a:off x="3621178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0977387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59265131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6974552" name="TextBox 1315405195"/>
              <p:cNvSpPr txBox="1"/>
              <p:nvPr/>
            </p:nvSpPr>
            <p:spPr bwMode="auto">
              <a:xfrm>
                <a:off x="4218026" y="232156"/>
                <a:ext cx="1316004" cy="624818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l">
                  <a:lnSpc>
                    <a:spcPts val="4197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Rubik Bold"/>
                    <a:ea typeface="Rubik Bold"/>
                    <a:cs typeface="Rubik Bold"/>
                  </a:rPr>
                  <a:t>Professor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377699" name=""/>
          <p:cNvGrpSpPr/>
          <p:nvPr/>
        </p:nvGrpSpPr>
        <p:grpSpPr bwMode="auto">
          <a:xfrm>
            <a:off x="223872" y="324840"/>
            <a:ext cx="11819619" cy="6253578"/>
            <a:chOff x="0" y="0"/>
            <a:chExt cx="11819619" cy="6253578"/>
          </a:xfrm>
        </p:grpSpPr>
        <p:sp>
          <p:nvSpPr>
            <p:cNvPr id="1342714676" name="TextBox 32"/>
            <p:cNvSpPr txBox="1"/>
            <p:nvPr/>
          </p:nvSpPr>
          <p:spPr bwMode="auto">
            <a:xfrm>
              <a:off x="2918098" y="268687"/>
              <a:ext cx="5750051" cy="4292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209355142" name="TextBox 33"/>
            <p:cNvSpPr txBox="1"/>
            <p:nvPr/>
          </p:nvSpPr>
          <p:spPr bwMode="auto">
            <a:xfrm>
              <a:off x="3080203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9804740" name="AutoShape 34"/>
            <p:cNvSpPr/>
            <p:nvPr/>
          </p:nvSpPr>
          <p:spPr bwMode="auto">
            <a:xfrm>
              <a:off x="5792583" y="891500"/>
              <a:ext cx="0" cy="41064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7312759" name="TextBox 38"/>
            <p:cNvSpPr txBox="1"/>
            <p:nvPr/>
          </p:nvSpPr>
          <p:spPr bwMode="auto">
            <a:xfrm>
              <a:off x="6440875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9981968" name="TextBox 42"/>
            <p:cNvSpPr txBox="1"/>
            <p:nvPr/>
          </p:nvSpPr>
          <p:spPr bwMode="auto">
            <a:xfrm flipH="0" flipV="0">
              <a:off x="0" y="1065386"/>
              <a:ext cx="2414439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46830392" name="Freeform 43"/>
            <p:cNvSpPr/>
            <p:nvPr/>
          </p:nvSpPr>
          <p:spPr bwMode="auto">
            <a:xfrm rot="1981001">
              <a:off x="1324110" y="1733394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500829" name="TextBox 44"/>
            <p:cNvSpPr txBox="1"/>
            <p:nvPr/>
          </p:nvSpPr>
          <p:spPr bwMode="auto">
            <a:xfrm flipH="0" flipV="0">
              <a:off x="0" y="3486177"/>
              <a:ext cx="252556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91087120" name="Freeform 45"/>
            <p:cNvSpPr/>
            <p:nvPr/>
          </p:nvSpPr>
          <p:spPr bwMode="auto">
            <a:xfrm rot="9541431" flipH="1">
              <a:off x="1237519" y="3005803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9680088" name="TextBox 46"/>
            <p:cNvSpPr txBox="1"/>
            <p:nvPr/>
          </p:nvSpPr>
          <p:spPr bwMode="auto">
            <a:xfrm flipH="0" flipV="0">
              <a:off x="9080499" y="917759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96975263" name="Freeform 47"/>
            <p:cNvSpPr/>
            <p:nvPr/>
          </p:nvSpPr>
          <p:spPr bwMode="auto">
            <a:xfrm rot="-423529" flipH="1">
              <a:off x="9354116" y="2899346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8928081" name="TextBox 48"/>
            <p:cNvSpPr txBox="1"/>
            <p:nvPr/>
          </p:nvSpPr>
          <p:spPr bwMode="auto">
            <a:xfrm flipH="0" flipV="0">
              <a:off x="9080499" y="2450170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28019899" name="Freeform 49"/>
            <p:cNvSpPr/>
            <p:nvPr/>
          </p:nvSpPr>
          <p:spPr bwMode="auto">
            <a:xfrm rot="-2557580" flipH="1">
              <a:off x="9240472" y="1636498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6" y="0"/>
                  </a:moveTo>
                  <a:lnTo>
                    <a:pt x="0" y="0"/>
                  </a:lnTo>
                  <a:lnTo>
                    <a:pt x="0" y="280199"/>
                  </a:lnTo>
                  <a:lnTo>
                    <a:pt x="991856" y="280199"/>
                  </a:lnTo>
                  <a:lnTo>
                    <a:pt x="9918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4837690" name="Freeform 56"/>
            <p:cNvSpPr/>
            <p:nvPr/>
          </p:nvSpPr>
          <p:spPr bwMode="auto">
            <a:xfrm rot="-10662274">
              <a:off x="9238452" y="3642229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199"/>
                  </a:lnTo>
                  <a:lnTo>
                    <a:pt x="0" y="280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215841" name="TextBox 57"/>
            <p:cNvSpPr txBox="1"/>
            <p:nvPr/>
          </p:nvSpPr>
          <p:spPr bwMode="auto">
            <a:xfrm flipH="0" flipV="0">
              <a:off x="9080587" y="3974105"/>
              <a:ext cx="2651248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636929" name="Freeform 58"/>
            <p:cNvSpPr/>
            <p:nvPr/>
          </p:nvSpPr>
          <p:spPr bwMode="auto">
            <a:xfrm rot="-9983765">
              <a:off x="9252281" y="4683300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6" y="0"/>
                  </a:lnTo>
                  <a:lnTo>
                    <a:pt x="991856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624176" name="TextBox 59"/>
            <p:cNvSpPr txBox="1"/>
            <p:nvPr/>
          </p:nvSpPr>
          <p:spPr bwMode="auto">
            <a:xfrm flipH="0" flipV="0">
              <a:off x="9065703" y="5072780"/>
              <a:ext cx="2753915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02172064" name="Freeform 63"/>
            <p:cNvSpPr/>
            <p:nvPr/>
          </p:nvSpPr>
          <p:spPr bwMode="auto">
            <a:xfrm>
              <a:off x="5494521" y="5657450"/>
              <a:ext cx="596127" cy="596127"/>
            </a:xfrm>
            <a:custGeom>
              <a:avLst/>
              <a:gdLst/>
              <a:ahLst/>
              <a:cxnLst/>
              <a:rect l="l" t="t" r="r" b="b"/>
              <a:pathLst>
                <a:path w="596129" h="596129" fill="norm" stroke="1" extrusionOk="0">
                  <a:moveTo>
                    <a:pt x="0" y="0"/>
                  </a:moveTo>
                  <a:lnTo>
                    <a:pt x="596129" y="0"/>
                  </a:lnTo>
                  <a:lnTo>
                    <a:pt x="596129" y="596129"/>
                  </a:lnTo>
                  <a:lnTo>
                    <a:pt x="0" y="596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6622522" name="Rectangle: Rounded Corners 12"/>
            <p:cNvSpPr/>
            <p:nvPr/>
          </p:nvSpPr>
          <p:spPr bwMode="auto">
            <a:xfrm>
              <a:off x="2669810" y="0"/>
              <a:ext cx="6246626" cy="541959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847293891" name=""/>
            <p:cNvGrpSpPr/>
            <p:nvPr/>
          </p:nvGrpSpPr>
          <p:grpSpPr bwMode="auto">
            <a:xfrm>
              <a:off x="3041853" y="1439881"/>
              <a:ext cx="5501282" cy="3490119"/>
              <a:chOff x="0" y="0"/>
              <a:chExt cx="5501282" cy="3490119"/>
            </a:xfrm>
          </p:grpSpPr>
          <p:sp>
            <p:nvSpPr>
              <p:cNvPr id="1936413131" name="Freeform 30"/>
              <p:cNvSpPr/>
              <p:nvPr/>
            </p:nvSpPr>
            <p:spPr bwMode="auto">
              <a:xfrm rot="0" flipH="0" flipV="0">
                <a:off x="0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8142038" name="TextBox 31"/>
              <p:cNvSpPr txBox="1"/>
              <p:nvPr/>
            </p:nvSpPr>
            <p:spPr bwMode="auto">
              <a:xfrm rot="0" flipH="0" flipV="0">
                <a:off x="0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3219133" name="Freeform 36"/>
              <p:cNvSpPr/>
              <p:nvPr/>
            </p:nvSpPr>
            <p:spPr bwMode="auto">
              <a:xfrm rot="0" flipH="0" flipV="0">
                <a:off x="0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349716" name="TextBox 37"/>
              <p:cNvSpPr txBox="1"/>
              <p:nvPr/>
            </p:nvSpPr>
            <p:spPr bwMode="auto">
              <a:xfrm rot="0" flipH="0" flipV="0">
                <a:off x="0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472627" name="Freeform 40"/>
              <p:cNvSpPr/>
              <p:nvPr/>
            </p:nvSpPr>
            <p:spPr bwMode="auto">
              <a:xfrm rot="0" flipH="0" flipV="0">
                <a:off x="3360673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8779539" name="TextBox 41"/>
              <p:cNvSpPr txBox="1"/>
              <p:nvPr/>
            </p:nvSpPr>
            <p:spPr bwMode="auto">
              <a:xfrm rot="0" flipH="0" flipV="0">
                <a:off x="3360673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727308" name="Freeform 51"/>
              <p:cNvSpPr/>
              <p:nvPr/>
            </p:nvSpPr>
            <p:spPr bwMode="auto">
              <a:xfrm rot="0" flipH="0" flipV="0">
                <a:off x="3360673" y="1927101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3398277" name="TextBox 52"/>
              <p:cNvSpPr txBox="1"/>
              <p:nvPr/>
            </p:nvSpPr>
            <p:spPr bwMode="auto">
              <a:xfrm rot="0" flipH="0" flipV="0">
                <a:off x="3360673" y="1792847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9353239" name="Freeform 54"/>
              <p:cNvSpPr/>
              <p:nvPr/>
            </p:nvSpPr>
            <p:spPr bwMode="auto">
              <a:xfrm rot="0" flipH="0" flipV="0">
                <a:off x="3360673" y="2823530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9854008" name="TextBox 55"/>
              <p:cNvSpPr txBox="1"/>
              <p:nvPr/>
            </p:nvSpPr>
            <p:spPr bwMode="auto">
              <a:xfrm rot="0" flipH="0" flipV="0">
                <a:off x="3360673" y="2689275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0790405" name="Freeform 61"/>
              <p:cNvSpPr/>
              <p:nvPr/>
            </p:nvSpPr>
            <p:spPr bwMode="auto">
              <a:xfrm rot="0" flipH="0" flipV="0">
                <a:off x="3360673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6467408" name="TextBox 62"/>
              <p:cNvSpPr txBox="1"/>
              <p:nvPr/>
            </p:nvSpPr>
            <p:spPr bwMode="auto">
              <a:xfrm rot="0" flipH="0" flipV="0">
                <a:off x="3360673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04735758" name=""/>
          <p:cNvGrpSpPr/>
          <p:nvPr/>
        </p:nvGrpSpPr>
        <p:grpSpPr bwMode="auto">
          <a:xfrm>
            <a:off x="223872" y="516587"/>
            <a:ext cx="11652968" cy="5950153"/>
            <a:chOff x="0" y="0"/>
            <a:chExt cx="11652968" cy="5950153"/>
          </a:xfrm>
        </p:grpSpPr>
        <p:sp>
          <p:nvSpPr>
            <p:cNvPr id="924368611" name="TextBox 32"/>
            <p:cNvSpPr txBox="1"/>
            <p:nvPr/>
          </p:nvSpPr>
          <p:spPr bwMode="auto">
            <a:xfrm>
              <a:off x="2865921" y="370453"/>
              <a:ext cx="5852373" cy="4368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826508008" name="TextBox 33"/>
            <p:cNvSpPr txBox="1"/>
            <p:nvPr/>
          </p:nvSpPr>
          <p:spPr bwMode="auto">
            <a:xfrm>
              <a:off x="3030901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3364338" name="AutoShape 34"/>
            <p:cNvSpPr/>
            <p:nvPr/>
          </p:nvSpPr>
          <p:spPr bwMode="auto">
            <a:xfrm>
              <a:off x="5791390" y="1161821"/>
              <a:ext cx="0" cy="417931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401268" name="TextBox 38"/>
            <p:cNvSpPr txBox="1"/>
            <p:nvPr/>
          </p:nvSpPr>
          <p:spPr bwMode="auto">
            <a:xfrm>
              <a:off x="6451180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72026366" name="TextBox 42"/>
            <p:cNvSpPr txBox="1"/>
            <p:nvPr/>
          </p:nvSpPr>
          <p:spPr bwMode="auto">
            <a:xfrm flipH="0" flipV="0">
              <a:off x="0" y="1114194"/>
              <a:ext cx="2397844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4748672" name="Freeform 43"/>
            <p:cNvSpPr/>
            <p:nvPr/>
          </p:nvSpPr>
          <p:spPr bwMode="auto">
            <a:xfrm rot="1981001">
              <a:off x="1243665" y="1793205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251022" name="TextBox 44"/>
            <p:cNvSpPr txBox="1"/>
            <p:nvPr/>
          </p:nvSpPr>
          <p:spPr bwMode="auto">
            <a:xfrm flipH="0" flipV="0">
              <a:off x="79374" y="3577918"/>
              <a:ext cx="2239814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611006338" name="Freeform 45"/>
            <p:cNvSpPr/>
            <p:nvPr/>
          </p:nvSpPr>
          <p:spPr bwMode="auto">
            <a:xfrm rot="9541431" flipH="1">
              <a:off x="1155537" y="3088181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2732823" name="TextBox 46"/>
            <p:cNvSpPr txBox="1"/>
            <p:nvPr/>
          </p:nvSpPr>
          <p:spPr bwMode="auto">
            <a:xfrm flipH="0" flipV="0">
              <a:off x="9112249" y="963951"/>
              <a:ext cx="2540719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09704912" name="Freeform 47"/>
            <p:cNvSpPr/>
            <p:nvPr/>
          </p:nvSpPr>
          <p:spPr bwMode="auto">
            <a:xfrm rot="-423529" flipH="1">
              <a:off x="9416088" y="2979838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3680801" name="TextBox 48"/>
            <p:cNvSpPr txBox="1"/>
            <p:nvPr/>
          </p:nvSpPr>
          <p:spPr bwMode="auto">
            <a:xfrm flipH="0" flipV="0">
              <a:off x="9112434" y="2523539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1595026" name="Freeform 49"/>
            <p:cNvSpPr/>
            <p:nvPr/>
          </p:nvSpPr>
          <p:spPr bwMode="auto">
            <a:xfrm rot="-2557580" flipH="1">
              <a:off x="9300426" y="1694589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996520" name="Freeform 56"/>
            <p:cNvSpPr/>
            <p:nvPr/>
          </p:nvSpPr>
          <p:spPr bwMode="auto">
            <a:xfrm rot="-10662274">
              <a:off x="9298373" y="3735896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2736699" name="TextBox 57"/>
            <p:cNvSpPr txBox="1"/>
            <p:nvPr/>
          </p:nvSpPr>
          <p:spPr bwMode="auto">
            <a:xfrm flipH="0" flipV="0">
              <a:off x="9112434" y="4074501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9313451" name="Freeform 58"/>
            <p:cNvSpPr/>
            <p:nvPr/>
          </p:nvSpPr>
          <p:spPr bwMode="auto">
            <a:xfrm rot="-9983765">
              <a:off x="9312443" y="4795432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8961290" name="TextBox 59"/>
            <p:cNvSpPr txBox="1"/>
            <p:nvPr/>
          </p:nvSpPr>
          <p:spPr bwMode="auto">
            <a:xfrm flipH="0" flipV="0">
              <a:off x="9112341" y="5192665"/>
              <a:ext cx="2540158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2014826639" name="Rectangle: Rounded Corners 12"/>
            <p:cNvSpPr/>
            <p:nvPr/>
          </p:nvSpPr>
          <p:spPr bwMode="auto">
            <a:xfrm>
              <a:off x="2559054" y="0"/>
              <a:ext cx="6423836" cy="59501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0248220" name=""/>
            <p:cNvGrpSpPr/>
            <p:nvPr/>
          </p:nvGrpSpPr>
          <p:grpSpPr bwMode="auto">
            <a:xfrm>
              <a:off x="2991872" y="1700538"/>
              <a:ext cx="5598852" cy="3552016"/>
              <a:chOff x="0" y="0"/>
              <a:chExt cx="5598852" cy="3552016"/>
            </a:xfrm>
          </p:grpSpPr>
          <p:sp>
            <p:nvSpPr>
              <p:cNvPr id="404998236" name="Freeform 30"/>
              <p:cNvSpPr/>
              <p:nvPr/>
            </p:nvSpPr>
            <p:spPr bwMode="auto">
              <a:xfrm rot="0" flipH="0" flipV="0">
                <a:off x="0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82272158" name="TextBox 31"/>
              <p:cNvSpPr txBox="1"/>
              <p:nvPr/>
            </p:nvSpPr>
            <p:spPr bwMode="auto">
              <a:xfrm rot="0" flipH="0" flipV="0">
                <a:off x="0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49986987" name="Freeform 36"/>
              <p:cNvSpPr/>
              <p:nvPr/>
            </p:nvSpPr>
            <p:spPr bwMode="auto">
              <a:xfrm rot="0" flipH="0" flipV="0">
                <a:off x="0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97037554" name="TextBox 37"/>
              <p:cNvSpPr txBox="1"/>
              <p:nvPr/>
            </p:nvSpPr>
            <p:spPr bwMode="auto">
              <a:xfrm rot="0" flipH="0" flipV="0">
                <a:off x="0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75954791" name="Freeform 40"/>
              <p:cNvSpPr/>
              <p:nvPr/>
            </p:nvSpPr>
            <p:spPr bwMode="auto">
              <a:xfrm rot="0" flipH="0" flipV="0">
                <a:off x="3420278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54969060" name="TextBox 41"/>
              <p:cNvSpPr txBox="1"/>
              <p:nvPr/>
            </p:nvSpPr>
            <p:spPr bwMode="auto">
              <a:xfrm rot="0" flipH="0" flipV="0">
                <a:off x="3420278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13661694" name="Freeform 51"/>
              <p:cNvSpPr/>
              <p:nvPr/>
            </p:nvSpPr>
            <p:spPr bwMode="auto">
              <a:xfrm rot="0" flipH="0" flipV="0">
                <a:off x="3420278" y="1961281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02224316" name="TextBox 52"/>
              <p:cNvSpPr txBox="1"/>
              <p:nvPr/>
            </p:nvSpPr>
            <p:spPr bwMode="auto">
              <a:xfrm rot="0" flipH="0" flipV="0">
                <a:off x="3420278" y="1824646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38533755" name="Freeform 54"/>
              <p:cNvSpPr/>
              <p:nvPr/>
            </p:nvSpPr>
            <p:spPr bwMode="auto">
              <a:xfrm rot="0" flipH="0" flipV="0">
                <a:off x="3420278" y="287360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74224912" name="TextBox 55"/>
              <p:cNvSpPr txBox="1"/>
              <p:nvPr/>
            </p:nvSpPr>
            <p:spPr bwMode="auto">
              <a:xfrm rot="0" flipH="0" flipV="0">
                <a:off x="3420278" y="273697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25884376" name="Freeform 61"/>
              <p:cNvSpPr/>
              <p:nvPr/>
            </p:nvSpPr>
            <p:spPr bwMode="auto">
              <a:xfrm rot="0" flipH="0" flipV="0">
                <a:off x="3420278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15602080" name="TextBox 62"/>
              <p:cNvSpPr txBox="1"/>
              <p:nvPr/>
            </p:nvSpPr>
            <p:spPr bwMode="auto">
              <a:xfrm rot="0" flipH="0" flipV="0">
                <a:off x="3420278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1029829" name=""/>
          <p:cNvGrpSpPr/>
          <p:nvPr/>
        </p:nvGrpSpPr>
        <p:grpSpPr bwMode="auto">
          <a:xfrm>
            <a:off x="341848" y="1591392"/>
            <a:ext cx="11456062" cy="3294319"/>
            <a:chOff x="0" y="0"/>
            <a:chExt cx="11456062" cy="3294319"/>
          </a:xfrm>
        </p:grpSpPr>
        <p:sp>
          <p:nvSpPr>
            <p:cNvPr id="1439377617" name="TextBox 32"/>
            <p:cNvSpPr txBox="1"/>
            <p:nvPr/>
          </p:nvSpPr>
          <p:spPr bwMode="auto">
            <a:xfrm flipH="0" flipV="0">
              <a:off x="7186036" y="233571"/>
              <a:ext cx="3058297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6140099" name="TextBox 33"/>
            <p:cNvSpPr txBox="1"/>
            <p:nvPr/>
          </p:nvSpPr>
          <p:spPr bwMode="auto">
            <a:xfrm>
              <a:off x="7300011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84173964" name="AutoShape 34"/>
            <p:cNvSpPr/>
            <p:nvPr/>
          </p:nvSpPr>
          <p:spPr bwMode="auto">
            <a:xfrm>
              <a:off x="8676720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7777272" name="TextBox 38"/>
            <p:cNvSpPr txBox="1"/>
            <p:nvPr/>
          </p:nvSpPr>
          <p:spPr bwMode="auto">
            <a:xfrm>
              <a:off x="8876894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1638875" name="TextBox 42"/>
            <p:cNvSpPr txBox="1"/>
            <p:nvPr/>
          </p:nvSpPr>
          <p:spPr bwMode="auto">
            <a:xfrm>
              <a:off x="6122595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3304992" name="Freeform 43"/>
            <p:cNvSpPr/>
            <p:nvPr/>
          </p:nvSpPr>
          <p:spPr bwMode="auto">
            <a:xfrm rot="1981001">
              <a:off x="6523050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3956251" name="TextBox 44"/>
            <p:cNvSpPr txBox="1"/>
            <p:nvPr/>
          </p:nvSpPr>
          <p:spPr bwMode="auto">
            <a:xfrm>
              <a:off x="6007716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7798350" name="Freeform 45"/>
            <p:cNvSpPr/>
            <p:nvPr/>
          </p:nvSpPr>
          <p:spPr bwMode="auto">
            <a:xfrm rot="9541431" flipH="1">
              <a:off x="6473599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9515810" name="TextBox 46"/>
            <p:cNvSpPr txBox="1"/>
            <p:nvPr/>
          </p:nvSpPr>
          <p:spPr bwMode="auto">
            <a:xfrm flipH="0" flipV="0">
              <a:off x="10407141" y="377899"/>
              <a:ext cx="920296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91402571" name="Freeform 47"/>
            <p:cNvSpPr/>
            <p:nvPr/>
          </p:nvSpPr>
          <p:spPr bwMode="auto">
            <a:xfrm rot="-423529" flipH="1">
              <a:off x="10344001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4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4" y="160017"/>
                  </a:lnTo>
                  <a:lnTo>
                    <a:pt x="566434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7227932" name="TextBox 48"/>
            <p:cNvSpPr txBox="1"/>
            <p:nvPr/>
          </p:nvSpPr>
          <p:spPr bwMode="auto">
            <a:xfrm>
              <a:off x="10542245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8268894" name="Freeform 49"/>
            <p:cNvSpPr/>
            <p:nvPr/>
          </p:nvSpPr>
          <p:spPr bwMode="auto">
            <a:xfrm rot="-2557580" flipH="1">
              <a:off x="10279102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2420562" name="Freeform 56"/>
            <p:cNvSpPr/>
            <p:nvPr/>
          </p:nvSpPr>
          <p:spPr bwMode="auto">
            <a:xfrm rot="-10662274">
              <a:off x="10277949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097780" name="TextBox 57"/>
            <p:cNvSpPr txBox="1"/>
            <p:nvPr/>
          </p:nvSpPr>
          <p:spPr bwMode="auto">
            <a:xfrm>
              <a:off x="10462111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827091" name="Freeform 58"/>
            <p:cNvSpPr/>
            <p:nvPr/>
          </p:nvSpPr>
          <p:spPr bwMode="auto">
            <a:xfrm rot="-9983765">
              <a:off x="10285846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767635" name="TextBox 59"/>
            <p:cNvSpPr txBox="1"/>
            <p:nvPr/>
          </p:nvSpPr>
          <p:spPr bwMode="auto">
            <a:xfrm>
              <a:off x="10542245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9493591" name="TextBox 69"/>
            <p:cNvSpPr txBox="1"/>
            <p:nvPr/>
          </p:nvSpPr>
          <p:spPr bwMode="auto">
            <a:xfrm flipH="0" flipV="0">
              <a:off x="1163579" y="233572"/>
              <a:ext cx="3007025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0704293" name="TextBox 70"/>
            <p:cNvSpPr txBox="1"/>
            <p:nvPr/>
          </p:nvSpPr>
          <p:spPr bwMode="auto">
            <a:xfrm>
              <a:off x="1292296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76558262" name="AutoShape 71"/>
            <p:cNvSpPr/>
            <p:nvPr/>
          </p:nvSpPr>
          <p:spPr bwMode="auto">
            <a:xfrm>
              <a:off x="2669004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338782" name="TextBox 75"/>
            <p:cNvSpPr txBox="1"/>
            <p:nvPr/>
          </p:nvSpPr>
          <p:spPr bwMode="auto">
            <a:xfrm>
              <a:off x="2869180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49001822" name="TextBox 79"/>
            <p:cNvSpPr txBox="1"/>
            <p:nvPr/>
          </p:nvSpPr>
          <p:spPr bwMode="auto">
            <a:xfrm>
              <a:off x="114879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624557" name="Freeform 80"/>
            <p:cNvSpPr/>
            <p:nvPr/>
          </p:nvSpPr>
          <p:spPr bwMode="auto">
            <a:xfrm rot="1981001">
              <a:off x="515335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210590" name="TextBox 81"/>
            <p:cNvSpPr txBox="1"/>
            <p:nvPr/>
          </p:nvSpPr>
          <p:spPr bwMode="auto">
            <a:xfrm>
              <a:off x="0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263132" name="Freeform 82"/>
            <p:cNvSpPr/>
            <p:nvPr/>
          </p:nvSpPr>
          <p:spPr bwMode="auto">
            <a:xfrm rot="9541431" flipH="1">
              <a:off x="465885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69931609" name="TextBox 83"/>
            <p:cNvSpPr txBox="1"/>
            <p:nvPr/>
          </p:nvSpPr>
          <p:spPr bwMode="auto">
            <a:xfrm>
              <a:off x="4399426" y="561684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0326011" name="Freeform 84"/>
            <p:cNvSpPr/>
            <p:nvPr/>
          </p:nvSpPr>
          <p:spPr bwMode="auto">
            <a:xfrm rot="-423529" flipH="1">
              <a:off x="4336288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012731" name="TextBox 85"/>
            <p:cNvSpPr txBox="1"/>
            <p:nvPr/>
          </p:nvSpPr>
          <p:spPr bwMode="auto">
            <a:xfrm>
              <a:off x="4534531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6124125" name="Freeform 86"/>
            <p:cNvSpPr/>
            <p:nvPr/>
          </p:nvSpPr>
          <p:spPr bwMode="auto">
            <a:xfrm rot="-2557580" flipH="1">
              <a:off x="4271387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420905" name="Freeform 93"/>
            <p:cNvSpPr/>
            <p:nvPr/>
          </p:nvSpPr>
          <p:spPr bwMode="auto">
            <a:xfrm rot="-10662274">
              <a:off x="4270234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7445703" name="TextBox 94"/>
            <p:cNvSpPr txBox="1"/>
            <p:nvPr/>
          </p:nvSpPr>
          <p:spPr bwMode="auto">
            <a:xfrm>
              <a:off x="4454397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5778908" name="Freeform 95"/>
            <p:cNvSpPr/>
            <p:nvPr/>
          </p:nvSpPr>
          <p:spPr bwMode="auto">
            <a:xfrm rot="-9983765">
              <a:off x="4278132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7312473" name="TextBox 96"/>
            <p:cNvSpPr txBox="1"/>
            <p:nvPr/>
          </p:nvSpPr>
          <p:spPr bwMode="auto">
            <a:xfrm>
              <a:off x="4534531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8482201" name="Rectangle: Rounded Corners 12"/>
            <p:cNvSpPr/>
            <p:nvPr/>
          </p:nvSpPr>
          <p:spPr bwMode="auto">
            <a:xfrm>
              <a:off x="1163580" y="38100"/>
              <a:ext cx="3056859" cy="32562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71847236" name="Rectangle: Rounded Corners 12"/>
            <p:cNvSpPr/>
            <p:nvPr/>
          </p:nvSpPr>
          <p:spPr bwMode="auto">
            <a:xfrm>
              <a:off x="718603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194335024" name=""/>
            <p:cNvGrpSpPr/>
            <p:nvPr/>
          </p:nvGrpSpPr>
          <p:grpSpPr bwMode="auto">
            <a:xfrm>
              <a:off x="7278111" y="1015192"/>
              <a:ext cx="2799347" cy="1954812"/>
              <a:chOff x="0" y="0"/>
              <a:chExt cx="2799347" cy="1954812"/>
            </a:xfrm>
          </p:grpSpPr>
          <p:sp>
            <p:nvSpPr>
              <p:cNvPr id="29390586" name="Freeform 30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731947386" name="TextBox 31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44916123" name="Freeform 36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2796295" name="TextBox 37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65830381" name="Freeform 40"/>
              <p:cNvSpPr/>
              <p:nvPr/>
            </p:nvSpPr>
            <p:spPr bwMode="auto">
              <a:xfrm rot="0" flipH="0" flipV="0">
                <a:off x="1576882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17638186" name="TextBox 41"/>
              <p:cNvSpPr txBox="1"/>
              <p:nvPr/>
            </p:nvSpPr>
            <p:spPr bwMode="auto">
              <a:xfrm rot="0" flipH="0" flipV="0">
                <a:off x="1576882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25203026" name="Freeform 51"/>
              <p:cNvSpPr/>
              <p:nvPr/>
            </p:nvSpPr>
            <p:spPr bwMode="auto">
              <a:xfrm rot="0" flipH="0" flipV="0">
                <a:off x="1576882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72200" name="TextBox 52"/>
              <p:cNvSpPr txBox="1"/>
              <p:nvPr/>
            </p:nvSpPr>
            <p:spPr bwMode="auto">
              <a:xfrm rot="0" flipH="0" flipV="0">
                <a:off x="1576882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03872268" name="Freeform 54"/>
              <p:cNvSpPr/>
              <p:nvPr/>
            </p:nvSpPr>
            <p:spPr bwMode="auto">
              <a:xfrm rot="0" flipH="0" flipV="0">
                <a:off x="1576882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54917895" name="TextBox 55"/>
              <p:cNvSpPr txBox="1"/>
              <p:nvPr/>
            </p:nvSpPr>
            <p:spPr bwMode="auto">
              <a:xfrm rot="0" flipH="0" flipV="0">
                <a:off x="1576882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4285671" name="Freeform 61"/>
              <p:cNvSpPr/>
              <p:nvPr/>
            </p:nvSpPr>
            <p:spPr bwMode="auto">
              <a:xfrm rot="0" flipH="0" flipV="0">
                <a:off x="1576882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10021685" name="TextBox 62"/>
              <p:cNvSpPr txBox="1"/>
              <p:nvPr/>
            </p:nvSpPr>
            <p:spPr bwMode="auto">
              <a:xfrm rot="0" flipH="0" flipV="0">
                <a:off x="1576882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2146179052" name=""/>
            <p:cNvGrpSpPr/>
            <p:nvPr/>
          </p:nvGrpSpPr>
          <p:grpSpPr bwMode="auto">
            <a:xfrm>
              <a:off x="1270398" y="1015192"/>
              <a:ext cx="2799345" cy="1954812"/>
              <a:chOff x="0" y="0"/>
              <a:chExt cx="2799345" cy="1954812"/>
            </a:xfrm>
          </p:grpSpPr>
          <p:sp>
            <p:nvSpPr>
              <p:cNvPr id="1796017380" name="Freeform 67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368326" name="TextBox 68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420894020" name="Freeform 73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38425258" name="TextBox 74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7006842" name="Freeform 77"/>
              <p:cNvSpPr/>
              <p:nvPr/>
            </p:nvSpPr>
            <p:spPr bwMode="auto">
              <a:xfrm rot="0" flipH="0" flipV="0">
                <a:off x="1576881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92663245" name="TextBox 78"/>
              <p:cNvSpPr txBox="1"/>
              <p:nvPr/>
            </p:nvSpPr>
            <p:spPr bwMode="auto">
              <a:xfrm rot="0" flipH="0" flipV="0">
                <a:off x="1576881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79648129" name="Freeform 88"/>
              <p:cNvSpPr/>
              <p:nvPr/>
            </p:nvSpPr>
            <p:spPr bwMode="auto">
              <a:xfrm rot="0" flipH="0" flipV="0">
                <a:off x="1576881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39804319" name="TextBox 89"/>
              <p:cNvSpPr txBox="1"/>
              <p:nvPr/>
            </p:nvSpPr>
            <p:spPr bwMode="auto">
              <a:xfrm rot="0" flipH="0" flipV="0">
                <a:off x="1576881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915510953" name="Freeform 91"/>
              <p:cNvSpPr/>
              <p:nvPr/>
            </p:nvSpPr>
            <p:spPr bwMode="auto">
              <a:xfrm rot="0" flipH="0" flipV="0">
                <a:off x="1576881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03098478" name="TextBox 92"/>
              <p:cNvSpPr txBox="1"/>
              <p:nvPr/>
            </p:nvSpPr>
            <p:spPr bwMode="auto">
              <a:xfrm rot="0" flipH="0" flipV="0">
                <a:off x="1576881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4083650" name="Freeform 98"/>
              <p:cNvSpPr/>
              <p:nvPr/>
            </p:nvSpPr>
            <p:spPr bwMode="auto">
              <a:xfrm rot="0" flipH="0" flipV="0">
                <a:off x="1576881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86239985" name="TextBox 99"/>
              <p:cNvSpPr txBox="1"/>
              <p:nvPr/>
            </p:nvSpPr>
            <p:spPr bwMode="auto">
              <a:xfrm rot="0" flipH="0" flipV="0">
                <a:off x="1576881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02188502" name=""/>
          <p:cNvGrpSpPr/>
          <p:nvPr/>
        </p:nvGrpSpPr>
        <p:grpSpPr bwMode="auto">
          <a:xfrm>
            <a:off x="2753930" y="380327"/>
            <a:ext cx="6857680" cy="6003777"/>
            <a:chOff x="0" y="0"/>
            <a:chExt cx="6857680" cy="6003777"/>
          </a:xfrm>
        </p:grpSpPr>
        <p:sp>
          <p:nvSpPr>
            <p:cNvPr id="1609119119" name="TextBox 32"/>
            <p:cNvSpPr txBox="1"/>
            <p:nvPr/>
          </p:nvSpPr>
          <p:spPr bwMode="auto">
            <a:xfrm>
              <a:off x="323250" y="376735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9891395" name="TextBox 33"/>
            <p:cNvSpPr txBox="1"/>
            <p:nvPr/>
          </p:nvSpPr>
          <p:spPr bwMode="auto">
            <a:xfrm>
              <a:off x="497919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1642881" name="AutoShape 34"/>
            <p:cNvSpPr/>
            <p:nvPr/>
          </p:nvSpPr>
          <p:spPr bwMode="auto">
            <a:xfrm>
              <a:off x="3420554" y="1053658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2038247" name="TextBox 38"/>
            <p:cNvSpPr txBox="1"/>
            <p:nvPr/>
          </p:nvSpPr>
          <p:spPr bwMode="auto">
            <a:xfrm>
              <a:off x="4119098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6721917" name="Rectangle: Rounded Corners 12"/>
            <p:cNvSpPr/>
            <p:nvPr/>
          </p:nvSpPr>
          <p:spPr bwMode="auto">
            <a:xfrm>
              <a:off x="0" y="0"/>
              <a:ext cx="6857681" cy="60037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34806957" name=""/>
            <p:cNvGrpSpPr/>
            <p:nvPr/>
          </p:nvGrpSpPr>
          <p:grpSpPr bwMode="auto">
            <a:xfrm>
              <a:off x="456598" y="1624017"/>
              <a:ext cx="5927717" cy="3760655"/>
              <a:chOff x="0" y="0"/>
              <a:chExt cx="5927717" cy="3760655"/>
            </a:xfrm>
          </p:grpSpPr>
          <p:sp>
            <p:nvSpPr>
              <p:cNvPr id="1167029215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7384197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0509756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10471901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32619234" name="Freeform 40"/>
              <p:cNvSpPr/>
              <p:nvPr/>
            </p:nvSpPr>
            <p:spPr bwMode="auto">
              <a:xfrm rot="0" flipH="0" flipV="0">
                <a:off x="3621179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3835906" name="TextBox 41"/>
              <p:cNvSpPr txBox="1"/>
              <p:nvPr/>
            </p:nvSpPr>
            <p:spPr bwMode="auto">
              <a:xfrm rot="0" flipH="0" flipV="0">
                <a:off x="3621179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61580584" name="Freeform 43"/>
              <p:cNvSpPr/>
              <p:nvPr/>
            </p:nvSpPr>
            <p:spPr bwMode="auto">
              <a:xfrm rot="0" flipH="0" flipV="0">
                <a:off x="3621179" y="207648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32852577" name="TextBox 44"/>
              <p:cNvSpPr txBox="1"/>
              <p:nvPr/>
            </p:nvSpPr>
            <p:spPr bwMode="auto">
              <a:xfrm rot="0" flipH="0" flipV="0">
                <a:off x="3621179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68165013" name="Freeform 46"/>
              <p:cNvSpPr/>
              <p:nvPr/>
            </p:nvSpPr>
            <p:spPr bwMode="auto">
              <a:xfrm rot="0" flipH="0" flipV="0">
                <a:off x="3621179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04135927" name="TextBox 47"/>
              <p:cNvSpPr txBox="1"/>
              <p:nvPr/>
            </p:nvSpPr>
            <p:spPr bwMode="auto">
              <a:xfrm rot="0" flipH="0" flipV="0">
                <a:off x="3621179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06836967" name="Freeform 49"/>
              <p:cNvSpPr/>
              <p:nvPr/>
            </p:nvSpPr>
            <p:spPr bwMode="auto">
              <a:xfrm rot="0" flipH="0" flipV="0">
                <a:off x="3621179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9544877" name="TextBox 5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94257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322093" y="1202531"/>
            <a:ext cx="6362699" cy="4638674"/>
          </a:xfrm>
          <a:prstGeom prst="rect">
            <a:avLst/>
          </a:prstGeom>
        </p:spPr>
      </p:pic>
      <p:pic>
        <p:nvPicPr>
          <p:cNvPr id="819789537" name=""/>
          <p:cNvPicPr>
            <a:picLocks noChangeAspect="1"/>
          </p:cNvPicPr>
          <p:nvPr/>
        </p:nvPicPr>
        <p:blipFill>
          <a:blip r:embed="rId4"/>
          <a:srcRect l="27256" t="4687" r="34265" b="23958"/>
          <a:stretch/>
        </p:blipFill>
        <p:spPr bwMode="auto">
          <a:xfrm flipH="0" flipV="0">
            <a:off x="453655" y="1075134"/>
            <a:ext cx="4691062" cy="4893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94703795" name=""/>
          <p:cNvGrpSpPr/>
          <p:nvPr/>
        </p:nvGrpSpPr>
        <p:grpSpPr bwMode="auto">
          <a:xfrm>
            <a:off x="840377" y="1909289"/>
            <a:ext cx="9873801" cy="3256218"/>
            <a:chOff x="0" y="0"/>
            <a:chExt cx="9873801" cy="3256218"/>
          </a:xfrm>
        </p:grpSpPr>
        <p:sp>
          <p:nvSpPr>
            <p:cNvPr id="844746081" name="Freeform 26"/>
            <p:cNvSpPr/>
            <p:nvPr/>
          </p:nvSpPr>
          <p:spPr bwMode="auto">
            <a:xfrm>
              <a:off x="0" y="1375495"/>
              <a:ext cx="642303" cy="588510"/>
            </a:xfrm>
            <a:custGeom>
              <a:avLst/>
              <a:gdLst/>
              <a:ahLst/>
              <a:cxnLst/>
              <a:rect l="l" t="t" r="r" b="b"/>
              <a:pathLst>
                <a:path w="642305" h="588512" fill="norm" stroke="1" extrusionOk="0">
                  <a:moveTo>
                    <a:pt x="0" y="0"/>
                  </a:moveTo>
                  <a:lnTo>
                    <a:pt x="642305" y="0"/>
                  </a:lnTo>
                  <a:lnTo>
                    <a:pt x="642305" y="588512"/>
                  </a:lnTo>
                  <a:lnTo>
                    <a:pt x="0" y="58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257858" name="Freeform 31"/>
            <p:cNvSpPr/>
            <p:nvPr/>
          </p:nvSpPr>
          <p:spPr bwMode="auto">
            <a:xfrm rot="0" flipH="0" flipV="0">
              <a:off x="1232131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717289" name="TextBox 32"/>
            <p:cNvSpPr txBox="1"/>
            <p:nvPr/>
          </p:nvSpPr>
          <p:spPr bwMode="auto">
            <a:xfrm rot="0" flipH="0" flipV="0">
              <a:off x="1232131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47114543" name="AutoShape 33"/>
            <p:cNvSpPr/>
            <p:nvPr/>
          </p:nvSpPr>
          <p:spPr bwMode="auto">
            <a:xfrm>
              <a:off x="2601063" y="784171"/>
              <a:ext cx="0" cy="2116197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899099" name="Freeform 35"/>
            <p:cNvSpPr/>
            <p:nvPr/>
          </p:nvSpPr>
          <p:spPr bwMode="auto">
            <a:xfrm rot="0" flipH="0" flipV="0">
              <a:off x="1232131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7859549" name="TextBox 36"/>
            <p:cNvSpPr txBox="1"/>
            <p:nvPr/>
          </p:nvSpPr>
          <p:spPr bwMode="auto">
            <a:xfrm rot="0" flipH="0" flipV="0">
              <a:off x="1232131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127004613" name="Freeform 38"/>
            <p:cNvSpPr/>
            <p:nvPr/>
          </p:nvSpPr>
          <p:spPr bwMode="auto">
            <a:xfrm rot="0" flipH="0" flipV="0">
              <a:off x="1232218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5327913" name="TextBox 39"/>
            <p:cNvSpPr txBox="1"/>
            <p:nvPr/>
          </p:nvSpPr>
          <p:spPr bwMode="auto">
            <a:xfrm rot="0" flipH="0" flipV="0">
              <a:off x="1232218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06846587" name="Freeform 41"/>
            <p:cNvSpPr/>
            <p:nvPr/>
          </p:nvSpPr>
          <p:spPr bwMode="auto">
            <a:xfrm rot="0" flipH="0" flipV="0">
              <a:off x="1232218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756356" name="TextBox 42"/>
            <p:cNvSpPr txBox="1"/>
            <p:nvPr/>
          </p:nvSpPr>
          <p:spPr bwMode="auto">
            <a:xfrm rot="0" flipH="0" flipV="0">
              <a:off x="1232218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56025242" name="Freeform 44"/>
            <p:cNvSpPr/>
            <p:nvPr/>
          </p:nvSpPr>
          <p:spPr bwMode="auto">
            <a:xfrm rot="0" flipH="0" flipV="0">
              <a:off x="1232218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82975" name="TextBox 45"/>
            <p:cNvSpPr txBox="1"/>
            <p:nvPr/>
          </p:nvSpPr>
          <p:spPr bwMode="auto">
            <a:xfrm rot="0" flipH="0" flipV="0">
              <a:off x="1232218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78820816" name="Freeform 47"/>
            <p:cNvSpPr/>
            <p:nvPr/>
          </p:nvSpPr>
          <p:spPr bwMode="auto">
            <a:xfrm rot="0" flipH="0" flipV="0">
              <a:off x="2904607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992430" name="TextBox 48"/>
            <p:cNvSpPr txBox="1"/>
            <p:nvPr/>
          </p:nvSpPr>
          <p:spPr bwMode="auto">
            <a:xfrm rot="0" flipH="0" flipV="0">
              <a:off x="2904607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852560953" name="Freeform 50"/>
            <p:cNvSpPr/>
            <p:nvPr/>
          </p:nvSpPr>
          <p:spPr bwMode="auto">
            <a:xfrm rot="0" flipH="0" flipV="0">
              <a:off x="2904607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56059213" name="TextBox 51"/>
            <p:cNvSpPr txBox="1"/>
            <p:nvPr/>
          </p:nvSpPr>
          <p:spPr bwMode="auto">
            <a:xfrm rot="0" flipH="0" flipV="0">
              <a:off x="2904607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585106534" name="Freeform 53"/>
            <p:cNvSpPr/>
            <p:nvPr/>
          </p:nvSpPr>
          <p:spPr bwMode="auto">
            <a:xfrm rot="0" flipH="0" flipV="0">
              <a:off x="2904693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2612113" name="TextBox 54"/>
            <p:cNvSpPr txBox="1"/>
            <p:nvPr/>
          </p:nvSpPr>
          <p:spPr bwMode="auto">
            <a:xfrm rot="0" flipH="0" flipV="0">
              <a:off x="2904693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26487554" name="Freeform 56"/>
            <p:cNvSpPr/>
            <p:nvPr/>
          </p:nvSpPr>
          <p:spPr bwMode="auto">
            <a:xfrm rot="0" flipH="0" flipV="0">
              <a:off x="2904693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5281341" name="TextBox 57"/>
            <p:cNvSpPr txBox="1"/>
            <p:nvPr/>
          </p:nvSpPr>
          <p:spPr bwMode="auto">
            <a:xfrm rot="0" flipH="0" flipV="0">
              <a:off x="2904693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980690332" name="Freeform 59"/>
            <p:cNvSpPr/>
            <p:nvPr/>
          </p:nvSpPr>
          <p:spPr bwMode="auto">
            <a:xfrm rot="0" flipH="0" flipV="0">
              <a:off x="2904693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8932423" name="TextBox 60"/>
            <p:cNvSpPr txBox="1"/>
            <p:nvPr/>
          </p:nvSpPr>
          <p:spPr bwMode="auto">
            <a:xfrm rot="0" flipH="0" flipV="0">
              <a:off x="2904693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58327746" name="Freeform 61"/>
            <p:cNvSpPr/>
            <p:nvPr/>
          </p:nvSpPr>
          <p:spPr bwMode="auto">
            <a:xfrm>
              <a:off x="7060984" y="324713"/>
              <a:ext cx="2812816" cy="2690075"/>
            </a:xfrm>
            <a:custGeom>
              <a:avLst/>
              <a:gdLst/>
              <a:ahLst/>
              <a:cxnLst/>
              <a:rect l="l" t="t" r="r" b="b"/>
              <a:pathLst>
                <a:path w="2812818" h="2690077" fill="norm" stroke="1" extrusionOk="0">
                  <a:moveTo>
                    <a:pt x="0" y="0"/>
                  </a:moveTo>
                  <a:lnTo>
                    <a:pt x="2812818" y="0"/>
                  </a:lnTo>
                  <a:lnTo>
                    <a:pt x="2812818" y="2690077"/>
                  </a:lnTo>
                  <a:lnTo>
                    <a:pt x="0" y="2690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0484858" name="Freeform 62"/>
            <p:cNvSpPr/>
            <p:nvPr/>
          </p:nvSpPr>
          <p:spPr bwMode="auto">
            <a:xfrm>
              <a:off x="8234429" y="484110"/>
              <a:ext cx="465927" cy="465927"/>
            </a:xfrm>
            <a:custGeom>
              <a:avLst/>
              <a:gdLst/>
              <a:ahLst/>
              <a:cxnLst/>
              <a:rect l="l" t="t" r="r" b="b"/>
              <a:pathLst>
                <a:path w="465929" h="465929" fill="norm" stroke="1" extrusionOk="0">
                  <a:moveTo>
                    <a:pt x="0" y="0"/>
                  </a:moveTo>
                  <a:lnTo>
                    <a:pt x="465929" y="0"/>
                  </a:lnTo>
                  <a:lnTo>
                    <a:pt x="465929" y="465929"/>
                  </a:lnTo>
                  <a:lnTo>
                    <a:pt x="0" y="465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3538157" name="AutoShape 63"/>
            <p:cNvSpPr/>
            <p:nvPr/>
          </p:nvSpPr>
          <p:spPr bwMode="auto">
            <a:xfrm flipV="1">
              <a:off x="3969992" y="1863208"/>
              <a:ext cx="3090990" cy="42517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473899" name="Freeform 64"/>
            <p:cNvSpPr/>
            <p:nvPr/>
          </p:nvSpPr>
          <p:spPr bwMode="auto">
            <a:xfrm>
              <a:off x="5419755" y="1477988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20" y="0"/>
                  </a:lnTo>
                  <a:lnTo>
                    <a:pt x="486020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213492" name="TextBox 65"/>
            <p:cNvSpPr txBox="1"/>
            <p:nvPr/>
          </p:nvSpPr>
          <p:spPr bwMode="auto">
            <a:xfrm flipH="0" flipV="0">
              <a:off x="1040096" y="225030"/>
              <a:ext cx="3058299" cy="290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1420103332" name="Rectangle: Rounded Corners 12"/>
            <p:cNvSpPr/>
            <p:nvPr/>
          </p:nvSpPr>
          <p:spPr bwMode="auto">
            <a:xfrm>
              <a:off x="104009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612081" name=""/>
          <p:cNvGrpSpPr/>
          <p:nvPr/>
        </p:nvGrpSpPr>
        <p:grpSpPr bwMode="auto">
          <a:xfrm>
            <a:off x="399763" y="1867617"/>
            <a:ext cx="11445597" cy="3256218"/>
            <a:chOff x="0" y="0"/>
            <a:chExt cx="11445597" cy="3256218"/>
          </a:xfrm>
        </p:grpSpPr>
        <p:sp>
          <p:nvSpPr>
            <p:cNvPr id="330249888" name="Freeform 26"/>
            <p:cNvSpPr/>
            <p:nvPr/>
          </p:nvSpPr>
          <p:spPr bwMode="auto">
            <a:xfrm>
              <a:off x="0" y="1290729"/>
              <a:ext cx="619421" cy="567544"/>
            </a:xfrm>
            <a:custGeom>
              <a:avLst/>
              <a:gdLst/>
              <a:ahLst/>
              <a:cxnLst/>
              <a:rect l="l" t="t" r="r" b="b"/>
              <a:pathLst>
                <a:path w="619423" h="567546" fill="norm" stroke="1" extrusionOk="0">
                  <a:moveTo>
                    <a:pt x="0" y="0"/>
                  </a:moveTo>
                  <a:lnTo>
                    <a:pt x="619422" y="0"/>
                  </a:lnTo>
                  <a:lnTo>
                    <a:pt x="619422" y="567546"/>
                  </a:lnTo>
                  <a:lnTo>
                    <a:pt x="0" y="567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7161" name="Freeform 31"/>
            <p:cNvSpPr/>
            <p:nvPr/>
          </p:nvSpPr>
          <p:spPr bwMode="auto">
            <a:xfrm rot="0" flipH="0" flipV="0">
              <a:off x="1188237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1594383" name="TextBox 32"/>
            <p:cNvSpPr txBox="1"/>
            <p:nvPr/>
          </p:nvSpPr>
          <p:spPr bwMode="auto">
            <a:xfrm rot="0" flipH="0" flipV="0">
              <a:off x="1188237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09296778" name="AutoShape 33"/>
            <p:cNvSpPr/>
            <p:nvPr/>
          </p:nvSpPr>
          <p:spPr bwMode="auto">
            <a:xfrm>
              <a:off x="2508399" y="720472"/>
              <a:ext cx="0" cy="2040804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94529" name="Freeform 35"/>
            <p:cNvSpPr/>
            <p:nvPr/>
          </p:nvSpPr>
          <p:spPr bwMode="auto">
            <a:xfrm rot="0" flipH="0" flipV="0">
              <a:off x="1188237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2558533" name="TextBox 36"/>
            <p:cNvSpPr txBox="1"/>
            <p:nvPr/>
          </p:nvSpPr>
          <p:spPr bwMode="auto">
            <a:xfrm rot="0" flipH="0" flipV="0">
              <a:off x="1188237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796134433" name="Freeform 38"/>
            <p:cNvSpPr/>
            <p:nvPr/>
          </p:nvSpPr>
          <p:spPr bwMode="auto">
            <a:xfrm rot="0" flipH="0" flipV="0">
              <a:off x="1188318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169119" name="TextBox 39"/>
            <p:cNvSpPr txBox="1"/>
            <p:nvPr/>
          </p:nvSpPr>
          <p:spPr bwMode="auto">
            <a:xfrm rot="0" flipH="0" flipV="0">
              <a:off x="1188318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683598275" name="Freeform 41"/>
            <p:cNvSpPr/>
            <p:nvPr/>
          </p:nvSpPr>
          <p:spPr bwMode="auto">
            <a:xfrm rot="0" flipH="0" flipV="0">
              <a:off x="1188318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009755" name="TextBox 42"/>
            <p:cNvSpPr txBox="1"/>
            <p:nvPr/>
          </p:nvSpPr>
          <p:spPr bwMode="auto">
            <a:xfrm rot="0" flipH="0" flipV="0">
              <a:off x="1188318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40735819" name="Freeform 44"/>
            <p:cNvSpPr/>
            <p:nvPr/>
          </p:nvSpPr>
          <p:spPr bwMode="auto">
            <a:xfrm rot="0" flipH="0" flipV="0">
              <a:off x="1188318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1304086" name="TextBox 45"/>
            <p:cNvSpPr txBox="1"/>
            <p:nvPr/>
          </p:nvSpPr>
          <p:spPr bwMode="auto">
            <a:xfrm rot="0" flipH="0" flipV="0">
              <a:off x="1188318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7915216" name="Freeform 47"/>
            <p:cNvSpPr/>
            <p:nvPr/>
          </p:nvSpPr>
          <p:spPr bwMode="auto">
            <a:xfrm rot="0" flipH="0" flipV="0">
              <a:off x="2801128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172621" name="TextBox 48"/>
            <p:cNvSpPr txBox="1"/>
            <p:nvPr/>
          </p:nvSpPr>
          <p:spPr bwMode="auto">
            <a:xfrm rot="0" flipH="0" flipV="0">
              <a:off x="2801128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551651551" name="Freeform 50"/>
            <p:cNvSpPr/>
            <p:nvPr/>
          </p:nvSpPr>
          <p:spPr bwMode="auto">
            <a:xfrm rot="0" flipH="0" flipV="0">
              <a:off x="2801128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637252" name="TextBox 51"/>
            <p:cNvSpPr txBox="1"/>
            <p:nvPr/>
          </p:nvSpPr>
          <p:spPr bwMode="auto">
            <a:xfrm rot="0" flipH="0" flipV="0">
              <a:off x="2801128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061083788" name="Freeform 53"/>
            <p:cNvSpPr/>
            <p:nvPr/>
          </p:nvSpPr>
          <p:spPr bwMode="auto">
            <a:xfrm rot="0" flipH="0" flipV="0">
              <a:off x="2801210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4791074" name="TextBox 54"/>
            <p:cNvSpPr txBox="1"/>
            <p:nvPr/>
          </p:nvSpPr>
          <p:spPr bwMode="auto">
            <a:xfrm rot="0" flipH="0" flipV="0">
              <a:off x="2801210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97736629" name="Freeform 56"/>
            <p:cNvSpPr/>
            <p:nvPr/>
          </p:nvSpPr>
          <p:spPr bwMode="auto">
            <a:xfrm rot="0" flipH="0" flipV="0">
              <a:off x="2801210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8600568" name="TextBox 57"/>
            <p:cNvSpPr txBox="1"/>
            <p:nvPr/>
          </p:nvSpPr>
          <p:spPr bwMode="auto">
            <a:xfrm rot="0" flipH="0" flipV="0">
              <a:off x="2801210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308422809" name="Freeform 59"/>
            <p:cNvSpPr/>
            <p:nvPr/>
          </p:nvSpPr>
          <p:spPr bwMode="auto">
            <a:xfrm rot="0" flipH="0" flipV="0">
              <a:off x="2801210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9703424" name="TextBox 60"/>
            <p:cNvSpPr txBox="1"/>
            <p:nvPr/>
          </p:nvSpPr>
          <p:spPr bwMode="auto">
            <a:xfrm rot="0" flipH="0" flipV="0">
              <a:off x="2801210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08637901" name="Freeform 61"/>
            <p:cNvSpPr/>
            <p:nvPr/>
          </p:nvSpPr>
          <p:spPr bwMode="auto">
            <a:xfrm>
              <a:off x="8732988" y="277383"/>
              <a:ext cx="2712609" cy="2594241"/>
            </a:xfrm>
            <a:custGeom>
              <a:avLst/>
              <a:gdLst/>
              <a:ahLst/>
              <a:cxnLst/>
              <a:rect l="l" t="t" r="r" b="b"/>
              <a:pathLst>
                <a:path w="2712610" h="2594241" fill="norm" stroke="1" extrusionOk="0">
                  <a:moveTo>
                    <a:pt x="0" y="0"/>
                  </a:moveTo>
                  <a:lnTo>
                    <a:pt x="2712610" y="0"/>
                  </a:lnTo>
                  <a:lnTo>
                    <a:pt x="2712610" y="2594241"/>
                  </a:lnTo>
                  <a:lnTo>
                    <a:pt x="0" y="2594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6201177" name="Freeform 62"/>
            <p:cNvSpPr/>
            <p:nvPr/>
          </p:nvSpPr>
          <p:spPr bwMode="auto">
            <a:xfrm>
              <a:off x="9864626" y="431101"/>
              <a:ext cx="449328" cy="449328"/>
            </a:xfrm>
            <a:custGeom>
              <a:avLst/>
              <a:gdLst/>
              <a:ahLst/>
              <a:cxnLst/>
              <a:rect l="l" t="t" r="r" b="b"/>
              <a:pathLst>
                <a:path w="449330" h="449330" fill="norm" stroke="1" extrusionOk="0">
                  <a:moveTo>
                    <a:pt x="0" y="0"/>
                  </a:moveTo>
                  <a:lnTo>
                    <a:pt x="449330" y="0"/>
                  </a:lnTo>
                  <a:lnTo>
                    <a:pt x="449330" y="449330"/>
                  </a:lnTo>
                  <a:lnTo>
                    <a:pt x="0" y="449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8006657" name="AutoShape 63"/>
            <p:cNvSpPr/>
            <p:nvPr/>
          </p:nvSpPr>
          <p:spPr bwMode="auto">
            <a:xfrm flipV="1">
              <a:off x="3828558" y="1874389"/>
              <a:ext cx="1304229" cy="2967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072325" name="Freeform 64"/>
            <p:cNvSpPr/>
            <p:nvPr/>
          </p:nvSpPr>
          <p:spPr bwMode="auto">
            <a:xfrm>
              <a:off x="5132789" y="798846"/>
              <a:ext cx="2580024" cy="1564139"/>
            </a:xfrm>
            <a:custGeom>
              <a:avLst/>
              <a:gdLst/>
              <a:ahLst/>
              <a:cxnLst/>
              <a:rect l="l" t="t" r="r" b="b"/>
              <a:pathLst>
                <a:path w="2580026" h="1564141" fill="norm" stroke="1" extrusionOk="0">
                  <a:moveTo>
                    <a:pt x="0" y="0"/>
                  </a:moveTo>
                  <a:lnTo>
                    <a:pt x="2580026" y="0"/>
                  </a:lnTo>
                  <a:lnTo>
                    <a:pt x="2580026" y="1564141"/>
                  </a:lnTo>
                  <a:lnTo>
                    <a:pt x="0" y="156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2342313" name="Freeform 65"/>
            <p:cNvSpPr/>
            <p:nvPr/>
          </p:nvSpPr>
          <p:spPr bwMode="auto">
            <a:xfrm>
              <a:off x="7997571" y="1001906"/>
              <a:ext cx="468703" cy="468703"/>
            </a:xfrm>
            <a:custGeom>
              <a:avLst/>
              <a:gdLst/>
              <a:ahLst/>
              <a:cxnLst/>
              <a:rect l="l" t="t" r="r" b="b"/>
              <a:pathLst>
                <a:path w="468705" h="468705" fill="norm" stroke="1" extrusionOk="0">
                  <a:moveTo>
                    <a:pt x="0" y="0"/>
                  </a:moveTo>
                  <a:lnTo>
                    <a:pt x="468705" y="0"/>
                  </a:lnTo>
                  <a:lnTo>
                    <a:pt x="468705" y="468705"/>
                  </a:lnTo>
                  <a:lnTo>
                    <a:pt x="0" y="4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731104" name="TextBox 66"/>
            <p:cNvSpPr txBox="1"/>
            <p:nvPr/>
          </p:nvSpPr>
          <p:spPr bwMode="auto">
            <a:xfrm flipH="0" flipV="0">
              <a:off x="968742" y="175974"/>
              <a:ext cx="3057579" cy="28052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9064603" name="AutoShape 67"/>
            <p:cNvSpPr/>
            <p:nvPr/>
          </p:nvSpPr>
          <p:spPr bwMode="auto">
            <a:xfrm flipV="1">
              <a:off x="7712816" y="1574503"/>
              <a:ext cx="1020169" cy="641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759926" name="Rectangle: Rounded Corners 12"/>
            <p:cNvSpPr/>
            <p:nvPr/>
          </p:nvSpPr>
          <p:spPr bwMode="auto">
            <a:xfrm>
              <a:off x="968743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557403" name="TextBox 41"/>
          <p:cNvSpPr txBox="1"/>
          <p:nvPr/>
        </p:nvSpPr>
        <p:spPr bwMode="auto">
          <a:xfrm flipH="0" flipV="0">
            <a:off x="1188873" y="1878139"/>
            <a:ext cx="9814252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Emitent teeb enda </a:t>
            </a:r>
            <a:r>
              <a:rPr sz="2000" i="1" lang="fr-FR">
                <a:solidFill>
                  <a:srgbClr val="000000"/>
                </a:solidFill>
                <a:latin typeface="IBM Plex Sans"/>
              </a:rPr>
              <a:t>suhtes 4 tehingut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8280095" name="Freeform 42"/>
          <p:cNvSpPr/>
          <p:nvPr/>
        </p:nvSpPr>
        <p:spPr bwMode="auto">
          <a:xfrm rot="4964345">
            <a:off x="4126738" y="312906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657069" name="Freeform 43"/>
          <p:cNvSpPr/>
          <p:nvPr/>
        </p:nvSpPr>
        <p:spPr bwMode="auto">
          <a:xfrm rot="-6062157" flipH="1">
            <a:off x="6413752" y="299322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7688504" name="Freeform 44"/>
          <p:cNvSpPr/>
          <p:nvPr/>
        </p:nvSpPr>
        <p:spPr bwMode="auto">
          <a:xfrm rot="6345702">
            <a:off x="2542375" y="299149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025063" name="Freeform 45"/>
          <p:cNvSpPr/>
          <p:nvPr/>
        </p:nvSpPr>
        <p:spPr bwMode="auto">
          <a:xfrm rot="-8025351" flipH="1">
            <a:off x="7509609" y="268177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05365633" name=""/>
          <p:cNvGrpSpPr/>
          <p:nvPr/>
        </p:nvGrpSpPr>
        <p:grpSpPr bwMode="auto">
          <a:xfrm>
            <a:off x="2293978" y="3726648"/>
            <a:ext cx="7240438" cy="1063784"/>
            <a:chOff x="0" y="0"/>
            <a:chExt cx="7240438" cy="1063784"/>
          </a:xfrm>
        </p:grpSpPr>
        <p:sp>
          <p:nvSpPr>
            <p:cNvPr id="1185581916" name="Freeform 27"/>
            <p:cNvSpPr/>
            <p:nvPr/>
          </p:nvSpPr>
          <p:spPr bwMode="auto">
            <a:xfrm rot="0" flipH="0" flipV="0">
              <a:off x="0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15432520" name="TextBox 28"/>
            <p:cNvSpPr txBox="1"/>
            <p:nvPr/>
          </p:nvSpPr>
          <p:spPr bwMode="auto">
            <a:xfrm rot="0" flipH="0" flipV="0">
              <a:off x="0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97696815" name="Freeform 30"/>
            <p:cNvSpPr/>
            <p:nvPr/>
          </p:nvSpPr>
          <p:spPr bwMode="auto">
            <a:xfrm rot="0" flipH="0" flipV="0">
              <a:off x="1974886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65279219" name="TextBox 31"/>
            <p:cNvSpPr txBox="1"/>
            <p:nvPr/>
          </p:nvSpPr>
          <p:spPr bwMode="auto">
            <a:xfrm rot="0" flipH="0" flipV="0">
              <a:off x="1974886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21424206" name="Freeform 33"/>
            <p:cNvSpPr/>
            <p:nvPr/>
          </p:nvSpPr>
          <p:spPr bwMode="auto">
            <a:xfrm rot="0" flipH="0" flipV="0">
              <a:off x="3949771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743183" name="TextBox 34"/>
            <p:cNvSpPr txBox="1"/>
            <p:nvPr/>
          </p:nvSpPr>
          <p:spPr bwMode="auto">
            <a:xfrm rot="0" flipH="0" flipV="0">
              <a:off x="3949771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152497" name="Freeform 36"/>
            <p:cNvSpPr/>
            <p:nvPr/>
          </p:nvSpPr>
          <p:spPr bwMode="auto">
            <a:xfrm rot="0" flipH="0" flipV="0">
              <a:off x="5923719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7261098" name="TextBox 37"/>
            <p:cNvSpPr txBox="1"/>
            <p:nvPr/>
          </p:nvSpPr>
          <p:spPr bwMode="auto">
            <a:xfrm rot="0" flipH="0" flipV="0">
              <a:off x="5923719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91222919" name="AutoShape 38"/>
            <p:cNvSpPr/>
            <p:nvPr/>
          </p:nvSpPr>
          <p:spPr bwMode="auto">
            <a:xfrm flipH="1">
              <a:off x="1316725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389803" name="AutoShape 39"/>
            <p:cNvSpPr/>
            <p:nvPr/>
          </p:nvSpPr>
          <p:spPr bwMode="auto">
            <a:xfrm flipH="1">
              <a:off x="3291610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2744798" name="AutoShape 40"/>
            <p:cNvSpPr/>
            <p:nvPr/>
          </p:nvSpPr>
          <p:spPr bwMode="auto">
            <a:xfrm flipH="1">
              <a:off x="5266495" y="616273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585663" name="TextBox 45"/>
          <p:cNvSpPr txBox="1"/>
          <p:nvPr/>
        </p:nvSpPr>
        <p:spPr bwMode="auto">
          <a:xfrm flipH="0" flipV="0">
            <a:off x="1378689" y="1411110"/>
            <a:ext cx="9060362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Emitent teeb enda </a:t>
            </a:r>
            <a:r>
              <a:rPr sz="2000" b="0" i="1" u="none" lang="fr-FR">
                <a:solidFill>
                  <a:srgbClr val="000000"/>
                </a:solidFill>
                <a:latin typeface="IBM Plex Sans"/>
              </a:rPr>
              <a:t>suhtes 4 tehingut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53892706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68471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Viimast tehingut kasutatakse lõppsaajale maksmiseks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47676673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27311409" name=""/>
          <p:cNvGrpSpPr/>
          <p:nvPr/>
        </p:nvGrpSpPr>
        <p:grpSpPr bwMode="auto">
          <a:xfrm>
            <a:off x="1339114" y="2215050"/>
            <a:ext cx="9214385" cy="2148666"/>
            <a:chOff x="0" y="0"/>
            <a:chExt cx="9214385" cy="2148666"/>
          </a:xfrm>
        </p:grpSpPr>
        <p:sp>
          <p:nvSpPr>
            <p:cNvPr id="1211206567" name="Freeform 27"/>
            <p:cNvSpPr/>
            <p:nvPr/>
          </p:nvSpPr>
          <p:spPr bwMode="auto">
            <a:xfrm rot="0" flipH="0" flipV="0">
              <a:off x="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4905130" name="TextBox 28"/>
            <p:cNvSpPr txBox="1"/>
            <p:nvPr/>
          </p:nvSpPr>
          <p:spPr bwMode="auto">
            <a:xfrm rot="0" flipH="0" flipV="0">
              <a:off x="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0148328" name="Freeform 30"/>
            <p:cNvSpPr/>
            <p:nvPr/>
          </p:nvSpPr>
          <p:spPr bwMode="auto">
            <a:xfrm rot="0" flipH="0" flipV="0">
              <a:off x="1974884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69886787" name="TextBox 31"/>
            <p:cNvSpPr txBox="1"/>
            <p:nvPr/>
          </p:nvSpPr>
          <p:spPr bwMode="auto">
            <a:xfrm rot="0" flipH="0" flipV="0">
              <a:off x="1974884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7084596" name="Freeform 33"/>
            <p:cNvSpPr/>
            <p:nvPr/>
          </p:nvSpPr>
          <p:spPr bwMode="auto">
            <a:xfrm rot="0" flipH="0" flipV="0">
              <a:off x="394977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51708523" name="TextBox 34"/>
            <p:cNvSpPr txBox="1"/>
            <p:nvPr/>
          </p:nvSpPr>
          <p:spPr bwMode="auto">
            <a:xfrm rot="0" flipH="0" flipV="0">
              <a:off x="394977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78772838" name="Freeform 36"/>
            <p:cNvSpPr/>
            <p:nvPr/>
          </p:nvSpPr>
          <p:spPr bwMode="auto">
            <a:xfrm rot="0" flipH="0" flipV="0">
              <a:off x="5923719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70812706" name="TextBox 37"/>
            <p:cNvSpPr txBox="1"/>
            <p:nvPr/>
          </p:nvSpPr>
          <p:spPr bwMode="auto">
            <a:xfrm rot="0" flipH="0" flipV="0">
              <a:off x="5923719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73741250" name="Freeform 39"/>
            <p:cNvSpPr/>
            <p:nvPr/>
          </p:nvSpPr>
          <p:spPr bwMode="auto">
            <a:xfrm rot="0" flipH="0" flipV="0">
              <a:off x="7897665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59279997" name="TextBox 40"/>
            <p:cNvSpPr txBox="1"/>
            <p:nvPr/>
          </p:nvSpPr>
          <p:spPr bwMode="auto">
            <a:xfrm rot="0" flipH="0" flipV="0">
              <a:off x="7897665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01688575" name="AutoShape 41"/>
            <p:cNvSpPr/>
            <p:nvPr/>
          </p:nvSpPr>
          <p:spPr bwMode="auto">
            <a:xfrm flipH="1">
              <a:off x="1316723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7502252" name="AutoShape 42"/>
            <p:cNvSpPr/>
            <p:nvPr/>
          </p:nvSpPr>
          <p:spPr bwMode="auto">
            <a:xfrm flipH="1">
              <a:off x="3291609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439759" name="AutoShape 43"/>
            <p:cNvSpPr/>
            <p:nvPr/>
          </p:nvSpPr>
          <p:spPr bwMode="auto">
            <a:xfrm flipH="1">
              <a:off x="5266494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3727017" name="AutoShape 44"/>
            <p:cNvSpPr/>
            <p:nvPr/>
          </p:nvSpPr>
          <p:spPr bwMode="auto">
            <a:xfrm flipH="1">
              <a:off x="7240442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592543" name="Freeform 46"/>
            <p:cNvSpPr/>
            <p:nvPr/>
          </p:nvSpPr>
          <p:spPr bwMode="auto">
            <a:xfrm rot="4964345">
              <a:off x="1832757" y="487300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775453" name="Freeform 47"/>
            <p:cNvSpPr/>
            <p:nvPr/>
          </p:nvSpPr>
          <p:spPr bwMode="auto">
            <a:xfrm rot="-6062157" flipH="1">
              <a:off x="4119771" y="35145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974849" y="0"/>
                  </a:moveTo>
                  <a:lnTo>
                    <a:pt x="0" y="0"/>
                  </a:lnTo>
                  <a:lnTo>
                    <a:pt x="0" y="275395"/>
                  </a:lnTo>
                  <a:lnTo>
                    <a:pt x="974849" y="275395"/>
                  </a:lnTo>
                  <a:lnTo>
                    <a:pt x="974849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164146" name="Freeform 48"/>
            <p:cNvSpPr/>
            <p:nvPr/>
          </p:nvSpPr>
          <p:spPr bwMode="auto">
            <a:xfrm rot="6345702">
              <a:off x="248393" y="34972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87472335" name=""/>
          <p:cNvGrpSpPr/>
          <p:nvPr/>
        </p:nvGrpSpPr>
        <p:grpSpPr bwMode="auto">
          <a:xfrm>
            <a:off x="443259" y="1188538"/>
            <a:ext cx="11168101" cy="4439599"/>
            <a:chOff x="0" y="0"/>
            <a:chExt cx="11168101" cy="4439599"/>
          </a:xfrm>
        </p:grpSpPr>
        <p:sp>
          <p:nvSpPr>
            <p:cNvPr id="855010639" name="Freeform 33"/>
            <p:cNvSpPr/>
            <p:nvPr/>
          </p:nvSpPr>
          <p:spPr bwMode="auto">
            <a:xfrm rot="0" flipH="0" flipV="0">
              <a:off x="5425549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2444627" name="TextBox 34"/>
            <p:cNvSpPr txBox="1"/>
            <p:nvPr/>
          </p:nvSpPr>
          <p:spPr bwMode="auto">
            <a:xfrm rot="0" flipH="0" flipV="0">
              <a:off x="5425549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3105794" name="Freeform 36"/>
            <p:cNvSpPr/>
            <p:nvPr/>
          </p:nvSpPr>
          <p:spPr bwMode="auto">
            <a:xfrm rot="0" flipH="0" flipV="0">
              <a:off x="7027807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232917" name="TextBox 37"/>
            <p:cNvSpPr txBox="1"/>
            <p:nvPr/>
          </p:nvSpPr>
          <p:spPr bwMode="auto">
            <a:xfrm rot="0" flipH="0" flipV="0">
              <a:off x="7027807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39352185" name="Freeform 39"/>
            <p:cNvSpPr/>
            <p:nvPr/>
          </p:nvSpPr>
          <p:spPr bwMode="auto">
            <a:xfrm rot="0" flipH="0" flipV="0">
              <a:off x="8630064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15731026" name="TextBox 40"/>
            <p:cNvSpPr txBox="1"/>
            <p:nvPr/>
          </p:nvSpPr>
          <p:spPr bwMode="auto">
            <a:xfrm rot="0" flipH="0" flipV="0">
              <a:off x="8630064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26962510" name="AutoShape 43"/>
            <p:cNvSpPr/>
            <p:nvPr/>
          </p:nvSpPr>
          <p:spPr bwMode="auto">
            <a:xfrm flipH="1">
              <a:off x="6494337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84904" name="AutoShape 44"/>
            <p:cNvSpPr/>
            <p:nvPr/>
          </p:nvSpPr>
          <p:spPr bwMode="auto">
            <a:xfrm flipH="1">
              <a:off x="8096594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4059014" name="Freeform 49"/>
            <p:cNvSpPr/>
            <p:nvPr/>
          </p:nvSpPr>
          <p:spPr bwMode="auto">
            <a:xfrm>
              <a:off x="10232251" y="2915692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5"/>
                  </a:lnTo>
                  <a:lnTo>
                    <a:pt x="0" y="895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05644" name="Freeform 50"/>
            <p:cNvSpPr/>
            <p:nvPr/>
          </p:nvSpPr>
          <p:spPr bwMode="auto">
            <a:xfrm>
              <a:off x="10622668" y="2968723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469837" name="AutoShape 54"/>
            <p:cNvSpPr/>
            <p:nvPr/>
          </p:nvSpPr>
          <p:spPr bwMode="auto">
            <a:xfrm flipH="1">
              <a:off x="1686118" y="616273"/>
              <a:ext cx="8546132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2704781" name="Freeform 55"/>
            <p:cNvSpPr/>
            <p:nvPr/>
          </p:nvSpPr>
          <p:spPr bwMode="auto">
            <a:xfrm>
              <a:off x="10232251" y="168766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4"/>
                  </a:lnTo>
                  <a:lnTo>
                    <a:pt x="0" y="89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0725807" name="Freeform 56"/>
            <p:cNvSpPr/>
            <p:nvPr/>
          </p:nvSpPr>
          <p:spPr bwMode="auto">
            <a:xfrm>
              <a:off x="10622668" y="221798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5043761" name="AutoShape 57"/>
            <p:cNvSpPr/>
            <p:nvPr/>
          </p:nvSpPr>
          <p:spPr bwMode="auto">
            <a:xfrm flipH="1" flipV="1">
              <a:off x="9698851" y="3363197"/>
              <a:ext cx="53339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4075648" name="Freeform 58"/>
            <p:cNvSpPr/>
            <p:nvPr/>
          </p:nvSpPr>
          <p:spPr bwMode="auto">
            <a:xfrm>
              <a:off x="10457167" y="1203219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9927084" name="Freeform 59"/>
            <p:cNvSpPr/>
            <p:nvPr/>
          </p:nvSpPr>
          <p:spPr bwMode="auto">
            <a:xfrm>
              <a:off x="10457167" y="3953581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469466474" name=""/>
            <p:cNvGrpSpPr/>
            <p:nvPr/>
          </p:nvGrpSpPr>
          <p:grpSpPr bwMode="auto">
            <a:xfrm>
              <a:off x="0" y="0"/>
              <a:ext cx="5425551" cy="3810710"/>
              <a:chOff x="0" y="0"/>
              <a:chExt cx="5425551" cy="3810710"/>
            </a:xfrm>
          </p:grpSpPr>
          <p:sp>
            <p:nvSpPr>
              <p:cNvPr id="1017580813" name="Freeform 27"/>
              <p:cNvSpPr/>
              <p:nvPr/>
            </p:nvSpPr>
            <p:spPr bwMode="auto">
              <a:xfrm rot="0" flipH="0" flipV="0">
                <a:off x="2219517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51960732" name="TextBox 28"/>
              <p:cNvSpPr txBox="1"/>
              <p:nvPr/>
            </p:nvSpPr>
            <p:spPr bwMode="auto">
              <a:xfrm rot="0" flipH="0" flipV="0">
                <a:off x="2219517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96796975" name="Freeform 30"/>
              <p:cNvSpPr/>
              <p:nvPr/>
            </p:nvSpPr>
            <p:spPr bwMode="auto">
              <a:xfrm rot="0" flipH="0" flipV="0">
                <a:off x="3822534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786675212" name="TextBox 31"/>
              <p:cNvSpPr txBox="1"/>
              <p:nvPr/>
            </p:nvSpPr>
            <p:spPr bwMode="auto">
              <a:xfrm rot="0" flipH="0" flipV="0">
                <a:off x="3822534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84065384" name="AutoShape 41"/>
              <p:cNvSpPr/>
              <p:nvPr/>
            </p:nvSpPr>
            <p:spPr bwMode="auto">
              <a:xfrm flipH="1">
                <a:off x="3288303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46747970" name="AutoShape 42"/>
              <p:cNvSpPr/>
              <p:nvPr/>
            </p:nvSpPr>
            <p:spPr bwMode="auto">
              <a:xfrm flipH="1">
                <a:off x="4891320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59438127" name="Freeform 46"/>
              <p:cNvSpPr/>
              <p:nvPr/>
            </p:nvSpPr>
            <p:spPr bwMode="auto">
              <a:xfrm rot="0" flipH="0" flipV="0">
                <a:off x="0" y="2915691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20071466" name="TextBox 47"/>
              <p:cNvSpPr txBox="1"/>
              <p:nvPr/>
            </p:nvSpPr>
            <p:spPr bwMode="auto">
              <a:xfrm rot="0" flipH="0" flipV="0">
                <a:off x="0" y="2746925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74654711" name="AutoShape 48"/>
              <p:cNvSpPr/>
              <p:nvPr/>
            </p:nvSpPr>
            <p:spPr bwMode="auto">
              <a:xfrm flipH="1">
                <a:off x="1686118" y="3363197"/>
                <a:ext cx="533398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963925760" name="Freeform 52"/>
              <p:cNvSpPr/>
              <p:nvPr/>
            </p:nvSpPr>
            <p:spPr bwMode="auto">
              <a:xfrm rot="0" flipH="0" flipV="0">
                <a:off x="0" y="168765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5347115" name="TextBox 53"/>
              <p:cNvSpPr txBox="1"/>
              <p:nvPr/>
            </p:nvSpPr>
            <p:spPr bwMode="auto">
              <a:xfrm rot="0" flipH="0" flipV="0">
                <a:off x="0" y="0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713422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See ei ole enam nad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82367702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Nad on minu kliendid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31735183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3000239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Ilmselt on see jälle nad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065561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Kas nad on ikka veel minu kliendid?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3456806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763965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Coinjoin ei ole minu kliendilt pärit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27959191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787771134" name=""/>
          <p:cNvGrpSpPr/>
          <p:nvPr/>
        </p:nvGrpSpPr>
        <p:grpSpPr bwMode="auto">
          <a:xfrm>
            <a:off x="665892" y="2127137"/>
            <a:ext cx="10482507" cy="1888128"/>
            <a:chOff x="0" y="0"/>
            <a:chExt cx="10482507" cy="1888128"/>
          </a:xfrm>
        </p:grpSpPr>
        <p:sp>
          <p:nvSpPr>
            <p:cNvPr id="1657555333" name="Freeform 27"/>
            <p:cNvSpPr/>
            <p:nvPr/>
          </p:nvSpPr>
          <p:spPr bwMode="auto">
            <a:xfrm rot="-6062157" flipH="1" flipV="1">
              <a:off x="3372817" y="379758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915005" y="258489"/>
                  </a:moveTo>
                  <a:lnTo>
                    <a:pt x="0" y="258489"/>
                  </a:lnTo>
                  <a:lnTo>
                    <a:pt x="0" y="0"/>
                  </a:lnTo>
                  <a:lnTo>
                    <a:pt x="915005" y="0"/>
                  </a:lnTo>
                  <a:lnTo>
                    <a:pt x="915005" y="258489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3913349" name="Freeform 28"/>
            <p:cNvSpPr/>
            <p:nvPr/>
          </p:nvSpPr>
          <p:spPr bwMode="auto">
            <a:xfrm rot="5811785" flipV="1">
              <a:off x="6889798" y="328257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0" y="258488"/>
                  </a:moveTo>
                  <a:lnTo>
                    <a:pt x="915004" y="258488"/>
                  </a:lnTo>
                  <a:lnTo>
                    <a:pt x="915004" y="0"/>
                  </a:lnTo>
                  <a:lnTo>
                    <a:pt x="0" y="0"/>
                  </a:lnTo>
                  <a:lnTo>
                    <a:pt x="0" y="258488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14844070" name=""/>
            <p:cNvGrpSpPr/>
            <p:nvPr/>
          </p:nvGrpSpPr>
          <p:grpSpPr bwMode="auto">
            <a:xfrm>
              <a:off x="0" y="889650"/>
              <a:ext cx="10482507" cy="998477"/>
              <a:chOff x="0" y="0"/>
              <a:chExt cx="10482507" cy="998477"/>
            </a:xfrm>
          </p:grpSpPr>
          <p:sp>
            <p:nvSpPr>
              <p:cNvPr id="1583011658" name="Freeform 32"/>
              <p:cNvSpPr/>
              <p:nvPr/>
            </p:nvSpPr>
            <p:spPr bwMode="auto">
              <a:xfrm rot="0" flipH="0" flipV="0">
                <a:off x="208326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8019421" name="TextBox 33"/>
              <p:cNvSpPr txBox="1"/>
              <p:nvPr/>
            </p:nvSpPr>
            <p:spPr bwMode="auto">
              <a:xfrm rot="0" flipH="0" flipV="0">
                <a:off x="208326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69112468" name="Freeform 35"/>
              <p:cNvSpPr/>
              <p:nvPr/>
            </p:nvSpPr>
            <p:spPr bwMode="auto">
              <a:xfrm rot="0" flipH="0" flipV="0">
                <a:off x="358787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2715657" name="TextBox 36"/>
              <p:cNvSpPr txBox="1"/>
              <p:nvPr/>
            </p:nvSpPr>
            <p:spPr bwMode="auto">
              <a:xfrm rot="0" flipH="0" flipV="0">
                <a:off x="358787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42815018" name="Freeform 38"/>
              <p:cNvSpPr/>
              <p:nvPr/>
            </p:nvSpPr>
            <p:spPr bwMode="auto">
              <a:xfrm rot="0" flipH="0" flipV="0">
                <a:off x="509248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77710320" name="TextBox 39"/>
              <p:cNvSpPr txBox="1"/>
              <p:nvPr/>
            </p:nvSpPr>
            <p:spPr bwMode="auto">
              <a:xfrm rot="0" flipH="0" flipV="0">
                <a:off x="509248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3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75830920" name="Freeform 41"/>
              <p:cNvSpPr/>
              <p:nvPr/>
            </p:nvSpPr>
            <p:spPr bwMode="auto">
              <a:xfrm rot="0" flipH="0" flipV="0">
                <a:off x="6596379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1523987" name="TextBox 42"/>
              <p:cNvSpPr txBox="1"/>
              <p:nvPr/>
            </p:nvSpPr>
            <p:spPr bwMode="auto">
              <a:xfrm rot="0" flipH="0" flipV="0">
                <a:off x="6596379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4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40465504" name="Freeform 44"/>
              <p:cNvSpPr/>
              <p:nvPr/>
            </p:nvSpPr>
            <p:spPr bwMode="auto">
              <a:xfrm rot="0" flipH="0" flipV="0">
                <a:off x="8100274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4695154" name="TextBox 45"/>
              <p:cNvSpPr txBox="1"/>
              <p:nvPr/>
            </p:nvSpPr>
            <p:spPr bwMode="auto">
              <a:xfrm rot="0" flipH="0" flipV="0">
                <a:off x="8100274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5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05667276" name="AutoShape 46"/>
              <p:cNvSpPr/>
              <p:nvPr/>
            </p:nvSpPr>
            <p:spPr bwMode="auto">
              <a:xfrm flipH="1">
                <a:off x="308643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51608221" name="AutoShape 47"/>
              <p:cNvSpPr/>
              <p:nvPr/>
            </p:nvSpPr>
            <p:spPr bwMode="auto">
              <a:xfrm flipH="1">
                <a:off x="459104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570517256" name="AutoShape 48"/>
              <p:cNvSpPr/>
              <p:nvPr/>
            </p:nvSpPr>
            <p:spPr bwMode="auto">
              <a:xfrm flipH="1">
                <a:off x="6095659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80442653" name="AutoShape 49"/>
              <p:cNvSpPr/>
              <p:nvPr/>
            </p:nvSpPr>
            <p:spPr bwMode="auto">
              <a:xfrm flipH="1">
                <a:off x="7599555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81926957" name="Freeform 54"/>
              <p:cNvSpPr/>
              <p:nvPr/>
            </p:nvSpPr>
            <p:spPr bwMode="auto">
              <a:xfrm>
                <a:off x="9604107" y="158406"/>
                <a:ext cx="878400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878401" h="840071" fill="norm" stroke="1" extrusionOk="0">
                    <a:moveTo>
                      <a:pt x="0" y="0"/>
                    </a:moveTo>
                    <a:lnTo>
                      <a:pt x="878401" y="0"/>
                    </a:lnTo>
                    <a:lnTo>
                      <a:pt x="878401" y="840071"/>
                    </a:lnTo>
                    <a:lnTo>
                      <a:pt x="0" y="84007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870572811" name="Freeform 55"/>
              <p:cNvSpPr/>
              <p:nvPr/>
            </p:nvSpPr>
            <p:spPr bwMode="auto">
              <a:xfrm>
                <a:off x="9970555" y="183940"/>
                <a:ext cx="145503" cy="145503"/>
              </a:xfrm>
              <a:custGeom>
                <a:avLst/>
                <a:gdLst/>
                <a:ahLst/>
                <a:cxnLst/>
                <a:rect l="l" t="t" r="r" b="b"/>
                <a:pathLst>
                  <a:path w="145503" h="145503" fill="norm" stroke="1" extrusionOk="0">
                    <a:moveTo>
                      <a:pt x="0" y="0"/>
                    </a:moveTo>
                    <a:lnTo>
                      <a:pt x="145503" y="0"/>
                    </a:lnTo>
                    <a:lnTo>
                      <a:pt x="145503" y="145503"/>
                    </a:lnTo>
                    <a:lnTo>
                      <a:pt x="0" y="1455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520002919" name="AutoShape 56"/>
              <p:cNvSpPr/>
              <p:nvPr/>
            </p:nvSpPr>
            <p:spPr bwMode="auto">
              <a:xfrm flipH="1">
                <a:off x="9103450" y="578441"/>
                <a:ext cx="500653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grpSp>
            <p:nvGrpSpPr>
              <p:cNvPr id="1587765784" name=""/>
              <p:cNvGrpSpPr/>
              <p:nvPr/>
            </p:nvGrpSpPr>
            <p:grpSpPr bwMode="auto">
              <a:xfrm>
                <a:off x="0" y="0"/>
                <a:ext cx="2083262" cy="998477"/>
                <a:chOff x="0" y="0"/>
                <a:chExt cx="2083262" cy="998477"/>
              </a:xfrm>
            </p:grpSpPr>
            <p:sp>
              <p:nvSpPr>
                <p:cNvPr id="369224443" name="Freeform 51"/>
                <p:cNvSpPr/>
                <p:nvPr/>
              </p:nvSpPr>
              <p:spPr bwMode="auto">
                <a:xfrm rot="0" flipH="0" flipV="0">
                  <a:off x="0" y="158404"/>
                  <a:ext cx="1582605" cy="840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120" h="353586" fill="norm" stroke="1" extrusionOk="0">
                      <a:moveTo>
                        <a:pt x="97838" y="0"/>
                      </a:moveTo>
                      <a:lnTo>
                        <a:pt x="568283" y="0"/>
                      </a:lnTo>
                      <a:cubicBezTo>
                        <a:pt x="594231" y="0"/>
                        <a:pt x="619116" y="10308"/>
                        <a:pt x="637464" y="28656"/>
                      </a:cubicBezTo>
                      <a:cubicBezTo>
                        <a:pt x="655812" y="47004"/>
                        <a:pt x="666120" y="71889"/>
                        <a:pt x="666120" y="97838"/>
                      </a:cubicBezTo>
                      <a:lnTo>
                        <a:pt x="666120" y="255749"/>
                      </a:lnTo>
                      <a:cubicBezTo>
                        <a:pt x="666120" y="309783"/>
                        <a:pt x="622317" y="353586"/>
                        <a:pt x="568283" y="353586"/>
                      </a:cubicBezTo>
                      <a:lnTo>
                        <a:pt x="97838" y="353586"/>
                      </a:lnTo>
                      <a:cubicBezTo>
                        <a:pt x="43803" y="353586"/>
                        <a:pt x="0" y="309783"/>
                        <a:pt x="0" y="255749"/>
                      </a:cubicBezTo>
                      <a:lnTo>
                        <a:pt x="0" y="97838"/>
                      </a:lnTo>
                      <a:cubicBezTo>
                        <a:pt x="0" y="43803"/>
                        <a:pt x="43803" y="0"/>
                        <a:pt x="9783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/>
                <a:lstStyle/>
                <a:p>
                  <a:pPr>
                    <a:defRPr/>
                  </a:pP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1570117165" name="TextBox 52"/>
                <p:cNvSpPr txBox="1"/>
                <p:nvPr/>
              </p:nvSpPr>
              <p:spPr bwMode="auto">
                <a:xfrm rot="0" flipH="0" flipV="0">
                  <a:off x="0" y="0"/>
                  <a:ext cx="1582605" cy="998479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3344"/>
                    </a:lnSpc>
                    <a:defRPr/>
                  </a:pPr>
                  <a:r>
                    <a:rPr lang="en-US" sz="20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coinjoin</a:t>
                  </a: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497101514" name="AutoShape 53"/>
                <p:cNvSpPr/>
                <p:nvPr/>
              </p:nvSpPr>
              <p:spPr bwMode="auto">
                <a:xfrm flipH="1">
                  <a:off x="1582609" y="578441"/>
                  <a:ext cx="500653" cy="0"/>
                </a:xfrm>
                <a:prstGeom prst="line">
                  <a:avLst/>
                </a:prstGeom>
                <a:grpFill/>
                <a:ln w="47625" cap="flat">
                  <a:solidFill>
                    <a:srgbClr val="000000"/>
                  </a:solidFill>
                  <a:prstDash val="solid"/>
                  <a:headEnd type="arrow" w="med" len="sm"/>
                  <a:tailEnd type="none" w="sm" len="sm"/>
                </a:ln>
              </p:spPr>
              <p:txBody>
                <a:bodyPr/>
                <a:lstStyle/>
                <a:p>
                  <a:pPr>
                    <a:defRPr/>
                  </a:pPr>
                  <a:endParaRPr sz="1600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8587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19199" y="1028700"/>
            <a:ext cx="9753599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2181654" name=""/>
          <p:cNvGrpSpPr/>
          <p:nvPr/>
        </p:nvGrpSpPr>
        <p:grpSpPr bwMode="auto">
          <a:xfrm>
            <a:off x="445673" y="1757370"/>
            <a:ext cx="10853710" cy="3266215"/>
            <a:chOff x="0" y="0"/>
            <a:chExt cx="10853710" cy="3266215"/>
          </a:xfrm>
        </p:grpSpPr>
        <p:sp>
          <p:nvSpPr>
            <p:cNvPr id="1136454131" name="Freeform 27"/>
            <p:cNvSpPr/>
            <p:nvPr/>
          </p:nvSpPr>
          <p:spPr bwMode="auto">
            <a:xfrm rot="0" flipH="0" flipV="0">
              <a:off x="1660431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58814597" name="TextBox 28"/>
            <p:cNvSpPr txBox="1"/>
            <p:nvPr/>
          </p:nvSpPr>
          <p:spPr bwMode="auto">
            <a:xfrm rot="0" flipH="0" flipV="0">
              <a:off x="1660431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48904277" name="Freeform 30"/>
            <p:cNvSpPr/>
            <p:nvPr/>
          </p:nvSpPr>
          <p:spPr bwMode="auto">
            <a:xfrm rot="0" flipH="0" flipV="0">
              <a:off x="3093797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9566559" name="TextBox 31"/>
            <p:cNvSpPr txBox="1"/>
            <p:nvPr/>
          </p:nvSpPr>
          <p:spPr bwMode="auto">
            <a:xfrm rot="0" flipH="0" flipV="0">
              <a:off x="3093797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70638816" name="Freeform 33"/>
            <p:cNvSpPr/>
            <p:nvPr/>
          </p:nvSpPr>
          <p:spPr bwMode="auto">
            <a:xfrm rot="0" flipH="0" flipV="0">
              <a:off x="4527162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08307010" name="TextBox 34"/>
            <p:cNvSpPr txBox="1"/>
            <p:nvPr/>
          </p:nvSpPr>
          <p:spPr bwMode="auto">
            <a:xfrm rot="0" flipH="0" flipV="0">
              <a:off x="4527162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71577059" name="Freeform 36"/>
            <p:cNvSpPr/>
            <p:nvPr/>
          </p:nvSpPr>
          <p:spPr bwMode="auto">
            <a:xfrm rot="0" flipH="0" flipV="0">
              <a:off x="5959846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03101146" name="TextBox 37"/>
            <p:cNvSpPr txBox="1"/>
            <p:nvPr/>
          </p:nvSpPr>
          <p:spPr bwMode="auto">
            <a:xfrm rot="0" flipH="0" flipV="0">
              <a:off x="5959846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874772" name="Freeform 39"/>
            <p:cNvSpPr/>
            <p:nvPr/>
          </p:nvSpPr>
          <p:spPr bwMode="auto">
            <a:xfrm rot="0" flipH="0" flipV="0">
              <a:off x="7392533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5012247" name="TextBox 40"/>
            <p:cNvSpPr txBox="1"/>
            <p:nvPr/>
          </p:nvSpPr>
          <p:spPr bwMode="auto">
            <a:xfrm rot="0" flipH="0" flipV="0">
              <a:off x="7392533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54383529" name="AutoShape 41"/>
            <p:cNvSpPr/>
            <p:nvPr/>
          </p:nvSpPr>
          <p:spPr bwMode="auto">
            <a:xfrm flipH="1">
              <a:off x="2616107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2069528" name="AutoShape 42"/>
            <p:cNvSpPr/>
            <p:nvPr/>
          </p:nvSpPr>
          <p:spPr bwMode="auto">
            <a:xfrm flipH="1">
              <a:off x="4049471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50248" name="AutoShape 43"/>
            <p:cNvSpPr/>
            <p:nvPr/>
          </p:nvSpPr>
          <p:spPr bwMode="auto">
            <a:xfrm flipH="1">
              <a:off x="5482836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609376" name="AutoShape 44"/>
            <p:cNvSpPr/>
            <p:nvPr/>
          </p:nvSpPr>
          <p:spPr bwMode="auto">
            <a:xfrm flipH="1">
              <a:off x="6915521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047140" name="Freeform 45"/>
            <p:cNvSpPr/>
            <p:nvPr/>
          </p:nvSpPr>
          <p:spPr bwMode="auto">
            <a:xfrm>
              <a:off x="8825154" y="150905"/>
              <a:ext cx="836806" cy="800291"/>
            </a:xfrm>
            <a:custGeom>
              <a:avLst/>
              <a:gdLst/>
              <a:ahLst/>
              <a:cxnLst/>
              <a:rect l="l" t="t" r="r" b="b"/>
              <a:pathLst>
                <a:path w="836808" h="800293" fill="norm" stroke="1" extrusionOk="0">
                  <a:moveTo>
                    <a:pt x="0" y="0"/>
                  </a:moveTo>
                  <a:lnTo>
                    <a:pt x="836808" y="0"/>
                  </a:lnTo>
                  <a:lnTo>
                    <a:pt x="836808" y="800292"/>
                  </a:lnTo>
                  <a:lnTo>
                    <a:pt x="0" y="800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114455" name="Freeform 46"/>
            <p:cNvSpPr/>
            <p:nvPr/>
          </p:nvSpPr>
          <p:spPr bwMode="auto">
            <a:xfrm>
              <a:off x="9174251" y="175230"/>
              <a:ext cx="138611" cy="138611"/>
            </a:xfrm>
            <a:custGeom>
              <a:avLst/>
              <a:gdLst/>
              <a:ahLst/>
              <a:cxnLst/>
              <a:rect l="l" t="t" r="r" b="b"/>
              <a:pathLst>
                <a:path w="138613" h="138613" fill="norm" stroke="1" extrusionOk="0">
                  <a:moveTo>
                    <a:pt x="0" y="0"/>
                  </a:moveTo>
                  <a:lnTo>
                    <a:pt x="138613" y="0"/>
                  </a:lnTo>
                  <a:lnTo>
                    <a:pt x="138613" y="138613"/>
                  </a:lnTo>
                  <a:lnTo>
                    <a:pt x="0" y="138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3533935" name="AutoShape 47"/>
            <p:cNvSpPr/>
            <p:nvPr/>
          </p:nvSpPr>
          <p:spPr bwMode="auto">
            <a:xfrm flipH="1">
              <a:off x="8348207" y="551052"/>
              <a:ext cx="476946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5925979" name="AutoShape 48"/>
            <p:cNvSpPr/>
            <p:nvPr/>
          </p:nvSpPr>
          <p:spPr bwMode="auto">
            <a:xfrm flipH="1">
              <a:off x="0" y="2648027"/>
              <a:ext cx="933599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8481789" name="Freeform 50"/>
            <p:cNvSpPr/>
            <p:nvPr/>
          </p:nvSpPr>
          <p:spPr bwMode="auto">
            <a:xfrm rot="0" flipH="0" flipV="0">
              <a:off x="74055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2264594" name="TextBox 51"/>
            <p:cNvSpPr txBox="1"/>
            <p:nvPr/>
          </p:nvSpPr>
          <p:spPr bwMode="auto">
            <a:xfrm rot="0" flipH="0" flipV="0">
              <a:off x="74055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6070793" name="Freeform 53"/>
            <p:cNvSpPr/>
            <p:nvPr/>
          </p:nvSpPr>
          <p:spPr bwMode="auto">
            <a:xfrm rot="0" flipH="0" flipV="0">
              <a:off x="217392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493233" name="TextBox 54"/>
            <p:cNvSpPr txBox="1"/>
            <p:nvPr/>
          </p:nvSpPr>
          <p:spPr bwMode="auto">
            <a:xfrm rot="0" flipH="0" flipV="0">
              <a:off x="217392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4645728" name="Freeform 56"/>
            <p:cNvSpPr/>
            <p:nvPr/>
          </p:nvSpPr>
          <p:spPr bwMode="auto">
            <a:xfrm rot="0" flipH="0" flipV="0">
              <a:off x="360633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7837628" name="TextBox 57"/>
            <p:cNvSpPr txBox="1"/>
            <p:nvPr/>
          </p:nvSpPr>
          <p:spPr bwMode="auto">
            <a:xfrm rot="0" flipH="0" flipV="0">
              <a:off x="360633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7557670" name="Freeform 59"/>
            <p:cNvSpPr/>
            <p:nvPr/>
          </p:nvSpPr>
          <p:spPr bwMode="auto">
            <a:xfrm rot="0" flipH="0" flipV="0">
              <a:off x="503875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6886729" name="TextBox 60"/>
            <p:cNvSpPr txBox="1"/>
            <p:nvPr/>
          </p:nvSpPr>
          <p:spPr bwMode="auto">
            <a:xfrm rot="0" flipH="0" flipV="0">
              <a:off x="503875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9500893" name="Freeform 62"/>
            <p:cNvSpPr/>
            <p:nvPr/>
          </p:nvSpPr>
          <p:spPr bwMode="auto">
            <a:xfrm rot="0" flipH="0" flipV="0">
              <a:off x="647116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6373559" name="TextBox 63"/>
            <p:cNvSpPr txBox="1"/>
            <p:nvPr/>
          </p:nvSpPr>
          <p:spPr bwMode="auto">
            <a:xfrm rot="0" flipH="0" flipV="0">
              <a:off x="647116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1032364" name="Freeform 65"/>
            <p:cNvSpPr/>
            <p:nvPr/>
          </p:nvSpPr>
          <p:spPr bwMode="auto">
            <a:xfrm rot="0" flipH="0" flipV="0">
              <a:off x="7903581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1918499" name="TextBox 66"/>
            <p:cNvSpPr txBox="1"/>
            <p:nvPr/>
          </p:nvSpPr>
          <p:spPr bwMode="auto">
            <a:xfrm rot="0" flipH="0" flipV="0">
              <a:off x="7903581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6236363" name="Freeform 68"/>
            <p:cNvSpPr/>
            <p:nvPr/>
          </p:nvSpPr>
          <p:spPr bwMode="auto">
            <a:xfrm rot="0" flipH="0" flipV="0">
              <a:off x="933599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9557235" name="TextBox 69"/>
            <p:cNvSpPr txBox="1"/>
            <p:nvPr/>
          </p:nvSpPr>
          <p:spPr bwMode="auto">
            <a:xfrm rot="0" flipH="0" flipV="0">
              <a:off x="933599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86379535" name="AutoShape 70"/>
            <p:cNvSpPr/>
            <p:nvPr/>
          </p:nvSpPr>
          <p:spPr bwMode="auto">
            <a:xfrm flipH="1" flipV="1">
              <a:off x="10572523" y="2648027"/>
              <a:ext cx="28118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04984" name="AutoShape 71"/>
            <p:cNvSpPr/>
            <p:nvPr/>
          </p:nvSpPr>
          <p:spPr bwMode="auto">
            <a:xfrm flipH="1" flipV="1">
              <a:off x="2315213" y="951196"/>
              <a:ext cx="476968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549929" name="AutoShape 72"/>
            <p:cNvSpPr/>
            <p:nvPr/>
          </p:nvSpPr>
          <p:spPr bwMode="auto">
            <a:xfrm flipH="1" flipV="1">
              <a:off x="3748321" y="951196"/>
              <a:ext cx="476275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4351647" name="AutoShape 73"/>
            <p:cNvSpPr/>
            <p:nvPr/>
          </p:nvSpPr>
          <p:spPr bwMode="auto">
            <a:xfrm flipH="1" flipV="1">
              <a:off x="5181429" y="951196"/>
              <a:ext cx="475583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13846" name="AutoShape 74"/>
            <p:cNvSpPr/>
            <p:nvPr/>
          </p:nvSpPr>
          <p:spPr bwMode="auto">
            <a:xfrm flipH="1" flipV="1">
              <a:off x="6614042" y="951196"/>
              <a:ext cx="475389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5298849" name="AutoShape 75"/>
            <p:cNvSpPr/>
            <p:nvPr/>
          </p:nvSpPr>
          <p:spPr bwMode="auto">
            <a:xfrm flipH="1" flipV="1">
              <a:off x="8046653" y="951196"/>
              <a:ext cx="475191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302551" name=""/>
          <p:cNvGrpSpPr/>
          <p:nvPr/>
        </p:nvGrpSpPr>
        <p:grpSpPr bwMode="auto">
          <a:xfrm>
            <a:off x="1144239" y="1722619"/>
            <a:ext cx="10107418" cy="3264365"/>
            <a:chOff x="0" y="0"/>
            <a:chExt cx="10107418" cy="3264365"/>
          </a:xfrm>
        </p:grpSpPr>
        <p:sp>
          <p:nvSpPr>
            <p:cNvPr id="1233132642" name="Freeform 27"/>
            <p:cNvSpPr/>
            <p:nvPr/>
          </p:nvSpPr>
          <p:spPr bwMode="auto">
            <a:xfrm rot="0" flipH="0" flipV="0">
              <a:off x="919355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16521896" name="TextBox 28"/>
            <p:cNvSpPr txBox="1"/>
            <p:nvPr/>
          </p:nvSpPr>
          <p:spPr bwMode="auto">
            <a:xfrm rot="0" flipH="0" flipV="0">
              <a:off x="919355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0749693" name="Freeform 30"/>
            <p:cNvSpPr/>
            <p:nvPr/>
          </p:nvSpPr>
          <p:spPr bwMode="auto">
            <a:xfrm rot="0" flipH="0" flipV="0">
              <a:off x="2351907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5212003" name="TextBox 31"/>
            <p:cNvSpPr txBox="1"/>
            <p:nvPr/>
          </p:nvSpPr>
          <p:spPr bwMode="auto">
            <a:xfrm rot="0" flipH="0" flipV="0">
              <a:off x="2351907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96250393" name="Freeform 33"/>
            <p:cNvSpPr/>
            <p:nvPr/>
          </p:nvSpPr>
          <p:spPr bwMode="auto">
            <a:xfrm rot="0" flipH="0" flipV="0">
              <a:off x="3784458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45682134" name="TextBox 34"/>
            <p:cNvSpPr txBox="1"/>
            <p:nvPr/>
          </p:nvSpPr>
          <p:spPr bwMode="auto">
            <a:xfrm rot="0" flipH="0" flipV="0">
              <a:off x="3784458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1570014" name="Freeform 36"/>
            <p:cNvSpPr/>
            <p:nvPr/>
          </p:nvSpPr>
          <p:spPr bwMode="auto">
            <a:xfrm rot="0" flipH="0" flipV="0">
              <a:off x="5216330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15018086" name="TextBox 37"/>
            <p:cNvSpPr txBox="1"/>
            <p:nvPr/>
          </p:nvSpPr>
          <p:spPr bwMode="auto">
            <a:xfrm rot="0" flipH="0" flipV="0">
              <a:off x="5216330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7015670" name="Freeform 39"/>
            <p:cNvSpPr/>
            <p:nvPr/>
          </p:nvSpPr>
          <p:spPr bwMode="auto">
            <a:xfrm rot="0" flipH="0" flipV="0">
              <a:off x="6648202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38246883" name="TextBox 40"/>
            <p:cNvSpPr txBox="1"/>
            <p:nvPr/>
          </p:nvSpPr>
          <p:spPr bwMode="auto">
            <a:xfrm rot="0" flipH="0" flipV="0">
              <a:off x="6648202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36227283" name="AutoShape 41"/>
            <p:cNvSpPr/>
            <p:nvPr/>
          </p:nvSpPr>
          <p:spPr bwMode="auto">
            <a:xfrm flipH="1">
              <a:off x="1874487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0038943" name="AutoShape 42"/>
            <p:cNvSpPr/>
            <p:nvPr/>
          </p:nvSpPr>
          <p:spPr bwMode="auto">
            <a:xfrm flipH="1">
              <a:off x="3307039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161302" name="AutoShape 43"/>
            <p:cNvSpPr/>
            <p:nvPr/>
          </p:nvSpPr>
          <p:spPr bwMode="auto">
            <a:xfrm flipH="1">
              <a:off x="4739591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5559181" name="AutoShape 44"/>
            <p:cNvSpPr/>
            <p:nvPr/>
          </p:nvSpPr>
          <p:spPr bwMode="auto">
            <a:xfrm flipH="1">
              <a:off x="6171462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6171140" name="Freeform 45"/>
            <p:cNvSpPr/>
            <p:nvPr/>
          </p:nvSpPr>
          <p:spPr bwMode="auto">
            <a:xfrm>
              <a:off x="8080013" y="150820"/>
              <a:ext cx="836331" cy="799839"/>
            </a:xfrm>
            <a:custGeom>
              <a:avLst/>
              <a:gdLst/>
              <a:ahLst/>
              <a:cxnLst/>
              <a:rect l="l" t="t" r="r" b="b"/>
              <a:pathLst>
                <a:path w="836333" h="799839" fill="norm" stroke="1" extrusionOk="0">
                  <a:moveTo>
                    <a:pt x="0" y="0"/>
                  </a:moveTo>
                  <a:lnTo>
                    <a:pt x="836333" y="0"/>
                  </a:lnTo>
                  <a:lnTo>
                    <a:pt x="836333" y="799839"/>
                  </a:lnTo>
                  <a:lnTo>
                    <a:pt x="0" y="79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1729291" name="Freeform 46"/>
            <p:cNvSpPr/>
            <p:nvPr/>
          </p:nvSpPr>
          <p:spPr bwMode="auto">
            <a:xfrm>
              <a:off x="8428912" y="175133"/>
              <a:ext cx="138532" cy="138532"/>
            </a:xfrm>
            <a:custGeom>
              <a:avLst/>
              <a:gdLst/>
              <a:ahLst/>
              <a:cxnLst/>
              <a:rect l="l" t="t" r="r" b="b"/>
              <a:pathLst>
                <a:path w="138534" h="138534" fill="norm" stroke="1" extrusionOk="0">
                  <a:moveTo>
                    <a:pt x="0" y="0"/>
                  </a:moveTo>
                  <a:lnTo>
                    <a:pt x="138534" y="0"/>
                  </a:lnTo>
                  <a:lnTo>
                    <a:pt x="138534" y="138534"/>
                  </a:lnTo>
                  <a:lnTo>
                    <a:pt x="0" y="138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2687711" name="AutoShape 47"/>
            <p:cNvSpPr/>
            <p:nvPr/>
          </p:nvSpPr>
          <p:spPr bwMode="auto">
            <a:xfrm flipH="1">
              <a:off x="7603333" y="550742"/>
              <a:ext cx="476676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1724168" name="Freeform 50"/>
            <p:cNvSpPr/>
            <p:nvPr/>
          </p:nvSpPr>
          <p:spPr bwMode="auto">
            <a:xfrm rot="0" flipH="0" flipV="0">
              <a:off x="0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6776684" name="TextBox 51"/>
            <p:cNvSpPr txBox="1"/>
            <p:nvPr/>
          </p:nvSpPr>
          <p:spPr bwMode="auto">
            <a:xfrm rot="0" flipH="0" flipV="0">
              <a:off x="0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5124226" name="Freeform 53"/>
            <p:cNvSpPr/>
            <p:nvPr/>
          </p:nvSpPr>
          <p:spPr bwMode="auto">
            <a:xfrm rot="0" flipH="0" flipV="0">
              <a:off x="1432551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1788127" name="TextBox 54"/>
            <p:cNvSpPr txBox="1"/>
            <p:nvPr/>
          </p:nvSpPr>
          <p:spPr bwMode="auto">
            <a:xfrm rot="0" flipH="0" flipV="0">
              <a:off x="1432551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802193" name="Freeform 56"/>
            <p:cNvSpPr/>
            <p:nvPr/>
          </p:nvSpPr>
          <p:spPr bwMode="auto">
            <a:xfrm rot="0" flipH="0" flipV="0">
              <a:off x="2864154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8889398" name="TextBox 57"/>
            <p:cNvSpPr txBox="1"/>
            <p:nvPr/>
          </p:nvSpPr>
          <p:spPr bwMode="auto">
            <a:xfrm rot="0" flipH="0" flipV="0">
              <a:off x="2864154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0833017" name="Freeform 59"/>
            <p:cNvSpPr/>
            <p:nvPr/>
          </p:nvSpPr>
          <p:spPr bwMode="auto">
            <a:xfrm rot="0" flipH="0" flipV="0">
              <a:off x="4295757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33545163" name="TextBox 60"/>
            <p:cNvSpPr txBox="1"/>
            <p:nvPr/>
          </p:nvSpPr>
          <p:spPr bwMode="auto">
            <a:xfrm rot="0" flipH="0" flipV="0">
              <a:off x="4295757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4064723" name="Freeform 62"/>
            <p:cNvSpPr/>
            <p:nvPr/>
          </p:nvSpPr>
          <p:spPr bwMode="auto">
            <a:xfrm rot="0" flipH="0" flipV="0">
              <a:off x="5727359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929356" name="TextBox 63"/>
            <p:cNvSpPr txBox="1"/>
            <p:nvPr/>
          </p:nvSpPr>
          <p:spPr bwMode="auto">
            <a:xfrm rot="0" flipH="0" flipV="0">
              <a:off x="5727359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116807" name="Freeform 65"/>
            <p:cNvSpPr/>
            <p:nvPr/>
          </p:nvSpPr>
          <p:spPr bwMode="auto">
            <a:xfrm rot="0" flipH="0" flipV="0">
              <a:off x="7158962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0271759" name="TextBox 66"/>
            <p:cNvSpPr txBox="1"/>
            <p:nvPr/>
          </p:nvSpPr>
          <p:spPr bwMode="auto">
            <a:xfrm rot="0" flipH="0" flipV="0">
              <a:off x="7158962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90937712" name="Freeform 68"/>
            <p:cNvSpPr/>
            <p:nvPr/>
          </p:nvSpPr>
          <p:spPr bwMode="auto">
            <a:xfrm rot="0" flipH="0" flipV="0">
              <a:off x="8590565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95792324" name="TextBox 69"/>
            <p:cNvSpPr txBox="1"/>
            <p:nvPr/>
          </p:nvSpPr>
          <p:spPr bwMode="auto">
            <a:xfrm rot="0" flipH="0" flipV="0">
              <a:off x="8590565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7375726" name="AutoShape 70"/>
            <p:cNvSpPr/>
            <p:nvPr/>
          </p:nvSpPr>
          <p:spPr bwMode="auto">
            <a:xfrm flipH="1" flipV="1">
              <a:off x="9826391" y="2646526"/>
              <a:ext cx="28102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333760" name="AutoShape 71"/>
            <p:cNvSpPr/>
            <p:nvPr/>
          </p:nvSpPr>
          <p:spPr bwMode="auto">
            <a:xfrm flipH="1" flipV="1">
              <a:off x="1874487" y="751442"/>
              <a:ext cx="3039183" cy="127724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610804" name="AutoShape 72"/>
            <p:cNvSpPr/>
            <p:nvPr/>
          </p:nvSpPr>
          <p:spPr bwMode="auto">
            <a:xfrm flipH="1" flipV="1">
              <a:off x="3274663" y="866432"/>
              <a:ext cx="1639004" cy="116225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2501088" name="AutoShape 73"/>
            <p:cNvSpPr/>
            <p:nvPr/>
          </p:nvSpPr>
          <p:spPr bwMode="auto">
            <a:xfrm flipH="1" flipV="1">
              <a:off x="4438354" y="950658"/>
              <a:ext cx="475314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585342" name="AutoShape 74"/>
            <p:cNvSpPr/>
            <p:nvPr/>
          </p:nvSpPr>
          <p:spPr bwMode="auto">
            <a:xfrm flipV="1">
              <a:off x="4913670" y="950658"/>
              <a:ext cx="569102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6526909" name="AutoShape 75"/>
            <p:cNvSpPr/>
            <p:nvPr/>
          </p:nvSpPr>
          <p:spPr bwMode="auto">
            <a:xfrm flipV="1">
              <a:off x="4913670" y="853509"/>
              <a:ext cx="1758933" cy="1175174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781709" name="Freeform 26"/>
          <p:cNvSpPr/>
          <p:nvPr/>
        </p:nvSpPr>
        <p:spPr bwMode="auto">
          <a:xfrm>
            <a:off x="9179379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900576" name="Freeform 27"/>
          <p:cNvSpPr/>
          <p:nvPr/>
        </p:nvSpPr>
        <p:spPr bwMode="auto">
          <a:xfrm>
            <a:off x="1304212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877713" name="AutoShape 28"/>
          <p:cNvSpPr/>
          <p:nvPr/>
        </p:nvSpPr>
        <p:spPr bwMode="auto">
          <a:xfrm>
            <a:off x="3087258" y="311183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72475" name="AutoShape 29"/>
          <p:cNvSpPr/>
          <p:nvPr/>
        </p:nvSpPr>
        <p:spPr bwMode="auto">
          <a:xfrm flipH="1">
            <a:off x="3087258" y="36057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09920" name="Freeform 30"/>
          <p:cNvSpPr/>
          <p:nvPr/>
        </p:nvSpPr>
        <p:spPr bwMode="auto">
          <a:xfrm>
            <a:off x="5576039" y="21890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981019" name="Freeform 31"/>
          <p:cNvSpPr/>
          <p:nvPr/>
        </p:nvSpPr>
        <p:spPr bwMode="auto">
          <a:xfrm>
            <a:off x="5576039" y="376285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97130" name="Freeform 26"/>
          <p:cNvSpPr/>
          <p:nvPr/>
        </p:nvSpPr>
        <p:spPr bwMode="auto">
          <a:xfrm>
            <a:off x="9380553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387519" name="AutoShape 27"/>
          <p:cNvSpPr/>
          <p:nvPr/>
        </p:nvSpPr>
        <p:spPr bwMode="auto">
          <a:xfrm>
            <a:off x="3288432" y="319220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610629" name="AutoShape 28"/>
          <p:cNvSpPr/>
          <p:nvPr/>
        </p:nvSpPr>
        <p:spPr bwMode="auto">
          <a:xfrm flipH="1" flipV="1">
            <a:off x="3288432" y="368608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20795" name="Freeform 29"/>
          <p:cNvSpPr/>
          <p:nvPr/>
        </p:nvSpPr>
        <p:spPr bwMode="auto">
          <a:xfrm>
            <a:off x="5777214" y="226944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65922" name="Freeform 30"/>
          <p:cNvSpPr/>
          <p:nvPr/>
        </p:nvSpPr>
        <p:spPr bwMode="auto">
          <a:xfrm>
            <a:off x="5777214" y="384322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046970" name="Freeform 31"/>
          <p:cNvSpPr/>
          <p:nvPr/>
        </p:nvSpPr>
        <p:spPr bwMode="auto">
          <a:xfrm>
            <a:off x="4977684" y="226944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709757" name="Freeform 32"/>
          <p:cNvSpPr/>
          <p:nvPr/>
        </p:nvSpPr>
        <p:spPr bwMode="auto">
          <a:xfrm>
            <a:off x="6765651" y="384322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315242" name="TextBox 33"/>
          <p:cNvSpPr txBox="1"/>
          <p:nvPr/>
        </p:nvSpPr>
        <p:spPr bwMode="auto">
          <a:xfrm>
            <a:off x="4691190" y="2339832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13603764" name="TextBox 34"/>
          <p:cNvSpPr txBox="1"/>
          <p:nvPr/>
        </p:nvSpPr>
        <p:spPr bwMode="auto">
          <a:xfrm>
            <a:off x="7344083" y="391361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2488831" name="Freeform 35"/>
          <p:cNvSpPr/>
          <p:nvPr/>
        </p:nvSpPr>
        <p:spPr bwMode="auto">
          <a:xfrm>
            <a:off x="1501895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893817" name="Freeform 26"/>
          <p:cNvSpPr/>
          <p:nvPr/>
        </p:nvSpPr>
        <p:spPr bwMode="auto">
          <a:xfrm>
            <a:off x="9715289" y="254509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053635" name="AutoShape 27"/>
          <p:cNvSpPr/>
          <p:nvPr/>
        </p:nvSpPr>
        <p:spPr bwMode="auto">
          <a:xfrm>
            <a:off x="3623168" y="308504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169428" name="AutoShape 28"/>
          <p:cNvSpPr/>
          <p:nvPr/>
        </p:nvSpPr>
        <p:spPr bwMode="auto">
          <a:xfrm flipH="1" flipV="1">
            <a:off x="3623168" y="357892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79556" name="Freeform 29"/>
          <p:cNvSpPr/>
          <p:nvPr/>
        </p:nvSpPr>
        <p:spPr bwMode="auto">
          <a:xfrm>
            <a:off x="6111951" y="216228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738374" name="Freeform 30"/>
          <p:cNvSpPr/>
          <p:nvPr/>
        </p:nvSpPr>
        <p:spPr bwMode="auto">
          <a:xfrm>
            <a:off x="6111951" y="373606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5549591" name="Freeform 31"/>
          <p:cNvSpPr/>
          <p:nvPr/>
        </p:nvSpPr>
        <p:spPr bwMode="auto">
          <a:xfrm>
            <a:off x="5312422" y="216228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752812" name="Freeform 32"/>
          <p:cNvSpPr/>
          <p:nvPr/>
        </p:nvSpPr>
        <p:spPr bwMode="auto">
          <a:xfrm>
            <a:off x="7100389" y="3736069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35203" name="Freeform 33"/>
          <p:cNvSpPr/>
          <p:nvPr/>
        </p:nvSpPr>
        <p:spPr bwMode="auto">
          <a:xfrm>
            <a:off x="1893682" y="2545095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59919" name="Freeform 34"/>
          <p:cNvSpPr/>
          <p:nvPr/>
        </p:nvSpPr>
        <p:spPr bwMode="auto">
          <a:xfrm>
            <a:off x="1098556" y="2949177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607633" name="TextBox 35"/>
          <p:cNvSpPr txBox="1"/>
          <p:nvPr/>
        </p:nvSpPr>
        <p:spPr bwMode="auto">
          <a:xfrm>
            <a:off x="5025927" y="2232675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2882268" name="TextBox 36"/>
          <p:cNvSpPr txBox="1"/>
          <p:nvPr/>
        </p:nvSpPr>
        <p:spPr bwMode="auto">
          <a:xfrm>
            <a:off x="7678819" y="3806460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54573390" name="TextBox 37"/>
          <p:cNvSpPr txBox="1"/>
          <p:nvPr/>
        </p:nvSpPr>
        <p:spPr bwMode="auto">
          <a:xfrm>
            <a:off x="798067" y="3019567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603788" name="Freeform 26"/>
          <p:cNvSpPr/>
          <p:nvPr/>
        </p:nvSpPr>
        <p:spPr bwMode="auto">
          <a:xfrm>
            <a:off x="9292497" y="2454894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528300" name="AutoShape 27"/>
          <p:cNvSpPr/>
          <p:nvPr/>
        </p:nvSpPr>
        <p:spPr bwMode="auto">
          <a:xfrm flipV="1">
            <a:off x="3200376" y="299484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358941" name="AutoShape 28"/>
          <p:cNvSpPr/>
          <p:nvPr/>
        </p:nvSpPr>
        <p:spPr bwMode="auto">
          <a:xfrm flipH="1">
            <a:off x="3200376" y="348872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397737" name="Freeform 29"/>
          <p:cNvSpPr/>
          <p:nvPr/>
        </p:nvSpPr>
        <p:spPr bwMode="auto">
          <a:xfrm>
            <a:off x="5689158" y="364586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55513" name="Freeform 30"/>
          <p:cNvSpPr/>
          <p:nvPr/>
        </p:nvSpPr>
        <p:spPr bwMode="auto">
          <a:xfrm>
            <a:off x="6677596" y="364586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424818" name="Freeform 31"/>
          <p:cNvSpPr/>
          <p:nvPr/>
        </p:nvSpPr>
        <p:spPr bwMode="auto">
          <a:xfrm>
            <a:off x="1470889" y="2454894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79025" name="Freeform 32"/>
          <p:cNvSpPr/>
          <p:nvPr/>
        </p:nvSpPr>
        <p:spPr bwMode="auto">
          <a:xfrm>
            <a:off x="5599065" y="2588158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363680" name="TextBox 33"/>
          <p:cNvSpPr txBox="1"/>
          <p:nvPr/>
        </p:nvSpPr>
        <p:spPr bwMode="auto">
          <a:xfrm>
            <a:off x="7256028" y="3716259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443946" name="Freeform 26"/>
          <p:cNvSpPr/>
          <p:nvPr/>
        </p:nvSpPr>
        <p:spPr bwMode="auto">
          <a:xfrm>
            <a:off x="9307371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23068" name="Freeform 27"/>
          <p:cNvSpPr/>
          <p:nvPr/>
        </p:nvSpPr>
        <p:spPr bwMode="auto">
          <a:xfrm>
            <a:off x="1432203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7950345" name="AutoShape 28"/>
          <p:cNvSpPr/>
          <p:nvPr/>
        </p:nvSpPr>
        <p:spPr bwMode="auto">
          <a:xfrm flipV="1">
            <a:off x="3215251" y="31884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064709" name="AutoShape 29"/>
          <p:cNvSpPr/>
          <p:nvPr/>
        </p:nvSpPr>
        <p:spPr bwMode="auto">
          <a:xfrm flipH="1" flipV="1">
            <a:off x="3215251" y="368229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25294" name="Freeform 30"/>
          <p:cNvSpPr/>
          <p:nvPr/>
        </p:nvSpPr>
        <p:spPr bwMode="auto">
          <a:xfrm>
            <a:off x="5704032" y="22656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484974" name="Freeform 31"/>
          <p:cNvSpPr/>
          <p:nvPr/>
        </p:nvSpPr>
        <p:spPr bwMode="auto">
          <a:xfrm>
            <a:off x="5740144" y="385374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473635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199398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857483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66394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77530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48424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557392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98157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710523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216243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338381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1646759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128282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09786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68800704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37532993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930426860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677151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406439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823774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476450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489660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875031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3553414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480927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01418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087571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2653747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94368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73570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968998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3927763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885343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96729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316157762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22653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62521029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574034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7903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758378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891696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Vahetatud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573467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83809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904899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840342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8784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356330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582266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061582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372917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504940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719980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122045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397984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091571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461541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760737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537705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89584906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50960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251107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131503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8612308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953379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8037373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Vahetatud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911233051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Hack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629830" name="AutoShape 26"/>
          <p:cNvSpPr/>
          <p:nvPr/>
        </p:nvSpPr>
        <p:spPr bwMode="auto">
          <a:xfrm flipH="1" flipV="1">
            <a:off x="1875594" y="1100867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435791" name="AutoShape 27"/>
          <p:cNvSpPr/>
          <p:nvPr/>
        </p:nvSpPr>
        <p:spPr bwMode="auto">
          <a:xfrm flipH="1" flipV="1">
            <a:off x="1875594" y="2264052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37174" name="AutoShape 28"/>
          <p:cNvSpPr/>
          <p:nvPr/>
        </p:nvSpPr>
        <p:spPr bwMode="auto">
          <a:xfrm flipH="1">
            <a:off x="1875594" y="3427235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63971" name="AutoShape 29"/>
          <p:cNvSpPr/>
          <p:nvPr/>
        </p:nvSpPr>
        <p:spPr bwMode="auto">
          <a:xfrm flipH="1">
            <a:off x="1856544" y="3682255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058976" name="AutoShape 30"/>
          <p:cNvSpPr/>
          <p:nvPr/>
        </p:nvSpPr>
        <p:spPr bwMode="auto">
          <a:xfrm flipH="1">
            <a:off x="1875594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59063" name="AutoShape 31"/>
          <p:cNvSpPr/>
          <p:nvPr/>
        </p:nvSpPr>
        <p:spPr bwMode="auto">
          <a:xfrm flipH="1" flipV="1">
            <a:off x="6977966" y="3943126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285213" name="AutoShape 32"/>
          <p:cNvSpPr/>
          <p:nvPr/>
        </p:nvSpPr>
        <p:spPr bwMode="auto">
          <a:xfrm flipH="1" flipV="1">
            <a:off x="6977966" y="3686779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353663" name="AutoShape 33"/>
          <p:cNvSpPr/>
          <p:nvPr/>
        </p:nvSpPr>
        <p:spPr bwMode="auto">
          <a:xfrm flipH="1" flipV="1">
            <a:off x="6977966" y="342981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1927519" name="AutoShape 34"/>
          <p:cNvSpPr/>
          <p:nvPr/>
        </p:nvSpPr>
        <p:spPr bwMode="auto">
          <a:xfrm flipH="1">
            <a:off x="6977966" y="227569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3341093" name="AutoShape 35"/>
          <p:cNvSpPr/>
          <p:nvPr/>
        </p:nvSpPr>
        <p:spPr bwMode="auto">
          <a:xfrm flipH="1">
            <a:off x="6977966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478020" name="Freeform 36"/>
          <p:cNvSpPr/>
          <p:nvPr/>
        </p:nvSpPr>
        <p:spPr bwMode="auto">
          <a:xfrm>
            <a:off x="998160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19224610" name="Group 37"/>
          <p:cNvGrpSpPr/>
          <p:nvPr/>
        </p:nvGrpSpPr>
        <p:grpSpPr bwMode="auto">
          <a:xfrm>
            <a:off x="5201678" y="2577642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393148340" name="Freeform 41"/>
          <p:cNvSpPr/>
          <p:nvPr/>
        </p:nvSpPr>
        <p:spPr bwMode="auto">
          <a:xfrm>
            <a:off x="998160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88122" name="Freeform 42"/>
          <p:cNvSpPr/>
          <p:nvPr/>
        </p:nvSpPr>
        <p:spPr bwMode="auto">
          <a:xfrm>
            <a:off x="998160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335901" name="Freeform 43"/>
          <p:cNvSpPr/>
          <p:nvPr/>
        </p:nvSpPr>
        <p:spPr bwMode="auto">
          <a:xfrm>
            <a:off x="998160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103372" name="Freeform 44"/>
          <p:cNvSpPr/>
          <p:nvPr/>
        </p:nvSpPr>
        <p:spPr bwMode="auto">
          <a:xfrm>
            <a:off x="998160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620373" name="Freeform 45"/>
          <p:cNvSpPr/>
          <p:nvPr/>
        </p:nvSpPr>
        <p:spPr bwMode="auto">
          <a:xfrm>
            <a:off x="10225991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37249" name="Freeform 46"/>
          <p:cNvSpPr/>
          <p:nvPr/>
        </p:nvSpPr>
        <p:spPr bwMode="auto">
          <a:xfrm>
            <a:off x="10225991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4514785" name="Freeform 47"/>
          <p:cNvSpPr/>
          <p:nvPr/>
        </p:nvSpPr>
        <p:spPr bwMode="auto">
          <a:xfrm>
            <a:off x="10225991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547978" name="Freeform 48"/>
          <p:cNvSpPr/>
          <p:nvPr/>
        </p:nvSpPr>
        <p:spPr bwMode="auto">
          <a:xfrm>
            <a:off x="10225991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984934" name="Freeform 49"/>
          <p:cNvSpPr/>
          <p:nvPr/>
        </p:nvSpPr>
        <p:spPr bwMode="auto">
          <a:xfrm>
            <a:off x="10225991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3199640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19971" y="2832797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185682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3303161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5695442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06735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7450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7332959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37784239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535056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5831741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279540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23156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7614275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69177710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8135720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707744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67534976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7911507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1665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6349071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0891675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2532539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739846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839317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015190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37957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0659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6944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701497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021104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290790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143259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5203926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1397127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25233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379352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05997146" name=""/>
          <p:cNvGrpSpPr/>
          <p:nvPr/>
        </p:nvGrpSpPr>
        <p:grpSpPr bwMode="auto">
          <a:xfrm>
            <a:off x="627389" y="3082251"/>
            <a:ext cx="2057400" cy="886243"/>
            <a:chOff x="0" y="0"/>
            <a:chExt cx="2057400" cy="886243"/>
          </a:xfrm>
        </p:grpSpPr>
        <p:sp>
          <p:nvSpPr>
            <p:cNvPr id="894035496" name="Freeform 31"/>
            <p:cNvSpPr/>
            <p:nvPr/>
          </p:nvSpPr>
          <p:spPr bwMode="auto">
            <a:xfrm rot="0" flipH="0" flipV="0">
              <a:off x="0" y="120542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55888120" name="TextBox 32"/>
            <p:cNvSpPr txBox="1"/>
            <p:nvPr/>
          </p:nvSpPr>
          <p:spPr bwMode="auto">
            <a:xfrm rot="0" flipH="0" flipV="0">
              <a:off x="0" y="0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586584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22714909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7716590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32009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907726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214346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169513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244958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5993094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503467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902666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572189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823285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7832553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460646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903457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148856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1133479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973419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36381649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22832060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41243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2685631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04745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206221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43970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325153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581693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967501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16449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05160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4862058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6800197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1607019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3747900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350238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4039879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4124263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5417794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46781044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29998925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849862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867156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087766670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87851712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097677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504959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9517215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2070215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58428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744545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617052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624328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219756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14258643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5716938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8918323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570975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72503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5017871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797353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4297010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1316654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73302318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0136393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3422620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8244506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002123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88401746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1065331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41506258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1290542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2607830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558017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2592371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5022551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92409490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3714455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710949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6581073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9253464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0784968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7785225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926209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8901911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0993738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5527550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9575430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38548010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6823432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267970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7412810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2489476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5192894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2489464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4758702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06580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2777070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1644118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2579368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3453426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3475151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993684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5941498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66936235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601827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12033639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15230578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26006851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691960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3844518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1271077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869789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1167702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1829498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35393329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86841065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55823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2302597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03027359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2892652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486756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680778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908361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387002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2200817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438381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7887091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124813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468530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207784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572331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200209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931064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15956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2776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55390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942947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52261676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802912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58302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176747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525213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955688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995861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93899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761585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46372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40405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124834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94427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693164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52715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3901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310432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681981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702108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55546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615136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130345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590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784507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06683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016447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05568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855573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047372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711067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90850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723140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873062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043670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051389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3827442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20609279" name=""/>
          <p:cNvGrpSpPr/>
          <p:nvPr/>
        </p:nvGrpSpPr>
        <p:grpSpPr bwMode="auto">
          <a:xfrm>
            <a:off x="830145" y="3025989"/>
            <a:ext cx="1947636" cy="838962"/>
            <a:chOff x="0" y="0"/>
            <a:chExt cx="1947636" cy="838962"/>
          </a:xfrm>
        </p:grpSpPr>
        <p:sp>
          <p:nvSpPr>
            <p:cNvPr id="343198018" name="Freeform 31"/>
            <p:cNvSpPr/>
            <p:nvPr/>
          </p:nvSpPr>
          <p:spPr bwMode="auto">
            <a:xfrm rot="0" flipH="0" flipV="0">
              <a:off x="0" y="114111"/>
              <a:ext cx="1947637" cy="72484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0" y="0"/>
                  </a:moveTo>
                  <a:lnTo>
                    <a:pt x="788950" y="0"/>
                  </a:lnTo>
                  <a:cubicBezTo>
                    <a:pt x="795275" y="0"/>
                    <a:pt x="801342" y="2513"/>
                    <a:pt x="805814" y="6986"/>
                  </a:cubicBezTo>
                  <a:cubicBezTo>
                    <a:pt x="810287" y="11458"/>
                    <a:pt x="812800" y="17525"/>
                    <a:pt x="812800" y="23850"/>
                  </a:cubicBezTo>
                  <a:lnTo>
                    <a:pt x="812800" y="278647"/>
                  </a:lnTo>
                  <a:cubicBezTo>
                    <a:pt x="812800" y="291819"/>
                    <a:pt x="802122" y="302497"/>
                    <a:pt x="788950" y="302497"/>
                  </a:cubicBezTo>
                  <a:lnTo>
                    <a:pt x="23850" y="302497"/>
                  </a:lnTo>
                  <a:cubicBezTo>
                    <a:pt x="17525" y="302497"/>
                    <a:pt x="11458" y="299984"/>
                    <a:pt x="6986" y="295511"/>
                  </a:cubicBezTo>
                  <a:cubicBezTo>
                    <a:pt x="2513" y="291039"/>
                    <a:pt x="0" y="284972"/>
                    <a:pt x="0" y="278647"/>
                  </a:cubicBezTo>
                  <a:lnTo>
                    <a:pt x="0" y="23850"/>
                  </a:lnTo>
                  <a:cubicBezTo>
                    <a:pt x="0" y="17525"/>
                    <a:pt x="2513" y="11458"/>
                    <a:pt x="6986" y="6986"/>
                  </a:cubicBezTo>
                  <a:cubicBezTo>
                    <a:pt x="11458" y="2513"/>
                    <a:pt x="17525" y="0"/>
                    <a:pt x="2385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05071749" name="TextBox 32"/>
            <p:cNvSpPr txBox="1"/>
            <p:nvPr/>
          </p:nvSpPr>
          <p:spPr bwMode="auto">
            <a:xfrm rot="0" flipH="0" flipV="0">
              <a:off x="0" y="0"/>
              <a:ext cx="1947637" cy="8389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408426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000027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1751148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981656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092557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2704089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9242135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0024396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36239108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5549548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10181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3367528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101327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6240516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167903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49121195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12640505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731389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324865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05837526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94209850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4495434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24137764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744194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2848911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831078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344835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197133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680025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810242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408114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202224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208152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714764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791945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020015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14859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14818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5203473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447978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46493535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643068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9589348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11509647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482360268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2836234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0232357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0496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2875718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7030049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073933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3317793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105962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850713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2632034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4819576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3944122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198250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0826720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7904287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992877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816617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9959549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8809345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40833459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9355002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250254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9063065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742249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7427700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3970872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1001707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5083502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7552688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117066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121021302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26472679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0884703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136823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1377606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902200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3391805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56312940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9582926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611206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218895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92183784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094247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86728967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5596764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1955824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048064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644909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6685217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5718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2080588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427177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0345945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7493703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1243060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856899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4225165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0330262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278271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34920377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2657140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836314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895180644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66914818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2634639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9069074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036494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8710473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1282724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3747336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6028729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08347894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7533631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1209241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58957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4061724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982616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942791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51643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711543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07458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934383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074696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54404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650982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506548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2793051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40949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542348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073792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779823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504459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3287742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107131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504262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895585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598101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042788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043710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34241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28606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273756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374330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213188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578484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129792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861165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325415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971976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4232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423256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18756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35660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583195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522630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185553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24578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166152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141416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3194864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305833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108593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5565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787996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119256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900283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294291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0198971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56947761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806151" name=""/>
          <p:cNvGrpSpPr/>
          <p:nvPr/>
        </p:nvGrpSpPr>
        <p:grpSpPr bwMode="auto">
          <a:xfrm>
            <a:off x="682404" y="2930832"/>
            <a:ext cx="1947240" cy="838793"/>
            <a:chOff x="0" y="0"/>
            <a:chExt cx="1947240" cy="838793"/>
          </a:xfrm>
        </p:grpSpPr>
        <p:sp>
          <p:nvSpPr>
            <p:cNvPr id="1195593315" name="Freeform 31"/>
            <p:cNvSpPr/>
            <p:nvPr/>
          </p:nvSpPr>
          <p:spPr bwMode="auto">
            <a:xfrm rot="0" flipH="0" flipV="0">
              <a:off x="0" y="114088"/>
              <a:ext cx="1947240" cy="724698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5" y="0"/>
                  </a:moveTo>
                  <a:lnTo>
                    <a:pt x="788945" y="0"/>
                  </a:lnTo>
                  <a:cubicBezTo>
                    <a:pt x="802120" y="0"/>
                    <a:pt x="812800" y="10680"/>
                    <a:pt x="812800" y="23855"/>
                  </a:cubicBezTo>
                  <a:lnTo>
                    <a:pt x="812800" y="278642"/>
                  </a:lnTo>
                  <a:cubicBezTo>
                    <a:pt x="812800" y="291817"/>
                    <a:pt x="802120" y="302497"/>
                    <a:pt x="788945" y="302497"/>
                  </a:cubicBezTo>
                  <a:lnTo>
                    <a:pt x="23855" y="302497"/>
                  </a:lnTo>
                  <a:cubicBezTo>
                    <a:pt x="10680" y="302497"/>
                    <a:pt x="0" y="291817"/>
                    <a:pt x="0" y="278642"/>
                  </a:cubicBezTo>
                  <a:lnTo>
                    <a:pt x="0" y="23855"/>
                  </a:lnTo>
                  <a:cubicBezTo>
                    <a:pt x="0" y="10680"/>
                    <a:pt x="10680" y="0"/>
                    <a:pt x="2385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59803339" name="TextBox 32"/>
            <p:cNvSpPr txBox="1"/>
            <p:nvPr/>
          </p:nvSpPr>
          <p:spPr bwMode="auto">
            <a:xfrm rot="0" flipH="0" flipV="0">
              <a:off x="0" y="0"/>
              <a:ext cx="1947240" cy="8387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47925316" name=""/>
          <p:cNvGrpSpPr/>
          <p:nvPr/>
        </p:nvGrpSpPr>
        <p:grpSpPr bwMode="auto">
          <a:xfrm>
            <a:off x="967379" y="2905437"/>
            <a:ext cx="10191295" cy="1169673"/>
            <a:chOff x="0" y="0"/>
            <a:chExt cx="10191295" cy="1169673"/>
          </a:xfrm>
        </p:grpSpPr>
        <p:sp>
          <p:nvSpPr>
            <p:cNvPr id="1143932932" name="Freeform 27"/>
            <p:cNvSpPr/>
            <p:nvPr/>
          </p:nvSpPr>
          <p:spPr bwMode="auto">
            <a:xfrm rot="0" flipH="0" flipV="0">
              <a:off x="3196356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9088605" name="TextBox 28"/>
            <p:cNvSpPr txBox="1"/>
            <p:nvPr/>
          </p:nvSpPr>
          <p:spPr bwMode="auto">
            <a:xfrm rot="0" flipH="0" flipV="0">
              <a:off x="3241813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806896468" name="AutoShape 29"/>
            <p:cNvSpPr/>
            <p:nvPr/>
          </p:nvSpPr>
          <p:spPr bwMode="auto">
            <a:xfrm>
              <a:off x="2057400" y="727335"/>
              <a:ext cx="113895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525580" name="Freeform 31"/>
            <p:cNvSpPr/>
            <p:nvPr/>
          </p:nvSpPr>
          <p:spPr bwMode="auto">
            <a:xfrm rot="0" flipH="0" flipV="0">
              <a:off x="0" y="344486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81170420" name="TextBox 32"/>
            <p:cNvSpPr txBox="1"/>
            <p:nvPr/>
          </p:nvSpPr>
          <p:spPr bwMode="auto">
            <a:xfrm rot="0" flipH="0" flipV="0">
              <a:off x="0" y="223943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87407584" name="Freeform 34"/>
            <p:cNvSpPr/>
            <p:nvPr/>
          </p:nvSpPr>
          <p:spPr bwMode="auto">
            <a:xfrm rot="0" flipH="0" flipV="0">
              <a:off x="4824246" y="102041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140329" name="TextBox 35"/>
            <p:cNvSpPr txBox="1"/>
            <p:nvPr/>
          </p:nvSpPr>
          <p:spPr bwMode="auto">
            <a:xfrm rot="0" flipH="0" flipV="0">
              <a:off x="4869703" y="124769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002896800" name="Freeform 37"/>
            <p:cNvSpPr/>
            <p:nvPr/>
          </p:nvSpPr>
          <p:spPr bwMode="auto">
            <a:xfrm rot="0" flipH="0" flipV="0">
              <a:off x="7878494" y="0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0724404" name="TextBox 38"/>
            <p:cNvSpPr txBox="1"/>
            <p:nvPr/>
          </p:nvSpPr>
          <p:spPr bwMode="auto">
            <a:xfrm rot="0" flipH="0" flipV="0">
              <a:off x="7923951" y="2272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762463541" name="Freeform 40"/>
            <p:cNvSpPr/>
            <p:nvPr/>
          </p:nvSpPr>
          <p:spPr bwMode="auto">
            <a:xfrm rot="0" flipH="0" flipV="0">
              <a:off x="9706408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3393138" name="TextBox 41"/>
            <p:cNvSpPr txBox="1"/>
            <p:nvPr/>
          </p:nvSpPr>
          <p:spPr bwMode="auto">
            <a:xfrm rot="0" flipH="0" flipV="0">
              <a:off x="9751865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506563412" name="Freeform 43"/>
            <p:cNvSpPr/>
            <p:nvPr/>
          </p:nvSpPr>
          <p:spPr bwMode="auto">
            <a:xfrm rot="0" flipH="0" flipV="0">
              <a:off x="6449576" y="671818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8239823" name="TextBox 44"/>
            <p:cNvSpPr txBox="1"/>
            <p:nvPr/>
          </p:nvSpPr>
          <p:spPr bwMode="auto">
            <a:xfrm rot="0" flipH="0" flipV="0">
              <a:off x="6495033" y="694546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92987458" name="AutoShape 45"/>
            <p:cNvSpPr/>
            <p:nvPr/>
          </p:nvSpPr>
          <p:spPr bwMode="auto">
            <a:xfrm flipV="1">
              <a:off x="3674862" y="400004"/>
              <a:ext cx="1155771" cy="2718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892539" name="AutoShape 46"/>
            <p:cNvSpPr/>
            <p:nvPr/>
          </p:nvSpPr>
          <p:spPr bwMode="auto">
            <a:xfrm>
              <a:off x="5295548" y="424715"/>
              <a:ext cx="1167616" cy="40932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0377152" name="AutoShape 47"/>
            <p:cNvSpPr/>
            <p:nvPr/>
          </p:nvSpPr>
          <p:spPr bwMode="auto">
            <a:xfrm flipV="1">
              <a:off x="6911480" y="345625"/>
              <a:ext cx="990002" cy="465457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138336" name="AutoShape 48"/>
            <p:cNvSpPr/>
            <p:nvPr/>
          </p:nvSpPr>
          <p:spPr bwMode="auto">
            <a:xfrm>
              <a:off x="8355339" y="304623"/>
              <a:ext cx="1359117" cy="36053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38918" name=""/>
            <p:cNvSpPr txBox="1"/>
            <p:nvPr/>
          </p:nvSpPr>
          <p:spPr bwMode="auto">
            <a:xfrm rot="0" flipH="0" flipV="0">
              <a:off x="3839223" y="73306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2150678" name=""/>
            <p:cNvSpPr txBox="1"/>
            <p:nvPr/>
          </p:nvSpPr>
          <p:spPr bwMode="auto">
            <a:xfrm rot="0" flipH="0" flipV="0">
              <a:off x="8610504" y="6341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3359354" name=""/>
            <p:cNvSpPr txBox="1"/>
            <p:nvPr/>
          </p:nvSpPr>
          <p:spPr bwMode="auto">
            <a:xfrm rot="0" flipH="0" flipV="0">
              <a:off x="6934462" y="8907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30197732" name=""/>
            <p:cNvSpPr txBox="1"/>
            <p:nvPr/>
          </p:nvSpPr>
          <p:spPr bwMode="auto">
            <a:xfrm rot="0" flipH="0" flipV="0">
              <a:off x="5454963" y="7273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341438" name=""/>
            <p:cNvSpPr txBox="1"/>
            <p:nvPr/>
          </p:nvSpPr>
          <p:spPr bwMode="auto">
            <a:xfrm rot="0" flipH="0" flipV="0">
              <a:off x="2314085" y="83403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9528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2312642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155893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379682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5891791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2064808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632392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4350342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3249367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249161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5026471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5896119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583814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081549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391260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85701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622396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9002230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0946114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6481183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36379299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799786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0186873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5273729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4530100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9420267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261976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205507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9638308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6989379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2029317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818503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43056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095803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775709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23845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3631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0530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2692804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448284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1723754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586936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grpSp>
        <p:nvGrpSpPr>
          <p:cNvPr id="84969044" name=""/>
          <p:cNvGrpSpPr/>
          <p:nvPr/>
        </p:nvGrpSpPr>
        <p:grpSpPr bwMode="auto">
          <a:xfrm>
            <a:off x="681420" y="2833488"/>
            <a:ext cx="1880595" cy="810084"/>
            <a:chOff x="0" y="0"/>
            <a:chExt cx="1880595" cy="810084"/>
          </a:xfrm>
        </p:grpSpPr>
        <p:sp>
          <p:nvSpPr>
            <p:cNvPr id="1937013113" name="Freeform 31"/>
            <p:cNvSpPr/>
            <p:nvPr/>
          </p:nvSpPr>
          <p:spPr bwMode="auto">
            <a:xfrm rot="0" flipH="0" flipV="0">
              <a:off x="0" y="110183"/>
              <a:ext cx="1880595" cy="699894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0" y="0"/>
                  </a:moveTo>
                  <a:lnTo>
                    <a:pt x="788100" y="0"/>
                  </a:lnTo>
                  <a:cubicBezTo>
                    <a:pt x="801741" y="0"/>
                    <a:pt x="812800" y="11059"/>
                    <a:pt x="812800" y="24700"/>
                  </a:cubicBezTo>
                  <a:lnTo>
                    <a:pt x="812800" y="277796"/>
                  </a:lnTo>
                  <a:cubicBezTo>
                    <a:pt x="812800" y="291438"/>
                    <a:pt x="801741" y="302497"/>
                    <a:pt x="788100" y="302497"/>
                  </a:cubicBezTo>
                  <a:lnTo>
                    <a:pt x="24700" y="302497"/>
                  </a:lnTo>
                  <a:cubicBezTo>
                    <a:pt x="11059" y="302497"/>
                    <a:pt x="0" y="291438"/>
                    <a:pt x="0" y="277796"/>
                  </a:cubicBezTo>
                  <a:lnTo>
                    <a:pt x="0" y="24700"/>
                  </a:lnTo>
                  <a:cubicBezTo>
                    <a:pt x="0" y="11059"/>
                    <a:pt x="11059" y="0"/>
                    <a:pt x="247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4104604" name="TextBox 32"/>
            <p:cNvSpPr txBox="1"/>
            <p:nvPr/>
          </p:nvSpPr>
          <p:spPr bwMode="auto">
            <a:xfrm rot="0" flipH="0" flipV="0">
              <a:off x="0" y="0"/>
              <a:ext cx="1880595" cy="8100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3541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67101803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2663195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768043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38900552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2458445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8474695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067940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9014245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406992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55286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812192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84235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489254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32324687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872960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161154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49115521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619260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3161308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015767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7042088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5710323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511133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034046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1839108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1081092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1732577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772865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306787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99271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36906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66199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95757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010366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316385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4237917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90478623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138841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339353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86998641" name=""/>
          <p:cNvGrpSpPr/>
          <p:nvPr/>
        </p:nvGrpSpPr>
        <p:grpSpPr bwMode="auto">
          <a:xfrm>
            <a:off x="554915" y="2887241"/>
            <a:ext cx="3363984" cy="809865"/>
            <a:chOff x="0" y="0"/>
            <a:chExt cx="3363984" cy="809865"/>
          </a:xfrm>
        </p:grpSpPr>
        <p:sp>
          <p:nvSpPr>
            <p:cNvPr id="626930480" name="Freeform 27"/>
            <p:cNvSpPr/>
            <p:nvPr/>
          </p:nvSpPr>
          <p:spPr bwMode="auto">
            <a:xfrm rot="0" flipH="0" flipV="0">
              <a:off x="2920887" y="238457"/>
              <a:ext cx="443098" cy="443098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3397192" name="TextBox 28"/>
            <p:cNvSpPr txBox="1"/>
            <p:nvPr/>
          </p:nvSpPr>
          <p:spPr bwMode="auto">
            <a:xfrm rot="0" flipH="0" flipV="0">
              <a:off x="2962426" y="259225"/>
              <a:ext cx="360017" cy="38078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38359288" name="AutoShape 29"/>
            <p:cNvSpPr/>
            <p:nvPr/>
          </p:nvSpPr>
          <p:spPr bwMode="auto">
            <a:xfrm flipV="1">
              <a:off x="1880088" y="460008"/>
              <a:ext cx="104079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403650" name="Freeform 31"/>
            <p:cNvSpPr/>
            <p:nvPr/>
          </p:nvSpPr>
          <p:spPr bwMode="auto">
            <a:xfrm rot="0" flipH="0" flipV="0">
              <a:off x="0" y="110154"/>
              <a:ext cx="1880085" cy="699705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7" y="0"/>
                  </a:moveTo>
                  <a:lnTo>
                    <a:pt x="788093" y="0"/>
                  </a:lnTo>
                  <a:cubicBezTo>
                    <a:pt x="794646" y="0"/>
                    <a:pt x="800930" y="2603"/>
                    <a:pt x="805563" y="7237"/>
                  </a:cubicBezTo>
                  <a:cubicBezTo>
                    <a:pt x="810197" y="11870"/>
                    <a:pt x="812800" y="18154"/>
                    <a:pt x="812800" y="24707"/>
                  </a:cubicBezTo>
                  <a:lnTo>
                    <a:pt x="812800" y="277790"/>
                  </a:lnTo>
                  <a:cubicBezTo>
                    <a:pt x="812800" y="291435"/>
                    <a:pt x="801738" y="302497"/>
                    <a:pt x="788093" y="302497"/>
                  </a:cubicBezTo>
                  <a:lnTo>
                    <a:pt x="24707" y="302497"/>
                  </a:lnTo>
                  <a:cubicBezTo>
                    <a:pt x="18154" y="302497"/>
                    <a:pt x="11870" y="299894"/>
                    <a:pt x="7237" y="295260"/>
                  </a:cubicBezTo>
                  <a:cubicBezTo>
                    <a:pt x="2603" y="290627"/>
                    <a:pt x="0" y="284342"/>
                    <a:pt x="0" y="277790"/>
                  </a:cubicBezTo>
                  <a:lnTo>
                    <a:pt x="0" y="24707"/>
                  </a:lnTo>
                  <a:cubicBezTo>
                    <a:pt x="0" y="18154"/>
                    <a:pt x="2603" y="11870"/>
                    <a:pt x="7237" y="7237"/>
                  </a:cubicBezTo>
                  <a:cubicBezTo>
                    <a:pt x="11870" y="2603"/>
                    <a:pt x="18154" y="0"/>
                    <a:pt x="247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7595909" name="TextBox 32"/>
            <p:cNvSpPr txBox="1"/>
            <p:nvPr/>
          </p:nvSpPr>
          <p:spPr bwMode="auto">
            <a:xfrm rot="0" flipH="0" flipV="0">
              <a:off x="0" y="0"/>
              <a:ext cx="1880085" cy="80986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513389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469239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2245322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58375702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730418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2924184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052437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73396586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1037596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151485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810441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694474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33698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263389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3164524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24809702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0239931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9509563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068214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39040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919326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2799500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5409802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0949247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872102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1972239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245967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1232039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450808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748324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83618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285146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444398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427139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810571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030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1436742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8313498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3056916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8423103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31172590" name=""/>
          <p:cNvGrpSpPr/>
          <p:nvPr/>
        </p:nvGrpSpPr>
        <p:grpSpPr bwMode="auto">
          <a:xfrm>
            <a:off x="605759" y="2866082"/>
            <a:ext cx="3365667" cy="810268"/>
            <a:chOff x="0" y="0"/>
            <a:chExt cx="3365667" cy="810268"/>
          </a:xfrm>
        </p:grpSpPr>
        <p:sp>
          <p:nvSpPr>
            <p:cNvPr id="118981897" name="Freeform 27"/>
            <p:cNvSpPr/>
            <p:nvPr/>
          </p:nvSpPr>
          <p:spPr bwMode="auto">
            <a:xfrm rot="0" flipH="0" flipV="0">
              <a:off x="2922345" y="238574"/>
              <a:ext cx="443322" cy="443322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540567" name="TextBox 28"/>
            <p:cNvSpPr txBox="1"/>
            <p:nvPr/>
          </p:nvSpPr>
          <p:spPr bwMode="auto">
            <a:xfrm rot="0" flipH="0" flipV="0">
              <a:off x="2963905" y="259355"/>
              <a:ext cx="360198" cy="38097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30262755" name="AutoShape 29"/>
            <p:cNvSpPr/>
            <p:nvPr/>
          </p:nvSpPr>
          <p:spPr bwMode="auto">
            <a:xfrm>
              <a:off x="1881026" y="460237"/>
              <a:ext cx="1041318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6420264" name="Freeform 31"/>
            <p:cNvSpPr/>
            <p:nvPr/>
          </p:nvSpPr>
          <p:spPr bwMode="auto">
            <a:xfrm rot="0" flipH="0" flipV="0">
              <a:off x="0" y="110209"/>
              <a:ext cx="1881023" cy="700052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695" y="0"/>
                  </a:moveTo>
                  <a:lnTo>
                    <a:pt x="788105" y="0"/>
                  </a:lnTo>
                  <a:cubicBezTo>
                    <a:pt x="801744" y="0"/>
                    <a:pt x="812800" y="11056"/>
                    <a:pt x="812800" y="24695"/>
                  </a:cubicBezTo>
                  <a:lnTo>
                    <a:pt x="812800" y="277802"/>
                  </a:lnTo>
                  <a:cubicBezTo>
                    <a:pt x="812800" y="291441"/>
                    <a:pt x="801744" y="302497"/>
                    <a:pt x="788105" y="302497"/>
                  </a:cubicBezTo>
                  <a:lnTo>
                    <a:pt x="24695" y="302497"/>
                  </a:lnTo>
                  <a:cubicBezTo>
                    <a:pt x="18145" y="302497"/>
                    <a:pt x="11864" y="299895"/>
                    <a:pt x="7233" y="295264"/>
                  </a:cubicBezTo>
                  <a:cubicBezTo>
                    <a:pt x="2602" y="290633"/>
                    <a:pt x="0" y="284352"/>
                    <a:pt x="0" y="277802"/>
                  </a:cubicBezTo>
                  <a:lnTo>
                    <a:pt x="0" y="24695"/>
                  </a:lnTo>
                  <a:cubicBezTo>
                    <a:pt x="0" y="11056"/>
                    <a:pt x="11056" y="0"/>
                    <a:pt x="2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57297880" name="TextBox 32"/>
            <p:cNvSpPr txBox="1"/>
            <p:nvPr/>
          </p:nvSpPr>
          <p:spPr bwMode="auto">
            <a:xfrm rot="0" flipH="0" flipV="0">
              <a:off x="0" y="0"/>
              <a:ext cx="1881023" cy="81026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21548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88877" y="632212"/>
            <a:ext cx="9615519" cy="5404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45308978" name=""/>
          <p:cNvGrpSpPr/>
          <p:nvPr/>
        </p:nvGrpSpPr>
        <p:grpSpPr bwMode="auto">
          <a:xfrm>
            <a:off x="1430615" y="496255"/>
            <a:ext cx="9348170" cy="6242964"/>
            <a:chOff x="0" y="0"/>
            <a:chExt cx="9348170" cy="6242964"/>
          </a:xfrm>
        </p:grpSpPr>
        <p:sp>
          <p:nvSpPr>
            <p:cNvPr id="205807114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8029151" name="AutoShape 27"/>
            <p:cNvSpPr/>
            <p:nvPr/>
          </p:nvSpPr>
          <p:spPr bwMode="auto">
            <a:xfrm flipH="1">
              <a:off x="2579040" y="133340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32477454" name="AutoShape 28"/>
            <p:cNvSpPr/>
            <p:nvPr/>
          </p:nvSpPr>
          <p:spPr bwMode="auto">
            <a:xfrm>
              <a:off x="2579040" y="165974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4421" name="Freeform 29"/>
            <p:cNvSpPr/>
            <p:nvPr/>
          </p:nvSpPr>
          <p:spPr bwMode="auto">
            <a:xfrm>
              <a:off x="4403021" y="176524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2795781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5576089" name="Freeform 31"/>
            <p:cNvSpPr/>
            <p:nvPr/>
          </p:nvSpPr>
          <p:spPr bwMode="auto">
            <a:xfrm>
              <a:off x="3797214" y="629012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964904" name="TextBox 32"/>
            <p:cNvSpPr txBox="1"/>
            <p:nvPr/>
          </p:nvSpPr>
          <p:spPr bwMode="auto">
            <a:xfrm>
              <a:off x="3922466" y="677997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bc1q...01</a:t>
              </a:r>
              <a:endParaRPr/>
            </a:p>
          </p:txBody>
        </p:sp>
        <p:sp>
          <p:nvSpPr>
            <p:cNvPr id="1892486827" name="AutoShape 33"/>
            <p:cNvSpPr/>
            <p:nvPr/>
          </p:nvSpPr>
          <p:spPr bwMode="auto">
            <a:xfrm flipH="1">
              <a:off x="2574716" y="3302867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7819675" name="AutoShape 34"/>
            <p:cNvSpPr/>
            <p:nvPr/>
          </p:nvSpPr>
          <p:spPr bwMode="auto">
            <a:xfrm>
              <a:off x="2574716" y="3629208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6341425" name="Freeform 35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5348925" name="Freeform 36"/>
            <p:cNvSpPr/>
            <p:nvPr/>
          </p:nvSpPr>
          <p:spPr bwMode="auto">
            <a:xfrm>
              <a:off x="3792890" y="2598475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9619537" name="TextBox 37"/>
            <p:cNvSpPr txBox="1"/>
            <p:nvPr/>
          </p:nvSpPr>
          <p:spPr bwMode="auto">
            <a:xfrm>
              <a:off x="3918144" y="2647459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bc1q...02</a:t>
              </a:r>
              <a:endParaRPr/>
            </a:p>
          </p:txBody>
        </p:sp>
        <p:sp>
          <p:nvSpPr>
            <p:cNvPr id="1051329191" name="AutoShape 38"/>
            <p:cNvSpPr/>
            <p:nvPr/>
          </p:nvSpPr>
          <p:spPr bwMode="auto">
            <a:xfrm flipH="1">
              <a:off x="2579040" y="527331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835526" name="AutoShape 39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9842725" name="Freeform 40"/>
            <p:cNvSpPr/>
            <p:nvPr/>
          </p:nvSpPr>
          <p:spPr bwMode="auto">
            <a:xfrm>
              <a:off x="4403021" y="5705160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098891" name="Freeform 41"/>
            <p:cNvSpPr/>
            <p:nvPr/>
          </p:nvSpPr>
          <p:spPr bwMode="auto">
            <a:xfrm>
              <a:off x="3797214" y="4568923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8753290" name="TextBox 42"/>
            <p:cNvSpPr txBox="1"/>
            <p:nvPr/>
          </p:nvSpPr>
          <p:spPr bwMode="auto">
            <a:xfrm>
              <a:off x="3922466" y="4617906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bc1q...03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20464560" name=""/>
          <p:cNvGrpSpPr/>
          <p:nvPr/>
        </p:nvGrpSpPr>
        <p:grpSpPr bwMode="auto">
          <a:xfrm>
            <a:off x="1240115" y="490137"/>
            <a:ext cx="9348170" cy="6064698"/>
            <a:chOff x="0" y="0"/>
            <a:chExt cx="9348170" cy="6064698"/>
          </a:xfrm>
        </p:grpSpPr>
        <p:sp>
          <p:nvSpPr>
            <p:cNvPr id="1689390326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269672" name="AutoShape 27"/>
            <p:cNvSpPr/>
            <p:nvPr/>
          </p:nvSpPr>
          <p:spPr bwMode="auto">
            <a:xfrm flipH="1">
              <a:off x="2579039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9078726" name="AutoShape 28"/>
            <p:cNvSpPr/>
            <p:nvPr/>
          </p:nvSpPr>
          <p:spPr bwMode="auto">
            <a:xfrm>
              <a:off x="2579039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270223" name="Freeform 29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4826774" name="Freeform 30"/>
            <p:cNvSpPr/>
            <p:nvPr/>
          </p:nvSpPr>
          <p:spPr bwMode="auto">
            <a:xfrm>
              <a:off x="3797215" y="629010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187030" name="AutoShape 31"/>
            <p:cNvSpPr/>
            <p:nvPr/>
          </p:nvSpPr>
          <p:spPr bwMode="auto">
            <a:xfrm>
              <a:off x="2574716" y="337571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1195071" name="AutoShape 32"/>
            <p:cNvSpPr/>
            <p:nvPr/>
          </p:nvSpPr>
          <p:spPr bwMode="auto">
            <a:xfrm>
              <a:off x="2579039" y="509168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1370259" name="Freeform 33"/>
            <p:cNvSpPr/>
            <p:nvPr/>
          </p:nvSpPr>
          <p:spPr bwMode="auto">
            <a:xfrm>
              <a:off x="4174871" y="185024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3204720" name="TextBox 34"/>
            <p:cNvSpPr txBox="1"/>
            <p:nvPr/>
          </p:nvSpPr>
          <p:spPr bwMode="auto">
            <a:xfrm>
              <a:off x="3922466" y="677995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IBAN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2614650" name="Freeform 35"/>
            <p:cNvSpPr/>
            <p:nvPr/>
          </p:nvSpPr>
          <p:spPr bwMode="auto">
            <a:xfrm>
              <a:off x="4172710" y="356621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9"/>
                  </a:lnTo>
                  <a:lnTo>
                    <a:pt x="0" y="78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6585943" name="Freeform 36"/>
            <p:cNvSpPr/>
            <p:nvPr/>
          </p:nvSpPr>
          <p:spPr bwMode="auto">
            <a:xfrm>
              <a:off x="4174871" y="5282182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544509" name=""/>
          <p:cNvGrpSpPr/>
          <p:nvPr/>
        </p:nvGrpSpPr>
        <p:grpSpPr bwMode="auto">
          <a:xfrm>
            <a:off x="1356201" y="401006"/>
            <a:ext cx="9348170" cy="6242962"/>
            <a:chOff x="0" y="0"/>
            <a:chExt cx="9348170" cy="6242962"/>
          </a:xfrm>
        </p:grpSpPr>
        <p:sp>
          <p:nvSpPr>
            <p:cNvPr id="35520491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4866659" name="AutoShape 27"/>
            <p:cNvSpPr/>
            <p:nvPr/>
          </p:nvSpPr>
          <p:spPr bwMode="auto">
            <a:xfrm flipH="1">
              <a:off x="2579040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7484831" name="AutoShape 28"/>
            <p:cNvSpPr/>
            <p:nvPr/>
          </p:nvSpPr>
          <p:spPr bwMode="auto">
            <a:xfrm>
              <a:off x="2579040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9202867" name="Freeform 29"/>
            <p:cNvSpPr/>
            <p:nvPr/>
          </p:nvSpPr>
          <p:spPr bwMode="auto">
            <a:xfrm>
              <a:off x="4403021" y="176524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9848234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7195" name="Freeform 31"/>
            <p:cNvSpPr/>
            <p:nvPr/>
          </p:nvSpPr>
          <p:spPr bwMode="auto">
            <a:xfrm>
              <a:off x="3797214" y="629011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0678646" name="TextBox 32"/>
            <p:cNvSpPr txBox="1"/>
            <p:nvPr/>
          </p:nvSpPr>
          <p:spPr bwMode="auto">
            <a:xfrm>
              <a:off x="3922466" y="677997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007877" name="AutoShape 33"/>
            <p:cNvSpPr/>
            <p:nvPr/>
          </p:nvSpPr>
          <p:spPr bwMode="auto">
            <a:xfrm>
              <a:off x="2574716" y="362920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708076" name="Freeform 34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20798" name="AutoShape 35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4026491" name="Freeform 36"/>
            <p:cNvSpPr/>
            <p:nvPr/>
          </p:nvSpPr>
          <p:spPr bwMode="auto">
            <a:xfrm>
              <a:off x="4403021" y="570515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6586317" name=""/>
          <p:cNvGrpSpPr/>
          <p:nvPr/>
        </p:nvGrpSpPr>
        <p:grpSpPr bwMode="auto">
          <a:xfrm>
            <a:off x="1322620" y="640121"/>
            <a:ext cx="9290317" cy="5830214"/>
            <a:chOff x="0" y="0"/>
            <a:chExt cx="9290317" cy="5830214"/>
          </a:xfrm>
        </p:grpSpPr>
        <p:sp>
          <p:nvSpPr>
            <p:cNvPr id="687532361" name="Freeform 26"/>
            <p:cNvSpPr/>
            <p:nvPr/>
          </p:nvSpPr>
          <p:spPr bwMode="auto">
            <a:xfrm>
              <a:off x="7130096" y="2398145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6011464" name="Freeform 27"/>
            <p:cNvSpPr/>
            <p:nvPr/>
          </p:nvSpPr>
          <p:spPr bwMode="auto">
            <a:xfrm>
              <a:off x="1735992" y="308176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8597735" name="Freeform 28"/>
            <p:cNvSpPr/>
            <p:nvPr/>
          </p:nvSpPr>
          <p:spPr bwMode="auto">
            <a:xfrm>
              <a:off x="0" y="2540907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4028528" name="AutoShape 29"/>
            <p:cNvSpPr/>
            <p:nvPr/>
          </p:nvSpPr>
          <p:spPr bwMode="auto">
            <a:xfrm flipH="1" flipV="1">
              <a:off x="781291" y="2969598"/>
              <a:ext cx="242219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7054599" name="Freeform 30"/>
            <p:cNvSpPr/>
            <p:nvPr/>
          </p:nvSpPr>
          <p:spPr bwMode="auto">
            <a:xfrm>
              <a:off x="2061943" y="1721596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8864371" name="AutoShape 31"/>
            <p:cNvSpPr/>
            <p:nvPr/>
          </p:nvSpPr>
          <p:spPr bwMode="auto">
            <a:xfrm flipV="1">
              <a:off x="5225629" y="916379"/>
              <a:ext cx="674401" cy="16786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54559620" name="Freeform 32"/>
            <p:cNvSpPr/>
            <p:nvPr/>
          </p:nvSpPr>
          <p:spPr bwMode="auto">
            <a:xfrm>
              <a:off x="4956727" y="1247751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9194060" name="Freeform 34"/>
            <p:cNvSpPr/>
            <p:nvPr/>
          </p:nvSpPr>
          <p:spPr bwMode="auto">
            <a:xfrm rot="0" flipH="0" flipV="0">
              <a:off x="3386664" y="2676152"/>
              <a:ext cx="3231050" cy="586889"/>
            </a:xfrm>
            <a:custGeom>
              <a:avLst/>
              <a:gdLst/>
              <a:ahLst/>
              <a:cxnLst/>
              <a:rect l="l" t="t" r="r" b="b"/>
              <a:pathLst>
                <a:path w="1276466" h="231859" fill="norm" stroke="1" extrusionOk="0">
                  <a:moveTo>
                    <a:pt x="64695" y="0"/>
                  </a:moveTo>
                  <a:lnTo>
                    <a:pt x="1211771" y="0"/>
                  </a:lnTo>
                  <a:cubicBezTo>
                    <a:pt x="1228929" y="0"/>
                    <a:pt x="1245384" y="6816"/>
                    <a:pt x="1257517" y="18949"/>
                  </a:cubicBezTo>
                  <a:cubicBezTo>
                    <a:pt x="1269650" y="31081"/>
                    <a:pt x="1276466" y="47537"/>
                    <a:pt x="1276466" y="64695"/>
                  </a:cubicBezTo>
                  <a:lnTo>
                    <a:pt x="1276466" y="167164"/>
                  </a:lnTo>
                  <a:cubicBezTo>
                    <a:pt x="1276466" y="184322"/>
                    <a:pt x="1269650" y="200777"/>
                    <a:pt x="1257517" y="212910"/>
                  </a:cubicBezTo>
                  <a:cubicBezTo>
                    <a:pt x="1245384" y="225043"/>
                    <a:pt x="1228929" y="231859"/>
                    <a:pt x="1211771" y="231859"/>
                  </a:cubicBezTo>
                  <a:lnTo>
                    <a:pt x="64695" y="231859"/>
                  </a:lnTo>
                  <a:cubicBezTo>
                    <a:pt x="47537" y="231859"/>
                    <a:pt x="31081" y="225043"/>
                    <a:pt x="18949" y="212910"/>
                  </a:cubicBezTo>
                  <a:cubicBezTo>
                    <a:pt x="6816" y="200777"/>
                    <a:pt x="0" y="184322"/>
                    <a:pt x="0" y="167164"/>
                  </a:cubicBezTo>
                  <a:lnTo>
                    <a:pt x="0" y="64695"/>
                  </a:lnTo>
                  <a:cubicBezTo>
                    <a:pt x="0" y="47537"/>
                    <a:pt x="6816" y="31081"/>
                    <a:pt x="18949" y="18949"/>
                  </a:cubicBezTo>
                  <a:cubicBezTo>
                    <a:pt x="31081" y="6816"/>
                    <a:pt x="47537" y="0"/>
                    <a:pt x="6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41664107" name="TextBox 35"/>
            <p:cNvSpPr txBox="1"/>
            <p:nvPr/>
          </p:nvSpPr>
          <p:spPr bwMode="auto">
            <a:xfrm rot="0" flipH="0" flipV="0">
              <a:off x="3386664" y="2507385"/>
              <a:ext cx="3231050" cy="75565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17710778" name="Freeform 36"/>
            <p:cNvSpPr/>
            <p:nvPr/>
          </p:nvSpPr>
          <p:spPr bwMode="auto">
            <a:xfrm>
              <a:off x="659547" y="197004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57044786" name="AutoShape 37"/>
            <p:cNvSpPr/>
            <p:nvPr/>
          </p:nvSpPr>
          <p:spPr bwMode="auto">
            <a:xfrm flipH="1" flipV="1">
              <a:off x="1510896" y="970059"/>
              <a:ext cx="2343873" cy="162497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58310118" name="Freeform 38"/>
            <p:cNvSpPr/>
            <p:nvPr/>
          </p:nvSpPr>
          <p:spPr bwMode="auto">
            <a:xfrm>
              <a:off x="5709354" y="0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9904850" name="Freeform 39"/>
            <p:cNvSpPr/>
            <p:nvPr/>
          </p:nvSpPr>
          <p:spPr bwMode="auto">
            <a:xfrm>
              <a:off x="8275475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5937791" name="Freeform 40"/>
            <p:cNvSpPr/>
            <p:nvPr/>
          </p:nvSpPr>
          <p:spPr bwMode="auto">
            <a:xfrm>
              <a:off x="4713240" y="4972832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5981235" name="Freeform 41"/>
            <p:cNvSpPr/>
            <p:nvPr/>
          </p:nvSpPr>
          <p:spPr bwMode="auto">
            <a:xfrm>
              <a:off x="1345346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06800924" name="Freeform 42"/>
            <p:cNvSpPr/>
            <p:nvPr/>
          </p:nvSpPr>
          <p:spPr bwMode="auto">
            <a:xfrm>
              <a:off x="8509027" y="226398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9332009" name="AutoShape 43"/>
            <p:cNvSpPr/>
            <p:nvPr/>
          </p:nvSpPr>
          <p:spPr bwMode="auto">
            <a:xfrm flipV="1">
              <a:off x="6099999" y="1054386"/>
              <a:ext cx="2316844" cy="1486518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9833405" name="Freeform 44"/>
            <p:cNvSpPr/>
            <p:nvPr/>
          </p:nvSpPr>
          <p:spPr bwMode="auto">
            <a:xfrm>
              <a:off x="6817970" y="117426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5586549" name="AutoShape 45"/>
            <p:cNvSpPr/>
            <p:nvPr/>
          </p:nvSpPr>
          <p:spPr bwMode="auto">
            <a:xfrm>
              <a:off x="6176509" y="3350664"/>
              <a:ext cx="2098964" cy="163006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083951" name="AutoShape 46"/>
            <p:cNvSpPr/>
            <p:nvPr/>
          </p:nvSpPr>
          <p:spPr bwMode="auto">
            <a:xfrm>
              <a:off x="5041593" y="3398290"/>
              <a:ext cx="62290" cy="140435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41148630" name="AutoShape 47"/>
            <p:cNvSpPr/>
            <p:nvPr/>
          </p:nvSpPr>
          <p:spPr bwMode="auto">
            <a:xfrm flipH="1">
              <a:off x="2126637" y="3350664"/>
              <a:ext cx="1728132" cy="157696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3093904" name="Freeform 48"/>
            <p:cNvSpPr/>
            <p:nvPr/>
          </p:nvSpPr>
          <p:spPr bwMode="auto">
            <a:xfrm>
              <a:off x="6668493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87837625" name="Freeform 49"/>
            <p:cNvSpPr/>
            <p:nvPr/>
          </p:nvSpPr>
          <p:spPr bwMode="auto">
            <a:xfrm>
              <a:off x="4444338" y="404609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63170645" name="Freeform 50"/>
            <p:cNvSpPr/>
            <p:nvPr/>
          </p:nvSpPr>
          <p:spPr bwMode="auto">
            <a:xfrm>
              <a:off x="2977468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222194" name="AutoShape 51"/>
            <p:cNvSpPr/>
            <p:nvPr/>
          </p:nvSpPr>
          <p:spPr bwMode="auto">
            <a:xfrm>
              <a:off x="6617718" y="2969598"/>
              <a:ext cx="512379" cy="0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9004812" name=""/>
          <p:cNvGrpSpPr/>
          <p:nvPr/>
        </p:nvGrpSpPr>
        <p:grpSpPr bwMode="auto">
          <a:xfrm>
            <a:off x="1044189" y="435841"/>
            <a:ext cx="9392358" cy="6094818"/>
            <a:chOff x="0" y="0"/>
            <a:chExt cx="9392358" cy="6094818"/>
          </a:xfrm>
        </p:grpSpPr>
        <p:sp>
          <p:nvSpPr>
            <p:cNvPr id="1581791556" name="Freeform 27"/>
            <p:cNvSpPr/>
            <p:nvPr/>
          </p:nvSpPr>
          <p:spPr bwMode="auto">
            <a:xfrm rot="0" flipH="0" flipV="0">
              <a:off x="7465673" y="0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9801038" name="Freeform 28"/>
            <p:cNvSpPr/>
            <p:nvPr/>
          </p:nvSpPr>
          <p:spPr bwMode="auto">
            <a:xfrm>
              <a:off x="7535340" y="3813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0110582" name="Freeform 29"/>
            <p:cNvSpPr/>
            <p:nvPr/>
          </p:nvSpPr>
          <p:spPr bwMode="auto">
            <a:xfrm>
              <a:off x="7953591" y="57701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326215" name="AutoShape 30"/>
            <p:cNvSpPr/>
            <p:nvPr/>
          </p:nvSpPr>
          <p:spPr bwMode="auto">
            <a:xfrm flipV="1">
              <a:off x="2079828" y="656280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6078587" name="AutoShape 31"/>
            <p:cNvSpPr/>
            <p:nvPr/>
          </p:nvSpPr>
          <p:spPr bwMode="auto">
            <a:xfrm>
              <a:off x="7880480" y="54347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000179" name="Freeform 33"/>
            <p:cNvSpPr/>
            <p:nvPr/>
          </p:nvSpPr>
          <p:spPr bwMode="auto">
            <a:xfrm rot="0" flipH="0" flipV="0">
              <a:off x="7465673" y="926946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6504015" name="Freeform 34"/>
            <p:cNvSpPr/>
            <p:nvPr/>
          </p:nvSpPr>
          <p:spPr bwMode="auto">
            <a:xfrm>
              <a:off x="7535340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6177275" name="Freeform 35"/>
            <p:cNvSpPr/>
            <p:nvPr/>
          </p:nvSpPr>
          <p:spPr bwMode="auto">
            <a:xfrm>
              <a:off x="7650723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0786009" name="Freeform 36"/>
            <p:cNvSpPr/>
            <p:nvPr/>
          </p:nvSpPr>
          <p:spPr bwMode="auto">
            <a:xfrm>
              <a:off x="7953591" y="984647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2873325" name="AutoShape 37"/>
            <p:cNvSpPr/>
            <p:nvPr/>
          </p:nvSpPr>
          <p:spPr bwMode="auto">
            <a:xfrm>
              <a:off x="2079828" y="1568214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9445936" name="AutoShape 38"/>
            <p:cNvSpPr/>
            <p:nvPr/>
          </p:nvSpPr>
          <p:spPr bwMode="auto">
            <a:xfrm>
              <a:off x="7880480" y="1455408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99828" name="Freeform 40"/>
            <p:cNvSpPr/>
            <p:nvPr/>
          </p:nvSpPr>
          <p:spPr bwMode="auto">
            <a:xfrm rot="0" flipH="0" flipV="0">
              <a:off x="7465673" y="183888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979507" name="Freeform 41"/>
            <p:cNvSpPr/>
            <p:nvPr/>
          </p:nvSpPr>
          <p:spPr bwMode="auto">
            <a:xfrm>
              <a:off x="7535340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6054400" name="Freeform 42"/>
            <p:cNvSpPr/>
            <p:nvPr/>
          </p:nvSpPr>
          <p:spPr bwMode="auto">
            <a:xfrm>
              <a:off x="7650723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285140" name="Freeform 43"/>
            <p:cNvSpPr/>
            <p:nvPr/>
          </p:nvSpPr>
          <p:spPr bwMode="auto">
            <a:xfrm>
              <a:off x="7953591" y="1896584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4658529" name="AutoShape 44"/>
            <p:cNvSpPr/>
            <p:nvPr/>
          </p:nvSpPr>
          <p:spPr bwMode="auto">
            <a:xfrm>
              <a:off x="2079828" y="2480148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1341414" name="AutoShape 45"/>
            <p:cNvSpPr/>
            <p:nvPr/>
          </p:nvSpPr>
          <p:spPr bwMode="auto">
            <a:xfrm>
              <a:off x="7880480" y="236734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5045028" name="Freeform 47"/>
            <p:cNvSpPr/>
            <p:nvPr/>
          </p:nvSpPr>
          <p:spPr bwMode="auto">
            <a:xfrm rot="0" flipH="0" flipV="0">
              <a:off x="5649777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95829874" name="Freeform 48"/>
            <p:cNvSpPr/>
            <p:nvPr/>
          </p:nvSpPr>
          <p:spPr bwMode="auto">
            <a:xfrm>
              <a:off x="571944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7185501" name="Freeform 49"/>
            <p:cNvSpPr/>
            <p:nvPr/>
          </p:nvSpPr>
          <p:spPr bwMode="auto">
            <a:xfrm>
              <a:off x="5834827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14683465" name="Freeform 50"/>
            <p:cNvSpPr/>
            <p:nvPr/>
          </p:nvSpPr>
          <p:spPr bwMode="auto">
            <a:xfrm>
              <a:off x="6137695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30187583" name="TextBox 51"/>
            <p:cNvSpPr txBox="1"/>
            <p:nvPr/>
          </p:nvSpPr>
          <p:spPr bwMode="auto">
            <a:xfrm>
              <a:off x="5553250" y="3115584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 sz="1600"/>
            </a:p>
          </p:txBody>
        </p:sp>
        <p:sp>
          <p:nvSpPr>
            <p:cNvPr id="1559099103" name="Freeform 53"/>
            <p:cNvSpPr/>
            <p:nvPr/>
          </p:nvSpPr>
          <p:spPr bwMode="auto">
            <a:xfrm rot="0" flipH="0" flipV="0">
              <a:off x="655802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0158636" name="Freeform 54"/>
            <p:cNvSpPr/>
            <p:nvPr/>
          </p:nvSpPr>
          <p:spPr bwMode="auto">
            <a:xfrm>
              <a:off x="6627691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29872373" name="Freeform 55"/>
            <p:cNvSpPr/>
            <p:nvPr/>
          </p:nvSpPr>
          <p:spPr bwMode="auto">
            <a:xfrm>
              <a:off x="6743075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0125931" name="Freeform 56"/>
            <p:cNvSpPr/>
            <p:nvPr/>
          </p:nvSpPr>
          <p:spPr bwMode="auto">
            <a:xfrm>
              <a:off x="7045940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4825900" name="TextBox 57"/>
            <p:cNvSpPr txBox="1"/>
            <p:nvPr/>
          </p:nvSpPr>
          <p:spPr bwMode="auto">
            <a:xfrm>
              <a:off x="6461499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1859347160" name="Freeform 59"/>
            <p:cNvSpPr/>
            <p:nvPr/>
          </p:nvSpPr>
          <p:spPr bwMode="auto">
            <a:xfrm rot="0" flipH="0" flipV="0">
              <a:off x="746567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6328351" name="Freeform 60"/>
            <p:cNvSpPr/>
            <p:nvPr/>
          </p:nvSpPr>
          <p:spPr bwMode="auto">
            <a:xfrm>
              <a:off x="7535340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3597889" name="Freeform 61"/>
            <p:cNvSpPr/>
            <p:nvPr/>
          </p:nvSpPr>
          <p:spPr bwMode="auto">
            <a:xfrm>
              <a:off x="765072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4021482" name="Freeform 62"/>
            <p:cNvSpPr/>
            <p:nvPr/>
          </p:nvSpPr>
          <p:spPr bwMode="auto">
            <a:xfrm>
              <a:off x="7953591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188587" name="TextBox 63"/>
            <p:cNvSpPr txBox="1"/>
            <p:nvPr/>
          </p:nvSpPr>
          <p:spPr bwMode="auto">
            <a:xfrm>
              <a:off x="7369146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825925901" name="AutoShape 64"/>
            <p:cNvSpPr/>
            <p:nvPr/>
          </p:nvSpPr>
          <p:spPr bwMode="auto">
            <a:xfrm flipV="1">
              <a:off x="2079828" y="3392916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7604619" name="AutoShape 65"/>
            <p:cNvSpPr/>
            <p:nvPr/>
          </p:nvSpPr>
          <p:spPr bwMode="auto">
            <a:xfrm>
              <a:off x="7880480" y="3280111"/>
              <a:ext cx="135504" cy="328437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027821" name="Freeform 67"/>
            <p:cNvSpPr/>
            <p:nvPr/>
          </p:nvSpPr>
          <p:spPr bwMode="auto">
            <a:xfrm rot="0" flipH="0" flipV="0">
              <a:off x="5594258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7825447" name="Freeform 68"/>
            <p:cNvSpPr/>
            <p:nvPr/>
          </p:nvSpPr>
          <p:spPr bwMode="auto">
            <a:xfrm>
              <a:off x="5663925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026056" name="Freeform 69"/>
            <p:cNvSpPr/>
            <p:nvPr/>
          </p:nvSpPr>
          <p:spPr bwMode="auto">
            <a:xfrm>
              <a:off x="57793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85310793" name="Freeform 70"/>
            <p:cNvSpPr/>
            <p:nvPr/>
          </p:nvSpPr>
          <p:spPr bwMode="auto">
            <a:xfrm>
              <a:off x="6082176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6050345" name="Freeform 72"/>
            <p:cNvSpPr/>
            <p:nvPr/>
          </p:nvSpPr>
          <p:spPr bwMode="auto">
            <a:xfrm rot="0" flipH="0" flipV="0">
              <a:off x="6502503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59901812" name="Freeform 73"/>
            <p:cNvSpPr/>
            <p:nvPr/>
          </p:nvSpPr>
          <p:spPr bwMode="auto">
            <a:xfrm>
              <a:off x="6572172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73009527" name="Freeform 74"/>
            <p:cNvSpPr/>
            <p:nvPr/>
          </p:nvSpPr>
          <p:spPr bwMode="auto">
            <a:xfrm>
              <a:off x="66875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725712" name="Freeform 75"/>
            <p:cNvSpPr/>
            <p:nvPr/>
          </p:nvSpPr>
          <p:spPr bwMode="auto">
            <a:xfrm>
              <a:off x="6990420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923869" name="Freeform 77"/>
            <p:cNvSpPr/>
            <p:nvPr/>
          </p:nvSpPr>
          <p:spPr bwMode="auto">
            <a:xfrm rot="0" flipH="0" flipV="0">
              <a:off x="7583789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6903666" name="Freeform 78"/>
            <p:cNvSpPr/>
            <p:nvPr/>
          </p:nvSpPr>
          <p:spPr bwMode="auto">
            <a:xfrm>
              <a:off x="76534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7826748" name="Freeform 79"/>
            <p:cNvSpPr/>
            <p:nvPr/>
          </p:nvSpPr>
          <p:spPr bwMode="auto">
            <a:xfrm>
              <a:off x="7768839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3634864" name="Freeform 80"/>
            <p:cNvSpPr/>
            <p:nvPr/>
          </p:nvSpPr>
          <p:spPr bwMode="auto">
            <a:xfrm>
              <a:off x="8071707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280293" name="Freeform 82"/>
            <p:cNvSpPr/>
            <p:nvPr/>
          </p:nvSpPr>
          <p:spPr bwMode="auto">
            <a:xfrm rot="0" flipH="0" flipV="0">
              <a:off x="8492457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3108433" name="Freeform 83"/>
            <p:cNvSpPr/>
            <p:nvPr/>
          </p:nvSpPr>
          <p:spPr bwMode="auto">
            <a:xfrm>
              <a:off x="856212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397375" name="Freeform 84"/>
            <p:cNvSpPr/>
            <p:nvPr/>
          </p:nvSpPr>
          <p:spPr bwMode="auto">
            <a:xfrm>
              <a:off x="86775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224600" name="Freeform 85"/>
            <p:cNvSpPr/>
            <p:nvPr/>
          </p:nvSpPr>
          <p:spPr bwMode="auto">
            <a:xfrm>
              <a:off x="8980375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5078292" name="AutoShape 86"/>
            <p:cNvSpPr/>
            <p:nvPr/>
          </p:nvSpPr>
          <p:spPr bwMode="auto">
            <a:xfrm>
              <a:off x="7880480" y="3287142"/>
              <a:ext cx="770405" cy="327235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5069394" name="AutoShape 87"/>
            <p:cNvSpPr/>
            <p:nvPr/>
          </p:nvSpPr>
          <p:spPr bwMode="auto">
            <a:xfrm flipH="1">
              <a:off x="6936570" y="3288731"/>
              <a:ext cx="37272" cy="33971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566697" name="AutoShape 88"/>
            <p:cNvSpPr/>
            <p:nvPr/>
          </p:nvSpPr>
          <p:spPr bwMode="auto">
            <a:xfrm flipH="1">
              <a:off x="6356878" y="3296269"/>
              <a:ext cx="621337" cy="31810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27984" name="AutoShape 89"/>
            <p:cNvSpPr/>
            <p:nvPr/>
          </p:nvSpPr>
          <p:spPr bwMode="auto">
            <a:xfrm flipV="1">
              <a:off x="2079828" y="4458205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5852213" name="Freeform 91"/>
            <p:cNvSpPr/>
            <p:nvPr/>
          </p:nvSpPr>
          <p:spPr bwMode="auto">
            <a:xfrm rot="0" flipH="0" flipV="0">
              <a:off x="6190749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35399568" name="Freeform 92"/>
            <p:cNvSpPr/>
            <p:nvPr/>
          </p:nvSpPr>
          <p:spPr bwMode="auto">
            <a:xfrm>
              <a:off x="6247684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88896704" name="Freeform 93"/>
            <p:cNvSpPr/>
            <p:nvPr/>
          </p:nvSpPr>
          <p:spPr bwMode="auto">
            <a:xfrm>
              <a:off x="6341980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58394062" name="Freeform 94"/>
            <p:cNvSpPr/>
            <p:nvPr/>
          </p:nvSpPr>
          <p:spPr bwMode="auto">
            <a:xfrm>
              <a:off x="6589492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60975674" name="AutoShape 95"/>
            <p:cNvSpPr/>
            <p:nvPr/>
          </p:nvSpPr>
          <p:spPr bwMode="auto">
            <a:xfrm>
              <a:off x="5959421" y="583268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8708138" name="Freeform 97"/>
            <p:cNvSpPr/>
            <p:nvPr/>
          </p:nvSpPr>
          <p:spPr bwMode="auto">
            <a:xfrm rot="0" flipH="0" flipV="0">
              <a:off x="6190749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14534155" name="Freeform 98"/>
            <p:cNvSpPr/>
            <p:nvPr/>
          </p:nvSpPr>
          <p:spPr bwMode="auto">
            <a:xfrm>
              <a:off x="6247684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828728" name="Freeform 99"/>
            <p:cNvSpPr/>
            <p:nvPr/>
          </p:nvSpPr>
          <p:spPr bwMode="auto">
            <a:xfrm>
              <a:off x="6341980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72157022" name="Freeform 100"/>
            <p:cNvSpPr/>
            <p:nvPr/>
          </p:nvSpPr>
          <p:spPr bwMode="auto">
            <a:xfrm>
              <a:off x="6589492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05160461" name="Freeform 102"/>
            <p:cNvSpPr/>
            <p:nvPr/>
          </p:nvSpPr>
          <p:spPr bwMode="auto">
            <a:xfrm rot="0" flipH="0" flipV="0">
              <a:off x="6190749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74580726" name="Freeform 103"/>
            <p:cNvSpPr/>
            <p:nvPr/>
          </p:nvSpPr>
          <p:spPr bwMode="auto">
            <a:xfrm>
              <a:off x="6247684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15726014" name="Freeform 104"/>
            <p:cNvSpPr/>
            <p:nvPr/>
          </p:nvSpPr>
          <p:spPr bwMode="auto">
            <a:xfrm>
              <a:off x="6341980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33233366" name="Freeform 105"/>
            <p:cNvSpPr/>
            <p:nvPr/>
          </p:nvSpPr>
          <p:spPr bwMode="auto">
            <a:xfrm>
              <a:off x="6589492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74402821" name="Freeform 107"/>
            <p:cNvSpPr/>
            <p:nvPr/>
          </p:nvSpPr>
          <p:spPr bwMode="auto">
            <a:xfrm rot="0" flipH="0" flipV="0">
              <a:off x="7211864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7329899" name="Freeform 108"/>
            <p:cNvSpPr/>
            <p:nvPr/>
          </p:nvSpPr>
          <p:spPr bwMode="auto">
            <a:xfrm>
              <a:off x="7268799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580693" name="Freeform 109"/>
            <p:cNvSpPr/>
            <p:nvPr/>
          </p:nvSpPr>
          <p:spPr bwMode="auto">
            <a:xfrm>
              <a:off x="7363093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8652758" name="Freeform 110"/>
            <p:cNvSpPr/>
            <p:nvPr/>
          </p:nvSpPr>
          <p:spPr bwMode="auto">
            <a:xfrm>
              <a:off x="7610605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473753" name="Freeform 112"/>
            <p:cNvSpPr/>
            <p:nvPr/>
          </p:nvSpPr>
          <p:spPr bwMode="auto">
            <a:xfrm rot="0" flipH="0" flipV="0">
              <a:off x="7211864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734264" name="Freeform 113"/>
            <p:cNvSpPr/>
            <p:nvPr/>
          </p:nvSpPr>
          <p:spPr bwMode="auto">
            <a:xfrm>
              <a:off x="7268799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9837199" name="Freeform 114"/>
            <p:cNvSpPr/>
            <p:nvPr/>
          </p:nvSpPr>
          <p:spPr bwMode="auto">
            <a:xfrm>
              <a:off x="7363093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59422" name="Freeform 115"/>
            <p:cNvSpPr/>
            <p:nvPr/>
          </p:nvSpPr>
          <p:spPr bwMode="auto">
            <a:xfrm>
              <a:off x="7610605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563674" name="Freeform 117"/>
            <p:cNvSpPr/>
            <p:nvPr/>
          </p:nvSpPr>
          <p:spPr bwMode="auto">
            <a:xfrm rot="0" flipH="0" flipV="0">
              <a:off x="7211864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036099" name="Freeform 118"/>
            <p:cNvSpPr/>
            <p:nvPr/>
          </p:nvSpPr>
          <p:spPr bwMode="auto">
            <a:xfrm>
              <a:off x="7268799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8455" name="Freeform 119"/>
            <p:cNvSpPr/>
            <p:nvPr/>
          </p:nvSpPr>
          <p:spPr bwMode="auto">
            <a:xfrm>
              <a:off x="7363093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6014229" name="Freeform 120"/>
            <p:cNvSpPr/>
            <p:nvPr/>
          </p:nvSpPr>
          <p:spPr bwMode="auto">
            <a:xfrm>
              <a:off x="7610605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280144" name="Freeform 121"/>
            <p:cNvSpPr/>
            <p:nvPr/>
          </p:nvSpPr>
          <p:spPr bwMode="auto">
            <a:xfrm>
              <a:off x="9116391" y="4920364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563556" name="TextBox 122"/>
            <p:cNvSpPr txBox="1"/>
            <p:nvPr/>
          </p:nvSpPr>
          <p:spPr bwMode="auto">
            <a:xfrm flipH="0" flipV="0">
              <a:off x="2079828" y="7902"/>
              <a:ext cx="41891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998019" name="TextBox 123"/>
            <p:cNvSpPr txBox="1"/>
            <p:nvPr/>
          </p:nvSpPr>
          <p:spPr bwMode="auto">
            <a:xfrm flipH="0" flipV="0">
              <a:off x="2079825" y="930241"/>
              <a:ext cx="419496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96051341" name="TextBox 124"/>
            <p:cNvSpPr txBox="1"/>
            <p:nvPr/>
          </p:nvSpPr>
          <p:spPr bwMode="auto">
            <a:xfrm>
              <a:off x="7383940" y="356726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2081417253" name="TextBox 125"/>
            <p:cNvSpPr txBox="1"/>
            <p:nvPr/>
          </p:nvSpPr>
          <p:spPr bwMode="auto">
            <a:xfrm>
              <a:off x="7369146" y="1290879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1747675785" name="TextBox 126"/>
            <p:cNvSpPr txBox="1"/>
            <p:nvPr/>
          </p:nvSpPr>
          <p:spPr bwMode="auto">
            <a:xfrm flipH="0" flipV="0">
              <a:off x="2079825" y="1831320"/>
              <a:ext cx="3472681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085761" name="TextBox 127"/>
            <p:cNvSpPr txBox="1"/>
            <p:nvPr/>
          </p:nvSpPr>
          <p:spPr bwMode="auto">
            <a:xfrm>
              <a:off x="7369146" y="220281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774425178" name="TextBox 128"/>
            <p:cNvSpPr txBox="1"/>
            <p:nvPr/>
          </p:nvSpPr>
          <p:spPr bwMode="auto">
            <a:xfrm flipH="0" flipV="0">
              <a:off x="2079828" y="2743254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398919" name="TextBox 129"/>
            <p:cNvSpPr txBox="1"/>
            <p:nvPr/>
          </p:nvSpPr>
          <p:spPr bwMode="auto">
            <a:xfrm flipH="0" flipV="0">
              <a:off x="2079828" y="3737367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Channels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3965968" name="TextBox 130"/>
            <p:cNvSpPr txBox="1"/>
            <p:nvPr/>
          </p:nvSpPr>
          <p:spPr bwMode="auto">
            <a:xfrm>
              <a:off x="5497731" y="4028352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 sz="1600"/>
            </a:p>
          </p:txBody>
        </p:sp>
        <p:sp>
          <p:nvSpPr>
            <p:cNvPr id="1939177973" name="TextBox 131"/>
            <p:cNvSpPr txBox="1"/>
            <p:nvPr/>
          </p:nvSpPr>
          <p:spPr bwMode="auto">
            <a:xfrm>
              <a:off x="6405978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618062480" name="TextBox 132"/>
            <p:cNvSpPr txBox="1"/>
            <p:nvPr/>
          </p:nvSpPr>
          <p:spPr bwMode="auto">
            <a:xfrm>
              <a:off x="748726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1656514897" name="TextBox 133"/>
            <p:cNvSpPr txBox="1"/>
            <p:nvPr/>
          </p:nvSpPr>
          <p:spPr bwMode="auto">
            <a:xfrm>
              <a:off x="839593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303073212" name="TextBox 134"/>
            <p:cNvSpPr txBox="1"/>
            <p:nvPr/>
          </p:nvSpPr>
          <p:spPr bwMode="auto">
            <a:xfrm>
              <a:off x="5513537" y="4173828"/>
              <a:ext cx="99523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 sz="1600"/>
            </a:p>
          </p:txBody>
        </p:sp>
        <p:sp>
          <p:nvSpPr>
            <p:cNvPr id="88412771" name="TextBox 135"/>
            <p:cNvSpPr txBox="1"/>
            <p:nvPr/>
          </p:nvSpPr>
          <p:spPr bwMode="auto">
            <a:xfrm>
              <a:off x="6424833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168893771" name="TextBox 136"/>
            <p:cNvSpPr txBox="1"/>
            <p:nvPr/>
          </p:nvSpPr>
          <p:spPr bwMode="auto">
            <a:xfrm>
              <a:off x="7582512" y="4173829"/>
              <a:ext cx="99487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/>
            </a:p>
          </p:txBody>
        </p:sp>
        <p:sp>
          <p:nvSpPr>
            <p:cNvPr id="719621284" name="TextBox 137"/>
            <p:cNvSpPr txBox="1"/>
            <p:nvPr/>
          </p:nvSpPr>
          <p:spPr bwMode="auto">
            <a:xfrm>
              <a:off x="8398560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207543018" name="TextBox 138"/>
            <p:cNvSpPr txBox="1"/>
            <p:nvPr/>
          </p:nvSpPr>
          <p:spPr bwMode="auto">
            <a:xfrm flipH="0" flipV="0">
              <a:off x="2079825" y="5061885"/>
              <a:ext cx="34644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3271517" name="TextBox 139"/>
            <p:cNvSpPr txBox="1"/>
            <p:nvPr/>
          </p:nvSpPr>
          <p:spPr bwMode="auto">
            <a:xfrm>
              <a:off x="6111867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27249483" name="TextBox 140"/>
            <p:cNvSpPr txBox="1"/>
            <p:nvPr/>
          </p:nvSpPr>
          <p:spPr bwMode="auto">
            <a:xfrm>
              <a:off x="6111867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1697131400" name="TextBox 141"/>
            <p:cNvSpPr txBox="1"/>
            <p:nvPr/>
          </p:nvSpPr>
          <p:spPr bwMode="auto">
            <a:xfrm>
              <a:off x="6111867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523660635" name="TextBox 142"/>
            <p:cNvSpPr txBox="1"/>
            <p:nvPr/>
          </p:nvSpPr>
          <p:spPr bwMode="auto">
            <a:xfrm>
              <a:off x="7132980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289295053" name="TextBox 143"/>
            <p:cNvSpPr txBox="1"/>
            <p:nvPr/>
          </p:nvSpPr>
          <p:spPr bwMode="auto">
            <a:xfrm>
              <a:off x="7132980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15690625" name="TextBox 144"/>
            <p:cNvSpPr txBox="1"/>
            <p:nvPr/>
          </p:nvSpPr>
          <p:spPr bwMode="auto">
            <a:xfrm>
              <a:off x="7132980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412695889" name="Freeform 145"/>
            <p:cNvSpPr/>
            <p:nvPr/>
          </p:nvSpPr>
          <p:spPr bwMode="auto">
            <a:xfrm>
              <a:off x="9116391" y="5182358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4421696" name="Freeform 146"/>
            <p:cNvSpPr/>
            <p:nvPr/>
          </p:nvSpPr>
          <p:spPr bwMode="auto">
            <a:xfrm>
              <a:off x="9116391" y="5444226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87972" name="AutoShape 147"/>
            <p:cNvSpPr/>
            <p:nvPr/>
          </p:nvSpPr>
          <p:spPr bwMode="auto">
            <a:xfrm>
              <a:off x="5974236" y="4375648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135040205" name="AutoShape 148"/>
            <p:cNvSpPr/>
            <p:nvPr/>
          </p:nvSpPr>
          <p:spPr bwMode="auto">
            <a:xfrm>
              <a:off x="5958948" y="5355228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55614041" name="AutoShape 149"/>
            <p:cNvSpPr/>
            <p:nvPr/>
          </p:nvSpPr>
          <p:spPr bwMode="auto">
            <a:xfrm>
              <a:off x="5958948" y="484834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85811774" name="AutoShape 150"/>
            <p:cNvSpPr/>
            <p:nvPr/>
          </p:nvSpPr>
          <p:spPr bwMode="auto">
            <a:xfrm>
              <a:off x="6978400" y="5835866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7233451" name="AutoShape 151"/>
            <p:cNvSpPr/>
            <p:nvPr/>
          </p:nvSpPr>
          <p:spPr bwMode="auto">
            <a:xfrm>
              <a:off x="6993214" y="4378829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9170997" name="AutoShape 152"/>
            <p:cNvSpPr/>
            <p:nvPr/>
          </p:nvSpPr>
          <p:spPr bwMode="auto">
            <a:xfrm>
              <a:off x="6977928" y="5358411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5427107" name="AutoShape 153"/>
            <p:cNvSpPr/>
            <p:nvPr/>
          </p:nvSpPr>
          <p:spPr bwMode="auto">
            <a:xfrm>
              <a:off x="6977928" y="4851527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882833" name="Freeform 154"/>
            <p:cNvSpPr/>
            <p:nvPr/>
          </p:nvSpPr>
          <p:spPr bwMode="auto">
            <a:xfrm rot="-8534550" flipH="1">
              <a:off x="0" y="2303328"/>
              <a:ext cx="1849077" cy="661043"/>
            </a:xfrm>
            <a:custGeom>
              <a:avLst/>
              <a:gdLst/>
              <a:ahLst/>
              <a:cxnLst/>
              <a:rect l="l" t="t" r="r" b="b"/>
              <a:pathLst>
                <a:path w="1849077" h="661045" fill="norm" stroke="1" extrusionOk="0">
                  <a:moveTo>
                    <a:pt x="1849077" y="0"/>
                  </a:moveTo>
                  <a:lnTo>
                    <a:pt x="0" y="0"/>
                  </a:lnTo>
                  <a:lnTo>
                    <a:pt x="0" y="661045"/>
                  </a:lnTo>
                  <a:lnTo>
                    <a:pt x="1849077" y="661045"/>
                  </a:lnTo>
                  <a:lnTo>
                    <a:pt x="1849077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39893130" name="Group 26"/>
          <p:cNvGrpSpPr/>
          <p:nvPr/>
        </p:nvGrpSpPr>
        <p:grpSpPr bwMode="auto">
          <a:xfrm>
            <a:off x="200386" y="1573962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630871931" name="Group 28"/>
          <p:cNvGrpSpPr/>
          <p:nvPr/>
        </p:nvGrpSpPr>
        <p:grpSpPr bwMode="auto">
          <a:xfrm>
            <a:off x="4140962" y="1573962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1835175448" name="Group 30"/>
          <p:cNvGrpSpPr/>
          <p:nvPr/>
        </p:nvGrpSpPr>
        <p:grpSpPr bwMode="auto">
          <a:xfrm>
            <a:off x="8081538" y="1573962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616179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540608426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408485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Reserveeritud edaspidiseks kasutamiseks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36083671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299376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Keti kood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9458102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6395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Avalik võti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7090460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54913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Biti väli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25785716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104312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038" name="TextBox 38"/>
          <p:cNvSpPr txBox="1"/>
          <p:nvPr/>
        </p:nvSpPr>
        <p:spPr bwMode="auto">
          <a:xfrm>
            <a:off x="3906920" y="1961569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Pariteet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724705196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1785128000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61658606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1557631490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Versioon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430210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740969164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Kontrollimine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46953745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72091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Eesliide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2585263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6165236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38060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9511221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086225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760529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506677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8534975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968371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401172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576750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728522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032264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126914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222072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30041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410151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61814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9305611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72707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1533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362266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61755704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64801081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25252979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860067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49616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327043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33646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374277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408738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50352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6257014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90993057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2565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318429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232142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692523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550585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Vahetamine turvamata võrgu kaudu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35912588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295590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77571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Jagatud saladus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3308753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168310" name="Freeform 26"/>
          <p:cNvSpPr/>
          <p:nvPr/>
        </p:nvSpPr>
        <p:spPr bwMode="auto">
          <a:xfrm>
            <a:off x="2087802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8130157" name="Freeform 27"/>
          <p:cNvSpPr/>
          <p:nvPr/>
        </p:nvSpPr>
        <p:spPr bwMode="auto">
          <a:xfrm>
            <a:off x="2330761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628924" name="Freeform 28"/>
          <p:cNvSpPr/>
          <p:nvPr/>
        </p:nvSpPr>
        <p:spPr bwMode="auto">
          <a:xfrm>
            <a:off x="10354792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402572" name="Freeform 29"/>
          <p:cNvSpPr/>
          <p:nvPr/>
        </p:nvSpPr>
        <p:spPr bwMode="auto">
          <a:xfrm>
            <a:off x="938170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663948" name="Freeform 30"/>
          <p:cNvSpPr/>
          <p:nvPr/>
        </p:nvSpPr>
        <p:spPr bwMode="auto">
          <a:xfrm>
            <a:off x="9497185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8701" name="Freeform 31"/>
          <p:cNvSpPr/>
          <p:nvPr/>
        </p:nvSpPr>
        <p:spPr bwMode="auto">
          <a:xfrm>
            <a:off x="9740146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230148" name="AutoShape 32"/>
          <p:cNvSpPr/>
          <p:nvPr/>
        </p:nvSpPr>
        <p:spPr bwMode="auto">
          <a:xfrm flipV="1">
            <a:off x="3862095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287339" name="Freeform 33"/>
          <p:cNvSpPr/>
          <p:nvPr/>
        </p:nvSpPr>
        <p:spPr bwMode="auto">
          <a:xfrm>
            <a:off x="3188050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958918" name="Freeform 34"/>
          <p:cNvSpPr/>
          <p:nvPr/>
        </p:nvSpPr>
        <p:spPr bwMode="auto">
          <a:xfrm rot="9324647" flipV="1">
            <a:off x="9671200" y="4732893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771986" name="Freeform 35"/>
          <p:cNvSpPr/>
          <p:nvPr/>
        </p:nvSpPr>
        <p:spPr bwMode="auto">
          <a:xfrm>
            <a:off x="3400902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080657" name="Freeform 36"/>
          <p:cNvSpPr/>
          <p:nvPr/>
        </p:nvSpPr>
        <p:spPr bwMode="auto">
          <a:xfrm rot="-1570360" flipV="1">
            <a:off x="1673769" y="2045069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650061" name="Freeform 37"/>
          <p:cNvSpPr/>
          <p:nvPr/>
        </p:nvSpPr>
        <p:spPr bwMode="auto">
          <a:xfrm>
            <a:off x="1526838" y="1301461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648080" name="AutoShape 38"/>
          <p:cNvSpPr/>
          <p:nvPr/>
        </p:nvSpPr>
        <p:spPr bwMode="auto">
          <a:xfrm flipH="1">
            <a:off x="4323290" y="2313468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1873424" name="Freeform 39"/>
          <p:cNvSpPr/>
          <p:nvPr/>
        </p:nvSpPr>
        <p:spPr bwMode="auto">
          <a:xfrm>
            <a:off x="3400902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067579" name="Freeform 41"/>
          <p:cNvSpPr/>
          <p:nvPr/>
        </p:nvSpPr>
        <p:spPr bwMode="auto">
          <a:xfrm>
            <a:off x="4158145" y="1194101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170302" name="Freeform 42"/>
          <p:cNvSpPr/>
          <p:nvPr/>
        </p:nvSpPr>
        <p:spPr bwMode="auto">
          <a:xfrm>
            <a:off x="7994253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492709" name="Freeform 44"/>
          <p:cNvSpPr/>
          <p:nvPr/>
        </p:nvSpPr>
        <p:spPr bwMode="auto">
          <a:xfrm>
            <a:off x="7994253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834" name="Freeform 45"/>
          <p:cNvSpPr/>
          <p:nvPr/>
        </p:nvSpPr>
        <p:spPr bwMode="auto">
          <a:xfrm>
            <a:off x="8751499" y="4317552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000245" name="AutoShape 46"/>
          <p:cNvSpPr/>
          <p:nvPr/>
        </p:nvSpPr>
        <p:spPr bwMode="auto">
          <a:xfrm flipH="1" flipV="1">
            <a:off x="8455448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737874" name="Freeform 47"/>
          <p:cNvSpPr/>
          <p:nvPr/>
        </p:nvSpPr>
        <p:spPr bwMode="auto">
          <a:xfrm>
            <a:off x="8640828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731113" name="Freeform 48"/>
          <p:cNvSpPr/>
          <p:nvPr/>
        </p:nvSpPr>
        <p:spPr bwMode="auto">
          <a:xfrm>
            <a:off x="10483677" y="5084073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418054" name="TextBox 49"/>
          <p:cNvSpPr txBox="1"/>
          <p:nvPr/>
        </p:nvSpPr>
        <p:spPr bwMode="auto">
          <a:xfrm>
            <a:off x="1219857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28817115" name="TextBox 50"/>
          <p:cNvSpPr txBox="1"/>
          <p:nvPr/>
        </p:nvSpPr>
        <p:spPr bwMode="auto">
          <a:xfrm>
            <a:off x="10636479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391452384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2" y="4217422"/>
            <a:ext cx="573298" cy="804936"/>
          </a:xfrm>
          <a:prstGeom prst="rect">
            <a:avLst/>
          </a:prstGeom>
        </p:spPr>
      </p:pic>
      <p:pic>
        <p:nvPicPr>
          <p:cNvPr id="32526201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7" y="1148445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669621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773707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100617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6252747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70316670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7763976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630756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91076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55966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87313399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471305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98373903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944151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2615112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153753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15838936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0645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Ühine värvus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6170044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Salajased värvid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3390324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Avalik vahetus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5543379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Salajased värvid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0292081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Jagatud saladus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22088794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1334870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6014710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63838342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95905185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44023125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1615343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979028675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84085859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971475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51569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175664" name=""/>
          <p:cNvGrpSpPr/>
          <p:nvPr/>
        </p:nvGrpSpPr>
        <p:grpSpPr bwMode="auto">
          <a:xfrm>
            <a:off x="1370424" y="2065192"/>
            <a:ext cx="9367350" cy="3045557"/>
            <a:chOff x="0" y="0"/>
            <a:chExt cx="9367350" cy="3045557"/>
          </a:xfrm>
        </p:grpSpPr>
        <p:sp>
          <p:nvSpPr>
            <p:cNvPr id="1587550978" name="Freeform 26"/>
            <p:cNvSpPr/>
            <p:nvPr/>
          </p:nvSpPr>
          <p:spPr bwMode="auto">
            <a:xfrm>
              <a:off x="1721338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615564" name="Freeform 27"/>
            <p:cNvSpPr/>
            <p:nvPr/>
          </p:nvSpPr>
          <p:spPr bwMode="auto">
            <a:xfrm>
              <a:off x="195022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1056334" name="Freeform 28"/>
            <p:cNvSpPr/>
            <p:nvPr/>
          </p:nvSpPr>
          <p:spPr bwMode="auto">
            <a:xfrm>
              <a:off x="7842573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182932" name="Freeform 29"/>
            <p:cNvSpPr/>
            <p:nvPr/>
          </p:nvSpPr>
          <p:spPr bwMode="auto">
            <a:xfrm>
              <a:off x="0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5100837" name="TextBox 30"/>
            <p:cNvSpPr txBox="1"/>
            <p:nvPr/>
          </p:nvSpPr>
          <p:spPr bwMode="auto">
            <a:xfrm>
              <a:off x="419607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591642066" name="TextBox 31"/>
            <p:cNvSpPr txBox="1"/>
            <p:nvPr/>
          </p:nvSpPr>
          <p:spPr bwMode="auto">
            <a:xfrm>
              <a:off x="8262183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</a:t>
              </a:r>
              <a:endParaRPr/>
            </a:p>
          </p:txBody>
        </p:sp>
        <p:sp>
          <p:nvSpPr>
            <p:cNvPr id="2091518547" name="Freeform 32"/>
            <p:cNvSpPr/>
            <p:nvPr/>
          </p:nvSpPr>
          <p:spPr bwMode="auto">
            <a:xfrm>
              <a:off x="695706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769426" name="Freeform 33"/>
            <p:cNvSpPr/>
            <p:nvPr/>
          </p:nvSpPr>
          <p:spPr bwMode="auto">
            <a:xfrm>
              <a:off x="7185946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3724599" name="AutoShape 34"/>
            <p:cNvSpPr/>
            <p:nvPr/>
          </p:nvSpPr>
          <p:spPr bwMode="auto">
            <a:xfrm>
              <a:off x="2894093" y="836640"/>
              <a:ext cx="3579165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2701709" name="TextBox 35"/>
            <p:cNvSpPr txBox="1"/>
            <p:nvPr/>
          </p:nvSpPr>
          <p:spPr bwMode="auto">
            <a:xfrm flipH="0" flipV="0">
              <a:off x="3200121" y="339424"/>
              <a:ext cx="2947516" cy="36764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92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7845268" name="AutoShape 36"/>
            <p:cNvSpPr/>
            <p:nvPr/>
          </p:nvSpPr>
          <p:spPr bwMode="auto">
            <a:xfrm flipV="1">
              <a:off x="4683676" y="836640"/>
              <a:ext cx="0" cy="145084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9021878" name="Freeform 37"/>
            <p:cNvSpPr/>
            <p:nvPr/>
          </p:nvSpPr>
          <p:spPr bwMode="auto">
            <a:xfrm>
              <a:off x="4454791" y="2437146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930007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54106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532499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3569433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8526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759889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75270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853118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395849191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Teavitamine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Tehing</a:t>
            </a:r>
          </a:p>
        </p:txBody>
      </p:sp>
      <p:sp>
        <p:nvSpPr>
          <p:cNvPr id="1145168530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5567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67622170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2739338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86454233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"Tere! Siin on minu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maksekood. Ma saadan teile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makseid kasutades BIP47."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422722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554261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6466235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915498052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07234372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Bitcoini klassikaline privaatsusmudel: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3269026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BIP47 maksekoodide konfidentsiaalsusmudel: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8211915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0440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436219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451863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201019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8528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337401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35241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032034974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0019939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85328759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0366403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4812563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94769694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514352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0109669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238284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177672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36011256" name=""/>
          <p:cNvGrpSpPr/>
          <p:nvPr/>
        </p:nvGrpSpPr>
        <p:grpSpPr bwMode="auto">
          <a:xfrm>
            <a:off x="433590" y="531265"/>
            <a:ext cx="11492487" cy="5901055"/>
            <a:chOff x="0" y="0"/>
            <a:chExt cx="11492487" cy="5901055"/>
          </a:xfrm>
        </p:grpSpPr>
        <p:sp>
          <p:nvSpPr>
            <p:cNvPr id="152761858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6926317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200440255" name="AutoShape 29"/>
            <p:cNvSpPr/>
            <p:nvPr/>
          </p:nvSpPr>
          <p:spPr bwMode="auto">
            <a:xfrm flipH="1">
              <a:off x="1471115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19894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2974425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35091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8539531" name="Freeform 34"/>
            <p:cNvSpPr/>
            <p:nvPr/>
          </p:nvSpPr>
          <p:spPr bwMode="auto">
            <a:xfrm rot="0" flipH="0" flipV="0">
              <a:off x="1673395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418335633" name="TextBox 35"/>
            <p:cNvSpPr txBox="1"/>
            <p:nvPr/>
          </p:nvSpPr>
          <p:spPr bwMode="auto">
            <a:xfrm rot="0" flipH="0" flipV="0">
              <a:off x="1673395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2355220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34132775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5536846" name="TextBox 38"/>
            <p:cNvSpPr txBox="1"/>
            <p:nvPr/>
          </p:nvSpPr>
          <p:spPr bwMode="auto">
            <a:xfrm>
              <a:off x="3147525" y="529410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96588620" name="Freeform 40"/>
            <p:cNvSpPr/>
            <p:nvPr/>
          </p:nvSpPr>
          <p:spPr bwMode="auto">
            <a:xfrm rot="0" flipH="0" flipV="0">
              <a:off x="1673395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3204740" name="TextBox 41"/>
            <p:cNvSpPr txBox="1"/>
            <p:nvPr/>
          </p:nvSpPr>
          <p:spPr bwMode="auto">
            <a:xfrm rot="0" flipH="0" flipV="0">
              <a:off x="1673395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3572695" name="Freeform 43"/>
            <p:cNvSpPr/>
            <p:nvPr/>
          </p:nvSpPr>
          <p:spPr bwMode="auto">
            <a:xfrm rot="0" flipH="0" flipV="0">
              <a:off x="102016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4958505" name="TextBox 44"/>
            <p:cNvSpPr txBox="1"/>
            <p:nvPr/>
          </p:nvSpPr>
          <p:spPr bwMode="auto">
            <a:xfrm rot="0" flipH="0" flipV="0">
              <a:off x="102016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79938026" name="Freeform 46"/>
            <p:cNvSpPr/>
            <p:nvPr/>
          </p:nvSpPr>
          <p:spPr bwMode="auto">
            <a:xfrm rot="0" flipH="0" flipV="0">
              <a:off x="1040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9109787" name="TextBox 47"/>
            <p:cNvSpPr txBox="1"/>
            <p:nvPr/>
          </p:nvSpPr>
          <p:spPr bwMode="auto">
            <a:xfrm rot="0" flipH="0" flipV="0">
              <a:off x="104020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4183259" name="Freeform 49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77819835" name="TextBox 50"/>
            <p:cNvSpPr txBox="1"/>
            <p:nvPr/>
          </p:nvSpPr>
          <p:spPr bwMode="auto">
            <a:xfrm rot="0" flipH="0" flipV="0">
              <a:off x="324954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5003324" name="Freeform 52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8477600" name="TextBox 53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453298953" name="AutoShape 54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57074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3567880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526727" name="Freeform 58"/>
            <p:cNvSpPr/>
            <p:nvPr/>
          </p:nvSpPr>
          <p:spPr bwMode="auto">
            <a:xfrm rot="0" flipH="0" flipV="0">
              <a:off x="844379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4275054" name="TextBox 59"/>
            <p:cNvSpPr txBox="1"/>
            <p:nvPr/>
          </p:nvSpPr>
          <p:spPr bwMode="auto">
            <a:xfrm rot="0" flipH="0" flipV="0">
              <a:off x="8443791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59351300" name="TextBox 60"/>
            <p:cNvSpPr txBox="1"/>
            <p:nvPr/>
          </p:nvSpPr>
          <p:spPr bwMode="auto">
            <a:xfrm>
              <a:off x="6770394" y="529410"/>
              <a:ext cx="157564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36332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27167737" name="TextBox 62"/>
            <p:cNvSpPr txBox="1"/>
            <p:nvPr/>
          </p:nvSpPr>
          <p:spPr bwMode="auto">
            <a:xfrm>
              <a:off x="9917917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5617166" name="Freeform 64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0380400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34131" name="Freeform 67"/>
            <p:cNvSpPr/>
            <p:nvPr/>
          </p:nvSpPr>
          <p:spPr bwMode="auto">
            <a:xfrm rot="0" flipH="0" flipV="0">
              <a:off x="687241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68666" name="TextBox 68"/>
            <p:cNvSpPr txBox="1"/>
            <p:nvPr/>
          </p:nvSpPr>
          <p:spPr bwMode="auto">
            <a:xfrm rot="0" flipH="0" flipV="0">
              <a:off x="687241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2087277" name="Freeform 70"/>
            <p:cNvSpPr/>
            <p:nvPr/>
          </p:nvSpPr>
          <p:spPr bwMode="auto">
            <a:xfrm rot="0" flipH="0" flipV="0">
              <a:off x="10019934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797262507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22163763" name="Freeform 73"/>
            <p:cNvSpPr/>
            <p:nvPr/>
          </p:nvSpPr>
          <p:spPr bwMode="auto">
            <a:xfrm rot="0" flipH="0" flipV="0">
              <a:off x="10019934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208902895" name="TextBox 74"/>
            <p:cNvSpPr txBox="1"/>
            <p:nvPr/>
          </p:nvSpPr>
          <p:spPr bwMode="auto">
            <a:xfrm rot="0" flipH="0" flipV="0">
              <a:off x="10019934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2136904" name="AutoShape 75"/>
            <p:cNvSpPr/>
            <p:nvPr/>
          </p:nvSpPr>
          <p:spPr bwMode="auto">
            <a:xfrm flipH="1">
              <a:off x="4618638" y="2808259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3889682" name="Freeform 77"/>
            <p:cNvSpPr/>
            <p:nvPr/>
          </p:nvSpPr>
          <p:spPr bwMode="auto">
            <a:xfrm rot="0" flipH="0" flipV="0">
              <a:off x="5060422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9325076" name="TextBox 78"/>
            <p:cNvSpPr txBox="1"/>
            <p:nvPr/>
          </p:nvSpPr>
          <p:spPr bwMode="auto">
            <a:xfrm rot="0" flipH="0" flipV="0">
              <a:off x="5060422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7057467" name="Freeform 80"/>
            <p:cNvSpPr/>
            <p:nvPr/>
          </p:nvSpPr>
          <p:spPr bwMode="auto">
            <a:xfrm rot="0" flipH="0" flipV="0">
              <a:off x="5060422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0697412" name="TextBox 81"/>
            <p:cNvSpPr txBox="1"/>
            <p:nvPr/>
          </p:nvSpPr>
          <p:spPr bwMode="auto">
            <a:xfrm rot="0" flipH="0" flipV="0">
              <a:off x="5060422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</a:t>
              </a:r>
              <a:endParaRPr lang="en-US" sz="1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7955485" name="Freeform 83"/>
            <p:cNvSpPr/>
            <p:nvPr/>
          </p:nvSpPr>
          <p:spPr bwMode="auto">
            <a:xfrm rot="0" flipH="0" flipV="0">
              <a:off x="5059780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088659" name="TextBox 84"/>
            <p:cNvSpPr txBox="1"/>
            <p:nvPr/>
          </p:nvSpPr>
          <p:spPr bwMode="auto">
            <a:xfrm rot="0" flipH="0" flipV="0">
              <a:off x="5059780" y="921615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5720037" name="AutoShape 85"/>
            <p:cNvSpPr/>
            <p:nvPr/>
          </p:nvSpPr>
          <p:spPr bwMode="auto">
            <a:xfrm>
              <a:off x="1473120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787958" name="AutoShape 86"/>
            <p:cNvSpPr/>
            <p:nvPr/>
          </p:nvSpPr>
          <p:spPr bwMode="auto">
            <a:xfrm flipH="1">
              <a:off x="3042495" y="2808259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7161506" name="AutoShape 87"/>
            <p:cNvSpPr/>
            <p:nvPr/>
          </p:nvSpPr>
          <p:spPr bwMode="auto">
            <a:xfrm flipH="1">
              <a:off x="786566" y="5789057"/>
              <a:ext cx="786640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98632066" name="AutoShape 88"/>
            <p:cNvSpPr/>
            <p:nvPr/>
          </p:nvSpPr>
          <p:spPr bwMode="auto">
            <a:xfrm flipH="1">
              <a:off x="8241509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556295" name="AutoShape 89"/>
            <p:cNvSpPr/>
            <p:nvPr/>
          </p:nvSpPr>
          <p:spPr bwMode="auto">
            <a:xfrm>
              <a:off x="788571" y="5426303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4457808" name="AutoShape 90"/>
            <p:cNvSpPr/>
            <p:nvPr/>
          </p:nvSpPr>
          <p:spPr bwMode="auto">
            <a:xfrm>
              <a:off x="9578079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3719532" name="AutoShape 91"/>
            <p:cNvSpPr/>
            <p:nvPr/>
          </p:nvSpPr>
          <p:spPr bwMode="auto">
            <a:xfrm flipH="1">
              <a:off x="787856" y="2403941"/>
              <a:ext cx="713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429801" name="AutoShape 92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069241042" name="AutoShape 93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7580520" name="AutoShape 94"/>
            <p:cNvSpPr/>
            <p:nvPr/>
          </p:nvSpPr>
          <p:spPr bwMode="auto">
            <a:xfrm>
              <a:off x="788571" y="2427752"/>
              <a:ext cx="314551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2324872" name="AutoShape 95"/>
            <p:cNvSpPr/>
            <p:nvPr/>
          </p:nvSpPr>
          <p:spPr bwMode="auto">
            <a:xfrm>
              <a:off x="3934089" y="1254051"/>
              <a:ext cx="112569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7054483" name="AutoShape 96"/>
            <p:cNvSpPr/>
            <p:nvPr/>
          </p:nvSpPr>
          <p:spPr bwMode="auto">
            <a:xfrm>
              <a:off x="3934089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7740342" name="AutoShape 97"/>
            <p:cNvSpPr/>
            <p:nvPr/>
          </p:nvSpPr>
          <p:spPr bwMode="auto">
            <a:xfrm>
              <a:off x="8835415" y="2403941"/>
              <a:ext cx="0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8680584" name="AutoShape 98"/>
            <p:cNvSpPr/>
            <p:nvPr/>
          </p:nvSpPr>
          <p:spPr bwMode="auto">
            <a:xfrm>
              <a:off x="7556960" y="2427752"/>
              <a:ext cx="127845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050931" name="AutoShape 99"/>
            <p:cNvSpPr/>
            <p:nvPr/>
          </p:nvSpPr>
          <p:spPr bwMode="auto">
            <a:xfrm flipV="1">
              <a:off x="7556960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248206" name="AutoShape 100"/>
            <p:cNvSpPr/>
            <p:nvPr/>
          </p:nvSpPr>
          <p:spPr bwMode="auto">
            <a:xfrm>
              <a:off x="6428880" y="1254051"/>
              <a:ext cx="112807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7354098" name="AutoShape 101"/>
            <p:cNvSpPr/>
            <p:nvPr/>
          </p:nvSpPr>
          <p:spPr bwMode="auto">
            <a:xfrm flipH="1">
              <a:off x="3042495" y="2031430"/>
              <a:ext cx="2017926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4219083" name="AutoShape 102"/>
            <p:cNvSpPr/>
            <p:nvPr/>
          </p:nvSpPr>
          <p:spPr bwMode="auto">
            <a:xfrm flipH="1" flipV="1">
              <a:off x="5744331" y="1514151"/>
              <a:ext cx="637" cy="25717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3642762" name="AutoShape 103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09526768" name="AutoShape 104"/>
            <p:cNvSpPr/>
            <p:nvPr/>
          </p:nvSpPr>
          <p:spPr bwMode="auto">
            <a:xfrm flipH="1">
              <a:off x="788571" y="5068146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2552261" name="AutoShape 105"/>
            <p:cNvSpPr/>
            <p:nvPr/>
          </p:nvSpPr>
          <p:spPr bwMode="auto">
            <a:xfrm flipV="1">
              <a:off x="5744972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6507627" name="TextBox 106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05376366" name="TextBox 107"/>
            <p:cNvSpPr txBox="1"/>
            <p:nvPr/>
          </p:nvSpPr>
          <p:spPr bwMode="auto">
            <a:xfrm flipH="0" flipV="0">
              <a:off x="1886779" y="3880389"/>
              <a:ext cx="718893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95560611" name="TextBox 108"/>
            <p:cNvSpPr txBox="1"/>
            <p:nvPr/>
          </p:nvSpPr>
          <p:spPr bwMode="auto">
            <a:xfrm flipH="0" flipV="0">
              <a:off x="1886779" y="4243332"/>
              <a:ext cx="718147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6040274" name="TextBox 109"/>
            <p:cNvSpPr txBox="1"/>
            <p:nvPr/>
          </p:nvSpPr>
          <p:spPr bwMode="auto">
            <a:xfrm flipH="0" flipV="0">
              <a:off x="1886781" y="4601653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95090106" name="TextBox 110"/>
            <p:cNvSpPr txBox="1"/>
            <p:nvPr/>
          </p:nvSpPr>
          <p:spPr bwMode="auto">
            <a:xfrm flipH="0" flipV="0">
              <a:off x="1886781" y="4964601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OP_RETURN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86406251" name="TextBox 111"/>
            <p:cNvSpPr txBox="1"/>
            <p:nvPr/>
          </p:nvSpPr>
          <p:spPr bwMode="auto">
            <a:xfrm flipH="0" flipV="0">
              <a:off x="1886781" y="5324646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93669205" name="TextBox 112"/>
            <p:cNvSpPr txBox="1"/>
            <p:nvPr/>
          </p:nvSpPr>
          <p:spPr bwMode="auto">
            <a:xfrm flipH="0" flipV="0">
              <a:off x="1886781" y="5687590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8993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915540" name="Freeform 26"/>
          <p:cNvSpPr/>
          <p:nvPr/>
        </p:nvSpPr>
        <p:spPr bwMode="auto">
          <a:xfrm>
            <a:off x="3067207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164338" name="Freeform 27"/>
          <p:cNvSpPr/>
          <p:nvPr/>
        </p:nvSpPr>
        <p:spPr bwMode="auto">
          <a:xfrm>
            <a:off x="7970168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093223" name="Freeform 29"/>
          <p:cNvSpPr/>
          <p:nvPr/>
        </p:nvSpPr>
        <p:spPr bwMode="auto">
          <a:xfrm rot="0" flipH="0" flipV="0">
            <a:off x="3079026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93922102" name="TextBox 30"/>
          <p:cNvSpPr txBox="1"/>
          <p:nvPr/>
        </p:nvSpPr>
        <p:spPr bwMode="auto">
          <a:xfrm rot="0" flipH="0" flipV="0">
            <a:off x="3137119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26463792" name="Freeform 32"/>
          <p:cNvSpPr/>
          <p:nvPr/>
        </p:nvSpPr>
        <p:spPr bwMode="auto">
          <a:xfrm rot="0" flipH="0" flipV="0">
            <a:off x="3079026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380335749" name="TextBox 33"/>
          <p:cNvSpPr txBox="1"/>
          <p:nvPr/>
        </p:nvSpPr>
        <p:spPr bwMode="auto">
          <a:xfrm rot="0" flipH="0" flipV="0">
            <a:off x="3137119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5052679" name="Freeform 35"/>
          <p:cNvSpPr/>
          <p:nvPr/>
        </p:nvSpPr>
        <p:spPr bwMode="auto">
          <a:xfrm rot="0" flipH="0" flipV="0">
            <a:off x="3304596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7814407" name="TextBox 36"/>
          <p:cNvSpPr txBox="1"/>
          <p:nvPr/>
        </p:nvSpPr>
        <p:spPr bwMode="auto">
          <a:xfrm rot="0" flipH="0" flipV="0">
            <a:off x="3320394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571674841" name="Freeform 38"/>
          <p:cNvSpPr/>
          <p:nvPr/>
        </p:nvSpPr>
        <p:spPr bwMode="auto">
          <a:xfrm rot="0" flipH="0" flipV="0">
            <a:off x="3079026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1923431539" name="TextBox 39"/>
          <p:cNvSpPr txBox="1"/>
          <p:nvPr/>
        </p:nvSpPr>
        <p:spPr bwMode="auto">
          <a:xfrm rot="0" flipH="0" flipV="0">
            <a:off x="3137119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56860796" name="Freeform 40"/>
          <p:cNvSpPr/>
          <p:nvPr/>
        </p:nvSpPr>
        <p:spPr bwMode="auto">
          <a:xfrm>
            <a:off x="3253520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305623" name="TextBox 41"/>
          <p:cNvSpPr txBox="1"/>
          <p:nvPr/>
        </p:nvSpPr>
        <p:spPr bwMode="auto">
          <a:xfrm>
            <a:off x="3244242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3721061" name="TextBox 42"/>
          <p:cNvSpPr txBox="1"/>
          <p:nvPr/>
        </p:nvSpPr>
        <p:spPr bwMode="auto">
          <a:xfrm>
            <a:off x="8147203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98781137" name="Freeform 44"/>
          <p:cNvSpPr/>
          <p:nvPr/>
        </p:nvSpPr>
        <p:spPr bwMode="auto">
          <a:xfrm rot="0" flipH="0" flipV="0">
            <a:off x="3079026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399598858" name="TextBox 45"/>
          <p:cNvSpPr txBox="1"/>
          <p:nvPr/>
        </p:nvSpPr>
        <p:spPr bwMode="auto">
          <a:xfrm rot="0" flipH="0" flipV="0">
            <a:off x="3137119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3695217" name="Freeform 47"/>
          <p:cNvSpPr/>
          <p:nvPr/>
        </p:nvSpPr>
        <p:spPr bwMode="auto">
          <a:xfrm rot="0" flipH="0" flipV="0">
            <a:off x="3079026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623334940" name="TextBox 48"/>
          <p:cNvSpPr txBox="1"/>
          <p:nvPr/>
        </p:nvSpPr>
        <p:spPr bwMode="auto">
          <a:xfrm rot="0" flipH="0" flipV="0">
            <a:off x="3137119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1037043" name="Freeform 50"/>
          <p:cNvSpPr/>
          <p:nvPr/>
        </p:nvSpPr>
        <p:spPr bwMode="auto">
          <a:xfrm rot="0" flipH="0" flipV="0">
            <a:off x="3304596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931885" name="TextBox 51"/>
          <p:cNvSpPr txBox="1"/>
          <p:nvPr/>
        </p:nvSpPr>
        <p:spPr bwMode="auto">
          <a:xfrm rot="0" flipH="0" flipV="0">
            <a:off x="3320394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10219236" name="Freeform 53"/>
          <p:cNvSpPr/>
          <p:nvPr/>
        </p:nvSpPr>
        <p:spPr bwMode="auto">
          <a:xfrm rot="0" flipH="0" flipV="0">
            <a:off x="3079026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763322124" name="TextBox 54"/>
          <p:cNvSpPr txBox="1"/>
          <p:nvPr/>
        </p:nvSpPr>
        <p:spPr bwMode="auto">
          <a:xfrm rot="0" flipH="0" flipV="0">
            <a:off x="3137119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715811791" name="Freeform 55"/>
          <p:cNvSpPr/>
          <p:nvPr/>
        </p:nvSpPr>
        <p:spPr bwMode="auto">
          <a:xfrm>
            <a:off x="3253520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771492" name="Freeform 57"/>
          <p:cNvSpPr/>
          <p:nvPr/>
        </p:nvSpPr>
        <p:spPr bwMode="auto">
          <a:xfrm rot="0" flipH="0" flipV="0">
            <a:off x="7981987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417677" name="TextBox 58"/>
          <p:cNvSpPr txBox="1"/>
          <p:nvPr/>
        </p:nvSpPr>
        <p:spPr bwMode="auto">
          <a:xfrm rot="0" flipH="0" flipV="0">
            <a:off x="8040080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637157120" name="Freeform 60"/>
          <p:cNvSpPr/>
          <p:nvPr/>
        </p:nvSpPr>
        <p:spPr bwMode="auto">
          <a:xfrm rot="0" flipH="0" flipV="0">
            <a:off x="7981987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69479643" name="TextBox 61"/>
          <p:cNvSpPr txBox="1"/>
          <p:nvPr/>
        </p:nvSpPr>
        <p:spPr bwMode="auto">
          <a:xfrm rot="0" flipH="0" flipV="0">
            <a:off x="8040080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30874936" name="Freeform 63"/>
          <p:cNvSpPr/>
          <p:nvPr/>
        </p:nvSpPr>
        <p:spPr bwMode="auto">
          <a:xfrm rot="0" flipH="0" flipV="0">
            <a:off x="8207559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6370304" name="TextBox 64"/>
          <p:cNvSpPr txBox="1"/>
          <p:nvPr/>
        </p:nvSpPr>
        <p:spPr bwMode="auto">
          <a:xfrm rot="0" flipH="0" flipV="0">
            <a:off x="8223359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133211010" name="Freeform 66"/>
          <p:cNvSpPr/>
          <p:nvPr/>
        </p:nvSpPr>
        <p:spPr bwMode="auto">
          <a:xfrm rot="0" flipH="0" flipV="0">
            <a:off x="7981987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687040422" name="TextBox 67"/>
          <p:cNvSpPr txBox="1"/>
          <p:nvPr/>
        </p:nvSpPr>
        <p:spPr bwMode="auto">
          <a:xfrm rot="0" flipH="0" flipV="0">
            <a:off x="8040080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5136236" name="Freeform 68"/>
          <p:cNvSpPr/>
          <p:nvPr/>
        </p:nvSpPr>
        <p:spPr bwMode="auto">
          <a:xfrm>
            <a:off x="8156482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6275274" name="Freeform 70"/>
          <p:cNvSpPr/>
          <p:nvPr/>
        </p:nvSpPr>
        <p:spPr bwMode="auto">
          <a:xfrm rot="0" flipH="0" flipV="0">
            <a:off x="7981987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071911591" name="TextBox 71"/>
          <p:cNvSpPr txBox="1"/>
          <p:nvPr/>
        </p:nvSpPr>
        <p:spPr bwMode="auto">
          <a:xfrm rot="0" flipH="0" flipV="0">
            <a:off x="8040080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85409838" name="Freeform 73"/>
          <p:cNvSpPr/>
          <p:nvPr/>
        </p:nvSpPr>
        <p:spPr bwMode="auto">
          <a:xfrm rot="0" flipH="0" flipV="0">
            <a:off x="7981987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914373242" name="TextBox 74"/>
          <p:cNvSpPr txBox="1"/>
          <p:nvPr/>
        </p:nvSpPr>
        <p:spPr bwMode="auto">
          <a:xfrm rot="0" flipH="0" flipV="0">
            <a:off x="8040080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19754759" name="Freeform 76"/>
          <p:cNvSpPr/>
          <p:nvPr/>
        </p:nvSpPr>
        <p:spPr bwMode="auto">
          <a:xfrm rot="0" flipH="0" flipV="0">
            <a:off x="8207559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0235944" name="TextBox 77"/>
          <p:cNvSpPr txBox="1"/>
          <p:nvPr/>
        </p:nvSpPr>
        <p:spPr bwMode="auto">
          <a:xfrm rot="0" flipH="0" flipV="0">
            <a:off x="8223359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1016814" name="Freeform 79"/>
          <p:cNvSpPr/>
          <p:nvPr/>
        </p:nvSpPr>
        <p:spPr bwMode="auto">
          <a:xfrm rot="0" flipH="0" flipV="0">
            <a:off x="7981987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2136784800" name="TextBox 80"/>
          <p:cNvSpPr txBox="1"/>
          <p:nvPr/>
        </p:nvSpPr>
        <p:spPr bwMode="auto">
          <a:xfrm rot="0" flipH="0" flipV="0">
            <a:off x="8040080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48632971" name="Freeform 81"/>
          <p:cNvSpPr/>
          <p:nvPr/>
        </p:nvSpPr>
        <p:spPr bwMode="auto">
          <a:xfrm>
            <a:off x="8156482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99796" name="AutoShape 82"/>
          <p:cNvSpPr/>
          <p:nvPr/>
        </p:nvSpPr>
        <p:spPr bwMode="auto">
          <a:xfrm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67620" name="AutoShape 83"/>
          <p:cNvSpPr/>
          <p:nvPr/>
        </p:nvSpPr>
        <p:spPr bwMode="auto">
          <a:xfrm flipH="1"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571057" name="TextBox 84"/>
          <p:cNvSpPr txBox="1"/>
          <p:nvPr/>
        </p:nvSpPr>
        <p:spPr bwMode="auto">
          <a:xfrm flipH="0" flipV="0">
            <a:off x="4309269" y="1262830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Punkt G elliptilisel kõveral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083601132" name="TextBox 85"/>
          <p:cNvSpPr txBox="1"/>
          <p:nvPr/>
        </p:nvSpPr>
        <p:spPr bwMode="auto">
          <a:xfrm flipH="0" flipV="0">
            <a:off x="194583" y="2314718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Alice'i privaatne võti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7068411" name="TextBox 87"/>
          <p:cNvSpPr txBox="1"/>
          <p:nvPr/>
        </p:nvSpPr>
        <p:spPr bwMode="auto">
          <a:xfrm flipH="0" flipV="0">
            <a:off x="192309" y="4205970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Bobi avalik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võti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396010" name="TextBox 88"/>
          <p:cNvSpPr txBox="1"/>
          <p:nvPr/>
        </p:nvSpPr>
        <p:spPr bwMode="auto">
          <a:xfrm flipH="0" flipV="0">
            <a:off x="195036" y="5118382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Alice'i privaatne võti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1487427" name="TextBox 90"/>
          <p:cNvSpPr txBox="1"/>
          <p:nvPr/>
        </p:nvSpPr>
        <p:spPr bwMode="auto">
          <a:xfrm flipH="0" flipV="0">
            <a:off x="8782298" y="2308743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Bobi privaatne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võti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59325704" name="TextBox 91"/>
          <p:cNvSpPr txBox="1"/>
          <p:nvPr/>
        </p:nvSpPr>
        <p:spPr bwMode="auto">
          <a:xfrm flipH="0" flipV="0">
            <a:off x="8782298" y="4205971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Alice'i avalik võti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2294006" name="TextBox 92"/>
          <p:cNvSpPr txBox="1"/>
          <p:nvPr/>
        </p:nvSpPr>
        <p:spPr bwMode="auto">
          <a:xfrm flipH="0" flipV="0">
            <a:off x="8782298" y="5106078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Bobi privaatne võti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8239350" name="TextBox 93"/>
          <p:cNvSpPr txBox="1"/>
          <p:nvPr/>
        </p:nvSpPr>
        <p:spPr bwMode="auto">
          <a:xfrm flipH="0" flipV="0">
            <a:off x="195490" y="6009417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Jagatud saladus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95202481" name="TextBox 94"/>
          <p:cNvSpPr txBox="1"/>
          <p:nvPr/>
        </p:nvSpPr>
        <p:spPr bwMode="auto">
          <a:xfrm>
            <a:off x="4498327" y="2755031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Tagatiseta avalik ülekanne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96269631" name="TextBox 95"/>
          <p:cNvSpPr txBox="1"/>
          <p:nvPr/>
        </p:nvSpPr>
        <p:spPr bwMode="auto">
          <a:xfrm flipH="0" flipV="0">
            <a:off x="8782298" y="6009417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Jagatud saladus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74545002" name="TextBox 85"/>
          <p:cNvSpPr txBox="1"/>
          <p:nvPr/>
        </p:nvSpPr>
        <p:spPr bwMode="auto">
          <a:xfrm flipH="0" flipV="0">
            <a:off x="190947" y="3262494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Alice'i avalik võti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60903165" name="TextBox 85"/>
          <p:cNvSpPr txBox="1"/>
          <p:nvPr/>
        </p:nvSpPr>
        <p:spPr bwMode="auto">
          <a:xfrm flipH="0" flipV="0">
            <a:off x="8782298" y="3248555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Bobi avalik võti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0233083" name=""/>
          <p:cNvGrpSpPr/>
          <p:nvPr/>
        </p:nvGrpSpPr>
        <p:grpSpPr bwMode="auto">
          <a:xfrm>
            <a:off x="284761" y="638325"/>
            <a:ext cx="11492847" cy="5740641"/>
            <a:chOff x="0" y="0"/>
            <a:chExt cx="11492847" cy="5740641"/>
          </a:xfrm>
        </p:grpSpPr>
        <p:sp>
          <p:nvSpPr>
            <p:cNvPr id="1329824788" name="Freeform 27"/>
            <p:cNvSpPr/>
            <p:nvPr/>
          </p:nvSpPr>
          <p:spPr bwMode="auto">
            <a:xfrm rot="0" flipH="0" flipV="0">
              <a:off x="0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58682" name="TextBox 28"/>
            <p:cNvSpPr txBox="1"/>
            <p:nvPr/>
          </p:nvSpPr>
          <p:spPr bwMode="auto">
            <a:xfrm rot="0" flipH="0" flipV="0">
              <a:off x="0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039432260" name="AutoShape 30"/>
            <p:cNvSpPr/>
            <p:nvPr/>
          </p:nvSpPr>
          <p:spPr bwMode="auto">
            <a:xfrm>
              <a:off x="0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9287664" name="AutoShape 31"/>
            <p:cNvSpPr/>
            <p:nvPr/>
          </p:nvSpPr>
          <p:spPr bwMode="auto">
            <a:xfrm>
              <a:off x="1574571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982819" name="AutoShape 32"/>
            <p:cNvSpPr/>
            <p:nvPr/>
          </p:nvSpPr>
          <p:spPr bwMode="auto">
            <a:xfrm>
              <a:off x="3142759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439515" name="Freeform 34"/>
            <p:cNvSpPr/>
            <p:nvPr/>
          </p:nvSpPr>
          <p:spPr bwMode="auto">
            <a:xfrm rot="0" flipH="0" flipV="0">
              <a:off x="3221974" y="2449695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582614" name="TextBox 35"/>
            <p:cNvSpPr txBox="1"/>
            <p:nvPr/>
          </p:nvSpPr>
          <p:spPr bwMode="auto">
            <a:xfrm rot="0" flipH="0" flipV="0">
              <a:off x="3221974" y="2377363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12919023" name="TextBox 36"/>
            <p:cNvSpPr txBox="1"/>
            <p:nvPr/>
          </p:nvSpPr>
          <p:spPr bwMode="auto">
            <a:xfrm>
              <a:off x="0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39486865" name="TextBox 37"/>
            <p:cNvSpPr txBox="1"/>
            <p:nvPr/>
          </p:nvSpPr>
          <p:spPr bwMode="auto">
            <a:xfrm>
              <a:off x="1573209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52850479" name="TextBox 38"/>
            <p:cNvSpPr txBox="1"/>
            <p:nvPr/>
          </p:nvSpPr>
          <p:spPr bwMode="auto">
            <a:xfrm>
              <a:off x="3147525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356616" name="Freeform 46"/>
            <p:cNvSpPr/>
            <p:nvPr/>
          </p:nvSpPr>
          <p:spPr bwMode="auto">
            <a:xfrm rot="0" flipH="0" flipV="0">
              <a:off x="1652598" y="1674403"/>
              <a:ext cx="1389897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95912352" name="TextBox 47"/>
            <p:cNvSpPr txBox="1"/>
            <p:nvPr/>
          </p:nvSpPr>
          <p:spPr bwMode="auto">
            <a:xfrm rot="0" flipH="0" flipV="0">
              <a:off x="1652598" y="1602074"/>
              <a:ext cx="1336979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65179447" name="Freeform 52"/>
            <p:cNvSpPr/>
            <p:nvPr/>
          </p:nvSpPr>
          <p:spPr bwMode="auto">
            <a:xfrm rot="0" flipH="0" flipV="0">
              <a:off x="6770394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35343366" name="TextBox 53"/>
            <p:cNvSpPr txBox="1"/>
            <p:nvPr/>
          </p:nvSpPr>
          <p:spPr bwMode="auto">
            <a:xfrm rot="0" flipH="0" flipV="0">
              <a:off x="6770394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415442456" name="AutoShape 54"/>
            <p:cNvSpPr/>
            <p:nvPr/>
          </p:nvSpPr>
          <p:spPr bwMode="auto">
            <a:xfrm>
              <a:off x="6770394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4493" name="AutoShape 55"/>
            <p:cNvSpPr/>
            <p:nvPr/>
          </p:nvSpPr>
          <p:spPr bwMode="auto">
            <a:xfrm>
              <a:off x="8343526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174548" name="AutoShape 56"/>
            <p:cNvSpPr/>
            <p:nvPr/>
          </p:nvSpPr>
          <p:spPr bwMode="auto">
            <a:xfrm>
              <a:off x="9913155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649214" name="TextBox 60"/>
            <p:cNvSpPr txBox="1"/>
            <p:nvPr/>
          </p:nvSpPr>
          <p:spPr bwMode="auto">
            <a:xfrm>
              <a:off x="6770394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11087108" name="TextBox 61"/>
            <p:cNvSpPr txBox="1"/>
            <p:nvPr/>
          </p:nvSpPr>
          <p:spPr bwMode="auto">
            <a:xfrm>
              <a:off x="8343603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8623711" name="TextBox 62"/>
            <p:cNvSpPr txBox="1"/>
            <p:nvPr/>
          </p:nvSpPr>
          <p:spPr bwMode="auto">
            <a:xfrm>
              <a:off x="9917917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75446002" name="Freeform 67"/>
            <p:cNvSpPr/>
            <p:nvPr/>
          </p:nvSpPr>
          <p:spPr bwMode="auto">
            <a:xfrm rot="0" flipH="0" flipV="0">
              <a:off x="6872410" y="2572203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42493614" name="TextBox 68"/>
            <p:cNvSpPr txBox="1"/>
            <p:nvPr/>
          </p:nvSpPr>
          <p:spPr bwMode="auto">
            <a:xfrm rot="0" flipH="0" flipV="0">
              <a:off x="6872410" y="2499872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9933366" name="Freeform 77"/>
            <p:cNvSpPr/>
            <p:nvPr/>
          </p:nvSpPr>
          <p:spPr bwMode="auto">
            <a:xfrm rot="0" flipH="0" flipV="0">
              <a:off x="5060421" y="2564080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0484047" name="TextBox 78"/>
            <p:cNvSpPr txBox="1"/>
            <p:nvPr/>
          </p:nvSpPr>
          <p:spPr bwMode="auto">
            <a:xfrm rot="0" flipH="0" flipV="0">
              <a:off x="5060421" y="2491749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3073225" name="Freeform 80"/>
            <p:cNvSpPr/>
            <p:nvPr/>
          </p:nvSpPr>
          <p:spPr bwMode="auto">
            <a:xfrm rot="0" flipH="0" flipV="0">
              <a:off x="5086880" y="1654959"/>
              <a:ext cx="1473106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20510046" name="TextBox 81"/>
            <p:cNvSpPr txBox="1"/>
            <p:nvPr/>
          </p:nvSpPr>
          <p:spPr bwMode="auto">
            <a:xfrm rot="0" flipH="0" flipV="0">
              <a:off x="5086880" y="1582629"/>
              <a:ext cx="1473106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4185355" name="AutoShape 83"/>
            <p:cNvSpPr/>
            <p:nvPr/>
          </p:nvSpPr>
          <p:spPr bwMode="auto">
            <a:xfrm flipH="1">
              <a:off x="3016037" y="2702425"/>
              <a:ext cx="207045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734876765" name="TextBox 89"/>
            <p:cNvSpPr txBox="1"/>
            <p:nvPr/>
          </p:nvSpPr>
          <p:spPr bwMode="auto">
            <a:xfrm>
              <a:off x="4958958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57752380" name="Freeform 99"/>
            <p:cNvSpPr/>
            <p:nvPr/>
          </p:nvSpPr>
          <p:spPr bwMode="auto">
            <a:xfrm rot="0" flipH="0" flipV="0">
              <a:off x="1654854" y="2435859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680336390" name="TextBox 100"/>
            <p:cNvSpPr txBox="1"/>
            <p:nvPr/>
          </p:nvSpPr>
          <p:spPr bwMode="auto">
            <a:xfrm rot="0" flipH="0" flipV="0">
              <a:off x="1654854" y="2363528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0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Public key</a:t>
              </a:r>
              <a:endParaRPr sz="1000" b="0"/>
            </a:p>
          </p:txBody>
        </p:sp>
        <p:sp>
          <p:nvSpPr>
            <p:cNvPr id="1003580460" name="Freeform 109"/>
            <p:cNvSpPr/>
            <p:nvPr/>
          </p:nvSpPr>
          <p:spPr bwMode="auto">
            <a:xfrm rot="0" flipH="0" flipV="0">
              <a:off x="8417333" y="1615234"/>
              <a:ext cx="1419535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9083694" name="TextBox 110"/>
            <p:cNvSpPr txBox="1"/>
            <p:nvPr/>
          </p:nvSpPr>
          <p:spPr bwMode="auto">
            <a:xfrm rot="0" flipH="0" flipV="0">
              <a:off x="8417333" y="1542906"/>
              <a:ext cx="1419535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4077683" name="AutoShape 111"/>
            <p:cNvSpPr/>
            <p:nvPr/>
          </p:nvSpPr>
          <p:spPr bwMode="auto">
            <a:xfrm flipH="0" flipV="0">
              <a:off x="8243514" y="2818827"/>
              <a:ext cx="173819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7502338" name="AutoShape 116"/>
            <p:cNvSpPr/>
            <p:nvPr/>
          </p:nvSpPr>
          <p:spPr bwMode="auto">
            <a:xfrm rot="10799952" flipH="0" flipV="1">
              <a:off x="5771430" y="2245243"/>
              <a:ext cx="0" cy="276453"/>
            </a:xfrm>
            <a:prstGeom prst="line">
              <a:avLst/>
            </a:prstGeom>
            <a:grpFill/>
            <a:ln w="47625" cap="flat">
              <a:solidFill>
                <a:srgbClr val="00B05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62773553" name="AutoShape 117"/>
            <p:cNvSpPr/>
            <p:nvPr/>
          </p:nvSpPr>
          <p:spPr bwMode="auto">
            <a:xfrm flipH="1" flipV="0">
              <a:off x="2264496" y="1457343"/>
              <a:ext cx="3534832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523067678" name="AutoShape 119"/>
            <p:cNvSpPr/>
            <p:nvPr/>
          </p:nvSpPr>
          <p:spPr bwMode="auto">
            <a:xfrm flipH="0" flipV="1">
              <a:off x="10649844" y="2322721"/>
              <a:ext cx="0" cy="22481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06547386" name="AutoShape 121"/>
            <p:cNvSpPr/>
            <p:nvPr/>
          </p:nvSpPr>
          <p:spPr bwMode="auto">
            <a:xfrm flipH="1">
              <a:off x="7626470" y="2348982"/>
              <a:ext cx="301977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0228250" name="AutoShape 122"/>
            <p:cNvSpPr/>
            <p:nvPr/>
          </p:nvSpPr>
          <p:spPr bwMode="auto">
            <a:xfrm flipH="1" flipV="1">
              <a:off x="5776721" y="1346050"/>
              <a:ext cx="0" cy="104285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76440880" name="AutoShape 124"/>
            <p:cNvSpPr/>
            <p:nvPr/>
          </p:nvSpPr>
          <p:spPr bwMode="auto">
            <a:xfrm flipH="1">
              <a:off x="6597174" y="1083042"/>
              <a:ext cx="202279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7549778" name=""/>
            <p:cNvSpPr/>
            <p:nvPr/>
          </p:nvSpPr>
          <p:spPr bwMode="auto">
            <a:xfrm rot="0" flipH="0" flipV="0">
              <a:off x="222827" y="2474284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260597547" name=""/>
            <p:cNvSpPr/>
            <p:nvPr/>
          </p:nvSpPr>
          <p:spPr bwMode="auto">
            <a:xfrm rot="0" flipH="0" flipV="0">
              <a:off x="222827" y="1740639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726865324" name="AutoShape 118"/>
            <p:cNvSpPr/>
            <p:nvPr/>
          </p:nvSpPr>
          <p:spPr bwMode="auto">
            <a:xfrm rot="10799952" flipV="1">
              <a:off x="2336257" y="3078639"/>
              <a:ext cx="0" cy="206442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21715856" name="AutoShape 75"/>
            <p:cNvSpPr/>
            <p:nvPr/>
          </p:nvSpPr>
          <p:spPr bwMode="auto">
            <a:xfrm rot="10799952" flipH="1" flipV="0">
              <a:off x="6507072" y="2860574"/>
              <a:ext cx="345298" cy="0"/>
            </a:xfrm>
            <a:prstGeom prst="line">
              <a:avLst/>
            </a:prstGeom>
            <a:grpFill/>
            <a:ln w="47625" cap="flat">
              <a:solidFill>
                <a:srgbClr val="FF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5888046" name="AutoShape 117"/>
            <p:cNvSpPr/>
            <p:nvPr/>
          </p:nvSpPr>
          <p:spPr bwMode="auto">
            <a:xfrm rot="5399942" flipH="1" flipV="0">
              <a:off x="5662834" y="3212020"/>
              <a:ext cx="20637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661405782" name="AutoShape 75"/>
            <p:cNvSpPr/>
            <p:nvPr/>
          </p:nvSpPr>
          <p:spPr bwMode="auto">
            <a:xfrm rot="0" flipH="1" flipV="0">
              <a:off x="3861489" y="1083042"/>
              <a:ext cx="11509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897152348" name="AutoShape 117"/>
            <p:cNvSpPr/>
            <p:nvPr/>
          </p:nvSpPr>
          <p:spPr bwMode="auto">
            <a:xfrm flipH="1" flipV="0">
              <a:off x="2314303" y="3300399"/>
              <a:ext cx="34571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284665489" name="AutoShape 75"/>
            <p:cNvSpPr/>
            <p:nvPr/>
          </p:nvSpPr>
          <p:spPr bwMode="auto">
            <a:xfrm rot="10799952" flipH="1" flipV="0">
              <a:off x="3090538" y="1957932"/>
              <a:ext cx="1962186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41097981" name="Freeform 80"/>
            <p:cNvSpPr/>
            <p:nvPr/>
          </p:nvSpPr>
          <p:spPr bwMode="auto">
            <a:xfrm rot="0" flipH="0" flipV="0">
              <a:off x="5054070" y="828399"/>
              <a:ext cx="147310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4823353" name="TextBox 81"/>
            <p:cNvSpPr txBox="1"/>
            <p:nvPr/>
          </p:nvSpPr>
          <p:spPr bwMode="auto">
            <a:xfrm rot="0" flipH="0" flipV="0">
              <a:off x="5054070" y="756072"/>
              <a:ext cx="147310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78919553" name="AutoShape 118"/>
            <p:cNvSpPr/>
            <p:nvPr/>
          </p:nvSpPr>
          <p:spPr bwMode="auto">
            <a:xfrm flipH="0" flipV="1">
              <a:off x="2287845" y="1451884"/>
              <a:ext cx="0" cy="168099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79590060" name="AutoShape 122"/>
            <p:cNvSpPr/>
            <p:nvPr/>
          </p:nvSpPr>
          <p:spPr bwMode="auto">
            <a:xfrm flipH="1" flipV="1">
              <a:off x="2314303" y="2331574"/>
              <a:ext cx="0" cy="104284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2653503" name="AutoShape 117"/>
            <p:cNvSpPr/>
            <p:nvPr/>
          </p:nvSpPr>
          <p:spPr bwMode="auto">
            <a:xfrm flipH="1" flipV="0">
              <a:off x="2284604" y="2324119"/>
              <a:ext cx="162392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411762675" name="AutoShape 117"/>
            <p:cNvSpPr/>
            <p:nvPr/>
          </p:nvSpPr>
          <p:spPr bwMode="auto">
            <a:xfrm rot="5399942" flipH="1" flipV="0">
              <a:off x="3246455" y="1698471"/>
              <a:ext cx="1275022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41565990" name="Freeform 109"/>
            <p:cNvSpPr/>
            <p:nvPr/>
          </p:nvSpPr>
          <p:spPr bwMode="auto">
            <a:xfrm rot="0" flipH="0" flipV="0">
              <a:off x="9998481" y="1608883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607607" name="TextBox 110"/>
            <p:cNvSpPr txBox="1"/>
            <p:nvPr/>
          </p:nvSpPr>
          <p:spPr bwMode="auto">
            <a:xfrm rot="0" flipH="0" flipV="0">
              <a:off x="9998481" y="1536552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8786686" name="Freeform 109"/>
            <p:cNvSpPr/>
            <p:nvPr/>
          </p:nvSpPr>
          <p:spPr bwMode="auto">
            <a:xfrm rot="0" flipH="0" flipV="0">
              <a:off x="8410983" y="2561384"/>
              <a:ext cx="141953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3655294" name="TextBox 110"/>
            <p:cNvSpPr txBox="1"/>
            <p:nvPr/>
          </p:nvSpPr>
          <p:spPr bwMode="auto">
            <a:xfrm rot="0" flipH="0" flipV="0">
              <a:off x="8410983" y="2489056"/>
              <a:ext cx="141953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Child public key  #0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35162657" name="Freeform 67"/>
            <p:cNvSpPr/>
            <p:nvPr/>
          </p:nvSpPr>
          <p:spPr bwMode="auto">
            <a:xfrm rot="0" flipH="0" flipV="0">
              <a:off x="9988143" y="2542291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39187594" name="TextBox 68"/>
            <p:cNvSpPr txBox="1"/>
            <p:nvPr/>
          </p:nvSpPr>
          <p:spPr bwMode="auto">
            <a:xfrm rot="0" flipH="0" flipV="0">
              <a:off x="9988143" y="2469960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private key  #0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2361003" name="AutoShape 111"/>
            <p:cNvSpPr/>
            <p:nvPr/>
          </p:nvSpPr>
          <p:spPr bwMode="auto">
            <a:xfrm flipH="0" flipV="0">
              <a:off x="9824663" y="2812477"/>
              <a:ext cx="173818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5382179" name="AutoShape 111"/>
            <p:cNvSpPr/>
            <p:nvPr/>
          </p:nvSpPr>
          <p:spPr bwMode="auto">
            <a:xfrm flipH="0" flipV="0">
              <a:off x="9836871" y="1879724"/>
              <a:ext cx="161610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2126072875" name="AutoShape 117"/>
            <p:cNvSpPr/>
            <p:nvPr/>
          </p:nvSpPr>
          <p:spPr bwMode="auto">
            <a:xfrm rot="5399942" flipH="1" flipV="0">
              <a:off x="6970729" y="1718577"/>
              <a:ext cx="1275021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62482942" name="AutoShape 117"/>
            <p:cNvSpPr/>
            <p:nvPr/>
          </p:nvSpPr>
          <p:spPr bwMode="auto">
            <a:xfrm rot="10799952" flipH="1" flipV="0">
              <a:off x="6770394" y="1083577"/>
              <a:ext cx="8403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9717268" name="AutoShape 84"/>
            <p:cNvSpPr/>
            <p:nvPr/>
          </p:nvSpPr>
          <p:spPr bwMode="auto">
            <a:xfrm>
              <a:off x="281922" y="5628960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11619036" name="AutoShape 85"/>
            <p:cNvSpPr/>
            <p:nvPr/>
          </p:nvSpPr>
          <p:spPr bwMode="auto">
            <a:xfrm flipH="1">
              <a:off x="281922" y="4552852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726666429" name="AutoShape 86"/>
            <p:cNvSpPr/>
            <p:nvPr/>
          </p:nvSpPr>
          <p:spPr bwMode="auto">
            <a:xfrm>
              <a:off x="279918" y="4189908"/>
              <a:ext cx="78286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953191" name="AutoShape 87"/>
            <p:cNvSpPr/>
            <p:nvPr/>
          </p:nvSpPr>
          <p:spPr bwMode="auto">
            <a:xfrm flipH="1">
              <a:off x="281922" y="4913503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376444157" name="AutoShape 88"/>
            <p:cNvSpPr/>
            <p:nvPr/>
          </p:nvSpPr>
          <p:spPr bwMode="auto">
            <a:xfrm flipH="1">
              <a:off x="281922" y="527080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1646301924" name="TextBox 90"/>
            <p:cNvSpPr txBox="1"/>
            <p:nvPr/>
          </p:nvSpPr>
          <p:spPr bwMode="auto">
            <a:xfrm flipH="0" flipV="0">
              <a:off x="1380132" y="4081319"/>
              <a:ext cx="700219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N</a:t>
              </a:r>
              <a:r>
                <a:rPr sz="2000" b="1" i="1">
                  <a:latin typeface="IBM Plex Sans"/>
                  <a:cs typeface="IBM Plex Sans"/>
                </a:rPr>
                <a:t>otification identifier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928296789" name="TextBox 91"/>
            <p:cNvSpPr txBox="1"/>
            <p:nvPr/>
          </p:nvSpPr>
          <p:spPr bwMode="auto">
            <a:xfrm flipH="0" flipV="0">
              <a:off x="1380132" y="4444265"/>
              <a:ext cx="704144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identifier of the first</a:t>
              </a:r>
              <a:r>
                <a:rPr sz="2000" b="1" i="1">
                  <a:latin typeface="IBM Plex Sans"/>
                  <a:cs typeface="IBM Plex Sans"/>
                </a:rPr>
                <a:t> input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2010758176" name="TextBox 92"/>
            <p:cNvSpPr txBox="1"/>
            <p:nvPr/>
          </p:nvSpPr>
          <p:spPr bwMode="auto">
            <a:xfrm flipH="0" flipV="0">
              <a:off x="1380133" y="4804312"/>
              <a:ext cx="6973815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5702803" name="TextBox 93"/>
            <p:cNvSpPr txBox="1"/>
            <p:nvPr/>
          </p:nvSpPr>
          <p:spPr bwMode="auto">
            <a:xfrm flipH="0" flipV="0">
              <a:off x="1380132" y="5167258"/>
              <a:ext cx="70029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</a:t>
              </a:r>
              <a:r>
                <a:rPr sz="2000" b="1" i="1">
                  <a:latin typeface="IBM Plex Sans"/>
                  <a:cs typeface="IBM Plex Sans"/>
                </a:rPr>
                <a:t>OP</a:t>
              </a:r>
              <a:r>
                <a:rPr sz="2000" b="1" i="1">
                  <a:latin typeface="IBM Plex Sans"/>
                  <a:cs typeface="IBM Plex Sans"/>
                </a:rPr>
                <a:t>_RETURN’  </a:t>
              </a: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Identifier</a:t>
              </a:r>
              <a:r>
                <a:rPr lang="en-US" sz="2000" b="1" i="1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553258370" name="TextBox 94"/>
            <p:cNvSpPr txBox="1"/>
            <p:nvPr/>
          </p:nvSpPr>
          <p:spPr bwMode="auto">
            <a:xfrm flipH="0" flipV="0">
              <a:off x="1380133" y="5527303"/>
              <a:ext cx="69732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3806808" name=""/>
          <p:cNvGrpSpPr/>
          <p:nvPr/>
        </p:nvGrpSpPr>
        <p:grpSpPr bwMode="auto">
          <a:xfrm>
            <a:off x="508005" y="787152"/>
            <a:ext cx="11389032" cy="5538112"/>
            <a:chOff x="0" y="0"/>
            <a:chExt cx="11389032" cy="5538112"/>
          </a:xfrm>
        </p:grpSpPr>
        <p:sp>
          <p:nvSpPr>
            <p:cNvPr id="914739871" name="Freeform 27"/>
            <p:cNvSpPr/>
            <p:nvPr/>
          </p:nvSpPr>
          <p:spPr bwMode="auto">
            <a:xfrm rot="0" flipH="0" flipV="0">
              <a:off x="0" y="120543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37223564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48561492" name="AutoShape 29"/>
            <p:cNvSpPr/>
            <p:nvPr/>
          </p:nvSpPr>
          <p:spPr bwMode="auto">
            <a:xfrm flipH="1">
              <a:off x="1471115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0870970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148741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5462839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4315190" name="Freeform 34"/>
            <p:cNvSpPr/>
            <p:nvPr/>
          </p:nvSpPr>
          <p:spPr bwMode="auto">
            <a:xfrm rot="0" flipH="0" flipV="0">
              <a:off x="1671392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4471122" name="TextBox 35"/>
            <p:cNvSpPr txBox="1"/>
            <p:nvPr/>
          </p:nvSpPr>
          <p:spPr bwMode="auto">
            <a:xfrm rot="0" flipH="0" flipV="0">
              <a:off x="1671392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85402581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42917372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5522731" name="TextBox 38"/>
            <p:cNvSpPr txBox="1"/>
            <p:nvPr/>
          </p:nvSpPr>
          <p:spPr bwMode="auto">
            <a:xfrm>
              <a:off x="3147525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0409829" name="Freeform 40"/>
            <p:cNvSpPr/>
            <p:nvPr/>
          </p:nvSpPr>
          <p:spPr bwMode="auto">
            <a:xfrm rot="0" flipH="0" flipV="0">
              <a:off x="167339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21022820" name="TextBox 41"/>
            <p:cNvSpPr txBox="1"/>
            <p:nvPr/>
          </p:nvSpPr>
          <p:spPr bwMode="auto">
            <a:xfrm rot="0" flipH="0" flipV="0">
              <a:off x="167339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0121213" name="Freeform 43"/>
            <p:cNvSpPr/>
            <p:nvPr/>
          </p:nvSpPr>
          <p:spPr bwMode="auto">
            <a:xfrm rot="0" flipH="0" flipV="0">
              <a:off x="10201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68366164" name="TextBox 44"/>
            <p:cNvSpPr txBox="1"/>
            <p:nvPr/>
          </p:nvSpPr>
          <p:spPr bwMode="auto">
            <a:xfrm rot="0" flipH="0" flipV="0">
              <a:off x="10201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45150622" name="Freeform 46"/>
            <p:cNvSpPr/>
            <p:nvPr/>
          </p:nvSpPr>
          <p:spPr bwMode="auto">
            <a:xfrm rot="0" flipH="0" flipV="0">
              <a:off x="102015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07696458" name="TextBox 47"/>
            <p:cNvSpPr txBox="1"/>
            <p:nvPr/>
          </p:nvSpPr>
          <p:spPr bwMode="auto">
            <a:xfrm rot="0" flipH="0" flipV="0">
              <a:off x="102015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464094" name="Freeform 49"/>
            <p:cNvSpPr/>
            <p:nvPr/>
          </p:nvSpPr>
          <p:spPr bwMode="auto">
            <a:xfrm rot="0" flipH="0" flipV="0">
              <a:off x="324954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6859879" name="TextBox 50"/>
            <p:cNvSpPr txBox="1"/>
            <p:nvPr/>
          </p:nvSpPr>
          <p:spPr bwMode="auto">
            <a:xfrm rot="0" flipH="0" flipV="0">
              <a:off x="324954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9756432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1670316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5922197" name="Freeform 58"/>
            <p:cNvSpPr/>
            <p:nvPr/>
          </p:nvSpPr>
          <p:spPr bwMode="auto">
            <a:xfrm rot="0" flipH="0" flipV="0">
              <a:off x="8443791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9714991" name="TextBox 59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29198524" name="TextBox 60"/>
            <p:cNvSpPr txBox="1"/>
            <p:nvPr/>
          </p:nvSpPr>
          <p:spPr bwMode="auto">
            <a:xfrm>
              <a:off x="6770394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5290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7165443" name="Freeform 64"/>
            <p:cNvSpPr/>
            <p:nvPr/>
          </p:nvSpPr>
          <p:spPr bwMode="auto">
            <a:xfrm rot="0" flipH="0" flipV="0">
              <a:off x="8443791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15402567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14824314" name="Freeform 67"/>
            <p:cNvSpPr/>
            <p:nvPr/>
          </p:nvSpPr>
          <p:spPr bwMode="auto">
            <a:xfrm rot="0" flipH="0" flipV="0">
              <a:off x="687241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28913794" name="TextBox 68"/>
            <p:cNvSpPr txBox="1"/>
            <p:nvPr/>
          </p:nvSpPr>
          <p:spPr bwMode="auto">
            <a:xfrm rot="0" flipH="0" flipV="0">
              <a:off x="687241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</a:t>
              </a:r>
              <a:endPara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 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131951664" name="Freeform 70"/>
            <p:cNvSpPr/>
            <p:nvPr/>
          </p:nvSpPr>
          <p:spPr bwMode="auto">
            <a:xfrm rot="0" flipH="0" flipV="0">
              <a:off x="10019934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02368105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004114306" name="Freeform 73"/>
            <p:cNvSpPr/>
            <p:nvPr/>
          </p:nvSpPr>
          <p:spPr bwMode="auto">
            <a:xfrm rot="0" flipH="0" flipV="0">
              <a:off x="1001993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980385" name="TextBox 74"/>
            <p:cNvSpPr txBox="1"/>
            <p:nvPr/>
          </p:nvSpPr>
          <p:spPr bwMode="auto">
            <a:xfrm rot="0" flipH="0" flipV="0">
              <a:off x="1001993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108457443" name="AutoShape 75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4799039" name="Freeform 77"/>
            <p:cNvSpPr/>
            <p:nvPr/>
          </p:nvSpPr>
          <p:spPr bwMode="auto">
            <a:xfrm rot="0" flipH="0" flipV="0">
              <a:off x="5060421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98681928" name="TextBox 78"/>
            <p:cNvSpPr txBox="1"/>
            <p:nvPr/>
          </p:nvSpPr>
          <p:spPr bwMode="auto">
            <a:xfrm rot="0" flipH="0" flipV="0">
              <a:off x="5060421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r>
                <a:rPr lang="en-US" sz="1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payment 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2061704" name="Freeform 80"/>
            <p:cNvSpPr/>
            <p:nvPr/>
          </p:nvSpPr>
          <p:spPr bwMode="auto">
            <a:xfrm rot="0" flipH="0" flipV="0">
              <a:off x="5060421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8255982" name="TextBox 81"/>
            <p:cNvSpPr txBox="1"/>
            <p:nvPr/>
          </p:nvSpPr>
          <p:spPr bwMode="auto">
            <a:xfrm rot="0" flipH="0" flipV="0">
              <a:off x="5060421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0483921" name="AutoShape 82"/>
            <p:cNvSpPr/>
            <p:nvPr/>
          </p:nvSpPr>
          <p:spPr bwMode="auto">
            <a:xfrm>
              <a:off x="1473120" y="1254051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88048" name="AutoShape 83"/>
            <p:cNvSpPr/>
            <p:nvPr/>
          </p:nvSpPr>
          <p:spPr bwMode="auto">
            <a:xfrm flipH="1"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5709" name="AutoShape 84"/>
            <p:cNvSpPr/>
            <p:nvPr/>
          </p:nvSpPr>
          <p:spPr bwMode="auto">
            <a:xfrm>
              <a:off x="232947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643573738" name="AutoShape 85"/>
            <p:cNvSpPr/>
            <p:nvPr/>
          </p:nvSpPr>
          <p:spPr bwMode="auto">
            <a:xfrm flipH="1">
              <a:off x="232947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255859118" name="AutoShape 86"/>
            <p:cNvSpPr/>
            <p:nvPr/>
          </p:nvSpPr>
          <p:spPr bwMode="auto">
            <a:xfrm>
              <a:off x="230940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816638285" name="AutoShape 87"/>
            <p:cNvSpPr/>
            <p:nvPr/>
          </p:nvSpPr>
          <p:spPr bwMode="auto">
            <a:xfrm flipH="1">
              <a:off x="232947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466401743" name="AutoShape 88"/>
            <p:cNvSpPr/>
            <p:nvPr/>
          </p:nvSpPr>
          <p:spPr bwMode="auto">
            <a:xfrm flipH="1">
              <a:off x="232947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532823672" name="TextBox 89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4077760" name="TextBox 90"/>
            <p:cNvSpPr txBox="1"/>
            <p:nvPr/>
          </p:nvSpPr>
          <p:spPr bwMode="auto">
            <a:xfrm flipH="0" flipV="0">
              <a:off x="1331155" y="3878662"/>
              <a:ext cx="771993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73480734" name="TextBox 91"/>
            <p:cNvSpPr txBox="1"/>
            <p:nvPr/>
          </p:nvSpPr>
          <p:spPr bwMode="auto">
            <a:xfrm flipH="0" flipV="0">
              <a:off x="1331155" y="4241606"/>
              <a:ext cx="7716591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8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66285003" name="TextBox 92"/>
            <p:cNvSpPr txBox="1"/>
            <p:nvPr/>
          </p:nvSpPr>
          <p:spPr bwMode="auto">
            <a:xfrm flipH="0" flipV="0">
              <a:off x="1331157" y="4601655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79772601" name="TextBox 93"/>
            <p:cNvSpPr txBox="1"/>
            <p:nvPr/>
          </p:nvSpPr>
          <p:spPr bwMode="auto">
            <a:xfrm flipH="0" flipV="0">
              <a:off x="1331157" y="4964600"/>
              <a:ext cx="779911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173276689" name="TextBox 94"/>
            <p:cNvSpPr txBox="1"/>
            <p:nvPr/>
          </p:nvSpPr>
          <p:spPr bwMode="auto">
            <a:xfrm flipH="0" flipV="0">
              <a:off x="1331157" y="5324647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19387189" name="Freeform 96"/>
            <p:cNvSpPr/>
            <p:nvPr/>
          </p:nvSpPr>
          <p:spPr bwMode="auto">
            <a:xfrm rot="0" flipH="0" flipV="0">
              <a:off x="1671645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7681592" name="TextBox 97"/>
            <p:cNvSpPr txBox="1"/>
            <p:nvPr/>
          </p:nvSpPr>
          <p:spPr bwMode="auto">
            <a:xfrm rot="0" flipH="0" flipV="0">
              <a:off x="1671645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3355050" name="Freeform 99"/>
            <p:cNvSpPr/>
            <p:nvPr/>
          </p:nvSpPr>
          <p:spPr bwMode="auto">
            <a:xfrm rot="0" flipH="0" flipV="0">
              <a:off x="10427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5232094" name="TextBox 100"/>
            <p:cNvSpPr txBox="1"/>
            <p:nvPr/>
          </p:nvSpPr>
          <p:spPr bwMode="auto">
            <a:xfrm rot="0" flipH="0" flipV="0">
              <a:off x="10427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1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a</a:t>
              </a:r>
              <a:endParaRPr/>
            </a:p>
          </p:txBody>
        </p:sp>
        <p:sp>
          <p:nvSpPr>
            <p:cNvPr id="546176773" name="AutoShape 101"/>
            <p:cNvSpPr/>
            <p:nvPr/>
          </p:nvSpPr>
          <p:spPr bwMode="auto">
            <a:xfrm>
              <a:off x="1473372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1173755" name="Freeform 103"/>
            <p:cNvSpPr/>
            <p:nvPr/>
          </p:nvSpPr>
          <p:spPr bwMode="auto">
            <a:xfrm rot="0" flipH="0" flipV="0">
              <a:off x="10019934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187708208" name="TextBox 104"/>
            <p:cNvSpPr txBox="1"/>
            <p:nvPr/>
          </p:nvSpPr>
          <p:spPr bwMode="auto">
            <a:xfrm rot="0" flipH="0" flipV="0">
              <a:off x="10019934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834475564" name="Freeform 106"/>
            <p:cNvSpPr/>
            <p:nvPr/>
          </p:nvSpPr>
          <p:spPr bwMode="auto">
            <a:xfrm rot="0" flipH="0" flipV="0">
              <a:off x="8445619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545894" name="TextBox 107"/>
            <p:cNvSpPr txBox="1"/>
            <p:nvPr/>
          </p:nvSpPr>
          <p:spPr bwMode="auto">
            <a:xfrm rot="0" flipH="0" flipV="0">
              <a:off x="8445619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70710994" name="Freeform 109"/>
            <p:cNvSpPr/>
            <p:nvPr/>
          </p:nvSpPr>
          <p:spPr bwMode="auto">
            <a:xfrm rot="0" flipH="0" flipV="0">
              <a:off x="6874416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18696609" name="TextBox 110"/>
            <p:cNvSpPr txBox="1"/>
            <p:nvPr/>
          </p:nvSpPr>
          <p:spPr bwMode="auto">
            <a:xfrm rot="0" flipH="0" flipV="0">
              <a:off x="6874416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61962632" name="AutoShape 111"/>
            <p:cNvSpPr/>
            <p:nvPr/>
          </p:nvSpPr>
          <p:spPr bwMode="auto">
            <a:xfrm>
              <a:off x="8243513" y="2031430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799493" name="AutoShape 112"/>
            <p:cNvSpPr/>
            <p:nvPr/>
          </p:nvSpPr>
          <p:spPr bwMode="auto">
            <a:xfrm>
              <a:off x="9128952" y="1514153"/>
              <a:ext cx="603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732603" name="AutoShape 113"/>
            <p:cNvSpPr/>
            <p:nvPr/>
          </p:nvSpPr>
          <p:spPr bwMode="auto">
            <a:xfrm>
              <a:off x="788655" y="1514153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8450842" name="AutoShape 114"/>
            <p:cNvSpPr/>
            <p:nvPr/>
          </p:nvSpPr>
          <p:spPr bwMode="auto">
            <a:xfrm flipH="1">
              <a:off x="1176715" y="1588694"/>
              <a:ext cx="4165927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873973" name="AutoShape 115"/>
            <p:cNvSpPr/>
            <p:nvPr/>
          </p:nvSpPr>
          <p:spPr bwMode="auto">
            <a:xfrm flipV="1">
              <a:off x="1199574" y="1588694"/>
              <a:ext cx="0" cy="18263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7861812" name="AutoShape 116"/>
            <p:cNvSpPr/>
            <p:nvPr/>
          </p:nvSpPr>
          <p:spPr bwMode="auto">
            <a:xfrm flipV="1">
              <a:off x="534264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0808137" name="AutoShape 117"/>
            <p:cNvSpPr/>
            <p:nvPr/>
          </p:nvSpPr>
          <p:spPr bwMode="auto">
            <a:xfrm flipH="1">
              <a:off x="6148917" y="1589638"/>
              <a:ext cx="2569465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45299" name="AutoShape 118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4021044" name="AutoShape 119"/>
            <p:cNvSpPr/>
            <p:nvPr/>
          </p:nvSpPr>
          <p:spPr bwMode="auto">
            <a:xfrm flipV="1">
              <a:off x="871838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717708" name="AutoShape 120"/>
            <p:cNvSpPr/>
            <p:nvPr/>
          </p:nvSpPr>
          <p:spPr bwMode="auto">
            <a:xfrm flipV="1">
              <a:off x="9128341" y="2291532"/>
              <a:ext cx="1827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6325123" name="AutoShape 121"/>
            <p:cNvSpPr/>
            <p:nvPr/>
          </p:nvSpPr>
          <p:spPr bwMode="auto">
            <a:xfrm flipH="1">
              <a:off x="5721470" y="2365560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90303789" name="AutoShape 122"/>
            <p:cNvSpPr/>
            <p:nvPr/>
          </p:nvSpPr>
          <p:spPr bwMode="auto">
            <a:xfrm flipH="1" flipV="1">
              <a:off x="5744972" y="2291532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5298650" name="AutoShape 123"/>
            <p:cNvSpPr/>
            <p:nvPr/>
          </p:nvSpPr>
          <p:spPr bwMode="auto">
            <a:xfrm flipV="1">
              <a:off x="8718385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780646" name="AutoShape 124"/>
            <p:cNvSpPr/>
            <p:nvPr/>
          </p:nvSpPr>
          <p:spPr bwMode="auto">
            <a:xfrm flipH="1"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9649562" name=""/>
          <p:cNvGrpSpPr/>
          <p:nvPr/>
        </p:nvGrpSpPr>
        <p:grpSpPr bwMode="auto">
          <a:xfrm>
            <a:off x="708227" y="451873"/>
            <a:ext cx="10902257" cy="5803113"/>
            <a:chOff x="0" y="0"/>
            <a:chExt cx="10902257" cy="5803113"/>
          </a:xfrm>
        </p:grpSpPr>
        <p:sp>
          <p:nvSpPr>
            <p:cNvPr id="760810367" name="Freeform 27"/>
            <p:cNvSpPr/>
            <p:nvPr/>
          </p:nvSpPr>
          <p:spPr bwMode="auto">
            <a:xfrm rot="0" flipH="0" flipV="0">
              <a:off x="0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81360984" name="TextBox 28"/>
            <p:cNvSpPr txBox="1"/>
            <p:nvPr/>
          </p:nvSpPr>
          <p:spPr bwMode="auto">
            <a:xfrm rot="0" flipH="0" flipV="0">
              <a:off x="0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14904593" name="AutoShape 29"/>
            <p:cNvSpPr/>
            <p:nvPr/>
          </p:nvSpPr>
          <p:spPr bwMode="auto">
            <a:xfrm flipH="1">
              <a:off x="1473444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0989071" name="AutoShape 30"/>
            <p:cNvSpPr/>
            <p:nvPr/>
          </p:nvSpPr>
          <p:spPr bwMode="auto">
            <a:xfrm>
              <a:off x="0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0522214" name="AutoShape 31"/>
            <p:cNvSpPr/>
            <p:nvPr/>
          </p:nvSpPr>
          <p:spPr bwMode="auto">
            <a:xfrm>
              <a:off x="2943608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5335218" name="Freeform 33"/>
            <p:cNvSpPr/>
            <p:nvPr/>
          </p:nvSpPr>
          <p:spPr bwMode="auto">
            <a:xfrm rot="0" flipH="0" flipV="0">
              <a:off x="156735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3776423" name="TextBox 34"/>
            <p:cNvSpPr txBox="1"/>
            <p:nvPr/>
          </p:nvSpPr>
          <p:spPr bwMode="auto">
            <a:xfrm rot="0" flipH="0" flipV="0">
              <a:off x="156735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3893382" name="TextBox 35"/>
            <p:cNvSpPr txBox="1"/>
            <p:nvPr/>
          </p:nvSpPr>
          <p:spPr bwMode="auto">
            <a:xfrm>
              <a:off x="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6234592" name="TextBox 36"/>
            <p:cNvSpPr txBox="1"/>
            <p:nvPr/>
          </p:nvSpPr>
          <p:spPr bwMode="auto">
            <a:xfrm>
              <a:off x="147351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8460734" name="TextBox 37"/>
            <p:cNvSpPr txBox="1"/>
            <p:nvPr/>
          </p:nvSpPr>
          <p:spPr bwMode="auto">
            <a:xfrm>
              <a:off x="2948067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3320216" name="Freeform 42"/>
            <p:cNvSpPr/>
            <p:nvPr/>
          </p:nvSpPr>
          <p:spPr bwMode="auto">
            <a:xfrm rot="0" flipH="0" flipV="0">
              <a:off x="6341362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35020112" name="TextBox 43"/>
            <p:cNvSpPr txBox="1"/>
            <p:nvPr/>
          </p:nvSpPr>
          <p:spPr bwMode="auto">
            <a:xfrm rot="0" flipH="0" flipV="0">
              <a:off x="6341362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70510175" name="AutoShape 44"/>
            <p:cNvSpPr/>
            <p:nvPr/>
          </p:nvSpPr>
          <p:spPr bwMode="auto">
            <a:xfrm>
              <a:off x="6341364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2522779" name="AutoShape 45"/>
            <p:cNvSpPr/>
            <p:nvPr/>
          </p:nvSpPr>
          <p:spPr bwMode="auto">
            <a:xfrm>
              <a:off x="7814808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3790351" name="AutoShape 46"/>
            <p:cNvSpPr/>
            <p:nvPr/>
          </p:nvSpPr>
          <p:spPr bwMode="auto">
            <a:xfrm>
              <a:off x="9284969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9904940" name="Freeform 48"/>
            <p:cNvSpPr/>
            <p:nvPr/>
          </p:nvSpPr>
          <p:spPr bwMode="auto">
            <a:xfrm rot="0" flipH="0" flipV="0">
              <a:off x="790871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59418770" name="TextBox 49"/>
            <p:cNvSpPr txBox="1"/>
            <p:nvPr/>
          </p:nvSpPr>
          <p:spPr bwMode="auto">
            <a:xfrm rot="0" flipH="0" flipV="0">
              <a:off x="790871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7014087" name="TextBox 50"/>
            <p:cNvSpPr txBox="1"/>
            <p:nvPr/>
          </p:nvSpPr>
          <p:spPr bwMode="auto">
            <a:xfrm>
              <a:off x="6341362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11530573" name="TextBox 51"/>
            <p:cNvSpPr txBox="1"/>
            <p:nvPr/>
          </p:nvSpPr>
          <p:spPr bwMode="auto">
            <a:xfrm>
              <a:off x="781487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6078094" name="TextBox 52"/>
            <p:cNvSpPr txBox="1"/>
            <p:nvPr/>
          </p:nvSpPr>
          <p:spPr bwMode="auto">
            <a:xfrm>
              <a:off x="928943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31879437" name="Freeform 54"/>
            <p:cNvSpPr/>
            <p:nvPr/>
          </p:nvSpPr>
          <p:spPr bwMode="auto">
            <a:xfrm rot="0" flipH="0" flipV="0">
              <a:off x="7908717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9758804" name="TextBox 55"/>
            <p:cNvSpPr txBox="1"/>
            <p:nvPr/>
          </p:nvSpPr>
          <p:spPr bwMode="auto">
            <a:xfrm rot="0" flipH="0" flipV="0">
              <a:off x="7908717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47587" name="Freeform 57"/>
            <p:cNvSpPr/>
            <p:nvPr/>
          </p:nvSpPr>
          <p:spPr bwMode="auto">
            <a:xfrm rot="0" flipH="0" flipV="0">
              <a:off x="6436915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349834" name="TextBox 58"/>
            <p:cNvSpPr txBox="1"/>
            <p:nvPr/>
          </p:nvSpPr>
          <p:spPr bwMode="auto">
            <a:xfrm rot="0" flipH="0" flipV="0">
              <a:off x="6436915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 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02056" name="Freeform 60"/>
            <p:cNvSpPr/>
            <p:nvPr/>
          </p:nvSpPr>
          <p:spPr bwMode="auto">
            <a:xfrm rot="0" flipH="0" flipV="0">
              <a:off x="9384982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454297293" name="TextBox 61"/>
            <p:cNvSpPr txBox="1"/>
            <p:nvPr/>
          </p:nvSpPr>
          <p:spPr bwMode="auto">
            <a:xfrm rot="0" flipH="0" flipV="0">
              <a:off x="9384982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360455499" name="Freeform 63"/>
            <p:cNvSpPr/>
            <p:nvPr/>
          </p:nvSpPr>
          <p:spPr bwMode="auto">
            <a:xfrm rot="0" flipH="0" flipV="0">
              <a:off x="9384982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060039789" name="TextBox 64"/>
            <p:cNvSpPr txBox="1"/>
            <p:nvPr/>
          </p:nvSpPr>
          <p:spPr bwMode="auto">
            <a:xfrm rot="0" flipH="0" flipV="0">
              <a:off x="9384982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54331887" name="Freeform 66"/>
            <p:cNvSpPr/>
            <p:nvPr/>
          </p:nvSpPr>
          <p:spPr bwMode="auto">
            <a:xfrm rot="0" flipH="0" flipV="0">
              <a:off x="4739749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763668" name="TextBox 67"/>
            <p:cNvSpPr txBox="1"/>
            <p:nvPr/>
          </p:nvSpPr>
          <p:spPr bwMode="auto">
            <a:xfrm rot="0" flipH="0" flipV="0">
              <a:off x="4739749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20847150" name="AutoShape 68"/>
            <p:cNvSpPr/>
            <p:nvPr/>
          </p:nvSpPr>
          <p:spPr bwMode="auto">
            <a:xfrm>
              <a:off x="1379772" y="112942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427918" name="AutoShape 69"/>
            <p:cNvSpPr/>
            <p:nvPr/>
          </p:nvSpPr>
          <p:spPr bwMode="auto">
            <a:xfrm>
              <a:off x="5982029" y="5385748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39068248" name="AutoShape 70"/>
            <p:cNvSpPr/>
            <p:nvPr/>
          </p:nvSpPr>
          <p:spPr bwMode="auto">
            <a:xfrm flipH="1">
              <a:off x="602470" y="5394955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5416684" name="AutoShape 71"/>
            <p:cNvSpPr/>
            <p:nvPr/>
          </p:nvSpPr>
          <p:spPr bwMode="auto">
            <a:xfrm>
              <a:off x="600593" y="5055009"/>
              <a:ext cx="73325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3922031" name="AutoShape 72"/>
            <p:cNvSpPr/>
            <p:nvPr/>
          </p:nvSpPr>
          <p:spPr bwMode="auto">
            <a:xfrm flipH="1">
              <a:off x="602470" y="5732750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00396717" name="AutoShape 73"/>
            <p:cNvSpPr/>
            <p:nvPr/>
          </p:nvSpPr>
          <p:spPr bwMode="auto">
            <a:xfrm flipH="1">
              <a:off x="5982029" y="5050286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15588759" name="TextBox 74"/>
            <p:cNvSpPr txBox="1"/>
            <p:nvPr/>
          </p:nvSpPr>
          <p:spPr bwMode="auto">
            <a:xfrm>
              <a:off x="4644716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9962641" name="TextBox 75"/>
            <p:cNvSpPr txBox="1"/>
            <p:nvPr/>
          </p:nvSpPr>
          <p:spPr bwMode="auto">
            <a:xfrm>
              <a:off x="1631088" y="4942572"/>
              <a:ext cx="38952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3406945" name="TextBox 76"/>
            <p:cNvSpPr txBox="1"/>
            <p:nvPr/>
          </p:nvSpPr>
          <p:spPr bwMode="auto">
            <a:xfrm>
              <a:off x="1631088" y="5282517"/>
              <a:ext cx="38934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4364723" name="TextBox 77"/>
            <p:cNvSpPr txBox="1"/>
            <p:nvPr/>
          </p:nvSpPr>
          <p:spPr bwMode="auto">
            <a:xfrm>
              <a:off x="1631088" y="5619747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8554654" name="TextBox 78"/>
            <p:cNvSpPr txBox="1"/>
            <p:nvPr/>
          </p:nvSpPr>
          <p:spPr bwMode="auto">
            <a:xfrm>
              <a:off x="7010649" y="4942572"/>
              <a:ext cx="371021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0510888" name="TextBox 79"/>
            <p:cNvSpPr txBox="1"/>
            <p:nvPr/>
          </p:nvSpPr>
          <p:spPr bwMode="auto">
            <a:xfrm>
              <a:off x="7010649" y="5279801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828791" name="Freeform 81"/>
            <p:cNvSpPr/>
            <p:nvPr/>
          </p:nvSpPr>
          <p:spPr bwMode="auto">
            <a:xfrm rot="0" flipH="0" flipV="0">
              <a:off x="1567593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1285401" name="TextBox 82"/>
            <p:cNvSpPr txBox="1"/>
            <p:nvPr/>
          </p:nvSpPr>
          <p:spPr bwMode="auto">
            <a:xfrm rot="0" flipH="0" flipV="0">
              <a:off x="1567593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274790" name="Freeform 84"/>
            <p:cNvSpPr/>
            <p:nvPr/>
          </p:nvSpPr>
          <p:spPr bwMode="auto">
            <a:xfrm rot="0" flipH="0" flipV="0">
              <a:off x="97666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549166" name="TextBox 85"/>
            <p:cNvSpPr txBox="1"/>
            <p:nvPr/>
          </p:nvSpPr>
          <p:spPr bwMode="auto">
            <a:xfrm rot="0" flipH="0" flipV="0">
              <a:off x="97666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3145956" name="AutoShape 86"/>
            <p:cNvSpPr/>
            <p:nvPr/>
          </p:nvSpPr>
          <p:spPr bwMode="auto">
            <a:xfrm>
              <a:off x="1380007" y="185754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250710" name="Freeform 88"/>
            <p:cNvSpPr/>
            <p:nvPr/>
          </p:nvSpPr>
          <p:spPr bwMode="auto">
            <a:xfrm rot="0" flipH="0" flipV="0">
              <a:off x="7910431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2177912" name="TextBox 89"/>
            <p:cNvSpPr txBox="1"/>
            <p:nvPr/>
          </p:nvSpPr>
          <p:spPr bwMode="auto">
            <a:xfrm rot="0" flipH="0" flipV="0">
              <a:off x="7910431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861070" name="Freeform 91"/>
            <p:cNvSpPr/>
            <p:nvPr/>
          </p:nvSpPr>
          <p:spPr bwMode="auto">
            <a:xfrm rot="0" flipH="0" flipV="0">
              <a:off x="6438790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38426322" name="TextBox 92"/>
            <p:cNvSpPr txBox="1"/>
            <p:nvPr/>
          </p:nvSpPr>
          <p:spPr bwMode="auto">
            <a:xfrm rot="0" flipH="0" flipV="0">
              <a:off x="6438790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5334609" name="AutoShape 93"/>
            <p:cNvSpPr/>
            <p:nvPr/>
          </p:nvSpPr>
          <p:spPr bwMode="auto">
            <a:xfrm>
              <a:off x="7721131" y="1857543"/>
              <a:ext cx="18929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489758" name="AutoShape 94"/>
            <p:cNvSpPr/>
            <p:nvPr/>
          </p:nvSpPr>
          <p:spPr bwMode="auto">
            <a:xfrm flipH="1">
              <a:off x="9190540" y="3313264"/>
              <a:ext cx="19444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580102" name="AutoShape 95"/>
            <p:cNvSpPr/>
            <p:nvPr/>
          </p:nvSpPr>
          <p:spPr bwMode="auto">
            <a:xfrm>
              <a:off x="738680" y="1373044"/>
              <a:ext cx="76" cy="24087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5564839" name="AutoShape 96"/>
            <p:cNvSpPr/>
            <p:nvPr/>
          </p:nvSpPr>
          <p:spPr bwMode="auto">
            <a:xfrm flipH="1">
              <a:off x="1102149" y="1442862"/>
              <a:ext cx="260405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2083618" name="AutoShape 97"/>
            <p:cNvSpPr/>
            <p:nvPr/>
          </p:nvSpPr>
          <p:spPr bwMode="auto">
            <a:xfrm flipV="1">
              <a:off x="1123560" y="1442862"/>
              <a:ext cx="0" cy="1710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579228" name="AutoShape 98"/>
            <p:cNvSpPr/>
            <p:nvPr/>
          </p:nvSpPr>
          <p:spPr bwMode="auto">
            <a:xfrm flipV="1">
              <a:off x="5004087" y="2873373"/>
              <a:ext cx="0" cy="19626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053960" name="AutoShape 99"/>
            <p:cNvSpPr/>
            <p:nvPr/>
          </p:nvSpPr>
          <p:spPr bwMode="auto">
            <a:xfrm flipV="1">
              <a:off x="8549370" y="3556882"/>
              <a:ext cx="0" cy="24087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533382" name="AutoShape 100"/>
            <p:cNvSpPr/>
            <p:nvPr/>
          </p:nvSpPr>
          <p:spPr bwMode="auto">
            <a:xfrm flipH="1">
              <a:off x="1377376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4041770" name="Freeform 102"/>
            <p:cNvSpPr/>
            <p:nvPr/>
          </p:nvSpPr>
          <p:spPr bwMode="auto">
            <a:xfrm rot="0" flipH="0" flipV="0">
              <a:off x="1566838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5559843" name="TextBox 103"/>
            <p:cNvSpPr txBox="1"/>
            <p:nvPr/>
          </p:nvSpPr>
          <p:spPr bwMode="auto">
            <a:xfrm rot="0" flipH="0" flipV="0">
              <a:off x="1566838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807781" name="Freeform 105"/>
            <p:cNvSpPr/>
            <p:nvPr/>
          </p:nvSpPr>
          <p:spPr bwMode="auto">
            <a:xfrm rot="0" flipH="0" flipV="0">
              <a:off x="95034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112665" name="TextBox 106"/>
            <p:cNvSpPr txBox="1"/>
            <p:nvPr/>
          </p:nvSpPr>
          <p:spPr bwMode="auto">
            <a:xfrm rot="0" flipH="0" flipV="0">
              <a:off x="95034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3095674" name="Freeform 108"/>
            <p:cNvSpPr/>
            <p:nvPr/>
          </p:nvSpPr>
          <p:spPr bwMode="auto">
            <a:xfrm rot="0" flipH="0" flipV="0">
              <a:off x="3043102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61771056" name="TextBox 109"/>
            <p:cNvSpPr txBox="1"/>
            <p:nvPr/>
          </p:nvSpPr>
          <p:spPr bwMode="auto">
            <a:xfrm rot="0" flipH="0" flipV="0">
              <a:off x="3043102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5037369" name="Freeform 111"/>
            <p:cNvSpPr/>
            <p:nvPr/>
          </p:nvSpPr>
          <p:spPr bwMode="auto">
            <a:xfrm rot="0" flipH="0" flipV="0">
              <a:off x="7908199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23268" name="TextBox 112"/>
            <p:cNvSpPr txBox="1"/>
            <p:nvPr/>
          </p:nvSpPr>
          <p:spPr bwMode="auto">
            <a:xfrm rot="0" flipH="0" flipV="0">
              <a:off x="7908199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227327" name="Freeform 114"/>
            <p:cNvSpPr/>
            <p:nvPr/>
          </p:nvSpPr>
          <p:spPr bwMode="auto">
            <a:xfrm rot="0" flipH="0" flipV="0">
              <a:off x="6436396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3774784" name="TextBox 115"/>
            <p:cNvSpPr txBox="1"/>
            <p:nvPr/>
          </p:nvSpPr>
          <p:spPr bwMode="auto">
            <a:xfrm rot="0" flipH="0" flipV="0">
              <a:off x="6436396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8484979" name="Freeform 117"/>
            <p:cNvSpPr/>
            <p:nvPr/>
          </p:nvSpPr>
          <p:spPr bwMode="auto">
            <a:xfrm rot="0" flipH="0" flipV="0">
              <a:off x="9384463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10184804" name="TextBox 118"/>
            <p:cNvSpPr txBox="1"/>
            <p:nvPr/>
          </p:nvSpPr>
          <p:spPr bwMode="auto">
            <a:xfrm rot="0" flipH="0" flipV="0">
              <a:off x="9384463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720013979" name="AutoShape 119"/>
            <p:cNvSpPr/>
            <p:nvPr/>
          </p:nvSpPr>
          <p:spPr bwMode="auto">
            <a:xfrm flipH="1">
              <a:off x="4325443" y="4041382"/>
              <a:ext cx="2110952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587932" name="Freeform 121"/>
            <p:cNvSpPr/>
            <p:nvPr/>
          </p:nvSpPr>
          <p:spPr bwMode="auto">
            <a:xfrm rot="0" flipH="0" flipV="0">
              <a:off x="4739231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3024174" name="TextBox 122"/>
            <p:cNvSpPr txBox="1"/>
            <p:nvPr/>
          </p:nvSpPr>
          <p:spPr bwMode="auto">
            <a:xfrm rot="0" flipH="0" flipV="0">
              <a:off x="4739231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Second payment 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1460355" name="AutoShape 123"/>
            <p:cNvSpPr/>
            <p:nvPr/>
          </p:nvSpPr>
          <p:spPr bwMode="auto">
            <a:xfrm flipH="1">
              <a:off x="2849177" y="4041382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8296151" name="AutoShape 124"/>
            <p:cNvSpPr/>
            <p:nvPr/>
          </p:nvSpPr>
          <p:spPr bwMode="auto">
            <a:xfrm flipH="1">
              <a:off x="7718737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852829" name="Freeform 126"/>
            <p:cNvSpPr/>
            <p:nvPr/>
          </p:nvSpPr>
          <p:spPr bwMode="auto">
            <a:xfrm rot="0" flipH="0" flipV="0">
              <a:off x="7908199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7266083" name="TextBox 127"/>
            <p:cNvSpPr txBox="1"/>
            <p:nvPr/>
          </p:nvSpPr>
          <p:spPr bwMode="auto">
            <a:xfrm rot="0" flipH="0" flipV="0">
              <a:off x="7908199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3578123" name="AutoShape 128"/>
            <p:cNvSpPr/>
            <p:nvPr/>
          </p:nvSpPr>
          <p:spPr bwMode="auto">
            <a:xfrm>
              <a:off x="7719255" y="2585145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52121898" name="Freeform 130"/>
            <p:cNvSpPr/>
            <p:nvPr/>
          </p:nvSpPr>
          <p:spPr bwMode="auto">
            <a:xfrm rot="0" flipH="0" flipV="0">
              <a:off x="4740267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9016555" name="TextBox 131"/>
            <p:cNvSpPr txBox="1"/>
            <p:nvPr/>
          </p:nvSpPr>
          <p:spPr bwMode="auto">
            <a:xfrm rot="0" flipH="0" flipV="0">
              <a:off x="4740267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4841869" name="AutoShape 132"/>
            <p:cNvSpPr/>
            <p:nvPr/>
          </p:nvSpPr>
          <p:spPr bwMode="auto">
            <a:xfrm flipH="1">
              <a:off x="5358907" y="3611819"/>
              <a:ext cx="282841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2583605" name="AutoShape 133"/>
            <p:cNvSpPr/>
            <p:nvPr/>
          </p:nvSpPr>
          <p:spPr bwMode="auto">
            <a:xfrm flipV="1">
              <a:off x="5380920" y="3557398"/>
              <a:ext cx="0" cy="5441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635334" name="AutoShape 134"/>
            <p:cNvSpPr/>
            <p:nvPr/>
          </p:nvSpPr>
          <p:spPr bwMode="auto">
            <a:xfrm flipV="1">
              <a:off x="8165911" y="3611819"/>
              <a:ext cx="0" cy="18594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781374" name="AutoShape 135"/>
            <p:cNvSpPr/>
            <p:nvPr/>
          </p:nvSpPr>
          <p:spPr bwMode="auto">
            <a:xfrm flipH="1">
              <a:off x="5759269" y="2895675"/>
              <a:ext cx="240664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8025004" name="AutoShape 136"/>
            <p:cNvSpPr/>
            <p:nvPr/>
          </p:nvSpPr>
          <p:spPr bwMode="auto">
            <a:xfrm flipV="1">
              <a:off x="5759269" y="2873373"/>
              <a:ext cx="0" cy="19336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7272125" name="AutoShape 137"/>
            <p:cNvSpPr/>
            <p:nvPr/>
          </p:nvSpPr>
          <p:spPr bwMode="auto">
            <a:xfrm flipV="1">
              <a:off x="8165911" y="2873373"/>
              <a:ext cx="0" cy="19247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1557365" name="AutoShape 138"/>
            <p:cNvSpPr/>
            <p:nvPr/>
          </p:nvSpPr>
          <p:spPr bwMode="auto">
            <a:xfrm flipH="1">
              <a:off x="3659806" y="2895675"/>
              <a:ext cx="134428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510852" name="AutoShape 139"/>
            <p:cNvSpPr/>
            <p:nvPr/>
          </p:nvSpPr>
          <p:spPr bwMode="auto">
            <a:xfrm flipV="1">
              <a:off x="3684274" y="1442862"/>
              <a:ext cx="0" cy="145281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644897" name="AutoShape 140"/>
            <p:cNvSpPr/>
            <p:nvPr/>
          </p:nvSpPr>
          <p:spPr bwMode="auto">
            <a:xfrm flipV="1">
              <a:off x="9191057" y="1129423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7458150" name="Freeform 142"/>
            <p:cNvSpPr/>
            <p:nvPr/>
          </p:nvSpPr>
          <p:spPr bwMode="auto">
            <a:xfrm rot="0" flipH="0" flipV="0">
              <a:off x="9381997" y="3065851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54085188" name="TextBox 143"/>
            <p:cNvSpPr txBox="1"/>
            <p:nvPr/>
          </p:nvSpPr>
          <p:spPr bwMode="auto">
            <a:xfrm rot="0" flipH="0" flipV="0">
              <a:off x="9381997" y="2998104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124322071" name="Freeform 145"/>
            <p:cNvSpPr/>
            <p:nvPr/>
          </p:nvSpPr>
          <p:spPr bwMode="auto">
            <a:xfrm rot="0" flipH="0" flipV="0">
              <a:off x="9384982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666730732" name="TextBox 146"/>
            <p:cNvSpPr txBox="1"/>
            <p:nvPr/>
          </p:nvSpPr>
          <p:spPr bwMode="auto">
            <a:xfrm rot="0" flipH="0" flipV="0">
              <a:off x="9384982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2033375712" name="AutoShape 147"/>
            <p:cNvSpPr/>
            <p:nvPr/>
          </p:nvSpPr>
          <p:spPr bwMode="auto">
            <a:xfrm flipV="1">
              <a:off x="9384982" y="1108012"/>
              <a:ext cx="0" cy="223023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2229411" name=""/>
            <p:cNvGrpSpPr/>
            <p:nvPr/>
          </p:nvGrpSpPr>
          <p:grpSpPr bwMode="auto">
            <a:xfrm>
              <a:off x="95034" y="843246"/>
              <a:ext cx="1282336" cy="554984"/>
              <a:chOff x="0" y="0"/>
              <a:chExt cx="1282336" cy="554984"/>
            </a:xfrm>
          </p:grpSpPr>
          <p:sp>
            <p:nvSpPr>
              <p:cNvPr id="500002838" name="Freeform 39"/>
              <p:cNvSpPr/>
              <p:nvPr/>
            </p:nvSpPr>
            <p:spPr bwMode="auto">
              <a:xfrm rot="0" flipH="0" flipV="0">
                <a:off x="0" y="67746"/>
                <a:ext cx="1282338" cy="487237"/>
              </a:xfrm>
              <a:custGeom>
                <a:avLst/>
                <a:gdLst/>
                <a:ahLst/>
                <a:cxnLst/>
                <a:rect l="l" t="t" r="r" b="b"/>
                <a:pathLst>
                  <a:path w="540878" h="205513" fill="norm" stroke="1" extrusionOk="0">
                    <a:moveTo>
                      <a:pt x="0" y="0"/>
                    </a:moveTo>
                    <a:lnTo>
                      <a:pt x="540878" y="0"/>
                    </a:lnTo>
                    <a:lnTo>
                      <a:pt x="540878" y="205513"/>
                    </a:lnTo>
                    <a:lnTo>
                      <a:pt x="0" y="20551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6436179" name="TextBox 40"/>
              <p:cNvSpPr txBox="1"/>
              <p:nvPr/>
            </p:nvSpPr>
            <p:spPr bwMode="auto">
              <a:xfrm rot="0" flipH="0" flipV="0">
                <a:off x="0" y="0"/>
                <a:ext cx="1282338" cy="5549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398"/>
                  </a:lnSpc>
                  <a:defRPr/>
                </a:pPr>
                <a:r>
                  <a:rPr lang="en-US" sz="1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Master key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60789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3020029" name=""/>
          <p:cNvGrpSpPr/>
          <p:nvPr/>
        </p:nvGrpSpPr>
        <p:grpSpPr bwMode="auto">
          <a:xfrm>
            <a:off x="707303" y="642746"/>
            <a:ext cx="10903540" cy="5816346"/>
            <a:chOff x="0" y="0"/>
            <a:chExt cx="10903540" cy="5816346"/>
          </a:xfrm>
        </p:grpSpPr>
        <p:sp>
          <p:nvSpPr>
            <p:cNvPr id="996424954" name="Freeform 27"/>
            <p:cNvSpPr/>
            <p:nvPr/>
          </p:nvSpPr>
          <p:spPr bwMode="auto">
            <a:xfrm rot="0" flipH="0" flipV="0">
              <a:off x="0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32514489" name="TextBox 28"/>
            <p:cNvSpPr txBox="1"/>
            <p:nvPr/>
          </p:nvSpPr>
          <p:spPr bwMode="auto">
            <a:xfrm rot="0" flipH="0" flipV="0">
              <a:off x="0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484834561" name="AutoShape 29"/>
            <p:cNvSpPr/>
            <p:nvPr/>
          </p:nvSpPr>
          <p:spPr bwMode="auto">
            <a:xfrm flipH="1">
              <a:off x="1479327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1342361" name="AutoShape 30"/>
            <p:cNvSpPr/>
            <p:nvPr/>
          </p:nvSpPr>
          <p:spPr bwMode="auto">
            <a:xfrm>
              <a:off x="0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693702" name="AutoShape 31"/>
            <p:cNvSpPr/>
            <p:nvPr/>
          </p:nvSpPr>
          <p:spPr bwMode="auto">
            <a:xfrm>
              <a:off x="2955361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031477" name="Freeform 33"/>
            <p:cNvSpPr/>
            <p:nvPr/>
          </p:nvSpPr>
          <p:spPr bwMode="auto">
            <a:xfrm rot="0" flipH="0" flipV="0">
              <a:off x="1573614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5621518" name="TextBox 34"/>
            <p:cNvSpPr txBox="1"/>
            <p:nvPr/>
          </p:nvSpPr>
          <p:spPr bwMode="auto">
            <a:xfrm rot="0" flipH="0" flipV="0">
              <a:off x="1573614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7072987" name="TextBox 35"/>
            <p:cNvSpPr txBox="1"/>
            <p:nvPr/>
          </p:nvSpPr>
          <p:spPr bwMode="auto">
            <a:xfrm>
              <a:off x="0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04953556" name="TextBox 36"/>
            <p:cNvSpPr txBox="1"/>
            <p:nvPr/>
          </p:nvSpPr>
          <p:spPr bwMode="auto">
            <a:xfrm>
              <a:off x="1479399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6147096" name="TextBox 37"/>
            <p:cNvSpPr txBox="1"/>
            <p:nvPr/>
          </p:nvSpPr>
          <p:spPr bwMode="auto">
            <a:xfrm>
              <a:off x="2959838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87048741" name="Freeform 39"/>
            <p:cNvSpPr/>
            <p:nvPr/>
          </p:nvSpPr>
          <p:spPr bwMode="auto">
            <a:xfrm rot="0" flipH="0" flipV="0">
              <a:off x="6366683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12638335" name="TextBox 40"/>
            <p:cNvSpPr txBox="1"/>
            <p:nvPr/>
          </p:nvSpPr>
          <p:spPr bwMode="auto">
            <a:xfrm rot="0" flipH="0" flipV="0">
              <a:off x="6366683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21920855" name="AutoShape 41"/>
            <p:cNvSpPr/>
            <p:nvPr/>
          </p:nvSpPr>
          <p:spPr bwMode="auto">
            <a:xfrm>
              <a:off x="6366683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0462839" name="AutoShape 42"/>
            <p:cNvSpPr/>
            <p:nvPr/>
          </p:nvSpPr>
          <p:spPr bwMode="auto">
            <a:xfrm>
              <a:off x="7846011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3463821" name="AutoShape 43"/>
            <p:cNvSpPr/>
            <p:nvPr/>
          </p:nvSpPr>
          <p:spPr bwMode="auto">
            <a:xfrm>
              <a:off x="9322043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704654" name="Freeform 45"/>
            <p:cNvSpPr/>
            <p:nvPr/>
          </p:nvSpPr>
          <p:spPr bwMode="auto">
            <a:xfrm rot="0" flipH="0" flipV="0">
              <a:off x="7940296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19010908" name="TextBox 46"/>
            <p:cNvSpPr txBox="1"/>
            <p:nvPr/>
          </p:nvSpPr>
          <p:spPr bwMode="auto">
            <a:xfrm rot="0" flipH="0" flipV="0">
              <a:off x="7940296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84546360" name="TextBox 47"/>
            <p:cNvSpPr txBox="1"/>
            <p:nvPr/>
          </p:nvSpPr>
          <p:spPr bwMode="auto">
            <a:xfrm>
              <a:off x="6366683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004124" name="TextBox 48"/>
            <p:cNvSpPr txBox="1"/>
            <p:nvPr/>
          </p:nvSpPr>
          <p:spPr bwMode="auto">
            <a:xfrm>
              <a:off x="7846083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270408" name="TextBox 49"/>
            <p:cNvSpPr txBox="1"/>
            <p:nvPr/>
          </p:nvSpPr>
          <p:spPr bwMode="auto">
            <a:xfrm>
              <a:off x="9326522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78134182" name="Freeform 51"/>
            <p:cNvSpPr/>
            <p:nvPr/>
          </p:nvSpPr>
          <p:spPr bwMode="auto">
            <a:xfrm rot="0" flipH="0" flipV="0">
              <a:off x="7940296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0748852" name="TextBox 52"/>
            <p:cNvSpPr txBox="1"/>
            <p:nvPr/>
          </p:nvSpPr>
          <p:spPr bwMode="auto">
            <a:xfrm rot="0" flipH="0" flipV="0">
              <a:off x="7940296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0401888" name="Freeform 54"/>
            <p:cNvSpPr/>
            <p:nvPr/>
          </p:nvSpPr>
          <p:spPr bwMode="auto">
            <a:xfrm rot="0" flipH="0" flipV="0">
              <a:off x="6462615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97131464" name="TextBox 55"/>
            <p:cNvSpPr txBox="1"/>
            <p:nvPr/>
          </p:nvSpPr>
          <p:spPr bwMode="auto">
            <a:xfrm rot="0" flipH="0" flipV="0">
              <a:off x="6462615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193147" name="Freeform 57"/>
            <p:cNvSpPr/>
            <p:nvPr/>
          </p:nvSpPr>
          <p:spPr bwMode="auto">
            <a:xfrm rot="0" flipH="0" flipV="0">
              <a:off x="4758674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40624935" name="TextBox 58"/>
            <p:cNvSpPr txBox="1"/>
            <p:nvPr/>
          </p:nvSpPr>
          <p:spPr bwMode="auto">
            <a:xfrm rot="0" flipH="0" flipV="0">
              <a:off x="4758674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2155843" name="AutoShape 60"/>
            <p:cNvSpPr/>
            <p:nvPr/>
          </p:nvSpPr>
          <p:spPr bwMode="auto">
            <a:xfrm flipH="1">
              <a:off x="604875" y="5416497"/>
              <a:ext cx="73784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343348560" name="TextBox 65"/>
            <p:cNvSpPr txBox="1"/>
            <p:nvPr/>
          </p:nvSpPr>
          <p:spPr bwMode="auto">
            <a:xfrm>
              <a:off x="1637600" y="4962420"/>
              <a:ext cx="3910738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14720499" name="TextBox 66"/>
            <p:cNvSpPr txBox="1"/>
            <p:nvPr/>
          </p:nvSpPr>
          <p:spPr bwMode="auto">
            <a:xfrm>
              <a:off x="1637601" y="5303725"/>
              <a:ext cx="3907139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3303235" name="Freeform 71"/>
            <p:cNvSpPr/>
            <p:nvPr/>
          </p:nvSpPr>
          <p:spPr bwMode="auto">
            <a:xfrm rot="0" flipH="0" flipV="0">
              <a:off x="1573851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41627753" name="TextBox 72"/>
            <p:cNvSpPr txBox="1"/>
            <p:nvPr/>
          </p:nvSpPr>
          <p:spPr bwMode="auto">
            <a:xfrm rot="0" flipH="0" flipV="0">
              <a:off x="1573851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62326755" name="Freeform 74"/>
            <p:cNvSpPr/>
            <p:nvPr/>
          </p:nvSpPr>
          <p:spPr bwMode="auto">
            <a:xfrm rot="0" flipH="0" flipV="0">
              <a:off x="7942015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88475" name="TextBox 75"/>
            <p:cNvSpPr txBox="1"/>
            <p:nvPr/>
          </p:nvSpPr>
          <p:spPr bwMode="auto">
            <a:xfrm rot="0" flipH="0" flipV="0">
              <a:off x="7942015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57608007" name="Freeform 77"/>
            <p:cNvSpPr/>
            <p:nvPr/>
          </p:nvSpPr>
          <p:spPr bwMode="auto">
            <a:xfrm rot="0" flipH="0" flipV="0">
              <a:off x="6464500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51629963" name="TextBox 78"/>
            <p:cNvSpPr txBox="1"/>
            <p:nvPr/>
          </p:nvSpPr>
          <p:spPr bwMode="auto">
            <a:xfrm rot="0" flipH="0" flipV="0">
              <a:off x="6464500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5116468" name="AutoShape 79"/>
            <p:cNvSpPr/>
            <p:nvPr/>
          </p:nvSpPr>
          <p:spPr bwMode="auto">
            <a:xfrm>
              <a:off x="7751962" y="1864960"/>
              <a:ext cx="190053" cy="0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0094853" name="AutoShape 80"/>
            <p:cNvSpPr/>
            <p:nvPr/>
          </p:nvSpPr>
          <p:spPr bwMode="auto">
            <a:xfrm>
              <a:off x="1385280" y="1861153"/>
              <a:ext cx="188571" cy="380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9064551" name="AutoShape 81"/>
            <p:cNvSpPr/>
            <p:nvPr/>
          </p:nvSpPr>
          <p:spPr bwMode="auto">
            <a:xfrm flipH="1" flipV="1">
              <a:off x="3698983" y="3326238"/>
              <a:ext cx="1060210" cy="1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66113" name="Freeform 83"/>
            <p:cNvSpPr/>
            <p:nvPr/>
          </p:nvSpPr>
          <p:spPr bwMode="auto">
            <a:xfrm rot="0" flipH="0" flipV="0">
              <a:off x="7939776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74590862" name="TextBox 84"/>
            <p:cNvSpPr txBox="1"/>
            <p:nvPr/>
          </p:nvSpPr>
          <p:spPr bwMode="auto">
            <a:xfrm rot="0" flipH="0" flipV="0">
              <a:off x="7939776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55474136" name="Freeform 86"/>
            <p:cNvSpPr/>
            <p:nvPr/>
          </p:nvSpPr>
          <p:spPr bwMode="auto">
            <a:xfrm rot="0" flipH="0" flipV="0">
              <a:off x="6462095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9625291" name="TextBox 87"/>
            <p:cNvSpPr txBox="1"/>
            <p:nvPr/>
          </p:nvSpPr>
          <p:spPr bwMode="auto">
            <a:xfrm rot="0" flipH="0" flipV="0">
              <a:off x="6462095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9479962" name="AutoShape 88"/>
            <p:cNvSpPr/>
            <p:nvPr/>
          </p:nvSpPr>
          <p:spPr bwMode="auto">
            <a:xfrm flipH="1">
              <a:off x="7749556" y="4057520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5106940" name="Freeform 90"/>
            <p:cNvSpPr/>
            <p:nvPr/>
          </p:nvSpPr>
          <p:spPr bwMode="auto">
            <a:xfrm rot="0" flipH="0" flipV="0">
              <a:off x="7939776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90649" name="TextBox 91"/>
            <p:cNvSpPr txBox="1"/>
            <p:nvPr/>
          </p:nvSpPr>
          <p:spPr bwMode="auto">
            <a:xfrm rot="0" flipH="0" flipV="0">
              <a:off x="7939776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30912851" name="Freeform 93"/>
            <p:cNvSpPr/>
            <p:nvPr/>
          </p:nvSpPr>
          <p:spPr bwMode="auto">
            <a:xfrm rot="0" flipH="0" flipV="0">
              <a:off x="4759194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1601966" name="TextBox 94"/>
            <p:cNvSpPr txBox="1"/>
            <p:nvPr/>
          </p:nvSpPr>
          <p:spPr bwMode="auto">
            <a:xfrm rot="0" flipH="0" flipV="0">
              <a:off x="4759194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852479" name="AutoShape 95"/>
            <p:cNvSpPr/>
            <p:nvPr/>
          </p:nvSpPr>
          <p:spPr bwMode="auto">
            <a:xfrm flipH="1" flipV="1">
              <a:off x="5380304" y="3626241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1865405" name="AutoShape 96"/>
            <p:cNvSpPr/>
            <p:nvPr/>
          </p:nvSpPr>
          <p:spPr bwMode="auto">
            <a:xfrm flipH="1" flipV="1">
              <a:off x="5402404" y="3571603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3872552" name="AutoShape 97"/>
            <p:cNvSpPr/>
            <p:nvPr/>
          </p:nvSpPr>
          <p:spPr bwMode="auto">
            <a:xfrm flipH="1" flipV="1">
              <a:off x="5782264" y="2907240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3374964" name="AutoShape 98"/>
            <p:cNvSpPr/>
            <p:nvPr/>
          </p:nvSpPr>
          <p:spPr bwMode="auto">
            <a:xfrm flipV="1">
              <a:off x="5782264" y="2884847"/>
              <a:ext cx="0" cy="19413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6274182" name="AutoShape 99"/>
            <p:cNvSpPr/>
            <p:nvPr/>
          </p:nvSpPr>
          <p:spPr bwMode="auto">
            <a:xfrm flipV="1">
              <a:off x="10061470" y="2884847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080340" name="AutoShape 100"/>
            <p:cNvSpPr/>
            <p:nvPr/>
          </p:nvSpPr>
          <p:spPr bwMode="auto">
            <a:xfrm flipV="1">
              <a:off x="3698983" y="1861153"/>
              <a:ext cx="0" cy="149041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589977" name="AutoShape 101"/>
            <p:cNvSpPr/>
            <p:nvPr/>
          </p:nvSpPr>
          <p:spPr bwMode="auto">
            <a:xfrm flipH="1">
              <a:off x="10706919" y="3326495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941300" name="AutoShape 102"/>
            <p:cNvSpPr/>
            <p:nvPr/>
          </p:nvSpPr>
          <p:spPr bwMode="auto">
            <a:xfrm flipV="1">
              <a:off x="10707439" y="1133934"/>
              <a:ext cx="194697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432390" name="AutoShape 103"/>
            <p:cNvSpPr/>
            <p:nvPr/>
          </p:nvSpPr>
          <p:spPr bwMode="auto">
            <a:xfrm flipV="1">
              <a:off x="10902138" y="1112436"/>
              <a:ext cx="0" cy="223913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5599368" name="Freeform 105"/>
            <p:cNvSpPr/>
            <p:nvPr/>
          </p:nvSpPr>
          <p:spPr bwMode="auto">
            <a:xfrm rot="0" flipH="0" flipV="0">
              <a:off x="9418259" y="90498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9361827" name="TextBox 106"/>
            <p:cNvSpPr txBox="1"/>
            <p:nvPr/>
          </p:nvSpPr>
          <p:spPr bwMode="auto">
            <a:xfrm rot="0" flipH="0" flipV="0">
              <a:off x="9418259" y="83697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45850" name="Freeform 108"/>
            <p:cNvSpPr/>
            <p:nvPr/>
          </p:nvSpPr>
          <p:spPr bwMode="auto">
            <a:xfrm rot="0" flipH="0" flipV="0">
              <a:off x="9419978" y="163601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4966215" name="TextBox 109"/>
            <p:cNvSpPr txBox="1"/>
            <p:nvPr/>
          </p:nvSpPr>
          <p:spPr bwMode="auto">
            <a:xfrm rot="0" flipH="0" flipV="0">
              <a:off x="9419978" y="156799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4518480" name="Freeform 111"/>
            <p:cNvSpPr/>
            <p:nvPr/>
          </p:nvSpPr>
          <p:spPr bwMode="auto">
            <a:xfrm rot="0" flipH="0" flipV="0">
              <a:off x="9417740" y="38285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905881" name="TextBox 112"/>
            <p:cNvSpPr txBox="1"/>
            <p:nvPr/>
          </p:nvSpPr>
          <p:spPr bwMode="auto">
            <a:xfrm rot="0" flipH="0" flipV="0">
              <a:off x="9417740" y="37605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28834037" name="Freeform 114"/>
            <p:cNvSpPr/>
            <p:nvPr/>
          </p:nvSpPr>
          <p:spPr bwMode="auto">
            <a:xfrm rot="0" flipH="0" flipV="0">
              <a:off x="9417740" y="309754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6598017" name="TextBox 115"/>
            <p:cNvSpPr txBox="1"/>
            <p:nvPr/>
          </p:nvSpPr>
          <p:spPr bwMode="auto">
            <a:xfrm rot="0" flipH="0" flipV="0">
              <a:off x="9417740" y="302952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16510172" name="AutoShape 116"/>
            <p:cNvSpPr/>
            <p:nvPr/>
          </p:nvSpPr>
          <p:spPr bwMode="auto">
            <a:xfrm flipV="1">
              <a:off x="9227757" y="1133788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689727" name="AutoShape 117"/>
            <p:cNvSpPr/>
            <p:nvPr/>
          </p:nvSpPr>
          <p:spPr bwMode="auto">
            <a:xfrm flipV="1">
              <a:off x="9229476" y="186481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7860380" name="AutoShape 118"/>
            <p:cNvSpPr/>
            <p:nvPr/>
          </p:nvSpPr>
          <p:spPr bwMode="auto">
            <a:xfrm flipV="1">
              <a:off x="9227237" y="3326349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694115" name="AutoShape 119"/>
            <p:cNvSpPr/>
            <p:nvPr/>
          </p:nvSpPr>
          <p:spPr bwMode="auto">
            <a:xfrm flipH="1">
              <a:off x="7751962" y="2595469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98116" name="AutoShape 120"/>
            <p:cNvSpPr/>
            <p:nvPr/>
          </p:nvSpPr>
          <p:spPr bwMode="auto">
            <a:xfrm flipH="1">
              <a:off x="10705200" y="1864702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221959" name="Freeform 122"/>
            <p:cNvSpPr/>
            <p:nvPr/>
          </p:nvSpPr>
          <p:spPr bwMode="auto">
            <a:xfrm rot="0" flipH="0" flipV="0">
              <a:off x="9418259" y="236652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12267624" name="TextBox 123"/>
            <p:cNvSpPr txBox="1"/>
            <p:nvPr/>
          </p:nvSpPr>
          <p:spPr bwMode="auto">
            <a:xfrm rot="0" flipH="0" flipV="0">
              <a:off x="9418259" y="229850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5078143" name="AutoShape 124"/>
            <p:cNvSpPr/>
            <p:nvPr/>
          </p:nvSpPr>
          <p:spPr bwMode="auto">
            <a:xfrm flipH="1" flipV="1">
              <a:off x="5782500" y="1461609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798601" name="AutoShape 125"/>
            <p:cNvSpPr/>
            <p:nvPr/>
          </p:nvSpPr>
          <p:spPr bwMode="auto">
            <a:xfrm flipH="0" flipV="1">
              <a:off x="5782500" y="1461411"/>
              <a:ext cx="0" cy="19413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4759189" name="AutoShape 126"/>
            <p:cNvSpPr/>
            <p:nvPr/>
          </p:nvSpPr>
          <p:spPr bwMode="auto">
            <a:xfrm flipV="1">
              <a:off x="10061706" y="1461411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5726826" name="AutoShape 127"/>
            <p:cNvSpPr/>
            <p:nvPr/>
          </p:nvSpPr>
          <p:spPr bwMode="auto">
            <a:xfrm flipH="1">
              <a:off x="9227757" y="259532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6100527" name="AutoShape 128"/>
            <p:cNvSpPr/>
            <p:nvPr/>
          </p:nvSpPr>
          <p:spPr bwMode="auto">
            <a:xfrm flipH="1">
              <a:off x="9227237" y="4057375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82663" name="AutoShape 129"/>
            <p:cNvSpPr/>
            <p:nvPr/>
          </p:nvSpPr>
          <p:spPr bwMode="auto">
            <a:xfrm flipV="1">
              <a:off x="10066186" y="3570831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034917" name="AutoShape 130"/>
            <p:cNvSpPr/>
            <p:nvPr/>
          </p:nvSpPr>
          <p:spPr bwMode="auto">
            <a:xfrm flipV="1">
              <a:off x="9813925" y="3626241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345411" name="AutoShape 131"/>
            <p:cNvSpPr/>
            <p:nvPr/>
          </p:nvSpPr>
          <p:spPr bwMode="auto">
            <a:xfrm flipH="1">
              <a:off x="5380594" y="2164964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1377853" name="AutoShape 132"/>
            <p:cNvSpPr/>
            <p:nvPr/>
          </p:nvSpPr>
          <p:spPr bwMode="auto">
            <a:xfrm flipV="1">
              <a:off x="5402696" y="2110326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4921002" name="AutoShape 133"/>
            <p:cNvSpPr/>
            <p:nvPr/>
          </p:nvSpPr>
          <p:spPr bwMode="auto">
            <a:xfrm flipV="1">
              <a:off x="10066476" y="2109552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161324" name="AutoShape 134"/>
            <p:cNvSpPr/>
            <p:nvPr/>
          </p:nvSpPr>
          <p:spPr bwMode="auto">
            <a:xfrm flipV="1">
              <a:off x="9814217" y="2164964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9844173" name="AutoShape 135"/>
            <p:cNvSpPr/>
            <p:nvPr/>
          </p:nvSpPr>
          <p:spPr bwMode="auto">
            <a:xfrm>
              <a:off x="1385280" y="1133676"/>
              <a:ext cx="188332" cy="25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3940506" name="Freeform 137"/>
            <p:cNvSpPr/>
            <p:nvPr/>
          </p:nvSpPr>
          <p:spPr bwMode="auto">
            <a:xfrm rot="0" flipH="0" flipV="0">
              <a:off x="97818" y="1616559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687681386" name="TextBox 138"/>
            <p:cNvSpPr txBox="1"/>
            <p:nvPr/>
          </p:nvSpPr>
          <p:spPr bwMode="auto">
            <a:xfrm rot="0" flipH="0" flipV="0">
              <a:off x="97818" y="154854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06615634" name="AutoShape 139"/>
            <p:cNvSpPr/>
            <p:nvPr/>
          </p:nvSpPr>
          <p:spPr bwMode="auto">
            <a:xfrm flipH="1">
              <a:off x="2861312" y="1864960"/>
              <a:ext cx="1897362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34289137" name="Freeform 141"/>
            <p:cNvSpPr/>
            <p:nvPr/>
          </p:nvSpPr>
          <p:spPr bwMode="auto">
            <a:xfrm rot="0" flipH="0" flipV="0">
              <a:off x="97818" y="88908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483070347" name="TextBox 142"/>
            <p:cNvSpPr txBox="1"/>
            <p:nvPr/>
          </p:nvSpPr>
          <p:spPr bwMode="auto">
            <a:xfrm rot="0" flipH="0" flipV="0">
              <a:off x="97818" y="82106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975284644" name="AutoShape 143"/>
            <p:cNvSpPr/>
            <p:nvPr/>
          </p:nvSpPr>
          <p:spPr bwMode="auto">
            <a:xfrm flipH="1">
              <a:off x="1385280" y="1112436"/>
              <a:ext cx="0" cy="768429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8851763" name="AutoShape 69"/>
            <p:cNvSpPr/>
            <p:nvPr/>
          </p:nvSpPr>
          <p:spPr bwMode="auto">
            <a:xfrm>
              <a:off x="5982953" y="5467016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834936005" name="AutoShape 71"/>
            <p:cNvSpPr/>
            <p:nvPr/>
          </p:nvSpPr>
          <p:spPr bwMode="auto">
            <a:xfrm>
              <a:off x="601516" y="5022885"/>
              <a:ext cx="73325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1418798" name="AutoShape 72"/>
            <p:cNvSpPr/>
            <p:nvPr/>
          </p:nvSpPr>
          <p:spPr bwMode="auto">
            <a:xfrm flipH="1">
              <a:off x="603393" y="5745983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633648249" name="AutoShape 73"/>
            <p:cNvSpPr/>
            <p:nvPr/>
          </p:nvSpPr>
          <p:spPr bwMode="auto">
            <a:xfrm flipH="1">
              <a:off x="5982953" y="5131554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87535259" name="TextBox 74"/>
            <p:cNvSpPr txBox="1"/>
            <p:nvPr/>
          </p:nvSpPr>
          <p:spPr bwMode="auto">
            <a:xfrm>
              <a:off x="4645640" y="258021"/>
              <a:ext cx="1475241" cy="1664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0680034" name="TextBox 77"/>
            <p:cNvSpPr txBox="1"/>
            <p:nvPr/>
          </p:nvSpPr>
          <p:spPr bwMode="auto">
            <a:xfrm>
              <a:off x="1632011" y="5632980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2007787" name="TextBox 78"/>
            <p:cNvSpPr txBox="1"/>
            <p:nvPr/>
          </p:nvSpPr>
          <p:spPr bwMode="auto">
            <a:xfrm>
              <a:off x="7011572" y="5023841"/>
              <a:ext cx="371057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7039942" name="TextBox 79"/>
            <p:cNvSpPr txBox="1"/>
            <p:nvPr/>
          </p:nvSpPr>
          <p:spPr bwMode="auto">
            <a:xfrm>
              <a:off x="7011572" y="5361069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3981292" name="AutoShape 133"/>
            <p:cNvSpPr/>
            <p:nvPr/>
          </p:nvSpPr>
          <p:spPr bwMode="auto">
            <a:xfrm flipV="1">
              <a:off x="5381844" y="3366524"/>
              <a:ext cx="0" cy="54418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139760" name="Freeform 26"/>
          <p:cNvSpPr/>
          <p:nvPr/>
        </p:nvSpPr>
        <p:spPr bwMode="auto">
          <a:xfrm>
            <a:off x="3289788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118867" name="Freeform 27"/>
          <p:cNvSpPr/>
          <p:nvPr/>
        </p:nvSpPr>
        <p:spPr bwMode="auto">
          <a:xfrm>
            <a:off x="8192749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552189" name="Freeform 29"/>
          <p:cNvSpPr/>
          <p:nvPr/>
        </p:nvSpPr>
        <p:spPr bwMode="auto">
          <a:xfrm rot="0" flipH="0" flipV="0">
            <a:off x="3301605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5333258" name="TextBox 30"/>
          <p:cNvSpPr txBox="1"/>
          <p:nvPr/>
        </p:nvSpPr>
        <p:spPr bwMode="auto">
          <a:xfrm rot="0" flipH="0" flipV="0">
            <a:off x="3359698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43827833" name="Freeform 32"/>
          <p:cNvSpPr/>
          <p:nvPr/>
        </p:nvSpPr>
        <p:spPr bwMode="auto">
          <a:xfrm rot="0" flipH="0" flipV="0">
            <a:off x="3301605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458810485" name="TextBox 33"/>
          <p:cNvSpPr txBox="1"/>
          <p:nvPr/>
        </p:nvSpPr>
        <p:spPr bwMode="auto">
          <a:xfrm rot="0" flipH="0" flipV="0">
            <a:off x="3359698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6703899" name="Freeform 35"/>
          <p:cNvSpPr/>
          <p:nvPr/>
        </p:nvSpPr>
        <p:spPr bwMode="auto">
          <a:xfrm rot="0" flipH="0" flipV="0">
            <a:off x="3527176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240958" name="TextBox 36"/>
          <p:cNvSpPr txBox="1"/>
          <p:nvPr/>
        </p:nvSpPr>
        <p:spPr bwMode="auto">
          <a:xfrm rot="0" flipH="0" flipV="0">
            <a:off x="3542976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09771617" name="Freeform 38"/>
          <p:cNvSpPr/>
          <p:nvPr/>
        </p:nvSpPr>
        <p:spPr bwMode="auto">
          <a:xfrm rot="0" flipH="0" flipV="0">
            <a:off x="3301605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756789214" name="TextBox 39"/>
          <p:cNvSpPr txBox="1"/>
          <p:nvPr/>
        </p:nvSpPr>
        <p:spPr bwMode="auto">
          <a:xfrm rot="0" flipH="0" flipV="0">
            <a:off x="3359698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0302426" name="Freeform 40"/>
          <p:cNvSpPr/>
          <p:nvPr/>
        </p:nvSpPr>
        <p:spPr bwMode="auto">
          <a:xfrm>
            <a:off x="3476098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535904" name="TextBox 41"/>
          <p:cNvSpPr txBox="1"/>
          <p:nvPr/>
        </p:nvSpPr>
        <p:spPr bwMode="auto">
          <a:xfrm>
            <a:off x="3466822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04140445" name="TextBox 42"/>
          <p:cNvSpPr txBox="1"/>
          <p:nvPr/>
        </p:nvSpPr>
        <p:spPr bwMode="auto">
          <a:xfrm>
            <a:off x="8369784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046652023" name="Freeform 44"/>
          <p:cNvSpPr/>
          <p:nvPr/>
        </p:nvSpPr>
        <p:spPr bwMode="auto">
          <a:xfrm rot="0" flipH="0" flipV="0">
            <a:off x="3301605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979930058" name="TextBox 45"/>
          <p:cNvSpPr txBox="1"/>
          <p:nvPr/>
        </p:nvSpPr>
        <p:spPr bwMode="auto">
          <a:xfrm rot="0" flipH="0" flipV="0">
            <a:off x="3359698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53597362" name="Freeform 47"/>
          <p:cNvSpPr/>
          <p:nvPr/>
        </p:nvSpPr>
        <p:spPr bwMode="auto">
          <a:xfrm rot="0" flipH="0" flipV="0">
            <a:off x="3301605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34409667" name="TextBox 48"/>
          <p:cNvSpPr txBox="1"/>
          <p:nvPr/>
        </p:nvSpPr>
        <p:spPr bwMode="auto">
          <a:xfrm rot="0" flipH="0" flipV="0">
            <a:off x="3359698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72891697" name="Freeform 50"/>
          <p:cNvSpPr/>
          <p:nvPr/>
        </p:nvSpPr>
        <p:spPr bwMode="auto">
          <a:xfrm rot="0" flipH="0" flipV="0">
            <a:off x="3527176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170280" name="TextBox 51"/>
          <p:cNvSpPr txBox="1"/>
          <p:nvPr/>
        </p:nvSpPr>
        <p:spPr bwMode="auto">
          <a:xfrm rot="0" flipH="0" flipV="0">
            <a:off x="3542976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42488444" name="Freeform 53"/>
          <p:cNvSpPr/>
          <p:nvPr/>
        </p:nvSpPr>
        <p:spPr bwMode="auto">
          <a:xfrm rot="0" flipH="0" flipV="0">
            <a:off x="3301605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82011402" name="TextBox 54"/>
          <p:cNvSpPr txBox="1"/>
          <p:nvPr/>
        </p:nvSpPr>
        <p:spPr bwMode="auto">
          <a:xfrm rot="0" flipH="0" flipV="0">
            <a:off x="3359698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58794215" name="Freeform 55"/>
          <p:cNvSpPr/>
          <p:nvPr/>
        </p:nvSpPr>
        <p:spPr bwMode="auto">
          <a:xfrm>
            <a:off x="3476098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83561" name="Freeform 57"/>
          <p:cNvSpPr/>
          <p:nvPr/>
        </p:nvSpPr>
        <p:spPr bwMode="auto">
          <a:xfrm rot="0" flipH="0" flipV="0">
            <a:off x="8204566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86109663" name="TextBox 58"/>
          <p:cNvSpPr txBox="1"/>
          <p:nvPr/>
        </p:nvSpPr>
        <p:spPr bwMode="auto">
          <a:xfrm rot="0" flipH="0" flipV="0">
            <a:off x="8262659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731633844" name="Freeform 60"/>
          <p:cNvSpPr/>
          <p:nvPr/>
        </p:nvSpPr>
        <p:spPr bwMode="auto">
          <a:xfrm rot="0" flipH="0" flipV="0">
            <a:off x="8204566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37887726" name="TextBox 61"/>
          <p:cNvSpPr txBox="1"/>
          <p:nvPr/>
        </p:nvSpPr>
        <p:spPr bwMode="auto">
          <a:xfrm rot="0" flipH="0" flipV="0">
            <a:off x="8262659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24071329" name="Freeform 63"/>
          <p:cNvSpPr/>
          <p:nvPr/>
        </p:nvSpPr>
        <p:spPr bwMode="auto">
          <a:xfrm rot="0" flipH="0" flipV="0">
            <a:off x="8430138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5818797" name="TextBox 64"/>
          <p:cNvSpPr txBox="1"/>
          <p:nvPr/>
        </p:nvSpPr>
        <p:spPr bwMode="auto">
          <a:xfrm rot="0" flipH="0" flipV="0">
            <a:off x="8445938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55343928" name="Freeform 66"/>
          <p:cNvSpPr/>
          <p:nvPr/>
        </p:nvSpPr>
        <p:spPr bwMode="auto">
          <a:xfrm rot="0" flipH="0" flipV="0">
            <a:off x="8204566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596799176" name="TextBox 67"/>
          <p:cNvSpPr txBox="1"/>
          <p:nvPr/>
        </p:nvSpPr>
        <p:spPr bwMode="auto">
          <a:xfrm rot="0" flipH="0" flipV="0">
            <a:off x="8262659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34693297" name="Freeform 68"/>
          <p:cNvSpPr/>
          <p:nvPr/>
        </p:nvSpPr>
        <p:spPr bwMode="auto">
          <a:xfrm>
            <a:off x="8379061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02614" name="Freeform 70"/>
          <p:cNvSpPr/>
          <p:nvPr/>
        </p:nvSpPr>
        <p:spPr bwMode="auto">
          <a:xfrm rot="0" flipH="0" flipV="0">
            <a:off x="8204566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61399787" name="TextBox 71"/>
          <p:cNvSpPr txBox="1"/>
          <p:nvPr/>
        </p:nvSpPr>
        <p:spPr bwMode="auto">
          <a:xfrm rot="0" flipH="0" flipV="0">
            <a:off x="8262659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9819149" name="Freeform 73"/>
          <p:cNvSpPr/>
          <p:nvPr/>
        </p:nvSpPr>
        <p:spPr bwMode="auto">
          <a:xfrm rot="0" flipH="0" flipV="0">
            <a:off x="8204566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15358570" name="TextBox 74"/>
          <p:cNvSpPr txBox="1"/>
          <p:nvPr/>
        </p:nvSpPr>
        <p:spPr bwMode="auto">
          <a:xfrm rot="0" flipH="0" flipV="0">
            <a:off x="8262659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84912999" name="Freeform 76"/>
          <p:cNvSpPr/>
          <p:nvPr/>
        </p:nvSpPr>
        <p:spPr bwMode="auto">
          <a:xfrm rot="0" flipH="0" flipV="0">
            <a:off x="8430138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1160039" name="TextBox 77"/>
          <p:cNvSpPr txBox="1"/>
          <p:nvPr/>
        </p:nvSpPr>
        <p:spPr bwMode="auto">
          <a:xfrm rot="0" flipH="0" flipV="0">
            <a:off x="8445938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383493400" name="Freeform 79"/>
          <p:cNvSpPr/>
          <p:nvPr/>
        </p:nvSpPr>
        <p:spPr bwMode="auto">
          <a:xfrm rot="0" flipH="0" flipV="0">
            <a:off x="8204566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173700246" name="TextBox 80"/>
          <p:cNvSpPr txBox="1"/>
          <p:nvPr/>
        </p:nvSpPr>
        <p:spPr bwMode="auto">
          <a:xfrm rot="0" flipH="0" flipV="0">
            <a:off x="8262659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518985216" name="Freeform 81"/>
          <p:cNvSpPr/>
          <p:nvPr/>
        </p:nvSpPr>
        <p:spPr bwMode="auto">
          <a:xfrm>
            <a:off x="8379061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54393" name="AutoShape 82"/>
          <p:cNvSpPr/>
          <p:nvPr/>
        </p:nvSpPr>
        <p:spPr bwMode="auto">
          <a:xfrm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222126" name="AutoShape 83"/>
          <p:cNvSpPr/>
          <p:nvPr/>
        </p:nvSpPr>
        <p:spPr bwMode="auto">
          <a:xfrm flipH="1"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7487863" name="TextBox 84"/>
          <p:cNvSpPr txBox="1"/>
          <p:nvPr/>
        </p:nvSpPr>
        <p:spPr bwMode="auto">
          <a:xfrm flipH="0" flipV="0">
            <a:off x="4228241" y="1357419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Punkt G elliptilisel kõveral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1890560113" name="TextBox 85"/>
          <p:cNvSpPr txBox="1"/>
          <p:nvPr/>
        </p:nvSpPr>
        <p:spPr bwMode="auto">
          <a:xfrm flipH="0" flipV="0">
            <a:off x="150349" y="2260478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Alice'i privaatne võti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86332912" name="TextBox 86"/>
          <p:cNvSpPr txBox="1"/>
          <p:nvPr/>
        </p:nvSpPr>
        <p:spPr bwMode="auto">
          <a:xfrm flipH="0" flipV="0">
            <a:off x="788562" y="3156122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Alice'i avalik võti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37463720" name="TextBox 87"/>
          <p:cNvSpPr txBox="1"/>
          <p:nvPr/>
        </p:nvSpPr>
        <p:spPr bwMode="auto">
          <a:xfrm flipH="0" flipV="0">
            <a:off x="149357" y="4151733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Bobi avalik võti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4863820" name="TextBox 88"/>
          <p:cNvSpPr txBox="1"/>
          <p:nvPr/>
        </p:nvSpPr>
        <p:spPr bwMode="auto">
          <a:xfrm flipH="0" flipV="0">
            <a:off x="150349" y="5064143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Alice'i privaatne võti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5902966" name="TextBox 89"/>
          <p:cNvSpPr txBox="1"/>
          <p:nvPr/>
        </p:nvSpPr>
        <p:spPr bwMode="auto">
          <a:xfrm flipH="0" flipV="0">
            <a:off x="8976210" y="3156122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Avalik võti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74074342" name="TextBox 90"/>
          <p:cNvSpPr txBox="1"/>
          <p:nvPr/>
        </p:nvSpPr>
        <p:spPr bwMode="auto">
          <a:xfrm flipH="0" flipV="0">
            <a:off x="8975858" y="2260479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Bobi privaatne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võti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9120766" name="TextBox 91"/>
          <p:cNvSpPr txBox="1"/>
          <p:nvPr/>
        </p:nvSpPr>
        <p:spPr bwMode="auto">
          <a:xfrm flipH="0" flipV="0">
            <a:off x="8976109" y="4151733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Alice'i avalik võti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53716349" name="TextBox 92"/>
          <p:cNvSpPr txBox="1"/>
          <p:nvPr/>
        </p:nvSpPr>
        <p:spPr bwMode="auto">
          <a:xfrm flipH="0" flipV="0">
            <a:off x="8975657" y="5051841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Bobi privaatne võti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912558" name="TextBox 93"/>
          <p:cNvSpPr txBox="1"/>
          <p:nvPr/>
        </p:nvSpPr>
        <p:spPr bwMode="auto">
          <a:xfrm flipH="0" flipV="0">
            <a:off x="150570" y="5955179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Jagatud saladus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8426140" name="TextBox 94"/>
          <p:cNvSpPr txBox="1"/>
          <p:nvPr/>
        </p:nvSpPr>
        <p:spPr bwMode="auto">
          <a:xfrm>
            <a:off x="4729014" y="2794363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Tagatiseta avalik ülekanne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8628234" name="TextBox 95"/>
          <p:cNvSpPr txBox="1"/>
          <p:nvPr/>
        </p:nvSpPr>
        <p:spPr bwMode="auto">
          <a:xfrm flipH="0" flipV="0">
            <a:off x="8976210" y="5955179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Jagatud saladus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1058676" name=""/>
          <p:cNvSpPr/>
          <p:nvPr/>
        </p:nvSpPr>
        <p:spPr bwMode="auto">
          <a:xfrm rot="0" flipH="0" flipV="0">
            <a:off x="1080057" y="3155285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6461169" name=""/>
          <p:cNvSpPr txBox="1"/>
          <p:nvPr/>
        </p:nvSpPr>
        <p:spPr bwMode="auto">
          <a:xfrm rot="0" flipH="0" flipV="0">
            <a:off x="172386" y="3193382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Alice'i avalik võti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016112" name="Freeform 26"/>
          <p:cNvSpPr/>
          <p:nvPr/>
        </p:nvSpPr>
        <p:spPr bwMode="auto">
          <a:xfrm>
            <a:off x="2228998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603389" name="Freeform 27"/>
          <p:cNvSpPr/>
          <p:nvPr/>
        </p:nvSpPr>
        <p:spPr bwMode="auto">
          <a:xfrm>
            <a:off x="6531021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814224" name="Freeform 29"/>
          <p:cNvSpPr/>
          <p:nvPr/>
        </p:nvSpPr>
        <p:spPr bwMode="auto">
          <a:xfrm rot="0" flipH="0" flipV="0">
            <a:off x="2240397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07499589" name="TextBox 30"/>
          <p:cNvSpPr txBox="1"/>
          <p:nvPr/>
        </p:nvSpPr>
        <p:spPr bwMode="auto">
          <a:xfrm rot="0" flipH="0" flipV="0">
            <a:off x="2296419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9570750" name="Freeform 32"/>
          <p:cNvSpPr/>
          <p:nvPr/>
        </p:nvSpPr>
        <p:spPr bwMode="auto">
          <a:xfrm rot="0" flipH="0" flipV="0">
            <a:off x="2240397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76798806" name="TextBox 33"/>
          <p:cNvSpPr txBox="1"/>
          <p:nvPr/>
        </p:nvSpPr>
        <p:spPr bwMode="auto">
          <a:xfrm rot="0" flipH="0" flipV="0">
            <a:off x="2296419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7386406" name="Freeform 35"/>
          <p:cNvSpPr/>
          <p:nvPr/>
        </p:nvSpPr>
        <p:spPr bwMode="auto">
          <a:xfrm rot="0" flipH="0" flipV="0">
            <a:off x="6542418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89310955" name="TextBox 36"/>
          <p:cNvSpPr txBox="1"/>
          <p:nvPr/>
        </p:nvSpPr>
        <p:spPr bwMode="auto">
          <a:xfrm rot="0" flipH="0" flipV="0">
            <a:off x="6598442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33558643" name="Freeform 38"/>
          <p:cNvSpPr/>
          <p:nvPr/>
        </p:nvSpPr>
        <p:spPr bwMode="auto">
          <a:xfrm rot="0" flipH="0" flipV="0">
            <a:off x="6542418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29138290" name="TextBox 39"/>
          <p:cNvSpPr txBox="1"/>
          <p:nvPr/>
        </p:nvSpPr>
        <p:spPr bwMode="auto">
          <a:xfrm rot="0" flipH="0" flipV="0">
            <a:off x="6598442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6684120" name="Freeform 40"/>
          <p:cNvSpPr/>
          <p:nvPr/>
        </p:nvSpPr>
        <p:spPr bwMode="auto">
          <a:xfrm>
            <a:off x="8341403" y="2360400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670996" name="AutoShape 41"/>
          <p:cNvSpPr/>
          <p:nvPr/>
        </p:nvSpPr>
        <p:spPr bwMode="auto">
          <a:xfrm>
            <a:off x="2539201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925439" name="AutoShape 42"/>
          <p:cNvSpPr/>
          <p:nvPr/>
        </p:nvSpPr>
        <p:spPr bwMode="auto">
          <a:xfrm>
            <a:off x="6841224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99693" name="Freeform 44"/>
          <p:cNvSpPr/>
          <p:nvPr/>
        </p:nvSpPr>
        <p:spPr bwMode="auto">
          <a:xfrm rot="0" flipH="0" flipV="0">
            <a:off x="2240397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05910291" name="TextBox 45"/>
          <p:cNvSpPr txBox="1"/>
          <p:nvPr/>
        </p:nvSpPr>
        <p:spPr bwMode="auto">
          <a:xfrm rot="0" flipH="0" flipV="0">
            <a:off x="2296419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6990620" name="Freeform 47"/>
          <p:cNvSpPr/>
          <p:nvPr/>
        </p:nvSpPr>
        <p:spPr bwMode="auto">
          <a:xfrm rot="0" flipH="0" flipV="0">
            <a:off x="6542418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32991044" name="TextBox 48"/>
          <p:cNvSpPr txBox="1"/>
          <p:nvPr/>
        </p:nvSpPr>
        <p:spPr bwMode="auto">
          <a:xfrm rot="0" flipH="0" flipV="0">
            <a:off x="6598442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0584229" name="AutoShape 49"/>
          <p:cNvSpPr/>
          <p:nvPr/>
        </p:nvSpPr>
        <p:spPr bwMode="auto">
          <a:xfrm>
            <a:off x="6841224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1280" name="Freeform 51"/>
          <p:cNvSpPr/>
          <p:nvPr/>
        </p:nvSpPr>
        <p:spPr bwMode="auto">
          <a:xfrm rot="0" flipH="0" flipV="0">
            <a:off x="6397875" y="281219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4753469" name="TextBox 52"/>
          <p:cNvSpPr txBox="1"/>
          <p:nvPr/>
        </p:nvSpPr>
        <p:spPr bwMode="auto">
          <a:xfrm rot="0" flipH="0" flipV="0">
            <a:off x="6397875" y="2744822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5289547" name="AutoShape 53"/>
          <p:cNvSpPr/>
          <p:nvPr/>
        </p:nvSpPr>
        <p:spPr bwMode="auto">
          <a:xfrm>
            <a:off x="2539201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068627" name="Freeform 55"/>
          <p:cNvSpPr/>
          <p:nvPr/>
        </p:nvSpPr>
        <p:spPr bwMode="auto">
          <a:xfrm rot="0" flipH="0" flipV="0">
            <a:off x="2095851" y="2792707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9232757" name="TextBox 56"/>
          <p:cNvSpPr txBox="1"/>
          <p:nvPr/>
        </p:nvSpPr>
        <p:spPr bwMode="auto">
          <a:xfrm rot="0" flipH="0" flipV="0">
            <a:off x="2095851" y="2725341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698949" name="Freeform 58"/>
          <p:cNvSpPr/>
          <p:nvPr/>
        </p:nvSpPr>
        <p:spPr bwMode="auto">
          <a:xfrm rot="0" flipH="0" flipV="0">
            <a:off x="2240397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42052155" name="TextBox 59"/>
          <p:cNvSpPr txBox="1"/>
          <p:nvPr/>
        </p:nvSpPr>
        <p:spPr bwMode="auto">
          <a:xfrm rot="0" flipH="0" flipV="0">
            <a:off x="2296419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0380655" name="Freeform 61"/>
          <p:cNvSpPr/>
          <p:nvPr/>
        </p:nvSpPr>
        <p:spPr bwMode="auto">
          <a:xfrm rot="0" flipH="0" flipV="0">
            <a:off x="6542418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2699645" name="TextBox 62"/>
          <p:cNvSpPr txBox="1"/>
          <p:nvPr/>
        </p:nvSpPr>
        <p:spPr bwMode="auto">
          <a:xfrm rot="0" flipH="0" flipV="0">
            <a:off x="6598442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1348981" name="Freeform 64"/>
          <p:cNvSpPr/>
          <p:nvPr/>
        </p:nvSpPr>
        <p:spPr bwMode="auto">
          <a:xfrm rot="0" flipH="0" flipV="0">
            <a:off x="2240397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71979784" name="TextBox 65"/>
          <p:cNvSpPr txBox="1"/>
          <p:nvPr/>
        </p:nvSpPr>
        <p:spPr bwMode="auto">
          <a:xfrm rot="0" flipH="0" flipV="0">
            <a:off x="2296419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058097" name="Freeform 67"/>
          <p:cNvSpPr/>
          <p:nvPr/>
        </p:nvSpPr>
        <p:spPr bwMode="auto">
          <a:xfrm rot="0" flipH="0" flipV="0">
            <a:off x="6542418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4232696" name="TextBox 68"/>
          <p:cNvSpPr txBox="1"/>
          <p:nvPr/>
        </p:nvSpPr>
        <p:spPr bwMode="auto">
          <a:xfrm rot="0" flipH="0" flipV="0">
            <a:off x="6598442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1744445" name="Freeform 70"/>
          <p:cNvSpPr/>
          <p:nvPr/>
        </p:nvSpPr>
        <p:spPr bwMode="auto">
          <a:xfrm rot="0" flipH="0" flipV="0">
            <a:off x="2240397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86447967" name="TextBox 71"/>
          <p:cNvSpPr txBox="1"/>
          <p:nvPr/>
        </p:nvSpPr>
        <p:spPr bwMode="auto">
          <a:xfrm rot="0" flipH="0" flipV="0">
            <a:off x="2296419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2952005" name="Freeform 73"/>
          <p:cNvSpPr/>
          <p:nvPr/>
        </p:nvSpPr>
        <p:spPr bwMode="auto">
          <a:xfrm rot="0" flipH="0" flipV="0">
            <a:off x="6542418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889082588" name="TextBox 74"/>
          <p:cNvSpPr txBox="1"/>
          <p:nvPr/>
        </p:nvSpPr>
        <p:spPr bwMode="auto">
          <a:xfrm rot="0" flipH="0" flipV="0">
            <a:off x="6598442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7764550" name="Freeform 76"/>
          <p:cNvSpPr/>
          <p:nvPr/>
        </p:nvSpPr>
        <p:spPr bwMode="auto">
          <a:xfrm rot="0" flipH="0" flipV="0">
            <a:off x="8352801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8074172" name="TextBox 77"/>
          <p:cNvSpPr txBox="1"/>
          <p:nvPr/>
        </p:nvSpPr>
        <p:spPr bwMode="auto">
          <a:xfrm rot="0" flipH="0" flipV="0">
            <a:off x="8408826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6631906" name="Freeform 79"/>
          <p:cNvSpPr/>
          <p:nvPr/>
        </p:nvSpPr>
        <p:spPr bwMode="auto">
          <a:xfrm rot="0" flipH="0" flipV="0">
            <a:off x="8352801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144287762" name="TextBox 80"/>
          <p:cNvSpPr txBox="1"/>
          <p:nvPr/>
        </p:nvSpPr>
        <p:spPr bwMode="auto">
          <a:xfrm rot="0" flipH="0" flipV="0">
            <a:off x="8408826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687967" name="AutoShape 81"/>
          <p:cNvSpPr/>
          <p:nvPr/>
        </p:nvSpPr>
        <p:spPr bwMode="auto">
          <a:xfrm flipH="1">
            <a:off x="7061670" y="4588171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326636" name="Freeform 82"/>
          <p:cNvSpPr/>
          <p:nvPr/>
        </p:nvSpPr>
        <p:spPr bwMode="auto">
          <a:xfrm>
            <a:off x="8521083" y="3894014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5404537" name="Freeform 83"/>
          <p:cNvSpPr/>
          <p:nvPr/>
        </p:nvSpPr>
        <p:spPr bwMode="auto">
          <a:xfrm>
            <a:off x="6710701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353896" name="Freeform 84"/>
          <p:cNvSpPr/>
          <p:nvPr/>
        </p:nvSpPr>
        <p:spPr bwMode="auto">
          <a:xfrm>
            <a:off x="2408677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6447046" name="Freeform 86"/>
          <p:cNvSpPr/>
          <p:nvPr/>
        </p:nvSpPr>
        <p:spPr bwMode="auto">
          <a:xfrm rot="0" flipH="0" flipV="0">
            <a:off x="6759957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195245" name="TextBox 87"/>
          <p:cNvSpPr txBox="1"/>
          <p:nvPr/>
        </p:nvSpPr>
        <p:spPr bwMode="auto">
          <a:xfrm rot="0" flipH="0" flipV="0">
            <a:off x="6775194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2067331123" name="Freeform 89"/>
          <p:cNvSpPr/>
          <p:nvPr/>
        </p:nvSpPr>
        <p:spPr bwMode="auto">
          <a:xfrm rot="0" flipH="0" flipV="0">
            <a:off x="2457936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6978349" name="TextBox 90"/>
          <p:cNvSpPr txBox="1"/>
          <p:nvPr/>
        </p:nvSpPr>
        <p:spPr bwMode="auto">
          <a:xfrm rot="0" flipH="0" flipV="0">
            <a:off x="2473171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428237979" name="Freeform 91"/>
          <p:cNvSpPr/>
          <p:nvPr/>
        </p:nvSpPr>
        <p:spPr bwMode="auto">
          <a:xfrm>
            <a:off x="6759958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85455" name="TextBox 92"/>
          <p:cNvSpPr txBox="1"/>
          <p:nvPr/>
        </p:nvSpPr>
        <p:spPr bwMode="auto">
          <a:xfrm>
            <a:off x="2399729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844817187" name="TextBox 93"/>
          <p:cNvSpPr txBox="1"/>
          <p:nvPr/>
        </p:nvSpPr>
        <p:spPr bwMode="auto">
          <a:xfrm>
            <a:off x="6701752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0732132" name="TextBox 94"/>
          <p:cNvSpPr txBox="1"/>
          <p:nvPr/>
        </p:nvSpPr>
        <p:spPr bwMode="auto">
          <a:xfrm flipH="0" flipV="0">
            <a:off x="3097147" y="1450261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Salajane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470605" name="TextBox 95"/>
          <p:cNvSpPr txBox="1"/>
          <p:nvPr/>
        </p:nvSpPr>
        <p:spPr bwMode="auto">
          <a:xfrm>
            <a:off x="8512137" y="2697667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92303612" name="TextBox 96"/>
          <p:cNvSpPr txBox="1"/>
          <p:nvPr/>
        </p:nvSpPr>
        <p:spPr bwMode="auto">
          <a:xfrm flipH="0" flipV="0">
            <a:off x="3097147" y="2282829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Saladuse abstsissa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49588399" name="TextBox 97"/>
          <p:cNvSpPr txBox="1"/>
          <p:nvPr/>
        </p:nvSpPr>
        <p:spPr bwMode="auto">
          <a:xfrm flipH="0" flipV="0">
            <a:off x="3097147" y="339500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Salajane hash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57249532" name="TextBox 98"/>
          <p:cNvSpPr txBox="1"/>
          <p:nvPr/>
        </p:nvSpPr>
        <p:spPr bwMode="auto">
          <a:xfrm flipH="0" flipV="0">
            <a:off x="3097147" y="422327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Punkt G kõveral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17772454" name="TextBox 99"/>
          <p:cNvSpPr txBox="1"/>
          <p:nvPr/>
        </p:nvSpPr>
        <p:spPr bwMode="auto">
          <a:xfrm flipH="0" flipV="0">
            <a:off x="3095973" y="5050086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Bobi avalik võti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5024341" name="TextBox 101"/>
          <p:cNvSpPr txBox="1"/>
          <p:nvPr/>
        </p:nvSpPr>
        <p:spPr bwMode="auto">
          <a:xfrm flipH="0" flipV="0">
            <a:off x="9243621" y="3395005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Bobi privaatne võti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3206352" name="Freeform 103"/>
          <p:cNvSpPr/>
          <p:nvPr/>
        </p:nvSpPr>
        <p:spPr bwMode="auto">
          <a:xfrm>
            <a:off x="2457936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782870" name="Freeform 104"/>
          <p:cNvSpPr/>
          <p:nvPr/>
        </p:nvSpPr>
        <p:spPr bwMode="auto">
          <a:xfrm>
            <a:off x="7665151" y="347692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509502069" name=""/>
          <p:cNvGrpSpPr/>
          <p:nvPr/>
        </p:nvGrpSpPr>
        <p:grpSpPr bwMode="auto">
          <a:xfrm>
            <a:off x="3096559" y="4076891"/>
            <a:ext cx="8958184" cy="2186097"/>
            <a:chOff x="0" y="0"/>
            <a:chExt cx="8958184" cy="2186097"/>
          </a:xfrm>
        </p:grpSpPr>
        <p:sp>
          <p:nvSpPr>
            <p:cNvPr id="647572760" name="TextBox 100"/>
            <p:cNvSpPr txBox="1"/>
            <p:nvPr/>
          </p:nvSpPr>
          <p:spPr bwMode="auto">
            <a:xfrm flipH="0" flipV="0">
              <a:off x="0" y="1656527"/>
              <a:ext cx="3174071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public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4939921" name="TextBox 102"/>
            <p:cNvSpPr txBox="1"/>
            <p:nvPr/>
          </p:nvSpPr>
          <p:spPr bwMode="auto">
            <a:xfrm flipH="0" flipV="0">
              <a:off x="6147061" y="0"/>
              <a:ext cx="2811123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private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51754962" name=""/>
          <p:cNvGrpSpPr/>
          <p:nvPr/>
        </p:nvGrpSpPr>
        <p:grpSpPr bwMode="auto">
          <a:xfrm>
            <a:off x="412754" y="671067"/>
            <a:ext cx="11492487" cy="5538110"/>
            <a:chOff x="0" y="0"/>
            <a:chExt cx="11492487" cy="5538110"/>
          </a:xfrm>
        </p:grpSpPr>
        <p:sp>
          <p:nvSpPr>
            <p:cNvPr id="1263865662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0357955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16989499" name="AutoShape 29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352955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5588932" name="AutoShape 31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955201" name="Freeform 33"/>
            <p:cNvSpPr/>
            <p:nvPr/>
          </p:nvSpPr>
          <p:spPr bwMode="auto">
            <a:xfrm rot="0" flipH="0" flipV="0">
              <a:off x="167339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91033526" name="TextBox 34"/>
            <p:cNvSpPr txBox="1"/>
            <p:nvPr/>
          </p:nvSpPr>
          <p:spPr bwMode="auto">
            <a:xfrm rot="0" flipH="0" flipV="0">
              <a:off x="167339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46875600" name="TextBox 35"/>
            <p:cNvSpPr txBox="1"/>
            <p:nvPr/>
          </p:nvSpPr>
          <p:spPr bwMode="auto">
            <a:xfrm>
              <a:off x="0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1431830" name="TextBox 36"/>
            <p:cNvSpPr txBox="1"/>
            <p:nvPr/>
          </p:nvSpPr>
          <p:spPr bwMode="auto">
            <a:xfrm>
              <a:off x="1573209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16942647" name="TextBox 37"/>
            <p:cNvSpPr txBox="1"/>
            <p:nvPr/>
          </p:nvSpPr>
          <p:spPr bwMode="auto">
            <a:xfrm>
              <a:off x="3147522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723153" name="Freeform 39"/>
            <p:cNvSpPr/>
            <p:nvPr/>
          </p:nvSpPr>
          <p:spPr bwMode="auto">
            <a:xfrm rot="0" flipH="0" flipV="0">
              <a:off x="1673397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2525681" name="TextBox 40"/>
            <p:cNvSpPr txBox="1"/>
            <p:nvPr/>
          </p:nvSpPr>
          <p:spPr bwMode="auto">
            <a:xfrm rot="0" flipH="0" flipV="0">
              <a:off x="1673397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297" name="Freeform 42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3412858" name="TextBox 43"/>
            <p:cNvSpPr txBox="1"/>
            <p:nvPr/>
          </p:nvSpPr>
          <p:spPr bwMode="auto">
            <a:xfrm rot="0" flipH="0" flipV="0">
              <a:off x="324954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1329861" name="Freeform 45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41912934" name="TextBox 46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317006613" name="AutoShape 47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9794358" name="AutoShape 48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601862" name="AutoShape 49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1346698" name="Freeform 51"/>
            <p:cNvSpPr/>
            <p:nvPr/>
          </p:nvSpPr>
          <p:spPr bwMode="auto">
            <a:xfrm rot="0" flipH="0" flipV="0">
              <a:off x="8443791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2632762" name="TextBox 52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1782449" name="TextBox 53"/>
            <p:cNvSpPr txBox="1"/>
            <p:nvPr/>
          </p:nvSpPr>
          <p:spPr bwMode="auto">
            <a:xfrm>
              <a:off x="6770394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2933500" name="TextBox 54"/>
            <p:cNvSpPr txBox="1"/>
            <p:nvPr/>
          </p:nvSpPr>
          <p:spPr bwMode="auto">
            <a:xfrm>
              <a:off x="8343603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27827669" name="TextBox 55"/>
            <p:cNvSpPr txBox="1"/>
            <p:nvPr/>
          </p:nvSpPr>
          <p:spPr bwMode="auto">
            <a:xfrm>
              <a:off x="9917917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79140825" name="Freeform 57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43452266" name="TextBox 58"/>
            <p:cNvSpPr txBox="1"/>
            <p:nvPr/>
          </p:nvSpPr>
          <p:spPr bwMode="auto">
            <a:xfrm rot="0" flipH="0" flipV="0">
              <a:off x="844379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91115595" name="Freeform 60"/>
            <p:cNvSpPr/>
            <p:nvPr/>
          </p:nvSpPr>
          <p:spPr bwMode="auto">
            <a:xfrm rot="0" flipH="0" flipV="0">
              <a:off x="687241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60775467" name="TextBox 61"/>
            <p:cNvSpPr txBox="1"/>
            <p:nvPr/>
          </p:nvSpPr>
          <p:spPr bwMode="auto">
            <a:xfrm rot="0" flipH="0" flipV="0">
              <a:off x="687241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21889930" name="AutoShape 62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496535" name="Freeform 64"/>
            <p:cNvSpPr/>
            <p:nvPr/>
          </p:nvSpPr>
          <p:spPr bwMode="auto">
            <a:xfrm rot="0" flipH="0" flipV="0">
              <a:off x="5060423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7882831" name="TextBox 65"/>
            <p:cNvSpPr txBox="1"/>
            <p:nvPr/>
          </p:nvSpPr>
          <p:spPr bwMode="auto">
            <a:xfrm rot="0" flipH="0" flipV="0">
              <a:off x="5060423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reimbursement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4885957" name="Freeform 67"/>
            <p:cNvSpPr/>
            <p:nvPr/>
          </p:nvSpPr>
          <p:spPr bwMode="auto">
            <a:xfrm rot="0" flipH="0" flipV="0">
              <a:off x="5060423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54828406" name="TextBox 68"/>
            <p:cNvSpPr txBox="1"/>
            <p:nvPr/>
          </p:nvSpPr>
          <p:spPr bwMode="auto">
            <a:xfrm rot="0" flipH="0" flipV="0">
              <a:off x="5060423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18303143" name="AutoShape 69"/>
            <p:cNvSpPr/>
            <p:nvPr/>
          </p:nvSpPr>
          <p:spPr bwMode="auto">
            <a:xfrm>
              <a:off x="788571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70766167" name="AutoShape 70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886034616" name="AutoShape 71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945089251" name="AutoShape 72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7795368" name="AutoShape 73"/>
            <p:cNvSpPr/>
            <p:nvPr/>
          </p:nvSpPr>
          <p:spPr bwMode="auto">
            <a:xfrm flipH="1">
              <a:off x="788571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276282287" name="TextBox 74"/>
            <p:cNvSpPr txBox="1"/>
            <p:nvPr/>
          </p:nvSpPr>
          <p:spPr bwMode="auto">
            <a:xfrm>
              <a:off x="4958958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04172600" name="TextBox 75"/>
            <p:cNvSpPr txBox="1"/>
            <p:nvPr/>
          </p:nvSpPr>
          <p:spPr bwMode="auto">
            <a:xfrm flipH="0" flipV="0">
              <a:off x="1886781" y="3878662"/>
              <a:ext cx="635819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3945162" name="TextBox 76"/>
            <p:cNvSpPr txBox="1"/>
            <p:nvPr/>
          </p:nvSpPr>
          <p:spPr bwMode="auto">
            <a:xfrm flipH="0" flipV="0">
              <a:off x="1886781" y="4241608"/>
              <a:ext cx="635544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50365095" name="TextBox 77"/>
            <p:cNvSpPr txBox="1"/>
            <p:nvPr/>
          </p:nvSpPr>
          <p:spPr bwMode="auto">
            <a:xfrm flipH="0" flipV="0">
              <a:off x="1886782" y="460165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26537214" name="TextBox 78"/>
            <p:cNvSpPr txBox="1"/>
            <p:nvPr/>
          </p:nvSpPr>
          <p:spPr bwMode="auto">
            <a:xfrm flipH="0" flipV="0">
              <a:off x="1886782" y="4964600"/>
              <a:ext cx="631165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3181821" name="TextBox 79"/>
            <p:cNvSpPr txBox="1"/>
            <p:nvPr/>
          </p:nvSpPr>
          <p:spPr bwMode="auto">
            <a:xfrm flipH="0" flipV="0">
              <a:off x="1886782" y="532464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1392054" name="Freeform 81"/>
            <p:cNvSpPr/>
            <p:nvPr/>
          </p:nvSpPr>
          <p:spPr bwMode="auto">
            <a:xfrm rot="0" flipH="0" flipV="0">
              <a:off x="167365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33675206" name="TextBox 82"/>
            <p:cNvSpPr txBox="1"/>
            <p:nvPr/>
          </p:nvSpPr>
          <p:spPr bwMode="auto">
            <a:xfrm rot="0" flipH="0" flipV="0">
              <a:off x="1673651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64029205" name="Freeform 84"/>
            <p:cNvSpPr/>
            <p:nvPr/>
          </p:nvSpPr>
          <p:spPr bwMode="auto">
            <a:xfrm rot="0" flipH="0" flipV="0">
              <a:off x="84456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7951926" name="TextBox 85"/>
            <p:cNvSpPr txBox="1"/>
            <p:nvPr/>
          </p:nvSpPr>
          <p:spPr bwMode="auto">
            <a:xfrm rot="0" flipH="0" flipV="0">
              <a:off x="8445620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4517080" name="Freeform 87"/>
            <p:cNvSpPr/>
            <p:nvPr/>
          </p:nvSpPr>
          <p:spPr bwMode="auto">
            <a:xfrm rot="0" flipH="0" flipV="0">
              <a:off x="6874416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8389724" name="TextBox 88"/>
            <p:cNvSpPr txBox="1"/>
            <p:nvPr/>
          </p:nvSpPr>
          <p:spPr bwMode="auto">
            <a:xfrm rot="0" flipH="0" flipV="0">
              <a:off x="6874416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29057493" name="AutoShape 89"/>
            <p:cNvSpPr/>
            <p:nvPr/>
          </p:nvSpPr>
          <p:spPr bwMode="auto">
            <a:xfrm>
              <a:off x="8243514" y="2031429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4707639" name="AutoShape 90"/>
            <p:cNvSpPr/>
            <p:nvPr/>
          </p:nvSpPr>
          <p:spPr bwMode="auto">
            <a:xfrm>
              <a:off x="10697716" y="1514425"/>
              <a:ext cx="1827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956395" name="AutoShape 91"/>
            <p:cNvSpPr/>
            <p:nvPr/>
          </p:nvSpPr>
          <p:spPr bwMode="auto">
            <a:xfrm flipH="1">
              <a:off x="3042749" y="2031429"/>
              <a:ext cx="2017674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435560" name="AutoShape 92"/>
            <p:cNvSpPr/>
            <p:nvPr/>
          </p:nvSpPr>
          <p:spPr bwMode="auto">
            <a:xfrm flipH="1">
              <a:off x="6148917" y="1589637"/>
              <a:ext cx="409761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5524110" name="AutoShape 93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4081152" name="AutoShape 94"/>
            <p:cNvSpPr/>
            <p:nvPr/>
          </p:nvSpPr>
          <p:spPr bwMode="auto">
            <a:xfrm flipV="1">
              <a:off x="10246530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7937227" name="AutoShape 95"/>
            <p:cNvSpPr/>
            <p:nvPr/>
          </p:nvSpPr>
          <p:spPr bwMode="auto">
            <a:xfrm flipV="1">
              <a:off x="2358031" y="2291531"/>
              <a:ext cx="81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120490" name="AutoShape 96"/>
            <p:cNvSpPr/>
            <p:nvPr/>
          </p:nvSpPr>
          <p:spPr bwMode="auto">
            <a:xfrm flipH="1">
              <a:off x="2752902" y="2349634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7072861" name="AutoShape 97"/>
            <p:cNvSpPr/>
            <p:nvPr/>
          </p:nvSpPr>
          <p:spPr bwMode="auto">
            <a:xfrm flipH="1" flipV="1">
              <a:off x="5744972" y="2291531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0711338" name="AutoShape 98"/>
            <p:cNvSpPr/>
            <p:nvPr/>
          </p:nvSpPr>
          <p:spPr bwMode="auto">
            <a:xfrm flipV="1">
              <a:off x="2776714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9850960" name="Freeform 100"/>
            <p:cNvSpPr/>
            <p:nvPr/>
          </p:nvSpPr>
          <p:spPr bwMode="auto">
            <a:xfrm rot="0" flipH="0" flipV="0">
              <a:off x="10013166" y="99422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7851297" name="TextBox 101"/>
            <p:cNvSpPr txBox="1"/>
            <p:nvPr/>
          </p:nvSpPr>
          <p:spPr bwMode="auto">
            <a:xfrm rot="0" flipH="0" flipV="0">
              <a:off x="10013166" y="921889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008777" name="Freeform 103"/>
            <p:cNvSpPr/>
            <p:nvPr/>
          </p:nvSpPr>
          <p:spPr bwMode="auto">
            <a:xfrm rot="0" flipH="0" flipV="0">
              <a:off x="10014993" y="1771600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3874315" name="TextBox 104"/>
            <p:cNvSpPr txBox="1"/>
            <p:nvPr/>
          </p:nvSpPr>
          <p:spPr bwMode="auto">
            <a:xfrm rot="0" flipH="0" flipV="0">
              <a:off x="10014993" y="1699270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44901689" name="Freeform 106"/>
            <p:cNvSpPr/>
            <p:nvPr/>
          </p:nvSpPr>
          <p:spPr bwMode="auto">
            <a:xfrm rot="0" flipH="0" flipV="0">
              <a:off x="10013166" y="254843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7367478" name="TextBox 107"/>
            <p:cNvSpPr txBox="1"/>
            <p:nvPr/>
          </p:nvSpPr>
          <p:spPr bwMode="auto">
            <a:xfrm rot="0" flipH="0" flipV="0">
              <a:off x="10013166" y="247610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9033821" name="AutoShape 108"/>
            <p:cNvSpPr/>
            <p:nvPr/>
          </p:nvSpPr>
          <p:spPr bwMode="auto">
            <a:xfrm>
              <a:off x="9812891" y="2808377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2245193" name="AutoShape 109"/>
            <p:cNvSpPr/>
            <p:nvPr/>
          </p:nvSpPr>
          <p:spPr bwMode="auto">
            <a:xfrm>
              <a:off x="9814718" y="2031548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3816976" name="AutoShape 110"/>
            <p:cNvSpPr/>
            <p:nvPr/>
          </p:nvSpPr>
          <p:spPr bwMode="auto">
            <a:xfrm>
              <a:off x="9812891" y="1254169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8592085" name="AutoShape 111"/>
            <p:cNvSpPr/>
            <p:nvPr/>
          </p:nvSpPr>
          <p:spPr bwMode="auto">
            <a:xfrm>
              <a:off x="2358031" y="1514152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12511" name="AutoShape 112"/>
            <p:cNvSpPr/>
            <p:nvPr/>
          </p:nvSpPr>
          <p:spPr bwMode="auto">
            <a:xfrm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0724637" name="AutoShape 113"/>
            <p:cNvSpPr/>
            <p:nvPr/>
          </p:nvSpPr>
          <p:spPr bwMode="auto">
            <a:xfrm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657156" name="Freeform 115"/>
            <p:cNvSpPr/>
            <p:nvPr/>
          </p:nvSpPr>
          <p:spPr bwMode="auto">
            <a:xfrm rot="0" flipH="0" flipV="0">
              <a:off x="102017" y="176755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820272" name="TextBox 116"/>
            <p:cNvSpPr txBox="1"/>
            <p:nvPr/>
          </p:nvSpPr>
          <p:spPr bwMode="auto">
            <a:xfrm rot="0" flipH="0" flipV="0">
              <a:off x="102017" y="16952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5908364" name="Freeform 118"/>
            <p:cNvSpPr/>
            <p:nvPr/>
          </p:nvSpPr>
          <p:spPr bwMode="auto">
            <a:xfrm rot="0" flipH="0" flipV="0">
              <a:off x="10201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75822187" name="TextBox 119"/>
            <p:cNvSpPr txBox="1"/>
            <p:nvPr/>
          </p:nvSpPr>
          <p:spPr bwMode="auto">
            <a:xfrm rot="0" flipH="0" flipV="0">
              <a:off x="10201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9128760" name="Freeform 121"/>
            <p:cNvSpPr/>
            <p:nvPr/>
          </p:nvSpPr>
          <p:spPr bwMode="auto">
            <a:xfrm rot="0" flipH="0" flipV="0">
              <a:off x="10402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125317705" name="TextBox 122"/>
            <p:cNvSpPr txBox="1"/>
            <p:nvPr/>
          </p:nvSpPr>
          <p:spPr bwMode="auto">
            <a:xfrm rot="0" flipH="0" flipV="0">
              <a:off x="10402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764368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Klassikaline makse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avalik võti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598994975" name=""/>
          <p:cNvGrpSpPr/>
          <p:nvPr/>
        </p:nvGrpSpPr>
        <p:grpSpPr bwMode="auto">
          <a:xfrm>
            <a:off x="4333218" y="2394821"/>
            <a:ext cx="7254418" cy="3927862"/>
            <a:chOff x="0" y="0"/>
            <a:chExt cx="7254418" cy="3927862"/>
          </a:xfrm>
        </p:grpSpPr>
        <p:sp>
          <p:nvSpPr>
            <p:cNvPr id="350105946" name="AutoShape 29"/>
            <p:cNvSpPr/>
            <p:nvPr/>
          </p:nvSpPr>
          <p:spPr bwMode="auto">
            <a:xfrm flipV="1">
              <a:off x="776945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89181" name="AutoShape 39"/>
            <p:cNvSpPr/>
            <p:nvPr/>
          </p:nvSpPr>
          <p:spPr bwMode="auto">
            <a:xfrm flipV="1">
              <a:off x="2677171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468102" name="AutoShape 46"/>
            <p:cNvSpPr/>
            <p:nvPr/>
          </p:nvSpPr>
          <p:spPr bwMode="auto">
            <a:xfrm flipV="1">
              <a:off x="776945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218052" name="AutoShape 47"/>
            <p:cNvSpPr/>
            <p:nvPr/>
          </p:nvSpPr>
          <p:spPr bwMode="auto">
            <a:xfrm flipH="1" flipV="1">
              <a:off x="1717701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215495" name="AutoShape 48"/>
            <p:cNvSpPr/>
            <p:nvPr/>
          </p:nvSpPr>
          <p:spPr bwMode="auto">
            <a:xfrm flipH="0" flipV="1">
              <a:off x="1717699" y="1142533"/>
              <a:ext cx="1636697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499561" name="AutoShape 52"/>
            <p:cNvSpPr/>
            <p:nvPr/>
          </p:nvSpPr>
          <p:spPr bwMode="auto">
            <a:xfrm flipH="1" flipV="1">
              <a:off x="4579150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740187" name="AutoShape 62"/>
            <p:cNvSpPr/>
            <p:nvPr/>
          </p:nvSpPr>
          <p:spPr bwMode="auto">
            <a:xfrm flipV="1">
              <a:off x="6479377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1797373" name="AutoShape 66"/>
            <p:cNvSpPr/>
            <p:nvPr/>
          </p:nvSpPr>
          <p:spPr bwMode="auto">
            <a:xfrm flipV="1">
              <a:off x="4579150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3573745" name="AutoShape 67"/>
            <p:cNvSpPr/>
            <p:nvPr/>
          </p:nvSpPr>
          <p:spPr bwMode="auto">
            <a:xfrm flipH="1" flipV="1">
              <a:off x="5519908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160931" name="AutoShape 68"/>
            <p:cNvSpPr/>
            <p:nvPr/>
          </p:nvSpPr>
          <p:spPr bwMode="auto">
            <a:xfrm flipH="1" flipV="1">
              <a:off x="3962378" y="1142533"/>
              <a:ext cx="1557525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37867557" name="Rectangle 867144088"/>
            <p:cNvSpPr txBox="1"/>
            <p:nvPr/>
          </p:nvSpPr>
          <p:spPr bwMode="auto">
            <a:xfrm rot="0" flipH="0" flipV="0">
              <a:off x="1643455" y="0"/>
              <a:ext cx="3695940" cy="1034701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78308789" name=""/>
            <p:cNvSpPr txBox="1"/>
            <p:nvPr/>
          </p:nvSpPr>
          <p:spPr bwMode="auto">
            <a:xfrm rot="0" flipH="0" flipV="0">
              <a:off x="925772" y="1613943"/>
              <a:ext cx="1552451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59912022" name=""/>
            <p:cNvSpPr txBox="1"/>
            <p:nvPr/>
          </p:nvSpPr>
          <p:spPr bwMode="auto">
            <a:xfrm rot="0" flipH="0" flipV="0">
              <a:off x="4798875" y="1617516"/>
              <a:ext cx="1553170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41106844" name=""/>
            <p:cNvSpPr txBox="1"/>
            <p:nvPr/>
          </p:nvSpPr>
          <p:spPr bwMode="auto">
            <a:xfrm rot="0" flipH="0" flipV="0">
              <a:off x="0" y="2564079"/>
              <a:ext cx="1553889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005145" name=""/>
            <p:cNvSpPr txBox="1"/>
            <p:nvPr/>
          </p:nvSpPr>
          <p:spPr bwMode="auto">
            <a:xfrm rot="0" flipH="0" flipV="0">
              <a:off x="1899682" y="2564079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3934722" name=""/>
            <p:cNvSpPr txBox="1"/>
            <p:nvPr/>
          </p:nvSpPr>
          <p:spPr bwMode="auto">
            <a:xfrm rot="0" flipH="0" flipV="0">
              <a:off x="18452" y="3490565"/>
              <a:ext cx="155460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61508708" name=""/>
            <p:cNvSpPr txBox="1"/>
            <p:nvPr/>
          </p:nvSpPr>
          <p:spPr bwMode="auto">
            <a:xfrm rot="0" flipH="0" flipV="0">
              <a:off x="1882376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08212560" name=""/>
            <p:cNvSpPr txBox="1"/>
            <p:nvPr/>
          </p:nvSpPr>
          <p:spPr bwMode="auto">
            <a:xfrm rot="0" flipH="0" flipV="0">
              <a:off x="3798687" y="2567651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3444828" name=""/>
            <p:cNvSpPr txBox="1"/>
            <p:nvPr/>
          </p:nvSpPr>
          <p:spPr bwMode="auto">
            <a:xfrm rot="0" flipH="0" flipV="0">
              <a:off x="5698371" y="2567651"/>
              <a:ext cx="155604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26339364" name=""/>
            <p:cNvSpPr txBox="1"/>
            <p:nvPr/>
          </p:nvSpPr>
          <p:spPr bwMode="auto">
            <a:xfrm rot="0" flipH="0" flipV="0">
              <a:off x="3817141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79976499" name=""/>
            <p:cNvSpPr txBox="1"/>
            <p:nvPr/>
          </p:nvSpPr>
          <p:spPr bwMode="auto">
            <a:xfrm rot="0" flipH="0" flipV="0">
              <a:off x="5681064" y="3497706"/>
              <a:ext cx="1556766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1151986373" name=""/>
          <p:cNvGrpSpPr/>
          <p:nvPr/>
        </p:nvGrpSpPr>
        <p:grpSpPr bwMode="auto">
          <a:xfrm>
            <a:off x="1993089" y="540216"/>
            <a:ext cx="5976459" cy="1725336"/>
            <a:chOff x="0" y="0"/>
            <a:chExt cx="5976459" cy="1725336"/>
          </a:xfrm>
        </p:grpSpPr>
        <p:sp>
          <p:nvSpPr>
            <p:cNvPr id="895020035" name="AutoShape 75"/>
            <p:cNvSpPr/>
            <p:nvPr/>
          </p:nvSpPr>
          <p:spPr bwMode="auto">
            <a:xfrm flipH="0" flipV="1">
              <a:off x="0" y="1253951"/>
              <a:ext cx="2674900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77376370" name="AutoShape 76"/>
            <p:cNvSpPr/>
            <p:nvPr/>
          </p:nvSpPr>
          <p:spPr bwMode="auto">
            <a:xfrm flipH="1" flipV="1">
              <a:off x="3303146" y="1253951"/>
              <a:ext cx="2673312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780737486" name=""/>
            <p:cNvSpPr txBox="1"/>
            <p:nvPr/>
          </p:nvSpPr>
          <p:spPr bwMode="auto">
            <a:xfrm rot="0" flipH="0" flipV="0">
              <a:off x="491733" y="0"/>
              <a:ext cx="4831827" cy="97645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5913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59543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39" y="209548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43551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8901491" name=""/>
          <p:cNvGrpSpPr/>
          <p:nvPr/>
        </p:nvGrpSpPr>
        <p:grpSpPr bwMode="auto">
          <a:xfrm>
            <a:off x="1238256" y="253006"/>
            <a:ext cx="10348374" cy="6369841"/>
            <a:chOff x="0" y="0"/>
            <a:chExt cx="10348374" cy="6369841"/>
          </a:xfrm>
        </p:grpSpPr>
        <p:sp>
          <p:nvSpPr>
            <p:cNvPr id="200246910" name="Freeform 30"/>
            <p:cNvSpPr/>
            <p:nvPr/>
          </p:nvSpPr>
          <p:spPr bwMode="auto">
            <a:xfrm rot="0" flipH="0" flipV="0">
              <a:off x="4830042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20666334" name="TextBox 31"/>
            <p:cNvSpPr txBox="1"/>
            <p:nvPr/>
          </p:nvSpPr>
          <p:spPr bwMode="auto">
            <a:xfrm rot="0" flipH="0" flipV="0">
              <a:off x="4830042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143972311" name="TextBox 32"/>
            <p:cNvSpPr txBox="1"/>
            <p:nvPr/>
          </p:nvSpPr>
          <p:spPr bwMode="auto">
            <a:xfrm>
              <a:off x="4684256" y="190504"/>
              <a:ext cx="5448437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90584" name="TextBox 33"/>
            <p:cNvSpPr txBox="1"/>
            <p:nvPr/>
          </p:nvSpPr>
          <p:spPr bwMode="auto">
            <a:xfrm>
              <a:off x="4871361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349762" name="AutoShape 34"/>
            <p:cNvSpPr/>
            <p:nvPr/>
          </p:nvSpPr>
          <p:spPr bwMode="auto">
            <a:xfrm>
              <a:off x="7355659" y="867971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4066404" name="TextBox 35"/>
            <p:cNvSpPr txBox="1"/>
            <p:nvPr/>
          </p:nvSpPr>
          <p:spPr bwMode="auto">
            <a:xfrm>
              <a:off x="7654153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933213" name="Freeform 37"/>
            <p:cNvSpPr/>
            <p:nvPr/>
          </p:nvSpPr>
          <p:spPr bwMode="auto">
            <a:xfrm rot="0" flipH="0" flipV="0">
              <a:off x="7612833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4378922" name="TextBox 38"/>
            <p:cNvSpPr txBox="1"/>
            <p:nvPr/>
          </p:nvSpPr>
          <p:spPr bwMode="auto">
            <a:xfrm rot="0" flipH="0" flipV="0">
              <a:off x="7612833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72906041" name="Freeform 40"/>
            <p:cNvSpPr/>
            <p:nvPr/>
          </p:nvSpPr>
          <p:spPr bwMode="auto">
            <a:xfrm rot="0" flipH="0" flipV="0">
              <a:off x="7612833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37829953" name="TextBox 41"/>
            <p:cNvSpPr txBox="1"/>
            <p:nvPr/>
          </p:nvSpPr>
          <p:spPr bwMode="auto">
            <a:xfrm rot="0" flipH="0" flipV="0">
              <a:off x="7612833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Change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4957697" name="Freeform 43"/>
            <p:cNvSpPr/>
            <p:nvPr/>
          </p:nvSpPr>
          <p:spPr bwMode="auto">
            <a:xfrm rot="0" flipH="0" flipV="0">
              <a:off x="4830042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7336449" name="TextBox 44"/>
            <p:cNvSpPr txBox="1"/>
            <p:nvPr/>
          </p:nvSpPr>
          <p:spPr bwMode="auto">
            <a:xfrm rot="0" flipH="0" flipV="0">
              <a:off x="4830042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63192528" name="Freeform 46"/>
            <p:cNvSpPr/>
            <p:nvPr/>
          </p:nvSpPr>
          <p:spPr bwMode="auto">
            <a:xfrm rot="0" flipH="0" flipV="0">
              <a:off x="4830042" y="336661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7429470" name="TextBox 47"/>
            <p:cNvSpPr txBox="1"/>
            <p:nvPr/>
          </p:nvSpPr>
          <p:spPr bwMode="auto">
            <a:xfrm rot="0" flipH="0" flipV="0">
              <a:off x="4830042" y="319785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0061489" name="Freeform 49"/>
            <p:cNvSpPr/>
            <p:nvPr/>
          </p:nvSpPr>
          <p:spPr bwMode="auto">
            <a:xfrm rot="0" flipH="0" flipV="0">
              <a:off x="0" y="1328409"/>
              <a:ext cx="2515523" cy="2900961"/>
            </a:xfrm>
            <a:custGeom>
              <a:avLst/>
              <a:gdLst/>
              <a:ahLst/>
              <a:cxnLst/>
              <a:rect l="l" t="t" r="r" b="b"/>
              <a:pathLst>
                <a:path w="993788" h="1146059" fill="norm" stroke="1" extrusionOk="0">
                  <a:moveTo>
                    <a:pt x="0" y="0"/>
                  </a:moveTo>
                  <a:lnTo>
                    <a:pt x="993788" y="0"/>
                  </a:lnTo>
                  <a:lnTo>
                    <a:pt x="993788" y="1146059"/>
                  </a:lnTo>
                  <a:lnTo>
                    <a:pt x="0" y="1146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25982865" name="TextBox 50"/>
            <p:cNvSpPr txBox="1"/>
            <p:nvPr/>
          </p:nvSpPr>
          <p:spPr bwMode="auto">
            <a:xfrm rot="0" flipH="0" flipV="0">
              <a:off x="0" y="1207864"/>
              <a:ext cx="2515523" cy="302151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515850674" name="AutoShape 51"/>
            <p:cNvSpPr/>
            <p:nvPr/>
          </p:nvSpPr>
          <p:spPr bwMode="auto">
            <a:xfrm flipV="1">
              <a:off x="2281117" y="1832027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038198" name="Freeform 53"/>
            <p:cNvSpPr/>
            <p:nvPr/>
          </p:nvSpPr>
          <p:spPr bwMode="auto">
            <a:xfrm rot="0" flipH="0" flipV="0">
              <a:off x="1470488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7" y="0"/>
                  </a:lnTo>
                  <a:lnTo>
                    <a:pt x="720557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8580016" name="Freeform 54"/>
            <p:cNvSpPr/>
            <p:nvPr/>
          </p:nvSpPr>
          <p:spPr bwMode="auto">
            <a:xfrm rot="0" flipH="0" flipV="0">
              <a:off x="1740697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6" y="0"/>
                  </a:lnTo>
                  <a:lnTo>
                    <a:pt x="720556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3458825" name="TextBox 55"/>
            <p:cNvSpPr txBox="1"/>
            <p:nvPr/>
          </p:nvSpPr>
          <p:spPr bwMode="auto">
            <a:xfrm rot="0" flipH="0" flipV="0">
              <a:off x="235663" y="1585328"/>
              <a:ext cx="1036239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a0 A0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6065634" name="Freeform 56"/>
            <p:cNvSpPr/>
            <p:nvPr/>
          </p:nvSpPr>
          <p:spPr bwMode="auto">
            <a:xfrm>
              <a:off x="1470492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37684" name="Freeform 57"/>
            <p:cNvSpPr/>
            <p:nvPr/>
          </p:nvSpPr>
          <p:spPr bwMode="auto">
            <a:xfrm>
              <a:off x="1740699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969103" name="TextBox 58"/>
            <p:cNvSpPr txBox="1"/>
            <p:nvPr/>
          </p:nvSpPr>
          <p:spPr bwMode="auto">
            <a:xfrm>
              <a:off x="235665" y="2517904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a1 A1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30016098" name="Freeform 59"/>
            <p:cNvSpPr/>
            <p:nvPr/>
          </p:nvSpPr>
          <p:spPr bwMode="auto">
            <a:xfrm>
              <a:off x="1470492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184764" name="Freeform 60"/>
            <p:cNvSpPr/>
            <p:nvPr/>
          </p:nvSpPr>
          <p:spPr bwMode="auto">
            <a:xfrm>
              <a:off x="1740699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96330" name="TextBox 61"/>
            <p:cNvSpPr txBox="1"/>
            <p:nvPr/>
          </p:nvSpPr>
          <p:spPr bwMode="auto">
            <a:xfrm>
              <a:off x="235665" y="3464766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a2 A2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0836840" name="Freeform 63"/>
            <p:cNvSpPr/>
            <p:nvPr/>
          </p:nvSpPr>
          <p:spPr bwMode="auto">
            <a:xfrm rot="0" flipH="0" flipV="0">
              <a:off x="675076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6" y="0"/>
                  </a:lnTo>
                  <a:lnTo>
                    <a:pt x="1035886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1967770454" name="Freeform 64"/>
            <p:cNvSpPr/>
            <p:nvPr/>
          </p:nvSpPr>
          <p:spPr bwMode="auto">
            <a:xfrm rot="0" flipH="0" flipV="0">
              <a:off x="1063532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5" y="0"/>
                  </a:lnTo>
                  <a:lnTo>
                    <a:pt x="1035885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</p:sp>
        <p:sp>
          <p:nvSpPr>
            <p:cNvPr id="1964473494" name="TextBox 65"/>
            <p:cNvSpPr txBox="1"/>
            <p:nvPr/>
          </p:nvSpPr>
          <p:spPr bwMode="auto">
            <a:xfrm>
              <a:off x="2010909" y="5238469"/>
              <a:ext cx="1035882" cy="5691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8"/>
                </a:lnSpc>
                <a:defRPr/>
              </a:pPr>
              <a:r>
                <a:rPr lang="en-US" sz="3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 A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1724387" name="AutoShape 66"/>
            <p:cNvSpPr/>
            <p:nvPr/>
          </p:nvSpPr>
          <p:spPr bwMode="auto">
            <a:xfrm>
              <a:off x="2281117" y="2778888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984689" name="AutoShape 67"/>
            <p:cNvSpPr/>
            <p:nvPr/>
          </p:nvSpPr>
          <p:spPr bwMode="auto">
            <a:xfrm>
              <a:off x="2281117" y="3725749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78754" name="Freeform 69"/>
            <p:cNvSpPr/>
            <p:nvPr/>
          </p:nvSpPr>
          <p:spPr bwMode="auto">
            <a:xfrm rot="0" flipH="0" flipV="0">
              <a:off x="854262" y="347796"/>
              <a:ext cx="808254" cy="886973"/>
            </a:xfrm>
            <a:custGeom>
              <a:avLst/>
              <a:gdLst/>
              <a:ahLst/>
              <a:cxnLst/>
              <a:rect l="l" t="t" r="r" b="b"/>
              <a:pathLst>
                <a:path w="1077675" h="1182634" fill="norm" stroke="1" extrusionOk="0">
                  <a:moveTo>
                    <a:pt x="0" y="0"/>
                  </a:moveTo>
                  <a:lnTo>
                    <a:pt x="1077675" y="0"/>
                  </a:lnTo>
                  <a:lnTo>
                    <a:pt x="1077675" y="1182634"/>
                  </a:lnTo>
                  <a:lnTo>
                    <a:pt x="0" y="1182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</p:sp>
        <p:sp>
          <p:nvSpPr>
            <p:cNvPr id="200375469" name="TextBox 70"/>
            <p:cNvSpPr txBox="1"/>
            <p:nvPr/>
          </p:nvSpPr>
          <p:spPr bwMode="auto">
            <a:xfrm rot="0" flipH="0" flipV="0">
              <a:off x="1076688" y="793955"/>
              <a:ext cx="364122" cy="46721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75"/>
                </a:lnSpc>
                <a:defRPr/>
              </a:pPr>
              <a:r>
                <a:rPr lang="en-US" sz="26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301879396" name="AutoShape 71"/>
            <p:cNvSpPr/>
            <p:nvPr/>
          </p:nvSpPr>
          <p:spPr bwMode="auto">
            <a:xfrm>
              <a:off x="1257763" y="4229368"/>
              <a:ext cx="0" cy="704577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9409008" name="Rectangle: Rounded Corners 12"/>
            <p:cNvSpPr/>
            <p:nvPr/>
          </p:nvSpPr>
          <p:spPr bwMode="auto">
            <a:xfrm flipH="0" flipV="0">
              <a:off x="4468575" y="0"/>
              <a:ext cx="5879799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4402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20620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52</cp:revision>
  <dcterms:modified xsi:type="dcterms:W3CDTF">2025-09-23T16:09:32Z</dcterms:modified>
</cp:coreProperties>
</file>