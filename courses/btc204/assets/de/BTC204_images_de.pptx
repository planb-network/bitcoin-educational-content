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Bitcoin-Datenschutzmodell: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Identität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Gemeinsames Eigentum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Internationales Wort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oder </a:t>
            </a:r>
            <a:r>
              <a:rPr lang="fr-FR"/>
              <a:t>Satoshis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Alices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David's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Emma's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Das Bankkonto des Kunden: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Das Bankkonto von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für Ausgaben verwendet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für die Empfänger erstellt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Damit können Sie unterschreiben, um das Skript zu erfüllen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Ein Skript wird erstellt, um einen UTXO zu sperren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Öffentlicher Schlüssel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Privater Schlüssel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Bitcoin-Geldbörse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Sitze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Sitze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Das Skript ist damit zufrieden, die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Neue UTXOs erstellt und gesperrt mit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neuen Skripten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Alices UTXO wird ausgegeben, um die Zahlung zu erfüllen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Eine UTXO wird eingerichtet, um den Bäcker für Brot zu bezahlen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Ein Wechselgeld UTXO kehrt in Alices Brieftasche zurück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fügt 2 UTXOs zu Eingängen zusammen, um den Zahlungsbedarf zu decken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Eine UTXO wird eingerichtet, um den Bäcker für Brot zu bezahlen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 Wechselgeld UTXO kehrt in Alices Brieftasche zurück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 wird ausgegeben, um die Zahlung zu erfüllen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Eine UTXO wird eingerichtet, um den Bäcker für Brot zu bezahlen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Ein Wechselgeld UTXO kehrt in Alices Brieftasche zurück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Transaktionsgebühr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Block-Belohnung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Blockzuschuss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Transaktionsgebühren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Kunde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Bäcker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Nachbarin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Banker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Bitcoin-Datenschutzmodell: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Nachbarin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Kunde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Bäcker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Blockchain-Überwachung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Merkmale der Identifizierung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Ableitung von Hypothesen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Einfache Bezahlung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Fegen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Gruppierte Ausgaben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Kollaborative 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UTXO, das dem verfolgten Benutzer gehört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Welche Ausgabe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stellt die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Veränderung dar?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Interne Adresswiederverwendung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Wiederverwendung der Versionierung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Zahlungen mit runden Zahlen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Sitze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Zahlungen mit runden Zahlen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Die größte Leistung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Gemeinsamer Eigentümer aller 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Gemeinsamer Absender für alle Transaktionen?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"Sequenz":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"Sequenz":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"Sequenz":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Gemeinsame Eingabe Besitzheuristik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Geänderter öffentlicher Schlüssel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Klassischer öffentlicher Schlüssel für Ausgaben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Merkle-Wurzel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skript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skript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skript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drehbuch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Abschnitt 10: Datenschutz.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Verfügbar unter: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Gemeinsamer Eigentümer aller 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Interne Adresswiederverwendung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kaninchen satoshi pizza math lächeln tal eier klavier urlaub herbst hallo hügel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Wechselgeld für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Sofakauf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Rücknahme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Kunde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Zahlung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Kauf eines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Computers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P2P-Kauf von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Brieftasche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Etiketten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P2P-Kauf von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Zahlung an den Kunden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Wechselgeld für Sofakauf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Rücknahme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Kunde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Zahlung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Kauf eines Computers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P2P-Kauf von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Brieftasche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Etiketten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Kauf von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Zahlung an Kunde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Transaktion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Austausch.kyc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gemeinsam verbinden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Durchschnittliche Kosten in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Austausch.kyc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Modell der Vertraulichkeit des Bankensystems: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Bitcoin-Datenschutzmodell: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Gegenstück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Identitäten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Öffentlich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Identitäten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gemeinsam verbinden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Emma's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Emma's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Frank's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von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von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UTXO von Grace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Victor's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gemeinsam verbinden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eingabe + geblendete Ausgabe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eingabe + geblendete Ausgabe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eingabe + geblendete Ausgabe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eingabe + geblendete Ausgabe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unverblendete Ausgabe + Unterschrift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eingabe + geblendete Ausgabe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unverblendete Ausgabe + Unterschrift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transaktion ohne Vorzeichen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eingabe + geblendete Ausgabe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blindsignatur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unverblendete Ausgabe + Unterschrift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transaktion ohne Vorzeichen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transaktionssignierung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vormischung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schließt sich an an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brieftasche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Eingehende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neu gemischt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Eingehende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neu gemischt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neu gemischt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Gemischte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Gemischte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Gemischte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Gemischte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Gemischte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Hauptschlüssel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Zweck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Münzart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Konten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Ketten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verwendet für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coinjoin-Zyklen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Bergbaukosten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Entzerrte UTXOs bereit zum Mischen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Doxische Veränderung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Servicegebühren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Mix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vormischung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Sperling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vor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nach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Zyklen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Der Analyst weiß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dieses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Der Analyst möchte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dieses UTXO finden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vor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nach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Zyklen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Der Analyst weiß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dieses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Der Analyst möchte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dieses UTXO finden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vor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Zyklen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Der Analyst weiß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dieses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Der Analyst sieht sich einer Gruppe von UTXOs gegenüber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die der Suche entsprechen könnten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MIXED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Mix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Weiterleiten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vor Coinjoin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Zyklen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Der Analyst sieht sich mit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einer Gruppe von UTXOs konfrontiert,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die die Quelle sein könnten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nach Coinjoin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Zyklen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Der Analyst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kennt diese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Mix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Wahrscheinliche Quelle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nach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Zyklen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Quellen...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eingaben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ausgänge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Falsch!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Zahlungsbetrag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Falsch!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Tatsächliche Zahlung von 4.000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eingaben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ausgänge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Charles'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 verbinden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 verbinden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Der Emittent führt 4 Transaktionen gegenüber onesel durch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Der Emittent führt 4 Geschäfte mit sich selbst durch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Die letzte Transaktion wird zur Bezahlung des Endempfängers verwendet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gemeinsam verbinden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gemeinsam verbinden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Das sind sie nicht mehr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Sie sind meine Kunden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gemeinsam verbinden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Wahrscheinlich sind sie es wieder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Sind sie immer noch meine Kunden?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Der Coinjoin ist nicht von meinem Kunden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Getauscht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Getauscht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WALLET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Hauptschlüssel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Zweck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Münzart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Konten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Kanäle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extern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extern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intern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Reserviert für zukünftige Verwendung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Kettencode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Öffentlicher Schlüssel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Bit-Feld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Parität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Prüfsumme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Vorsilbe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Austausch über ein ungesichertes Netzwerk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 Farbe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Geheime Farben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Öffentlicher Austausch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Geheime Farben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Benachrichtigung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Transaktion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"Hallo! Hier ist mein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Zahlungscode. Ich werde Ihnen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Zahlungen mit BIP47 senden."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Das klassische Datenschutzmodell von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Vertraulichkeitsmodell der BIP47-Zahlungscodes: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Öffentlicher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Privater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Hauptschlüssel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Öffentlicher Schlüssel des Kindes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Benachrichtigung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adresse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Benachrichtigung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transaktion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Verschlüsselt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zahlungscode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Gemeinsames Geheimnis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Gemeinsame Geheimnisse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von Unterschlüsseln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der Adresse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auf der elliptischen Kurve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öffentlicher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privater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privater 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Ungesicherte öffentliche Übertragung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öffentlicher Schlüssel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Adresse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Adresse der Benachrichtigung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Benachrichtigungsvorgang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Verschlüsselter Zahlungscode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Gemeinsame Geheimnisse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Öffentlicher Schlüssel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Zahlungscode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Gemeinsames Geheimnis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Hauptschlüssel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Öffentlicher Schlüssel des Kindes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Privater Schlüssel des Kindes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Kennung der </a:t>
            </a:r>
            <a:r>
              <a:rPr sz="2000" b="1" i="1">
                <a:latin typeface="IBM Plex Sans"/>
              </a:rPr>
              <a:t>Benachrichtigung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Kennung des öffentlichen Schlüssels </a:t>
            </a:r>
            <a:r>
              <a:rPr sz="2000" b="1" i="1">
                <a:latin typeface="IBM Plex Sans"/>
              </a:rPr>
              <a:t>der ersten Eingabe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oP_RETURN' </a:t>
            </a:r>
            <a:r>
              <a:rPr sz="2000" b="1" i="1">
                <a:latin typeface="IBM Plex Sans"/>
              </a:rPr>
              <a:t>Kennung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Anderer öffentlicher Schlüssel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Anderer privater Schlüssel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Hauptschlüssel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Andere Adresse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Zahlung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anschrift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Erste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BIP47-Zahlung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/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Gemeinsame Geheimnisse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Ableitung von Kinderschlüsseln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Punktaddition auf elliptischen Kurven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Ableitung der Adresse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Adresse der Benachrichtigung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Hauptschlüssel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Zahlungsadresse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Gemeinsame Geheimnisse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von Kinderschlüsseln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Punktaddition auf elliptischen Kurven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der Adresse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Adresse der Benachrichtigung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Anderer öffentlicher Schlüssel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Anderer privater Schlüssel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 Adresse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Zahlungsadresse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Zweite Zahlung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Zahlungsadresse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Zahlungsadresse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von Kinderschlüsseln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des öffentlichen Schlüssels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Adresse der Benachrichtigung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Zahlungsadresse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Hauptschlüssel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Gemeinsame Geheimnisse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Punktaddition auf elliptischen Kurven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der Adresse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auf der elliptischen Kurve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Öffentlicher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öffentlicher 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private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Öffentlicher Schlüssel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Bobs privater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Bobs privater Schlüssel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Ungesicherte öffentliche Übertragung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Gemeinsames Geheimnis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Der öffentliche Schlüssel von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Geheimnis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Abszisse des Geheimnisses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Geheimer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Punkt G auf der Kurve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öffentlicher Schlüssel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öffentlicher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zahlungsschlüssel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Bobs privater Schlüssel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privat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zahlungsschlüssel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Anschrift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Zahlungscode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Adressen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Öffentliche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Private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Anderer öffentlicher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 Adresse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Erste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erstattung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Gemeinsame Geheimnisse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von Kinderschlüsseln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Bitcoin-Transaktion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Punktaddition auf elliptischen Kurven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Ableitung der Adresse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Benachrichtigung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Adresse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Hauptschlüssel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Anderer privater Schlüssel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Geänderter öffentlicher Schlüssel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Öffentlicher Schlüssel für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klassische Zahlungen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Merkle-Wurzel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skript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skript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skript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drehbuch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eingaben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ausgänge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Ändern Sie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