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Modell der Vertraulichkeit des Bankensystems: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Bitcoin-Datenschutzmodell: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Gegenstück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Öffentlich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Transaktionen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Identitäten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Öffentlich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Transaktionen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Identität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Gemeinsames Eigentum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Internationales Wort 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Das Bankkonto des Kunden: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Das Bankkonto von Baker: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Bitcoin-Transaktion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für Ausgaben verwendet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für die Empfänger erstellt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Damit können Sie unterschreiben, um das Skript zu erfüllen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Ein Skript wird erstellt, um einen UTXO zu sperren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Öffentlicher Schlüssel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Privater Schlüssel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Bitcoin-Geldbörse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Bitcoin-Transaktion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Das Skript ist damit zufrieden, die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Neue UTXOs erstellt und gesperrt mit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neuen Skripten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Alices UTXO wird ausgegeben, um die Zahlung zu erfüllen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Eine UTXO wird eingerichtet, um den Bäcker für Brot zu bezahlen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Ein Wechselgeld UTXO kehrt in Alices Brieftasche zurück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fügt 2 UTXOs zu Eingängen zusammen, um den Zahlungsbedarf zu decken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Eine UTXO wird eingerichtet, um den Bäcker für Brot zu bezahlen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Ein Wechselgeld UTXO kehrt in Alices Brieftasche zurück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 wird ausgegeben, um die Zahlung zu erfüllen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Eine UTXO wird eingerichtet, um den Bäcker für Brot zu bezahlen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Ein Wechselgeld UTXO kehrt in Alices Brieftasche zurück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Transaktionsgebühr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Modell der Vertraulichkeit des Bankensystems: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Gegenstück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Öffentlich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Transaktionen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Identitäten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Kunde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Bäcker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Nachbarin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Banker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Modell der Vertraulichkeit des Bankensystems: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Bitcoin-Datenschutzmodell: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Gegenstück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Öffentlich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Transaktionen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Identitäten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Öffentlich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Transaktionen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Identitäten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Nachbarin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Kunde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Bäcker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Blockchain-Überwachung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Merkmale der Identifizierung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Ableitung von Hypothesen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Abschnitt 10: Datenschutz.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Verfügbar unter: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Einfache Bezahlung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Fegen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Konsolidierung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Konsolidierung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Batched paiement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Kollaborative Transaktion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UTXO, das dem verfolgten Benutzer gehört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Welche Ausgabe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stellt die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Veränderung dar?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Interne Adresswiederverwendung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Wiederverwendung der Versionierung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Zahlungen mit runden Zahlen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Zahlungen mit runden Zahlen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Größte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Leistung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Gemeinsamer Eigentümer aller UTXOs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Abschnitt 10: Datenschutz.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Verfügbar unter: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Gemeinsamer Absender für alle Transaktionen?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Abschnitt 10: Datenschutz.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Verfügbar unter: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Klassischer öffentlicher Schlüssel für Ausgaben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Abschnitt 10: Datenschutz.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Verfügbar unter: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Gemeinsamer Eigentümer aller UTXOs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Interne Adresswiederverwendung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kaninchen Satoshi Pizza Mathe Lächeln Tal Ei Klavier Urlaub Herbst hallo Hügel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Wechselgeld für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Sofakauf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Exchange.com Rücknahme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Kunde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Zahlung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Kauf eines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Computers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P2P-Kauf von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Brieftasche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Etiketten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P2P-Kauf von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Zahlung an den Kunden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Wechselgeld für Sofakauf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Exchange.com Rücknahme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Kunde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David Zahlung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Kauf eines Computers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P2P-Kauf von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Brieftasche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Etiketten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Kauf von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Zahlung an Kunde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Durchschnittliche Kosten in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Modell der Vertraulichkeit des Bankensystems: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Bitcoin-Datenschutzmodell: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Gegenstück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Öffentlich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Transaktionen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Identitäten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Öffentlich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Transaktionen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Identitäten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verwendet für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coinjoin-Zyklen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Bergbaukosten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Entzerrte UTXOs bereit zum Mischen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Doxische Veränderung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Servicegebühren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Der Analyst weiß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dieses UTXO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Der Analyst möchte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dieses UTXO finden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Der Analyst weiß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dieses UTXO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Der Analyst möchte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dieses UTXO finden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Der Analyst weiß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dieses UTXO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Der Analyst sieht sich einer Gruppe von UTXOs gegenüber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die der Suche entsprechen könnten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Der Analyst sieht sich mit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einer Gruppe von UTXOs konfrontiert,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die die Quelle sein könnten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Der Analyst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kennt diese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Quellen...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Zahlungsbetrag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Tatsächliche Zahlung von 4.000 sats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Der Emittent führt 4 Geschäfte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mit sich selbst aus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Der Emittent führt 4 Geschäfte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mit sich selbst aus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Die letzte Transaktion wird zur Bezahlung des Endempfängers verwendet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Das sind sie nicht mehr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Sie sind meine Kunden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Wahrscheinlich sind sie es wieder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Sind sie immer noch meine Kunden?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Der Coinjoin ist nicht von meinem Kunden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Getauscht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Getauscht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Reserviert für zukünftige Verwendung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Kettencode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Öffentlicher Schlüssel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Bit-Feld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Parität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Version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Prüfsumme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Vorsilbe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Austausch über ein ungesichertes Netzwerk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Gemeinsames Geheimnis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Gemeinsame Farbe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Geheime Farben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Öffentlicher Austausch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Geheime Farben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Gemeinsames Geheimnis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Benachrichtigung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Transaktion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"Hallo! Hier ist mein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Zahlungscode. Ich werde Ihnen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Zahlungen mit BIP47 senden."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Das klassische Datenschutzmodell von Bitcoin: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Vertraulichkeitsmodell der BIP47-Zahlungscodes: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Punkt G auf der elliptischen Kurve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Der private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öffentlicher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Schlüssel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Der private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privater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Schlüssel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Der öffentliche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privater Schlüssel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Gemeinsames Geheimnis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Ungesicherte öffentliche Übertragung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Gemeinsames Geheimnis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Der öffentliche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Bobs öffentlicher Schlüssel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Punkt G auf der elliptischen Kurve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Der private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Öffentlicher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Bobs öffentlicher Schlüssel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Der private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Öffentlicher Schlüssel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privater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Schlüssel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Der öffentliche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Bobs privater Schlüssel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Gemeinsames Geheimnis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Ungesicherte öffentliche Übertragung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Gemeinsames Geheimnis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Der öffentliche Schlüssel von Alice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Geheimnis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Abszisse des Geheimnisses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Geheimer Hash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Punkt G auf der Kurve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Bobs öffentlicher Schlüssel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Bobs privater Schlüssel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Öffentlicher Schlüssel für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klassische Zahlungen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