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Milik bersama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Kata internasional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atau </a:t>
            </a:r>
            <a:r>
              <a:rPr lang="fr-FR"/>
              <a:t>satoshi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milik David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milik Emma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Rekening bank nasabah: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Rekening bank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yang digunakan untuk belanja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yang dibuat untuk para penerima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memungkinkan Anda untuk menandatangani untuk memenuhi skrip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Skrip dibuat untuk mengunci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Kunci Publik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Kunci Pribadi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Dompet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210.000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100.000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110.000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 puas untuk menghabiskan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baru dibuat dan dikunci dengan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skrip baru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 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 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Alice digunakan untuk memenuhi pembayaran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menggabungkan 2 UTXO menjadi input untuk memenuhi kebutuhan pembayaran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Alice digunakan untuk memenuhi pembayaran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Biaya transaksi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Hadiah Blokir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Subsidi blokir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Biaya transaksi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Pelanggan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Tetangga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Bankir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Tetangga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Pelanggan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Pemantauan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Identifikasi fitur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Penarikan kesimpulan hipotesis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Pembayaran yang mudah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Menyapu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Pengeluaran yang dikelompokkan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Transaksi kolaboratif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pengguna yang dilacak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Output mana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yang mewakili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perubahan?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kembali alamat internal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 ... 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ulang versi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 ... 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 ... 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Pembayaran angka bulat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200.000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Pembayaran angka bulat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Output terbesar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Pemilik umum dari semua 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 ... 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 ... 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 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 ... 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Pengirim umum untuk semua transaksi?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"urutan":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"urutan":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"urutan":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Heuristik Kepemilikan Masukan Umum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Kunci publik yang diubah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Kunci publik pengeluaran klasik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Akar Merkle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naskah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naskah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naskah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naskah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 ... 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 ... 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 ... 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 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Pemilik umum dari semua 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 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 ... 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 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kembali alamat internal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kelinci satoshi pizza matematika senyum senyum lembah telur piano liburan musim gugur halo bukit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Uang kembalian untuk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Penarikan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Pembayaran klien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komputer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P2P dari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Dompet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P2P dari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Pembayaran kepada klien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Kembalian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untuk pembelian sofa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Penarikan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Pembayaran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komputer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dari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Dompet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dari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Pembayaran kepada klien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Transaksi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Transaksi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Transaksi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Transaksi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Pengeluaran rata-rata dalam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 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 ... 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Hawa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UTXO milik Grace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milik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buta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buta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buta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keluaran yang tidak dibutakan + tanda tangan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buta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keluaran yang tidak dibutakan + tanda tangan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transaksi yang tidak ditandatangani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masukan + keluaran yang dibutakan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buta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keluaran yang tidak dibutakan + tanda tangan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transaksi yang tidak ditandatangani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tanda tangan transaksi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pra-campuran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pasca-pencampuran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dompet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yang masuk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yang di-remix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yang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masuk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yang di-remix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yang di-remix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Campuran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Campuran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Campuran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Campuran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Campuran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Kunci utama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Tujuan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Jenis koin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Akun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Rantai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Alamat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digunakan untuk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siklus coinjoin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Biaya penambangan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yang disamakan siap untuk pencampuran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Perubahan yang sangat besar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Biaya layanan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Campuran # 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sebelum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setelah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Analis tahu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Analis ingin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untuk menemukan UTXO ini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sebelum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setelah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Analis tahu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Analis ingin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untuk menemukan UTXO ini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sebelum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Analis tahu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Analis menghadapi sekelompok UTXO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yang mungkin cocok dengan pencarian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Campuran # 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Campuran # 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CAMPURAN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Campuran # 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Teruskan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sebelum coinjoin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Analis menghadapi sekelompok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yang mungkin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menjadi sumbernya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setelah coinjoin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Analis mengetahui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UTXO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ini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Campur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Campur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Campur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Campur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setelah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Siklus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sumber...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masukan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keluaran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Salah!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Jumlah pembayaran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Salah!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Pembayaran aktual sebesar 4.000 sat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>
                <a:latin typeface="IBM Plex Sans"/>
              </a:rPr>
              <a:t>'UTXO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'UTXO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'UTXO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 'UTXO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milik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Emiten melakukan 4 transaksi terhadap satu orang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Penerbit melakukan 4 transaksi terhadap diri sendiri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Transaksi terakhir digunakan untuk membayar penerima akhir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bukan mereka lagi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Mereka adalah pelanggan saya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mungkin mereka lagi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Apakah mereka masih menjadi pelanggan saya?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Koin tersebut bukan dari pelanggan saya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Ditukar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Ditukar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Meretas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DOMPET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 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 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 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Kunci utama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Tujuan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Jenis koin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Akun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Saluran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eksternal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internal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eksternal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internal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Alamat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Dicadangkan untuk penggunaan di masa mendatang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Kode rantai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Kunci publik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Bidang bit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Paritas Y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Awalan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Bertukar melalui jaringan yang tidak aman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umum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rahasia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Pertukaran 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rahasia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PENDIDIKAN ANAK USIA DINI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Pemberitahuan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"Halo, ini kode pembayaran saya.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Saya akan mengirimkan pembayaran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kepada Anda menggunakan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privasi klasik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kerahasiaan kode pembayaran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utama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publik anak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Pemberitahuan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Pemberitahuan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transaksi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Terenkripsi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kode pembayaran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kunci anak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OP_KEMBALI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alamat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Titik G pada kurva elips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publik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 publik tanpa jaminan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Alamat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Alamat pemberitahuan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Transaksi pemberitahuan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Kode pembayaran terenkripsi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Kunci publik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Kode pembayaran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Rahasia bersama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Kunci utama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Kunci publik anak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Kunci pribadi anak # 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Pengidentifikasi </a:t>
            </a:r>
            <a:r>
              <a:rPr sz="2000" b="1" i="1">
                <a:latin typeface="IBM Plex Sans"/>
              </a:rPr>
              <a:t>pemberitahuan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Pengidentifikasi kunci publik </a:t>
            </a:r>
            <a:r>
              <a:rPr sz="2000" b="1" i="1">
                <a:latin typeface="IBM Plex Sans"/>
              </a:rPr>
              <a:t>dari masukan pertama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pengenal </a:t>
            </a:r>
            <a:r>
              <a:rPr sz="2000" b="1" i="1">
                <a:latin typeface="IBM Plex Sans"/>
              </a:rPr>
              <a:t>'OP_RETURN'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Kunci publik lainnya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Kunci pribadi lainnya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Kunci Utama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Alamat lain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Pembayaran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alamat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Pembayaran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pertama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Derivasi kunci anak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Penambahan titik pada kurva elips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Derivasi alamat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Alamat pemberitahuan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utama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pembayaran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kunci anak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Penambahan titik pada kurva elips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alamat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pemberitahuan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publik lainnya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pribadi lainnya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lain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pembayaran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Pembayaran kedua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pembayaran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kunci anak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kunci 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pemberitahuan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pembayaran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utama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Penambahan titik pada kurva elips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alamat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Titik G pada kurva elips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 publik tanpa jaminan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Absis dari 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 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Titik G pada kurva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publik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pembayaran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pribadi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pembayaran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Kode pembayaran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Alamat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publik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Kunci pribadi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publik lainnya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 lain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Pertama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penggantian biaya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kunci anak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Penambahan titik pada kurva elips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Derivasi alamat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Pemberitahuan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Alamat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utama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Kunci pribadi lainnya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Kunci publik yang diubah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Kunci publik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pembayaran klasik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Akar Merkle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naskah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naskah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naskah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naskah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masukan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keluaran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Perubahan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