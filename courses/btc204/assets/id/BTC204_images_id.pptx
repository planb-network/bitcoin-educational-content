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5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  <p:sldId id="327" r:id="rId75"/>
    <p:sldId id="328" r:id="rId76"/>
    <p:sldId id="329" r:id="rId77"/>
    <p:sldId id="330" r:id="rId78"/>
    <p:sldId id="331" r:id="rId79"/>
    <p:sldId id="332" r:id="rId80"/>
    <p:sldId id="333" r:id="rId81"/>
    <p:sldId id="334" r:id="rId82"/>
    <p:sldId id="335" r:id="rId83"/>
    <p:sldId id="336" r:id="rId84"/>
    <p:sldId id="337" r:id="rId85"/>
    <p:sldId id="338" r:id="rId86"/>
    <p:sldId id="339" r:id="rId87"/>
    <p:sldId id="340" r:id="rId88"/>
    <p:sldId id="341" r:id="rId89"/>
    <p:sldId id="342" r:id="rId90"/>
    <p:sldId id="343" r:id="rId91"/>
    <p:sldId id="344" r:id="rId92"/>
    <p:sldId id="345" r:id="rId93"/>
    <p:sldId id="346" r:id="rId94"/>
    <p:sldId id="347" r:id="rId95"/>
    <p:sldId id="348" r:id="rId96"/>
    <p:sldId id="349" r:id="rId97"/>
    <p:sldId id="350" r:id="rId98"/>
    <p:sldId id="351" r:id="rId99"/>
    <p:sldId id="352" r:id="rId100"/>
    <p:sldId id="353" r:id="rId101"/>
    <p:sldId id="354" r:id="rId102"/>
    <p:sldId id="355" r:id="rId103"/>
    <p:sldId id="356" r:id="rId104"/>
    <p:sldId id="357" r:id="rId105"/>
    <p:sldId id="358" r:id="rId106"/>
    <p:sldId id="359" r:id="rId107"/>
    <p:sldId id="360" r:id="rId108"/>
    <p:sldId id="361" r:id="rId109"/>
    <p:sldId id="362" r:id="rId110"/>
    <p:sldId id="363" r:id="rId111"/>
    <p:sldId id="364" r:id="rId112"/>
    <p:sldId id="365" r:id="rId113"/>
    <p:sldId id="366" r:id="rId114"/>
    <p:sldId id="367" r:id="rId115"/>
    <p:sldId id="368" r:id="rId116"/>
    <p:sldId id="369" r:id="rId117"/>
    <p:sldId id="370" r:id="rId118"/>
    <p:sldId id="371" r:id="rId119"/>
    <p:sldId id="372" r:id="rId120"/>
    <p:sldId id="373" r:id="rId121"/>
    <p:sldId id="374" r:id="rId122"/>
    <p:sldId id="375" r:id="rId123"/>
    <p:sldId id="376" r:id="rId124"/>
    <p:sldId id="377" r:id="rId125"/>
    <p:sldId id="378" r:id="rId126"/>
    <p:sldId id="379" r:id="rId127"/>
    <p:sldId id="380" r:id="rId128"/>
    <p:sldId id="381" r:id="rId129"/>
    <p:sldId id="382" r:id="rId130"/>
    <p:sldId id="383" r:id="rId131"/>
    <p:sldId id="384" r:id="rId132"/>
    <p:sldId id="385" r:id="rId133"/>
    <p:sldId id="386" r:id="rId134"/>
    <p:sldId id="387" r:id="rId135"/>
    <p:sldId id="388" r:id="rId136"/>
    <p:sldId id="389" r:id="rId137"/>
    <p:sldId id="390" r:id="rId138"/>
    <p:sldId id="391" r:id="rId139"/>
    <p:sldId id="392" r:id="rId140"/>
    <p:sldId id="393" r:id="rId141"/>
    <p:sldId id="394" r:id="rId142"/>
    <p:sldId id="395" r:id="rId143"/>
    <p:sldId id="396" r:id="rId144"/>
    <p:sldId id="397" r:id="rId145"/>
    <p:sldId id="398" r:id="rId146"/>
    <p:sldId id="399" r:id="rId147"/>
    <p:sldId id="400" r:id="rId148"/>
    <p:sldId id="401" r:id="rId149"/>
    <p:sldId id="402" r:id="rId150"/>
    <p:sldId id="403" r:id="rId151"/>
    <p:sldId id="404" r:id="rId152"/>
    <p:sldId id="405" r:id="rId153"/>
    <p:sldId id="406" r:id="rId154"/>
    <p:sldId id="407" r:id="rId155"/>
    <p:sldId id="408" r:id="rId156"/>
    <p:sldId id="409" r:id="rId157"/>
    <p:sldId id="410" r:id="rId158"/>
    <p:sldId id="411" r:id="rId159"/>
    <p:sldId id="412" r:id="rId160"/>
    <p:sldId id="413" r:id="rId161"/>
    <p:sldId id="414" r:id="rId162"/>
    <p:sldId id="415" r:id="rId163"/>
    <p:sldId id="416" r:id="rId164"/>
    <p:sldId id="417" r:id="rId165"/>
    <p:sldId id="418" r:id="rId166"/>
    <p:sldId id="419" r:id="rId167"/>
    <p:sldId id="420" r:id="rId168"/>
    <p:sldId id="421" r:id="rId169"/>
    <p:sldId id="422" r:id="rId170"/>
    <p:sldId id="423" r:id="rId171"/>
    <p:sldId id="424" r:id="rId172"/>
    <p:sldId id="425" r:id="rId173"/>
    <p:sldId id="426" r:id="rId174"/>
    <p:sldId id="427" r:id="rId175"/>
    <p:sldId id="428" r:id="rId176"/>
    <p:sldId id="429" r:id="rId177"/>
    <p:sldId id="430" r:id="rId178"/>
    <p:sldId id="431" r:id="rId179"/>
    <p:sldId id="432" r:id="rId180"/>
    <p:sldId id="433" r:id="rId181"/>
    <p:sldId id="434" r:id="rId182"/>
    <p:sldId id="435" r:id="rId183"/>
    <p:sldId id="436" r:id="rId184"/>
    <p:sldId id="437" r:id="rId185"/>
    <p:sldId id="438" r:id="rId186"/>
    <p:sldId id="439" r:id="rId187"/>
    <p:sldId id="440" r:id="rId188"/>
    <p:sldId id="441" r:id="rId189"/>
    <p:sldId id="442" r:id="rId190"/>
    <p:sldId id="443" r:id="rId191"/>
    <p:sldId id="444" r:id="rId192"/>
    <p:sldId id="445" r:id="rId193"/>
    <p:sldId id="446" r:id="rId194"/>
    <p:sldId id="447" r:id="rId195"/>
    <p:sldId id="448" r:id="rId196"/>
    <p:sldId id="449" r:id="rId197"/>
    <p:sldId id="450" r:id="rId198"/>
    <p:sldId id="451" r:id="rId199"/>
    <p:sldId id="452" r:id="rId200"/>
    <p:sldId id="453" r:id="rId201"/>
    <p:sldId id="454" r:id="rId202"/>
    <p:sldId id="455" r:id="rId203"/>
    <p:sldId id="456" r:id="rId204"/>
    <p:sldId id="457" r:id="rId205"/>
    <p:sldId id="458" r:id="rId206"/>
    <p:sldId id="459" r:id="rId207"/>
    <p:sldId id="460" r:id="rId208"/>
    <p:sldId id="461" r:id="rId209"/>
    <p:sldId id="462" r:id="rId210"/>
    <p:sldId id="463" r:id="rId211"/>
    <p:sldId id="464" r:id="rId212"/>
    <p:sldId id="465" r:id="rId213"/>
    <p:sldId id="466" r:id="rId214"/>
    <p:sldId id="467" r:id="rId215"/>
    <p:sldId id="468" r:id="rId216"/>
    <p:sldId id="469" r:id="rId217"/>
    <p:sldId id="470" r:id="rId218"/>
    <p:sldId id="471" r:id="rId219"/>
    <p:sldId id="472" r:id="rId220"/>
    <p:sldId id="473" r:id="rId221"/>
    <p:sldId id="474" r:id="rId222"/>
    <p:sldId id="475" r:id="rId223"/>
    <p:sldId id="476" r:id="rId224"/>
    <p:sldId id="477" r:id="rId225"/>
    <p:sldId id="478" r:id="rId226"/>
    <p:sldId id="479" r:id="rId227"/>
    <p:sldId id="480" r:id="rId228"/>
    <p:sldId id="481" r:id="rId229"/>
    <p:sldId id="482" r:id="rId230"/>
    <p:sldId id="483" r:id="rId231"/>
    <p:sldId id="484" r:id="rId232"/>
    <p:sldId id="485" r:id="rId233"/>
    <p:sldId id="486" r:id="rId234"/>
    <p:sldId id="487" r:id="rId235"/>
    <p:sldId id="488" r:id="rId236"/>
    <p:sldId id="489" r:id="rId237"/>
    <p:sldId id="490" r:id="rId238"/>
    <p:sldId id="491" r:id="rId239"/>
    <p:sldId id="492" r:id="rId240"/>
    <p:sldId id="493" r:id="rId241"/>
    <p:sldId id="494" r:id="rId242"/>
    <p:sldId id="495" r:id="rId243"/>
    <p:sldId id="496" r:id="rId244"/>
    <p:sldId id="497" r:id="rId245"/>
    <p:sldId id="498" r:id="rId246"/>
    <p:sldId id="499" r:id="rId247"/>
    <p:sldId id="500" r:id="rId248"/>
    <p:sldId id="501" r:id="rId249"/>
    <p:sldId id="502" r:id="rId250"/>
    <p:sldId id="503" r:id="rId251"/>
    <p:sldId id="504" r:id="rId252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69.xml"/><Relationship Id="rId73" Type="http://schemas.openxmlformats.org/officeDocument/2006/relationships/slide" Target="slides/slide70.xml"/><Relationship Id="rId74" Type="http://schemas.openxmlformats.org/officeDocument/2006/relationships/slide" Target="slides/slide71.xml"/><Relationship Id="rId75" Type="http://schemas.openxmlformats.org/officeDocument/2006/relationships/slide" Target="slides/slide72.xml"/><Relationship Id="rId76" Type="http://schemas.openxmlformats.org/officeDocument/2006/relationships/slide" Target="slides/slide73.xml"/><Relationship Id="rId77" Type="http://schemas.openxmlformats.org/officeDocument/2006/relationships/slide" Target="slides/slide74.xml"/><Relationship Id="rId78" Type="http://schemas.openxmlformats.org/officeDocument/2006/relationships/slide" Target="slides/slide75.xml"/><Relationship Id="rId79" Type="http://schemas.openxmlformats.org/officeDocument/2006/relationships/slide" Target="slides/slide76.xml"/><Relationship Id="rId80" Type="http://schemas.openxmlformats.org/officeDocument/2006/relationships/slide" Target="slides/slide77.xml"/><Relationship Id="rId81" Type="http://schemas.openxmlformats.org/officeDocument/2006/relationships/slide" Target="slides/slide78.xml"/><Relationship Id="rId82" Type="http://schemas.openxmlformats.org/officeDocument/2006/relationships/slide" Target="slides/slide79.xml"/><Relationship Id="rId83" Type="http://schemas.openxmlformats.org/officeDocument/2006/relationships/slide" Target="slides/slide80.xml"/><Relationship Id="rId84" Type="http://schemas.openxmlformats.org/officeDocument/2006/relationships/slide" Target="slides/slide81.xml"/><Relationship Id="rId85" Type="http://schemas.openxmlformats.org/officeDocument/2006/relationships/slide" Target="slides/slide82.xml"/><Relationship Id="rId86" Type="http://schemas.openxmlformats.org/officeDocument/2006/relationships/slide" Target="slides/slide83.xml"/><Relationship Id="rId87" Type="http://schemas.openxmlformats.org/officeDocument/2006/relationships/slide" Target="slides/slide84.xml"/><Relationship Id="rId88" Type="http://schemas.openxmlformats.org/officeDocument/2006/relationships/slide" Target="slides/slide85.xml"/><Relationship Id="rId89" Type="http://schemas.openxmlformats.org/officeDocument/2006/relationships/slide" Target="slides/slide86.xml"/><Relationship Id="rId90" Type="http://schemas.openxmlformats.org/officeDocument/2006/relationships/slide" Target="slides/slide87.xml"/><Relationship Id="rId91" Type="http://schemas.openxmlformats.org/officeDocument/2006/relationships/slide" Target="slides/slide88.xml"/><Relationship Id="rId92" Type="http://schemas.openxmlformats.org/officeDocument/2006/relationships/slide" Target="slides/slide89.xml"/><Relationship Id="rId93" Type="http://schemas.openxmlformats.org/officeDocument/2006/relationships/slide" Target="slides/slide90.xml"/><Relationship Id="rId94" Type="http://schemas.openxmlformats.org/officeDocument/2006/relationships/slide" Target="slides/slide91.xml"/><Relationship Id="rId95" Type="http://schemas.openxmlformats.org/officeDocument/2006/relationships/slide" Target="slides/slide92.xml"/><Relationship Id="rId96" Type="http://schemas.openxmlformats.org/officeDocument/2006/relationships/slide" Target="slides/slide93.xml"/><Relationship Id="rId97" Type="http://schemas.openxmlformats.org/officeDocument/2006/relationships/slide" Target="slides/slide94.xml"/><Relationship Id="rId98" Type="http://schemas.openxmlformats.org/officeDocument/2006/relationships/slide" Target="slides/slide95.xml"/><Relationship Id="rId99" Type="http://schemas.openxmlformats.org/officeDocument/2006/relationships/slide" Target="slides/slide96.xml"/><Relationship Id="rId100" Type="http://schemas.openxmlformats.org/officeDocument/2006/relationships/slide" Target="slides/slide97.xml"/><Relationship Id="rId101" Type="http://schemas.openxmlformats.org/officeDocument/2006/relationships/slide" Target="slides/slide98.xml"/><Relationship Id="rId102" Type="http://schemas.openxmlformats.org/officeDocument/2006/relationships/slide" Target="slides/slide99.xml"/><Relationship Id="rId103" Type="http://schemas.openxmlformats.org/officeDocument/2006/relationships/slide" Target="slides/slide100.xml"/><Relationship Id="rId104" Type="http://schemas.openxmlformats.org/officeDocument/2006/relationships/slide" Target="slides/slide101.xml"/><Relationship Id="rId105" Type="http://schemas.openxmlformats.org/officeDocument/2006/relationships/slide" Target="slides/slide102.xml"/><Relationship Id="rId106" Type="http://schemas.openxmlformats.org/officeDocument/2006/relationships/slide" Target="slides/slide103.xml"/><Relationship Id="rId107" Type="http://schemas.openxmlformats.org/officeDocument/2006/relationships/slide" Target="slides/slide104.xml"/><Relationship Id="rId108" Type="http://schemas.openxmlformats.org/officeDocument/2006/relationships/slide" Target="slides/slide105.xml"/><Relationship Id="rId109" Type="http://schemas.openxmlformats.org/officeDocument/2006/relationships/slide" Target="slides/slide106.xml"/><Relationship Id="rId110" Type="http://schemas.openxmlformats.org/officeDocument/2006/relationships/slide" Target="slides/slide107.xml"/><Relationship Id="rId111" Type="http://schemas.openxmlformats.org/officeDocument/2006/relationships/slide" Target="slides/slide108.xml"/><Relationship Id="rId112" Type="http://schemas.openxmlformats.org/officeDocument/2006/relationships/slide" Target="slides/slide109.xml"/><Relationship Id="rId113" Type="http://schemas.openxmlformats.org/officeDocument/2006/relationships/slide" Target="slides/slide110.xml"/><Relationship Id="rId114" Type="http://schemas.openxmlformats.org/officeDocument/2006/relationships/slide" Target="slides/slide111.xml"/><Relationship Id="rId115" Type="http://schemas.openxmlformats.org/officeDocument/2006/relationships/slide" Target="slides/slide112.xml"/><Relationship Id="rId116" Type="http://schemas.openxmlformats.org/officeDocument/2006/relationships/slide" Target="slides/slide113.xml"/><Relationship Id="rId117" Type="http://schemas.openxmlformats.org/officeDocument/2006/relationships/slide" Target="slides/slide114.xml"/><Relationship Id="rId118" Type="http://schemas.openxmlformats.org/officeDocument/2006/relationships/slide" Target="slides/slide115.xml"/><Relationship Id="rId119" Type="http://schemas.openxmlformats.org/officeDocument/2006/relationships/slide" Target="slides/slide116.xml"/><Relationship Id="rId120" Type="http://schemas.openxmlformats.org/officeDocument/2006/relationships/slide" Target="slides/slide117.xml"/><Relationship Id="rId121" Type="http://schemas.openxmlformats.org/officeDocument/2006/relationships/slide" Target="slides/slide118.xml"/><Relationship Id="rId122" Type="http://schemas.openxmlformats.org/officeDocument/2006/relationships/slide" Target="slides/slide119.xml"/><Relationship Id="rId123" Type="http://schemas.openxmlformats.org/officeDocument/2006/relationships/slide" Target="slides/slide120.xml"/><Relationship Id="rId124" Type="http://schemas.openxmlformats.org/officeDocument/2006/relationships/slide" Target="slides/slide121.xml"/><Relationship Id="rId125" Type="http://schemas.openxmlformats.org/officeDocument/2006/relationships/slide" Target="slides/slide122.xml"/><Relationship Id="rId126" Type="http://schemas.openxmlformats.org/officeDocument/2006/relationships/slide" Target="slides/slide123.xml"/><Relationship Id="rId127" Type="http://schemas.openxmlformats.org/officeDocument/2006/relationships/slide" Target="slides/slide124.xml"/><Relationship Id="rId128" Type="http://schemas.openxmlformats.org/officeDocument/2006/relationships/slide" Target="slides/slide125.xml"/><Relationship Id="rId129" Type="http://schemas.openxmlformats.org/officeDocument/2006/relationships/slide" Target="slides/slide126.xml"/><Relationship Id="rId130" Type="http://schemas.openxmlformats.org/officeDocument/2006/relationships/slide" Target="slides/slide127.xml"/><Relationship Id="rId131" Type="http://schemas.openxmlformats.org/officeDocument/2006/relationships/slide" Target="slides/slide128.xml"/><Relationship Id="rId132" Type="http://schemas.openxmlformats.org/officeDocument/2006/relationships/slide" Target="slides/slide129.xml"/><Relationship Id="rId133" Type="http://schemas.openxmlformats.org/officeDocument/2006/relationships/slide" Target="slides/slide130.xml"/><Relationship Id="rId134" Type="http://schemas.openxmlformats.org/officeDocument/2006/relationships/slide" Target="slides/slide131.xml"/><Relationship Id="rId135" Type="http://schemas.openxmlformats.org/officeDocument/2006/relationships/slide" Target="slides/slide132.xml"/><Relationship Id="rId136" Type="http://schemas.openxmlformats.org/officeDocument/2006/relationships/slide" Target="slides/slide133.xml"/><Relationship Id="rId137" Type="http://schemas.openxmlformats.org/officeDocument/2006/relationships/slide" Target="slides/slide134.xml"/><Relationship Id="rId138" Type="http://schemas.openxmlformats.org/officeDocument/2006/relationships/slide" Target="slides/slide135.xml"/><Relationship Id="rId139" Type="http://schemas.openxmlformats.org/officeDocument/2006/relationships/slide" Target="slides/slide136.xml"/><Relationship Id="rId140" Type="http://schemas.openxmlformats.org/officeDocument/2006/relationships/slide" Target="slides/slide137.xml"/><Relationship Id="rId141" Type="http://schemas.openxmlformats.org/officeDocument/2006/relationships/slide" Target="slides/slide138.xml"/><Relationship Id="rId142" Type="http://schemas.openxmlformats.org/officeDocument/2006/relationships/slide" Target="slides/slide139.xml"/><Relationship Id="rId143" Type="http://schemas.openxmlformats.org/officeDocument/2006/relationships/slide" Target="slides/slide140.xml"/><Relationship Id="rId144" Type="http://schemas.openxmlformats.org/officeDocument/2006/relationships/slide" Target="slides/slide141.xml"/><Relationship Id="rId145" Type="http://schemas.openxmlformats.org/officeDocument/2006/relationships/slide" Target="slides/slide142.xml"/><Relationship Id="rId146" Type="http://schemas.openxmlformats.org/officeDocument/2006/relationships/slide" Target="slides/slide143.xml"/><Relationship Id="rId147" Type="http://schemas.openxmlformats.org/officeDocument/2006/relationships/slide" Target="slides/slide144.xml"/><Relationship Id="rId148" Type="http://schemas.openxmlformats.org/officeDocument/2006/relationships/slide" Target="slides/slide145.xml"/><Relationship Id="rId149" Type="http://schemas.openxmlformats.org/officeDocument/2006/relationships/slide" Target="slides/slide146.xml"/><Relationship Id="rId150" Type="http://schemas.openxmlformats.org/officeDocument/2006/relationships/slide" Target="slides/slide147.xml"/><Relationship Id="rId151" Type="http://schemas.openxmlformats.org/officeDocument/2006/relationships/slide" Target="slides/slide148.xml"/><Relationship Id="rId152" Type="http://schemas.openxmlformats.org/officeDocument/2006/relationships/slide" Target="slides/slide149.xml"/><Relationship Id="rId153" Type="http://schemas.openxmlformats.org/officeDocument/2006/relationships/slide" Target="slides/slide150.xml"/><Relationship Id="rId154" Type="http://schemas.openxmlformats.org/officeDocument/2006/relationships/slide" Target="slides/slide151.xml"/><Relationship Id="rId155" Type="http://schemas.openxmlformats.org/officeDocument/2006/relationships/slide" Target="slides/slide152.xml"/><Relationship Id="rId156" Type="http://schemas.openxmlformats.org/officeDocument/2006/relationships/slide" Target="slides/slide153.xml"/><Relationship Id="rId157" Type="http://schemas.openxmlformats.org/officeDocument/2006/relationships/slide" Target="slides/slide154.xml"/><Relationship Id="rId158" Type="http://schemas.openxmlformats.org/officeDocument/2006/relationships/slide" Target="slides/slide155.xml"/><Relationship Id="rId159" Type="http://schemas.openxmlformats.org/officeDocument/2006/relationships/slide" Target="slides/slide156.xml"/><Relationship Id="rId160" Type="http://schemas.openxmlformats.org/officeDocument/2006/relationships/slide" Target="slides/slide157.xml"/><Relationship Id="rId161" Type="http://schemas.openxmlformats.org/officeDocument/2006/relationships/slide" Target="slides/slide158.xml"/><Relationship Id="rId162" Type="http://schemas.openxmlformats.org/officeDocument/2006/relationships/slide" Target="slides/slide159.xml"/><Relationship Id="rId163" Type="http://schemas.openxmlformats.org/officeDocument/2006/relationships/slide" Target="slides/slide160.xml"/><Relationship Id="rId164" Type="http://schemas.openxmlformats.org/officeDocument/2006/relationships/slide" Target="slides/slide161.xml"/><Relationship Id="rId165" Type="http://schemas.openxmlformats.org/officeDocument/2006/relationships/slide" Target="slides/slide162.xml"/><Relationship Id="rId166" Type="http://schemas.openxmlformats.org/officeDocument/2006/relationships/slide" Target="slides/slide163.xml"/><Relationship Id="rId167" Type="http://schemas.openxmlformats.org/officeDocument/2006/relationships/slide" Target="slides/slide164.xml"/><Relationship Id="rId168" Type="http://schemas.openxmlformats.org/officeDocument/2006/relationships/slide" Target="slides/slide165.xml"/><Relationship Id="rId169" Type="http://schemas.openxmlformats.org/officeDocument/2006/relationships/slide" Target="slides/slide166.xml"/><Relationship Id="rId170" Type="http://schemas.openxmlformats.org/officeDocument/2006/relationships/slide" Target="slides/slide167.xml"/><Relationship Id="rId171" Type="http://schemas.openxmlformats.org/officeDocument/2006/relationships/slide" Target="slides/slide168.xml"/><Relationship Id="rId172" Type="http://schemas.openxmlformats.org/officeDocument/2006/relationships/slide" Target="slides/slide169.xml"/><Relationship Id="rId173" Type="http://schemas.openxmlformats.org/officeDocument/2006/relationships/slide" Target="slides/slide170.xml"/><Relationship Id="rId174" Type="http://schemas.openxmlformats.org/officeDocument/2006/relationships/slide" Target="slides/slide171.xml"/><Relationship Id="rId175" Type="http://schemas.openxmlformats.org/officeDocument/2006/relationships/slide" Target="slides/slide172.xml"/><Relationship Id="rId176" Type="http://schemas.openxmlformats.org/officeDocument/2006/relationships/slide" Target="slides/slide173.xml"/><Relationship Id="rId177" Type="http://schemas.openxmlformats.org/officeDocument/2006/relationships/slide" Target="slides/slide174.xml"/><Relationship Id="rId178" Type="http://schemas.openxmlformats.org/officeDocument/2006/relationships/slide" Target="slides/slide175.xml"/><Relationship Id="rId179" Type="http://schemas.openxmlformats.org/officeDocument/2006/relationships/slide" Target="slides/slide176.xml"/><Relationship Id="rId180" Type="http://schemas.openxmlformats.org/officeDocument/2006/relationships/slide" Target="slides/slide177.xml"/><Relationship Id="rId181" Type="http://schemas.openxmlformats.org/officeDocument/2006/relationships/slide" Target="slides/slide178.xml"/><Relationship Id="rId182" Type="http://schemas.openxmlformats.org/officeDocument/2006/relationships/slide" Target="slides/slide179.xml"/><Relationship Id="rId183" Type="http://schemas.openxmlformats.org/officeDocument/2006/relationships/slide" Target="slides/slide180.xml"/><Relationship Id="rId184" Type="http://schemas.openxmlformats.org/officeDocument/2006/relationships/slide" Target="slides/slide181.xml"/><Relationship Id="rId185" Type="http://schemas.openxmlformats.org/officeDocument/2006/relationships/slide" Target="slides/slide182.xml"/><Relationship Id="rId186" Type="http://schemas.openxmlformats.org/officeDocument/2006/relationships/slide" Target="slides/slide183.xml"/><Relationship Id="rId187" Type="http://schemas.openxmlformats.org/officeDocument/2006/relationships/slide" Target="slides/slide184.xml"/><Relationship Id="rId188" Type="http://schemas.openxmlformats.org/officeDocument/2006/relationships/slide" Target="slides/slide185.xml"/><Relationship Id="rId189" Type="http://schemas.openxmlformats.org/officeDocument/2006/relationships/slide" Target="slides/slide186.xml"/><Relationship Id="rId190" Type="http://schemas.openxmlformats.org/officeDocument/2006/relationships/slide" Target="slides/slide187.xml"/><Relationship Id="rId191" Type="http://schemas.openxmlformats.org/officeDocument/2006/relationships/slide" Target="slides/slide188.xml"/><Relationship Id="rId192" Type="http://schemas.openxmlformats.org/officeDocument/2006/relationships/slide" Target="slides/slide189.xml"/><Relationship Id="rId193" Type="http://schemas.openxmlformats.org/officeDocument/2006/relationships/slide" Target="slides/slide190.xml"/><Relationship Id="rId194" Type="http://schemas.openxmlformats.org/officeDocument/2006/relationships/slide" Target="slides/slide191.xml"/><Relationship Id="rId195" Type="http://schemas.openxmlformats.org/officeDocument/2006/relationships/slide" Target="slides/slide192.xml"/><Relationship Id="rId196" Type="http://schemas.openxmlformats.org/officeDocument/2006/relationships/slide" Target="slides/slide193.xml"/><Relationship Id="rId197" Type="http://schemas.openxmlformats.org/officeDocument/2006/relationships/slide" Target="slides/slide194.xml"/><Relationship Id="rId198" Type="http://schemas.openxmlformats.org/officeDocument/2006/relationships/slide" Target="slides/slide195.xml"/><Relationship Id="rId199" Type="http://schemas.openxmlformats.org/officeDocument/2006/relationships/slide" Target="slides/slide196.xml"/><Relationship Id="rId200" Type="http://schemas.openxmlformats.org/officeDocument/2006/relationships/slide" Target="slides/slide197.xml"/><Relationship Id="rId201" Type="http://schemas.openxmlformats.org/officeDocument/2006/relationships/slide" Target="slides/slide198.xml"/><Relationship Id="rId202" Type="http://schemas.openxmlformats.org/officeDocument/2006/relationships/slide" Target="slides/slide199.xml"/><Relationship Id="rId203" Type="http://schemas.openxmlformats.org/officeDocument/2006/relationships/slide" Target="slides/slide200.xml"/><Relationship Id="rId204" Type="http://schemas.openxmlformats.org/officeDocument/2006/relationships/slide" Target="slides/slide201.xml"/><Relationship Id="rId205" Type="http://schemas.openxmlformats.org/officeDocument/2006/relationships/slide" Target="slides/slide202.xml"/><Relationship Id="rId206" Type="http://schemas.openxmlformats.org/officeDocument/2006/relationships/slide" Target="slides/slide203.xml"/><Relationship Id="rId207" Type="http://schemas.openxmlformats.org/officeDocument/2006/relationships/slide" Target="slides/slide204.xml"/><Relationship Id="rId208" Type="http://schemas.openxmlformats.org/officeDocument/2006/relationships/slide" Target="slides/slide205.xml"/><Relationship Id="rId209" Type="http://schemas.openxmlformats.org/officeDocument/2006/relationships/slide" Target="slides/slide206.xml"/><Relationship Id="rId210" Type="http://schemas.openxmlformats.org/officeDocument/2006/relationships/slide" Target="slides/slide207.xml"/><Relationship Id="rId211" Type="http://schemas.openxmlformats.org/officeDocument/2006/relationships/slide" Target="slides/slide208.xml"/><Relationship Id="rId212" Type="http://schemas.openxmlformats.org/officeDocument/2006/relationships/slide" Target="slides/slide209.xml"/><Relationship Id="rId213" Type="http://schemas.openxmlformats.org/officeDocument/2006/relationships/slide" Target="slides/slide210.xml"/><Relationship Id="rId214" Type="http://schemas.openxmlformats.org/officeDocument/2006/relationships/slide" Target="slides/slide211.xml"/><Relationship Id="rId215" Type="http://schemas.openxmlformats.org/officeDocument/2006/relationships/slide" Target="slides/slide212.xml"/><Relationship Id="rId216" Type="http://schemas.openxmlformats.org/officeDocument/2006/relationships/slide" Target="slides/slide213.xml"/><Relationship Id="rId217" Type="http://schemas.openxmlformats.org/officeDocument/2006/relationships/slide" Target="slides/slide214.xml"/><Relationship Id="rId218" Type="http://schemas.openxmlformats.org/officeDocument/2006/relationships/slide" Target="slides/slide215.xml"/><Relationship Id="rId219" Type="http://schemas.openxmlformats.org/officeDocument/2006/relationships/slide" Target="slides/slide216.xml"/><Relationship Id="rId220" Type="http://schemas.openxmlformats.org/officeDocument/2006/relationships/slide" Target="slides/slide217.xml"/><Relationship Id="rId221" Type="http://schemas.openxmlformats.org/officeDocument/2006/relationships/slide" Target="slides/slide218.xml"/><Relationship Id="rId222" Type="http://schemas.openxmlformats.org/officeDocument/2006/relationships/slide" Target="slides/slide219.xml"/><Relationship Id="rId223" Type="http://schemas.openxmlformats.org/officeDocument/2006/relationships/slide" Target="slides/slide220.xml"/><Relationship Id="rId224" Type="http://schemas.openxmlformats.org/officeDocument/2006/relationships/slide" Target="slides/slide221.xml"/><Relationship Id="rId225" Type="http://schemas.openxmlformats.org/officeDocument/2006/relationships/slide" Target="slides/slide222.xml"/><Relationship Id="rId226" Type="http://schemas.openxmlformats.org/officeDocument/2006/relationships/slide" Target="slides/slide223.xml"/><Relationship Id="rId227" Type="http://schemas.openxmlformats.org/officeDocument/2006/relationships/slide" Target="slides/slide224.xml"/><Relationship Id="rId228" Type="http://schemas.openxmlformats.org/officeDocument/2006/relationships/slide" Target="slides/slide225.xml"/><Relationship Id="rId229" Type="http://schemas.openxmlformats.org/officeDocument/2006/relationships/slide" Target="slides/slide226.xml"/><Relationship Id="rId230" Type="http://schemas.openxmlformats.org/officeDocument/2006/relationships/slide" Target="slides/slide227.xml"/><Relationship Id="rId231" Type="http://schemas.openxmlformats.org/officeDocument/2006/relationships/slide" Target="slides/slide228.xml"/><Relationship Id="rId232" Type="http://schemas.openxmlformats.org/officeDocument/2006/relationships/slide" Target="slides/slide229.xml"/><Relationship Id="rId233" Type="http://schemas.openxmlformats.org/officeDocument/2006/relationships/slide" Target="slides/slide230.xml"/><Relationship Id="rId234" Type="http://schemas.openxmlformats.org/officeDocument/2006/relationships/slide" Target="slides/slide231.xml"/><Relationship Id="rId235" Type="http://schemas.openxmlformats.org/officeDocument/2006/relationships/slide" Target="slides/slide232.xml"/><Relationship Id="rId236" Type="http://schemas.openxmlformats.org/officeDocument/2006/relationships/slide" Target="slides/slide233.xml"/><Relationship Id="rId237" Type="http://schemas.openxmlformats.org/officeDocument/2006/relationships/slide" Target="slides/slide234.xml"/><Relationship Id="rId238" Type="http://schemas.openxmlformats.org/officeDocument/2006/relationships/slide" Target="slides/slide235.xml"/><Relationship Id="rId239" Type="http://schemas.openxmlformats.org/officeDocument/2006/relationships/slide" Target="slides/slide236.xml"/><Relationship Id="rId240" Type="http://schemas.openxmlformats.org/officeDocument/2006/relationships/slide" Target="slides/slide237.xml"/><Relationship Id="rId241" Type="http://schemas.openxmlformats.org/officeDocument/2006/relationships/slide" Target="slides/slide238.xml"/><Relationship Id="rId242" Type="http://schemas.openxmlformats.org/officeDocument/2006/relationships/slide" Target="slides/slide239.xml"/><Relationship Id="rId243" Type="http://schemas.openxmlformats.org/officeDocument/2006/relationships/slide" Target="slides/slide240.xml"/><Relationship Id="rId244" Type="http://schemas.openxmlformats.org/officeDocument/2006/relationships/slide" Target="slides/slide241.xml"/><Relationship Id="rId245" Type="http://schemas.openxmlformats.org/officeDocument/2006/relationships/slide" Target="slides/slide242.xml"/><Relationship Id="rId246" Type="http://schemas.openxmlformats.org/officeDocument/2006/relationships/slide" Target="slides/slide243.xml"/><Relationship Id="rId247" Type="http://schemas.openxmlformats.org/officeDocument/2006/relationships/slide" Target="slides/slide244.xml"/><Relationship Id="rId248" Type="http://schemas.openxmlformats.org/officeDocument/2006/relationships/slide" Target="slides/slide245.xml"/><Relationship Id="rId249" Type="http://schemas.openxmlformats.org/officeDocument/2006/relationships/slide" Target="slides/slide246.xml"/><Relationship Id="rId250" Type="http://schemas.openxmlformats.org/officeDocument/2006/relationships/slide" Target="slides/slide247.xml"/><Relationship Id="rId251" Type="http://schemas.openxmlformats.org/officeDocument/2006/relationships/slide" Target="slides/slide248.xml"/><Relationship Id="rId252" Type="http://schemas.openxmlformats.org/officeDocument/2006/relationships/slide" Target="slides/slide249.xml"/><Relationship Id="rId253" Type="http://schemas.openxmlformats.org/officeDocument/2006/relationships/notesMaster" Target="notesMasters/notesMaster1.xml"/><Relationship Id="rId254" Type="http://schemas.openxmlformats.org/officeDocument/2006/relationships/presProps" Target="presProps.xml"/><Relationship Id="rId255" Type="http://schemas.openxmlformats.org/officeDocument/2006/relationships/tableStyles" Target="tableStyles.xml"/><Relationship Id="rId25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6246440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7401066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33905640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839963979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14439934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50396611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2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3.xml"/></Relationships>
</file>

<file path=ppt/notesSlides/_rels/notesSlide2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4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5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6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7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8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9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0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1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2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3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4.xml"/></Relationships>
</file>

<file path=ppt/notesSlides/_rels/notesSlide2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5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6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7.xml"/></Relationships>
</file>

<file path=ppt/notesSlides/_rels/notesSlide2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8.xml"/></Relationships>
</file>

<file path=ppt/notesSlides/_rels/notesSlide2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9.xml"/></Relationships>
</file>

<file path=ppt/notesSlides/_rels/notesSlide2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0.xml"/></Relationships>
</file>

<file path=ppt/notesSlides/_rels/notesSlide2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1.xml"/></Relationships>
</file>

<file path=ppt/notesSlides/_rels/notesSlide2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2.xml"/></Relationships>
</file>

<file path=ppt/notesSlides/_rels/notesSlide2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3.xml"/></Relationships>
</file>

<file path=ppt/notesSlides/_rels/notesSlide2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4.xml"/></Relationships>
</file>

<file path=ppt/notesSlides/_rels/notesSlide2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5.xml"/></Relationships>
</file>

<file path=ppt/notesSlides/_rels/notesSlide2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6.xml"/></Relationships>
</file>

<file path=ppt/notesSlides/_rels/notesSlide2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7.xml"/></Relationships>
</file>

<file path=ppt/notesSlides/_rels/notesSlide2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8.xml"/></Relationships>
</file>

<file path=ppt/notesSlides/_rels/notesSlide2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9.xml"/></Relationships>
</file>

<file path=ppt/notesSlides/_rels/notesSlide2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0.xml"/></Relationships>
</file>

<file path=ppt/notesSlides/_rels/notesSlide2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1.xml"/></Relationships>
</file>

<file path=ppt/notesSlides/_rels/notesSlide2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2.xml"/></Relationships>
</file>

<file path=ppt/notesSlides/_rels/notesSlide2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3.xml"/></Relationships>
</file>

<file path=ppt/notesSlides/_rels/notesSlide2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4.xml"/></Relationships>
</file>

<file path=ppt/notesSlides/_rels/notesSlide2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5.xml"/></Relationships>
</file>

<file path=ppt/notesSlides/_rels/notesSlide2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6.xml"/></Relationships>
</file>

<file path=ppt/notesSlides/_rels/notesSlide2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7.xml"/></Relationships>
</file>

<file path=ppt/notesSlides/_rels/notesSlide2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8.xml"/></Relationships>
</file>

<file path=ppt/notesSlides/_rels/notesSlide2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3019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31384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79526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63B20E-151F-5485-6878-9F59E6F098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51503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73020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61954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B70EFC-A0F5-63E9-69EB-AD4D519B38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55396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12065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144986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B91DE0C-1C3E-0E68-FFC9-3FEA95531A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00562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14604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31182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1109B6-5715-A20A-0EEA-79DF0AFF4F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52711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5840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986828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C0CD6D-63A2-D73F-33E3-BA5C1809B2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7325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72147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331417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E637D3-CAED-F5FF-E490-0379CD45DE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27349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340832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950706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3CA816-92FD-36B3-83A1-4CFFF1C3E2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78432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22700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06409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7CD643-5F59-6068-E218-FA77954E273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70292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52818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828458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39C80C-D3B2-4BC9-EF4F-87183FA4588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6938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61540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265398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4E1B67-C498-C3A9-F50A-8F0B11FF8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38408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98206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00574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6D85F42-905F-7C00-64AB-3A8E138A23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51548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341394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193368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91ED62-CDD7-FE58-7AD2-B71EBC1CC8C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6101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77622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429967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19EFB71-35D6-B571-100C-03E3EA98B4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23767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483723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3226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A6AC6C-9CB4-2FEA-3499-364CE2EAF1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09819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92963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16042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952397-BC4D-32D2-2949-8C0CF9800C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5422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17799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15997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73256F-DE0B-9A83-0291-FD6C53121E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269896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232507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38296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5E0558-D29D-250A-5402-504F009AAB5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8053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00080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466161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EA37A0-8309-A860-FCB3-03E047B676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27946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60472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596613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A15C2-DC3B-7986-F34F-B2CEE62EC3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604709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899248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55982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068668-B9F6-0127-3942-F4064CC648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7767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281362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523466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4D8F4C-2839-9527-4E45-6707A07926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19086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12619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730503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B415F36-4779-3802-CFC7-5DEA430A23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53586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527320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27416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DE3388-4612-BB62-0C43-9A248F08459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093362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60105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74682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FF6EED-9896-EB14-202E-9F0AD0F404D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777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57569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02760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604A-0879-E66C-1768-F5F569A6E02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36705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435074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71042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8A877-F7E2-231E-D616-3D6CD0E25B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35714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449874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0248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2E0D6E0-2B09-F9D9-535E-48DE6D6BB4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612844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094468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6360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266912-5ACE-3D23-AEE1-7EC80A2004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37110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377021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61126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568A86-2334-BAFD-F01C-A2D52A9147A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641513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96538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458674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0BB1B3-F8F5-F015-4344-F4A4F16639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59427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5015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27015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FE963A-1DDA-C638-C210-9B4598C171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12721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062443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18167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575F333-DEC6-5024-6F58-B31AB53857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21101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98250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252154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AACBAD-7FB7-BB9F-A6AF-E982E79D620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35470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390926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935089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BB0534-217C-0690-AB44-719AEE9126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5741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500159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09158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F0AF1D-34A9-0F51-E7D4-0CD4516EE8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30162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724030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647382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32307D2-3420-9B1C-BEB4-9CCEDC12FD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62119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777173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213593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6AB6B0-5684-996E-61DD-0A1FE4CA5EB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94005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038932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72031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CCD4BA7-123A-6477-551C-98C29A4C038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70224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32287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753125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95B564C-BC64-D78F-7DF8-5DD98B56B3B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60383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387180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545620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1FEE3A-AB0B-B519-316C-962FECE178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99560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05176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52794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BD78BC2-4CA5-AA2D-73A6-DF12033FD1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739434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28295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9003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8F34FA-A657-0437-DD70-1F9A2295C4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5435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74673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38506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618CE-A96A-EF17-9F0A-C226AFC52B4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40569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417410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64052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178631-4494-F71B-4A9C-B5B59EFE36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5201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863342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138249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78ECBD-136B-846D-08DA-B9FB39854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93526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38563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12409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4845E2B-2541-0741-A232-63ACECD4B52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93251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1827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63161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2D2D33-1764-5638-4232-EE05F7E0AFD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70626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171120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42304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E9470B-C4FA-D64F-9FD7-45FE6D5B2A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8697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46810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353042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681C5D-A9A7-A406-F527-626373BE392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09845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60086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077146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9C3308-9FBB-7F91-043E-4B77F7C2D4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89331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62002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11286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5ED0753-BCC1-7185-E567-15ACADFD28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02496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032041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21688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66EAED-25B7-FCEF-2ADF-93B2D5CE3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0152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97365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04408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7512AB6-DE31-9396-69EF-B32D42F74F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07479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101965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16707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6B8488-5EDD-098D-0BAD-D0EC4D33C5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48771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020987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97159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C6D162E-FCAD-8E40-C6F4-44DBEF5228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48692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783425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33657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73BEE-E368-EA3D-7722-DD939B7E7BD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885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222380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169889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0EDC6EC-6576-9249-A1F3-CBC156A892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40601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34242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96320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5A160-FE23-64F3-E390-4CAF5D9D40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9048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16180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98599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719B8B-DA40-644D-FECA-088B4D50EDD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71595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13940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45539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C2BF85A-7CA3-3773-B606-3DB86FDC86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83994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62201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701510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4E5376-A33A-B8DA-9496-6041C66E0CC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50938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016742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01424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A62106-B11E-112C-2C94-18085CB2B8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41512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341694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71530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ADDF3B-0849-D4FC-75DA-6A96C17D781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74048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17966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15963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263734E-6B8E-0230-0C08-71A03FD83F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13706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608983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6105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7333A39-C7DF-8FBD-3B86-66E23150B1D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514515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873969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1422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CC267D-4A5F-933C-97BB-609D8C5BDA0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854869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19435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1805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45DB39-7E13-AF09-A926-E1F507B53F8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93969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912531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291892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F0E616-9F2A-CD7A-8760-EACE1BAF01E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61309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251693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6379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26C34F-C755-102B-D636-AC520FF08FD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09766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521562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49157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E9698D8-9E2F-9F7F-FC9C-D7F757619F6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4643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43171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8427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734668C-E129-06DE-9F0C-DE18E52B31E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099291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613598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011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085477-319C-F92E-008D-A92EB4297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42214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22401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57229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B15346-ED63-DE81-78D0-6212E8360D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42646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494834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582480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5463BC-3759-41D9-BA10-18BB36D65AB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51446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270645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45983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887E809-AFDB-8613-8FDF-BFE4EB3D04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62408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22488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18384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7D91A8-72F1-CA7B-5360-F8854D59B64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74232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57830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26297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6599DF-1AF0-1F86-A064-29EC350DAA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53705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70324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8722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3C9D0C-5A3F-DA24-1C92-B8AE4EC1F4D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3409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61779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339740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F7068F-340E-0C5D-50A8-88DCE9D4A3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09450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75992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66448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592DB0-12A9-45EB-36B9-4850680574C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88050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62059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74731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1A118E-66F6-1D9F-34F6-176867A1EFA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01438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78294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680048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A04ED3-791D-A636-C824-AD590B8EF4A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50644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746433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055088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2D8163-AE31-DC8E-0981-E0040278DA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51315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39976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7863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E94D2C1-FFCF-BF4E-876C-E2170E77DF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22534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69365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394604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68F560-A5A2-5CBE-BBBD-0DF19F9C36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82700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92332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10559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5BF92C-677E-BF7A-0CA1-39F567F7E27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64581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644503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64487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3989C7A-2D59-A1D9-D158-CB88137B37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324747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996154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07818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A6F77-1B9E-526D-2366-1C921366BC3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92856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741261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463085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E698E01-E5C2-9951-08EE-70C7B71CF2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22083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268036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733388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C52DEA-D7C0-C0D7-DB8D-911091FE5D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0290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14902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183527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FCE1A56-B117-8014-B998-EBA6420BD66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08809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221680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718703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38B75B-0D2C-7197-D335-E5CCD1F3C65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09087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9468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776080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0D7A4C2-49D1-1D64-391E-B70F327E4E9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15443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93326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91505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45785E-850A-1D57-7202-8911D735EBE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133098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77848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626602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958FE3-7D80-100C-5FAE-2FAD89B81A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79229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1901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993624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D4B8EB-BEFC-EB76-725B-D52EF8C092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6976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32875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524922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E19708-1C0E-B1C2-285B-2F4971B022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5096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06841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363689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FF5E66-39BF-4827-6AE8-62B4BCC6D4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017371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557416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38130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1BAF81-5DF3-80B2-5BF4-D667FCDC69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31628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41287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141665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1F53FD-72DD-E032-7727-270F88228E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85134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425480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91923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444F73-96C1-9F92-3B2E-D80456C992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7800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780474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111178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96431B2-10E1-74F7-C0D9-113F3B70DD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8209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064272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355862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34773-9B8F-22BE-D4C0-035EE37FB70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93868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14623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03814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231E3CC-7B09-95F2-B9C9-43D41571E4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9020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0168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364562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C6D49E-910B-6839-F15A-6E6433D5601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9231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5596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55750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1071280-352D-C14A-536F-44E8B13627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26736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59435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8515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34F4AF-EA87-1185-FBCE-E8691D20411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64007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103031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63802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3D922B-7AD6-727B-3DCB-39FEB9EFF9E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98777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56430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56611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4D0F3F-A327-2D59-75E0-35CF5FA627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18410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46922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24520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A09D5D-D3D5-DA5E-1C9E-AB523FC16E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8097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18034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707894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42756C-D520-0BE3-8860-6AD9BE0541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2999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221720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48286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071644D-2C15-E048-16CB-90E1802E95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60606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466990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77401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54BD95-692F-051C-E527-355E4923668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29424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52697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960246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B16A06-601D-2035-DA33-64B63C62A37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578270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21231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55014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2B1CF94-A046-340E-8152-D4870019AB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5878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547848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710262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54DFFEC-5A43-422D-1255-3E10AFF11F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72100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150358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046438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BEA3B9-53C7-01E2-72C9-034BF01993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14272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294259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462443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4557A52-EDF6-355B-B4A4-268D6160B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25119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23535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78981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82EB8D4-6561-3C20-6DEA-132BE6FBEA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044965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174402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531332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50FE25-6D25-C94A-E01C-4CE31990F9B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66353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5976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09541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2C56FC5-36AF-3B37-1219-C01659A6769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30650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2254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046550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A0A257-A37C-7064-60A3-8E065D5CB2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93123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8046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525195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708D72-9954-EF4B-3F8B-934BE868BE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74295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457739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6058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B74203-1346-825B-4D14-D8B64C8924D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1068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28340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88379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29242C-FBA2-280E-7F70-2A727BD04E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77790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412740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89381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36DE5-4252-F7C4-D30F-68B9BF1F19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97581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54079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738167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4EE749-E480-ADA6-B533-82F3041D137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51211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740418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407748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156FDA-AC7A-DEB5-3D2C-58052E2929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61624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8288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8850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8483F9-EAFA-8CA5-426C-14A847F546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3616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44489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06755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230FDC-8574-B29D-C9CD-5712CDDB34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28079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39172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91621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E5FC7C-CECF-57DA-495B-B95E0D589E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32882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76317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872430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750F-6E9F-B4A2-CE05-C746A4E0DF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66423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52971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31228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40D248-6051-AEBC-606C-2F435197211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02819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16683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21688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0EA727-4409-D072-5857-0EBFF5EC1B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27375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573420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222758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C69654-CDFC-BA4D-2A08-69C24A888A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0609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695976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503636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DE92BA-508D-78FE-291F-7F2C48018F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12842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14024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51228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683191D-EC6F-C969-9032-B2517E5181F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78860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42006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206950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A86767-8640-6C81-1C0E-ACED2C1E43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61767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925581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071958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AD02B0-FF6B-10BD-F087-30246681C9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97334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0584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953029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8A6501-A11A-CF70-3430-ECDACF63B40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9615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26283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418659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BE67E1-D88F-1A1D-9C32-627A32B62AD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856918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95449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41048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FFFBA62-F941-6B0A-082F-4324D15271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1448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81104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141142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630361-BC00-B3C1-4F86-D8B8A85A58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99420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61525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642679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43CBEB-AA67-9CB6-63DB-D74546C99E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86415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63478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819129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1FBE25-B8BE-67BF-20DE-C7AA8F1507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55143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445287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63985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B551599-89F6-C00B-EE8D-AFAA69BF63D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92994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589861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82386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643D95-D20E-189F-71F5-35DCAE0330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4236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15271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80103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09FD5A-5723-9FA3-57F1-D6CCA39481F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02612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465230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509132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345297-8917-9C7E-4176-DF9D1DA3CDD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37044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99213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366822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9B31E-6388-251C-9AA5-5C8DC8032D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36073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02492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17940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D8B01A3-A66E-D2C0-90FD-438286819F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99780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74709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24779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7541B5-D91C-F7C0-B51D-DD22EA1A3EC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81900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256995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9792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D49145E-736C-D321-8C7E-A1411BE9CA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73568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880973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872225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491545E-8FE1-DA0B-A238-1DE400BCFE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42179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546503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74138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EB3319-BD38-3CA8-7783-9C07F3033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09888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866529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97310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05CECF3-8C0B-B829-FFF7-517AE0F650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44178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271008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35706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F8659D-F739-CE5B-58DA-DE22208CCD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66200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770386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83515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82B51-5CC5-38A9-096C-300A418BA6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605914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538803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415674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AA2D4F2-F9B8-072E-3240-15913168F5B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0248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895193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79946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BCB252-6BE1-1C11-8378-738189ADF3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38283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126378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50450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748BD3-D91D-F915-E852-2C9B8C95B7F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72863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17958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406020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9FA200-6B00-84F2-A003-AEC38C1BE5B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79840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970707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35072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2FEB16-9916-AE98-DBF6-7D2722440D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93618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45522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24507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D3C8FE-5489-1B5E-3B9E-1A6694A496D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34896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004596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41054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49F10CE-C636-DFAA-37B6-17BC1938A16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08737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43406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65595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DA6771-6868-C24B-A3B0-D5A6605992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11185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44215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449322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E611B8-344F-2453-9F34-BF058890029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83312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268228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53066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ABD20C-261B-1126-9E1E-F83292615E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57549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03838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041036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486888-6E8A-FEFE-FAF8-E0FEE675BA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3197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08826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8298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D461EA-1C69-FEC0-FF2A-A82210AF86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50403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73704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601610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4A0299-CF39-1CF3-C3C5-470201300A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26784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56515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62048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7004CC-4C2C-12E6-DA15-509FF418F04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535524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60822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71897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D126082-D3FC-4677-DFD1-A620158832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48568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894558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153389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8888C6-74F7-770F-6A58-F1A8A3F7D8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35055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42645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03689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0C834D-D395-6A40-DA6C-1250B4F69D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96820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012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980614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62856EE-82C8-79AD-F4F6-388EC67DCA3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27620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82781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8234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921DF3-69AC-EDC8-9441-3FD52D30710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91547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661849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90999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DC12E-7811-82F1-DC02-5673BEBD29F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02593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8695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419529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BE795C-E4EC-DCCA-D50A-CC8C638812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70085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7379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694735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9802CE-5392-01A5-B224-B2C097AAAC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87989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67834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92365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0A5DE3-BB5E-8EE5-E1C4-C61A591737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7537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832385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5177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DA599F-6E1B-CCB6-05C6-6EB1AA3BC75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7222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11227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227161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D4DC0F1-E164-ED5A-ACFE-055B9E8036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72317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03530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6247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E68357F-E29A-FAD7-AE33-00563F5983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06699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769572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80527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8ED5F71-15EE-7806-47D0-B11F0501E75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76021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1309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27020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9CBA10-7089-57C1-C0F5-7D185F284F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63820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49984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525900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8E5F9-A040-5E0A-CC02-6D336DE6596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57183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539715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882307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D8F9827-A069-40B0-EE81-4FE7C2A01D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43642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5233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16917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F38106-8068-BC50-7E39-BE72703B9B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69165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114878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01852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22D322D-C725-2CA8-BA24-46A0F7E52B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801567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78409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05316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6AC8BC-359A-FE46-3A5C-F06092E19E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90012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218087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56215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FC75-F424-6C13-8A86-CF7FB4A130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43153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04588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3473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BBA3ECD-5880-A972-1FC6-5D4B5B6E4B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76054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670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03405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2C08D3D-89B0-DE65-2F88-A592403A46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09392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55623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39800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46B815-B9E6-EA21-0293-8520039834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84915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182585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44873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8BD753-9E03-2D72-CE3F-2F54F9B9098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0808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16509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69856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2D118A-0715-8928-11A8-286847CE4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75726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76839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935647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25FAAA-5E79-17ED-14B1-8BF8BC49B9C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3411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28875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30129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1F0713-EC5C-1DE8-3BDB-04518F8421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26687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253233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77908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112CD3-A233-A7AD-AD38-D19976DF4B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32623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15190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36335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FF1D3B-23B9-1166-2A7C-05789443B5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57997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4895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086936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D289A9-488A-B732-8871-4AB623409E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02956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448880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188714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36B9D00-8190-14BB-D17B-A01A73FD51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00980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340625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626656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AB3216-D572-C390-D931-5F05D617FA0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86849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55517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778421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B50451-68DD-60CD-6FF0-4CFB3F956CD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06185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92564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8099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A21C81B-5C47-09EF-464D-EE4942D47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67018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85989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78040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9361523-4479-619D-EB57-8194B458E9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79817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592988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26509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8C8421-D9CF-EF1F-904C-5707B69CBF2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24746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683103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893079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942833-BE4E-BC23-FA88-E0E2E34F081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43146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700931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092835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7B2B77-97C3-A9A0-FFCF-92E02F8DC55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20553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904625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207059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18AEED-FB7E-E479-C47C-500902401B4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79226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909432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07666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0A71-6C04-EA56-5D93-93F272DC3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65193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949715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765612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17BD78-6948-F6B7-7CAB-3D3BE417882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81474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775271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61941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B9675C-2AF7-6A92-82F2-D2B8719B83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06873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123684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82603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5BA052-C4CF-4F57-A5F8-B5ADABB607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2479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50222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111836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7F5612-6432-CDA5-C18E-200089B2765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98894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19376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113118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667FF6F-311B-92CB-FC34-21FE9F7A132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30007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45270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46035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FA63D6-7A09-0FB5-EA46-6CD6CB1DB4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23958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595670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35921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E4CB86-578C-4998-2C07-5F5757E7317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8448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97037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42291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4810EBC-FD79-1238-0B43-10533C6819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54471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87362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651770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63C2832-FA2B-3538-371D-EF7754CF53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26248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43562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61054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7A5CDA-653C-71D4-EAD9-0821101905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96006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40591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07181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0EC838D-CFE8-2825-8C92-DB7FDA56B30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46358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653461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313449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9FA1DBF-0671-BB38-3D02-2B9AFEF08F8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96211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928411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29060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03804B-8E18-7AB6-D95B-B8CA9A8633B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44831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2045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984474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A0BE00-E293-6B69-CEB8-33DAAD48B1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72362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225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95640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2015F8-EC98-4C44-1C56-318C29A02BB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14992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381610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65374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FF8D74-1725-6669-4623-8991110438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15298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06498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95933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860364-AD71-BDB6-3B58-57A8B86B9E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06056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14559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54498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0CBA406-92B4-D23D-7383-947D5A63623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3184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889026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42188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EA9658-3093-B85E-AAB7-84BAB56786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06928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86598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856462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2FE50E-A373-DB6F-E04A-EB58C743C7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0258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547280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089446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38F1192-9400-6086-23B0-AFB8FC5725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29491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259753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76014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AD7F3F-92E9-4994-627D-A0B3F68672D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85972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75124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88294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E04915D-4B98-5CD6-8708-9BA1A6BC19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64143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90295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42983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E09C22C-AC41-D71E-282E-5396C35055E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4208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77341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4095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58A974-563C-31C7-C5D0-B0B9A267CE6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67739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401544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557208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E1489C-1036-0546-4C89-59E142761E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29278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585737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40969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201AC4-9A89-200E-6644-D7BFF95A4D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35669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92049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30141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A181C1-8AD9-31D5-5A17-BBEBE9F753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709331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05365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959026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F73DC4-1A63-7F53-44E5-60CD71CACB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15489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27142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25065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286E6-19AD-7DD2-CD5B-172A68BC729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39054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965487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712075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8B6590-C5BD-5FDA-9989-3471C820AD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103014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994621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52141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988A4B-DFF3-81E7-0698-48A289EC10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83285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312126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153124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2C67EFA-4868-1726-15F1-FC471E84F2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39709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17100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878533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D9C820-9449-5B3C-E720-A3EF71453B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90795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81179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37503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11AFA0-781B-F3E9-BF5E-6A483BE0EEF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20302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140434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77471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E43C9-5AAC-F0C6-446F-E2D0F7C1DF1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57847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1839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855220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63C73-4459-4644-FD23-43DC829C58F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0661901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70144055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15699063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0110944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1047453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595179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72364294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9532515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4321509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9540113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5628479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9947254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175363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14210182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2331573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114043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03813877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2391082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8061394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7057828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6862019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7625680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0272424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01651366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09350010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66720250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77888085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56666465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16714361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14210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7986540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94852048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81167039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8445186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7587536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6028830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5654903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7145991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0666752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117682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7094765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4634506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4117724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00953801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56633977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1257611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6693065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2483519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005287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48622254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6031887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0524725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3986729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9874153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39618781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9613572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2795315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1314194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9458521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4948249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116140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68428394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56134189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jpg"/><Relationship Id="rId6" Type="http://schemas.openxmlformats.org/officeDocument/2006/relationships/image" Target="../media/image38.jpg"/><Relationship Id="rId7" Type="http://schemas.openxmlformats.org/officeDocument/2006/relationships/image" Target="../media/image3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openxmlformats.org/officeDocument/2006/relationships/image" Target="../media/image46.png"/><Relationship Id="rId10" Type="http://schemas.openxmlformats.org/officeDocument/2006/relationships/image" Target="../media/image47.png"/><Relationship Id="rId11" Type="http://schemas.openxmlformats.org/officeDocument/2006/relationships/image" Target="../media/image48.png"/><Relationship Id="rId12" Type="http://schemas.openxmlformats.org/officeDocument/2006/relationships/image" Target="../media/image49.jpg"/><Relationship Id="rId13" Type="http://schemas.openxmlformats.org/officeDocument/2006/relationships/image" Target="../media/image5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Relationship Id="rId8" Type="http://schemas.openxmlformats.org/officeDocument/2006/relationships/image" Target="../media/image56.png"/><Relationship Id="rId9" Type="http://schemas.openxmlformats.org/officeDocument/2006/relationships/image" Target="../media/image5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62.jpg"/><Relationship Id="rId8" Type="http://schemas.openxmlformats.org/officeDocument/2006/relationships/image" Target="../media/image63.jpg"/><Relationship Id="rId9" Type="http://schemas.openxmlformats.org/officeDocument/2006/relationships/image" Target="../media/image6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Relationship Id="rId6" Type="http://schemas.openxmlformats.org/officeDocument/2006/relationships/image" Target="../media/image6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image" Target="../media/image73.png"/><Relationship Id="rId8" Type="http://schemas.openxmlformats.org/officeDocument/2006/relationships/image" Target="../media/image74.png"/><Relationship Id="rId9" Type="http://schemas.openxmlformats.org/officeDocument/2006/relationships/image" Target="../media/image75.png"/><Relationship Id="rId10" Type="http://schemas.openxmlformats.org/officeDocument/2006/relationships/image" Target="../media/image76.png"/><Relationship Id="rId11" Type="http://schemas.openxmlformats.org/officeDocument/2006/relationships/image" Target="../media/image77.png"/><Relationship Id="rId12" Type="http://schemas.openxmlformats.org/officeDocument/2006/relationships/image" Target="../media/image78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82.png"/><Relationship Id="rId7" Type="http://schemas.openxmlformats.org/officeDocument/2006/relationships/image" Target="../media/image83.png"/><Relationship Id="rId8" Type="http://schemas.openxmlformats.org/officeDocument/2006/relationships/image" Target="../media/image84.png"/><Relationship Id="rId9" Type="http://schemas.openxmlformats.org/officeDocument/2006/relationships/image" Target="../media/image85.png"/><Relationship Id="rId10" Type="http://schemas.openxmlformats.org/officeDocument/2006/relationships/image" Target="../media/image86.png"/><Relationship Id="rId11" Type="http://schemas.openxmlformats.org/officeDocument/2006/relationships/image" Target="../media/image87.png"/><Relationship Id="rId12" Type="http://schemas.openxmlformats.org/officeDocument/2006/relationships/image" Target="../media/image88.png"/><Relationship Id="rId13" Type="http://schemas.openxmlformats.org/officeDocument/2006/relationships/image" Target="../media/image89.png"/><Relationship Id="rId14" Type="http://schemas.openxmlformats.org/officeDocument/2006/relationships/image" Target="../media/image90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91.png"/><Relationship Id="rId4" Type="http://schemas.openxmlformats.org/officeDocument/2006/relationships/image" Target="../media/image92.png"/><Relationship Id="rId5" Type="http://schemas.openxmlformats.org/officeDocument/2006/relationships/image" Target="../media/image93.png"/><Relationship Id="rId6" Type="http://schemas.openxmlformats.org/officeDocument/2006/relationships/image" Target="../media/image94.png"/><Relationship Id="rId7" Type="http://schemas.openxmlformats.org/officeDocument/2006/relationships/image" Target="../media/image95.png"/><Relationship Id="rId8" Type="http://schemas.openxmlformats.org/officeDocument/2006/relationships/image" Target="../media/image96.png"/><Relationship Id="rId9" Type="http://schemas.openxmlformats.org/officeDocument/2006/relationships/image" Target="../media/image97.png"/><Relationship Id="rId10" Type="http://schemas.openxmlformats.org/officeDocument/2006/relationships/image" Target="../media/image98.png"/><Relationship Id="rId11" Type="http://schemas.openxmlformats.org/officeDocument/2006/relationships/image" Target="../media/image99.png"/><Relationship Id="rId12" Type="http://schemas.openxmlformats.org/officeDocument/2006/relationships/image" Target="../media/image100.png"/><Relationship Id="rId13" Type="http://schemas.openxmlformats.org/officeDocument/2006/relationships/image" Target="../media/image101.png"/><Relationship Id="rId14" Type="http://schemas.openxmlformats.org/officeDocument/2006/relationships/image" Target="../media/image102.png"/><Relationship Id="rId15" Type="http://schemas.openxmlformats.org/officeDocument/2006/relationships/image" Target="../media/image103.png"/><Relationship Id="rId16" Type="http://schemas.openxmlformats.org/officeDocument/2006/relationships/image" Target="../media/image104.png"/><Relationship Id="rId17" Type="http://schemas.openxmlformats.org/officeDocument/2006/relationships/image" Target="../media/image10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Relationship Id="rId9" Type="http://schemas.openxmlformats.org/officeDocument/2006/relationships/image" Target="../media/image112.png"/><Relationship Id="rId10" Type="http://schemas.openxmlformats.org/officeDocument/2006/relationships/image" Target="../media/image113.png"/><Relationship Id="rId11" Type="http://schemas.openxmlformats.org/officeDocument/2006/relationships/image" Target="../media/image114.png"/><Relationship Id="rId12" Type="http://schemas.openxmlformats.org/officeDocument/2006/relationships/image" Target="../media/image115.png"/><Relationship Id="rId13" Type="http://schemas.openxmlformats.org/officeDocument/2006/relationships/image" Target="../media/image116.png"/><Relationship Id="rId14" Type="http://schemas.openxmlformats.org/officeDocument/2006/relationships/image" Target="../media/image117.png"/><Relationship Id="rId15" Type="http://schemas.openxmlformats.org/officeDocument/2006/relationships/image" Target="../media/image118.png"/><Relationship Id="rId16" Type="http://schemas.openxmlformats.org/officeDocument/2006/relationships/image" Target="../media/image119.png"/><Relationship Id="rId17" Type="http://schemas.openxmlformats.org/officeDocument/2006/relationships/image" Target="../media/image120.png"/><Relationship Id="rId18" Type="http://schemas.openxmlformats.org/officeDocument/2006/relationships/image" Target="../media/image1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2.png"/><Relationship Id="rId4" Type="http://schemas.openxmlformats.org/officeDocument/2006/relationships/image" Target="../media/image123.png"/><Relationship Id="rId5" Type="http://schemas.openxmlformats.org/officeDocument/2006/relationships/image" Target="../media/image124.png"/><Relationship Id="rId6" Type="http://schemas.openxmlformats.org/officeDocument/2006/relationships/image" Target="../media/image125.png"/><Relationship Id="rId7" Type="http://schemas.openxmlformats.org/officeDocument/2006/relationships/image" Target="../media/image126.png"/><Relationship Id="rId8" Type="http://schemas.openxmlformats.org/officeDocument/2006/relationships/image" Target="../media/image127.png"/><Relationship Id="rId9" Type="http://schemas.openxmlformats.org/officeDocument/2006/relationships/image" Target="../media/image128.png"/><Relationship Id="rId10" Type="http://schemas.openxmlformats.org/officeDocument/2006/relationships/image" Target="../media/image129.png"/><Relationship Id="rId11" Type="http://schemas.openxmlformats.org/officeDocument/2006/relationships/image" Target="../media/image130.png"/><Relationship Id="rId12" Type="http://schemas.openxmlformats.org/officeDocument/2006/relationships/image" Target="../media/image131.png"/><Relationship Id="rId13" Type="http://schemas.openxmlformats.org/officeDocument/2006/relationships/image" Target="../media/image132.png"/><Relationship Id="rId14" Type="http://schemas.openxmlformats.org/officeDocument/2006/relationships/image" Target="../media/image133.png"/><Relationship Id="rId15" Type="http://schemas.openxmlformats.org/officeDocument/2006/relationships/image" Target="../media/image134.png"/><Relationship Id="rId16" Type="http://schemas.openxmlformats.org/officeDocument/2006/relationships/image" Target="../media/image135.png"/><Relationship Id="rId17" Type="http://schemas.openxmlformats.org/officeDocument/2006/relationships/image" Target="../media/image136.png"/><Relationship Id="rId18" Type="http://schemas.openxmlformats.org/officeDocument/2006/relationships/image" Target="../media/image137.png"/><Relationship Id="rId19" Type="http://schemas.openxmlformats.org/officeDocument/2006/relationships/image" Target="../media/image138.png"/><Relationship Id="rId20" Type="http://schemas.openxmlformats.org/officeDocument/2006/relationships/image" Target="../media/image139.png"/><Relationship Id="rId21" Type="http://schemas.openxmlformats.org/officeDocument/2006/relationships/image" Target="../media/image140.png"/><Relationship Id="rId22" Type="http://schemas.openxmlformats.org/officeDocument/2006/relationships/image" Target="../media/image141.png"/><Relationship Id="rId23" Type="http://schemas.openxmlformats.org/officeDocument/2006/relationships/image" Target="../media/image142.png"/><Relationship Id="rId24" Type="http://schemas.openxmlformats.org/officeDocument/2006/relationships/image" Target="../media/image143.png"/><Relationship Id="rId25" Type="http://schemas.openxmlformats.org/officeDocument/2006/relationships/image" Target="../media/image144.png"/><Relationship Id="rId26" Type="http://schemas.openxmlformats.org/officeDocument/2006/relationships/image" Target="../media/image145.png"/><Relationship Id="rId27" Type="http://schemas.openxmlformats.org/officeDocument/2006/relationships/image" Target="../media/image146.png"/><Relationship Id="rId28" Type="http://schemas.openxmlformats.org/officeDocument/2006/relationships/image" Target="../media/image14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Relationship Id="rId10" Type="http://schemas.openxmlformats.org/officeDocument/2006/relationships/image" Target="../media/image155.png"/><Relationship Id="rId11" Type="http://schemas.openxmlformats.org/officeDocument/2006/relationships/image" Target="../media/image156.png"/><Relationship Id="rId12" Type="http://schemas.openxmlformats.org/officeDocument/2006/relationships/image" Target="../media/image157.png"/><Relationship Id="rId13" Type="http://schemas.openxmlformats.org/officeDocument/2006/relationships/image" Target="../media/image158.png"/><Relationship Id="rId14" Type="http://schemas.openxmlformats.org/officeDocument/2006/relationships/image" Target="../media/image159.png"/><Relationship Id="rId15" Type="http://schemas.openxmlformats.org/officeDocument/2006/relationships/image" Target="../media/image160.png"/><Relationship Id="rId16" Type="http://schemas.openxmlformats.org/officeDocument/2006/relationships/image" Target="../media/image161.png"/><Relationship Id="rId17" Type="http://schemas.openxmlformats.org/officeDocument/2006/relationships/image" Target="../media/image162.png"/><Relationship Id="rId18" Type="http://schemas.openxmlformats.org/officeDocument/2006/relationships/image" Target="../media/image163.png"/><Relationship Id="rId19" Type="http://schemas.openxmlformats.org/officeDocument/2006/relationships/image" Target="../media/image164.png"/><Relationship Id="rId20" Type="http://schemas.openxmlformats.org/officeDocument/2006/relationships/image" Target="../media/image165.png"/><Relationship Id="rId21" Type="http://schemas.openxmlformats.org/officeDocument/2006/relationships/image" Target="../media/image166.png"/><Relationship Id="rId22" Type="http://schemas.openxmlformats.org/officeDocument/2006/relationships/image" Target="../media/image167.png"/><Relationship Id="rId23" Type="http://schemas.openxmlformats.org/officeDocument/2006/relationships/image" Target="../media/image168.png"/><Relationship Id="rId24" Type="http://schemas.openxmlformats.org/officeDocument/2006/relationships/image" Target="../media/image169.png"/><Relationship Id="rId25" Type="http://schemas.openxmlformats.org/officeDocument/2006/relationships/image" Target="../media/image170.png"/><Relationship Id="rId26" Type="http://schemas.openxmlformats.org/officeDocument/2006/relationships/image" Target="../media/image171.png"/><Relationship Id="rId27" Type="http://schemas.openxmlformats.org/officeDocument/2006/relationships/image" Target="../media/image172.png"/><Relationship Id="rId28" Type="http://schemas.openxmlformats.org/officeDocument/2006/relationships/image" Target="../media/image173.png"/><Relationship Id="rId29" Type="http://schemas.openxmlformats.org/officeDocument/2006/relationships/image" Target="../media/image174.png"/><Relationship Id="rId30" Type="http://schemas.openxmlformats.org/officeDocument/2006/relationships/image" Target="../media/image175.png"/><Relationship Id="rId31" Type="http://schemas.openxmlformats.org/officeDocument/2006/relationships/image" Target="../media/image17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77.png"/><Relationship Id="rId4" Type="http://schemas.openxmlformats.org/officeDocument/2006/relationships/image" Target="../media/image178.png"/><Relationship Id="rId5" Type="http://schemas.openxmlformats.org/officeDocument/2006/relationships/image" Target="../media/image179.png"/><Relationship Id="rId6" Type="http://schemas.openxmlformats.org/officeDocument/2006/relationships/image" Target="../media/image180.png"/><Relationship Id="rId7" Type="http://schemas.openxmlformats.org/officeDocument/2006/relationships/image" Target="../media/image181.png"/><Relationship Id="rId8" Type="http://schemas.openxmlformats.org/officeDocument/2006/relationships/image" Target="../media/image182.png"/><Relationship Id="rId9" Type="http://schemas.openxmlformats.org/officeDocument/2006/relationships/image" Target="../media/image183.png"/><Relationship Id="rId10" Type="http://schemas.openxmlformats.org/officeDocument/2006/relationships/image" Target="../media/image184.png"/><Relationship Id="rId11" Type="http://schemas.openxmlformats.org/officeDocument/2006/relationships/image" Target="../media/image185.png"/><Relationship Id="rId12" Type="http://schemas.openxmlformats.org/officeDocument/2006/relationships/image" Target="../media/image186.png"/><Relationship Id="rId13" Type="http://schemas.openxmlformats.org/officeDocument/2006/relationships/image" Target="../media/image187.png"/><Relationship Id="rId14" Type="http://schemas.openxmlformats.org/officeDocument/2006/relationships/image" Target="../media/image188.png"/><Relationship Id="rId15" Type="http://schemas.openxmlformats.org/officeDocument/2006/relationships/image" Target="../media/image189.png"/><Relationship Id="rId16" Type="http://schemas.openxmlformats.org/officeDocument/2006/relationships/image" Target="../media/image190.png"/><Relationship Id="rId17" Type="http://schemas.openxmlformats.org/officeDocument/2006/relationships/image" Target="../media/image191.png"/><Relationship Id="rId18" Type="http://schemas.openxmlformats.org/officeDocument/2006/relationships/image" Target="../media/image192.png"/><Relationship Id="rId19" Type="http://schemas.openxmlformats.org/officeDocument/2006/relationships/image" Target="../media/image193.png"/><Relationship Id="rId20" Type="http://schemas.openxmlformats.org/officeDocument/2006/relationships/image" Target="../media/image194.png"/><Relationship Id="rId21" Type="http://schemas.openxmlformats.org/officeDocument/2006/relationships/image" Target="../media/image195.png"/><Relationship Id="rId22" Type="http://schemas.openxmlformats.org/officeDocument/2006/relationships/image" Target="../media/image196.png"/><Relationship Id="rId23" Type="http://schemas.openxmlformats.org/officeDocument/2006/relationships/image" Target="../media/image197.png"/><Relationship Id="rId24" Type="http://schemas.openxmlformats.org/officeDocument/2006/relationships/image" Target="../media/image198.png"/><Relationship Id="rId25" Type="http://schemas.openxmlformats.org/officeDocument/2006/relationships/image" Target="../media/image199.png"/><Relationship Id="rId26" Type="http://schemas.openxmlformats.org/officeDocument/2006/relationships/image" Target="../media/image200.png"/><Relationship Id="rId27" Type="http://schemas.openxmlformats.org/officeDocument/2006/relationships/image" Target="../media/image201.png"/><Relationship Id="rId28" Type="http://schemas.openxmlformats.org/officeDocument/2006/relationships/image" Target="../media/image202.png"/><Relationship Id="rId29" Type="http://schemas.openxmlformats.org/officeDocument/2006/relationships/image" Target="../media/image203.png"/><Relationship Id="rId30" Type="http://schemas.openxmlformats.org/officeDocument/2006/relationships/image" Target="../media/image204.png"/><Relationship Id="rId31" Type="http://schemas.openxmlformats.org/officeDocument/2006/relationships/image" Target="../media/image205.png"/><Relationship Id="rId32" Type="http://schemas.openxmlformats.org/officeDocument/2006/relationships/image" Target="../media/image206.png"/><Relationship Id="rId33" Type="http://schemas.openxmlformats.org/officeDocument/2006/relationships/image" Target="../media/image20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09.png"/><Relationship Id="rId4" Type="http://schemas.openxmlformats.org/officeDocument/2006/relationships/image" Target="../media/image210.png"/><Relationship Id="rId5" Type="http://schemas.openxmlformats.org/officeDocument/2006/relationships/image" Target="../media/image2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1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1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1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1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1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21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218.png"/><Relationship Id="rId4" Type="http://schemas.openxmlformats.org/officeDocument/2006/relationships/image" Target="../media/image21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22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22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22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22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22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22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226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227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228.png"/><Relationship Id="rId4" Type="http://schemas.openxmlformats.org/officeDocument/2006/relationships/image" Target="../media/image22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23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23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232.png"/><Relationship Id="rId4" Type="http://schemas.openxmlformats.org/officeDocument/2006/relationships/image" Target="../media/image233.png"/><Relationship Id="rId5" Type="http://schemas.openxmlformats.org/officeDocument/2006/relationships/image" Target="../media/image234.png"/><Relationship Id="rId6" Type="http://schemas.openxmlformats.org/officeDocument/2006/relationships/image" Target="../media/image235.png"/><Relationship Id="rId7" Type="http://schemas.openxmlformats.org/officeDocument/2006/relationships/image" Target="../media/image236.png"/><Relationship Id="rId8" Type="http://schemas.openxmlformats.org/officeDocument/2006/relationships/image" Target="../media/image237.png"/><Relationship Id="rId9" Type="http://schemas.openxmlformats.org/officeDocument/2006/relationships/image" Target="../media/image238.png"/><Relationship Id="rId10" Type="http://schemas.openxmlformats.org/officeDocument/2006/relationships/image" Target="../media/image239.png"/><Relationship Id="rId11" Type="http://schemas.openxmlformats.org/officeDocument/2006/relationships/image" Target="../media/image240.png"/><Relationship Id="rId12" Type="http://schemas.openxmlformats.org/officeDocument/2006/relationships/image" Target="../media/image241.png"/><Relationship Id="rId13" Type="http://schemas.openxmlformats.org/officeDocument/2006/relationships/image" Target="../media/image242.png"/><Relationship Id="rId14" Type="http://schemas.openxmlformats.org/officeDocument/2006/relationships/image" Target="../media/image243.png"/><Relationship Id="rId15" Type="http://schemas.openxmlformats.org/officeDocument/2006/relationships/image" Target="../media/image244.png"/><Relationship Id="rId16" Type="http://schemas.openxmlformats.org/officeDocument/2006/relationships/image" Target="../media/image245.png"/><Relationship Id="rId17" Type="http://schemas.openxmlformats.org/officeDocument/2006/relationships/image" Target="../media/image24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247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248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249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249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250.png"/><Relationship Id="rId4" Type="http://schemas.openxmlformats.org/officeDocument/2006/relationships/image" Target="../media/image25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252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25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image" Target="../media/image254.png"/><Relationship Id="rId4" Type="http://schemas.openxmlformats.org/officeDocument/2006/relationships/image" Target="../media/image255.png"/><Relationship Id="rId5" Type="http://schemas.openxmlformats.org/officeDocument/2006/relationships/image" Target="../media/image256.png"/><Relationship Id="rId6" Type="http://schemas.openxmlformats.org/officeDocument/2006/relationships/image" Target="../media/image257.png"/><Relationship Id="rId7" Type="http://schemas.openxmlformats.org/officeDocument/2006/relationships/image" Target="../media/image258.png"/><Relationship Id="rId8" Type="http://schemas.openxmlformats.org/officeDocument/2006/relationships/image" Target="../media/image259.png"/><Relationship Id="rId9" Type="http://schemas.openxmlformats.org/officeDocument/2006/relationships/image" Target="../media/image260.png"/><Relationship Id="rId10" Type="http://schemas.openxmlformats.org/officeDocument/2006/relationships/image" Target="../media/image261.png"/><Relationship Id="rId11" Type="http://schemas.openxmlformats.org/officeDocument/2006/relationships/image" Target="../media/image262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263.png"/><Relationship Id="rId4" Type="http://schemas.openxmlformats.org/officeDocument/2006/relationships/image" Target="../media/image264.png"/><Relationship Id="rId5" Type="http://schemas.openxmlformats.org/officeDocument/2006/relationships/image" Target="../media/image265.png"/><Relationship Id="rId6" Type="http://schemas.openxmlformats.org/officeDocument/2006/relationships/image" Target="../media/image266.png"/><Relationship Id="rId7" Type="http://schemas.openxmlformats.org/officeDocument/2006/relationships/image" Target="../media/image267.png"/><Relationship Id="rId8" Type="http://schemas.openxmlformats.org/officeDocument/2006/relationships/image" Target="../media/image268.png"/><Relationship Id="rId9" Type="http://schemas.openxmlformats.org/officeDocument/2006/relationships/image" Target="../media/image269.png"/><Relationship Id="rId10" Type="http://schemas.openxmlformats.org/officeDocument/2006/relationships/image" Target="../media/image270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271.png"/><Relationship Id="rId4" Type="http://schemas.openxmlformats.org/officeDocument/2006/relationships/image" Target="../media/image272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image" Target="../media/image273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274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275.png"/><Relationship Id="rId4" Type="http://schemas.openxmlformats.org/officeDocument/2006/relationships/image" Target="../media/image276.png"/><Relationship Id="rId5" Type="http://schemas.openxmlformats.org/officeDocument/2006/relationships/image" Target="../media/image277.png"/><Relationship Id="rId6" Type="http://schemas.openxmlformats.org/officeDocument/2006/relationships/image" Target="../media/image278.png"/><Relationship Id="rId7" Type="http://schemas.openxmlformats.org/officeDocument/2006/relationships/image" Target="../media/image279.png"/><Relationship Id="rId8" Type="http://schemas.openxmlformats.org/officeDocument/2006/relationships/image" Target="../media/image280.png"/><Relationship Id="rId9" Type="http://schemas.openxmlformats.org/officeDocument/2006/relationships/image" Target="../media/image281.png"/><Relationship Id="rId10" Type="http://schemas.openxmlformats.org/officeDocument/2006/relationships/image" Target="../media/image282.png"/><Relationship Id="rId11" Type="http://schemas.openxmlformats.org/officeDocument/2006/relationships/image" Target="../media/image283.png"/><Relationship Id="rId12" Type="http://schemas.openxmlformats.org/officeDocument/2006/relationships/image" Target="../media/image284.png"/><Relationship Id="rId13" Type="http://schemas.openxmlformats.org/officeDocument/2006/relationships/image" Target="../media/image285.png"/><Relationship Id="rId14" Type="http://schemas.openxmlformats.org/officeDocument/2006/relationships/image" Target="../media/image286.png"/><Relationship Id="rId15" Type="http://schemas.openxmlformats.org/officeDocument/2006/relationships/image" Target="../media/image287.png"/><Relationship Id="rId16" Type="http://schemas.openxmlformats.org/officeDocument/2006/relationships/image" Target="../media/image288.png"/><Relationship Id="rId17" Type="http://schemas.openxmlformats.org/officeDocument/2006/relationships/image" Target="../media/image289.png"/><Relationship Id="rId18" Type="http://schemas.openxmlformats.org/officeDocument/2006/relationships/image" Target="../media/image290.png"/><Relationship Id="rId19" Type="http://schemas.openxmlformats.org/officeDocument/2006/relationships/image" Target="../media/image291.png"/><Relationship Id="rId20" Type="http://schemas.openxmlformats.org/officeDocument/2006/relationships/image" Target="../media/image292.png"/><Relationship Id="rId21" Type="http://schemas.openxmlformats.org/officeDocument/2006/relationships/image" Target="../media/image293.png"/><Relationship Id="rId22" Type="http://schemas.openxmlformats.org/officeDocument/2006/relationships/image" Target="../media/image294.png"/><Relationship Id="rId23" Type="http://schemas.openxmlformats.org/officeDocument/2006/relationships/image" Target="../media/image295.png"/><Relationship Id="rId24" Type="http://schemas.openxmlformats.org/officeDocument/2006/relationships/image" Target="../media/image296.png"/><Relationship Id="rId25" Type="http://schemas.openxmlformats.org/officeDocument/2006/relationships/image" Target="../media/image297.png"/><Relationship Id="rId26" Type="http://schemas.openxmlformats.org/officeDocument/2006/relationships/image" Target="../media/image298.png"/><Relationship Id="rId27" Type="http://schemas.openxmlformats.org/officeDocument/2006/relationships/image" Target="../media/image299.png"/><Relationship Id="rId28" Type="http://schemas.openxmlformats.org/officeDocument/2006/relationships/image" Target="../media/image300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301.png"/><Relationship Id="rId4" Type="http://schemas.openxmlformats.org/officeDocument/2006/relationships/image" Target="../media/image302.png"/><Relationship Id="rId5" Type="http://schemas.openxmlformats.org/officeDocument/2006/relationships/image" Target="../media/image303.png"/><Relationship Id="rId6" Type="http://schemas.openxmlformats.org/officeDocument/2006/relationships/image" Target="../media/image304.png"/><Relationship Id="rId7" Type="http://schemas.openxmlformats.org/officeDocument/2006/relationships/image" Target="../media/image305.png"/><Relationship Id="rId8" Type="http://schemas.openxmlformats.org/officeDocument/2006/relationships/image" Target="../media/image306.png"/><Relationship Id="rId9" Type="http://schemas.openxmlformats.org/officeDocument/2006/relationships/image" Target="../media/image307.png"/><Relationship Id="rId10" Type="http://schemas.openxmlformats.org/officeDocument/2006/relationships/image" Target="../media/image308.png"/><Relationship Id="rId11" Type="http://schemas.openxmlformats.org/officeDocument/2006/relationships/image" Target="../media/image309.png"/><Relationship Id="rId12" Type="http://schemas.openxmlformats.org/officeDocument/2006/relationships/image" Target="../media/image310.png"/><Relationship Id="rId13" Type="http://schemas.openxmlformats.org/officeDocument/2006/relationships/image" Target="../media/image311.png"/><Relationship Id="rId14" Type="http://schemas.openxmlformats.org/officeDocument/2006/relationships/image" Target="../media/image312.png"/><Relationship Id="rId15" Type="http://schemas.openxmlformats.org/officeDocument/2006/relationships/image" Target="../media/image313.png"/><Relationship Id="rId16" Type="http://schemas.openxmlformats.org/officeDocument/2006/relationships/image" Target="../media/image314.png"/><Relationship Id="rId17" Type="http://schemas.openxmlformats.org/officeDocument/2006/relationships/image" Target="../media/image315.png"/><Relationship Id="rId18" Type="http://schemas.openxmlformats.org/officeDocument/2006/relationships/image" Target="../media/image316.png"/><Relationship Id="rId19" Type="http://schemas.openxmlformats.org/officeDocument/2006/relationships/image" Target="../media/image317.png"/><Relationship Id="rId20" Type="http://schemas.openxmlformats.org/officeDocument/2006/relationships/image" Target="../media/image318.png"/><Relationship Id="rId21" Type="http://schemas.openxmlformats.org/officeDocument/2006/relationships/image" Target="../media/image319.png"/><Relationship Id="rId22" Type="http://schemas.openxmlformats.org/officeDocument/2006/relationships/image" Target="../media/image320.png"/><Relationship Id="rId23" Type="http://schemas.openxmlformats.org/officeDocument/2006/relationships/image" Target="../media/image321.png"/><Relationship Id="rId24" Type="http://schemas.openxmlformats.org/officeDocument/2006/relationships/image" Target="../media/image322.png"/><Relationship Id="rId25" Type="http://schemas.openxmlformats.org/officeDocument/2006/relationships/image" Target="../media/image323.png"/><Relationship Id="rId26" Type="http://schemas.openxmlformats.org/officeDocument/2006/relationships/image" Target="../media/image324.png"/><Relationship Id="rId27" Type="http://schemas.openxmlformats.org/officeDocument/2006/relationships/image" Target="../media/image325.png"/><Relationship Id="rId28" Type="http://schemas.openxmlformats.org/officeDocument/2006/relationships/image" Target="../media/image326.png"/><Relationship Id="rId29" Type="http://schemas.openxmlformats.org/officeDocument/2006/relationships/image" Target="../media/image327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328.png"/><Relationship Id="rId4" Type="http://schemas.openxmlformats.org/officeDocument/2006/relationships/image" Target="../media/image329.png"/><Relationship Id="rId5" Type="http://schemas.openxmlformats.org/officeDocument/2006/relationships/image" Target="../media/image330.png"/><Relationship Id="rId6" Type="http://schemas.openxmlformats.org/officeDocument/2006/relationships/image" Target="../media/image331.png"/><Relationship Id="rId7" Type="http://schemas.openxmlformats.org/officeDocument/2006/relationships/image" Target="../media/image332.png"/><Relationship Id="rId8" Type="http://schemas.openxmlformats.org/officeDocument/2006/relationships/image" Target="../media/image333.png"/><Relationship Id="rId9" Type="http://schemas.openxmlformats.org/officeDocument/2006/relationships/image" Target="../media/image334.png"/><Relationship Id="rId10" Type="http://schemas.openxmlformats.org/officeDocument/2006/relationships/image" Target="../media/image335.png"/><Relationship Id="rId11" Type="http://schemas.openxmlformats.org/officeDocument/2006/relationships/image" Target="../media/image336.png"/><Relationship Id="rId12" Type="http://schemas.openxmlformats.org/officeDocument/2006/relationships/image" Target="../media/image337.png"/><Relationship Id="rId13" Type="http://schemas.openxmlformats.org/officeDocument/2006/relationships/image" Target="../media/image338.png"/><Relationship Id="rId14" Type="http://schemas.openxmlformats.org/officeDocument/2006/relationships/image" Target="../media/image339.png"/><Relationship Id="rId15" Type="http://schemas.openxmlformats.org/officeDocument/2006/relationships/image" Target="../media/image340.png"/><Relationship Id="rId16" Type="http://schemas.openxmlformats.org/officeDocument/2006/relationships/image" Target="../media/image341.png"/><Relationship Id="rId17" Type="http://schemas.openxmlformats.org/officeDocument/2006/relationships/image" Target="../media/image342.png"/><Relationship Id="rId18" Type="http://schemas.openxmlformats.org/officeDocument/2006/relationships/image" Target="../media/image343.png"/><Relationship Id="rId19" Type="http://schemas.openxmlformats.org/officeDocument/2006/relationships/image" Target="../media/image344.png"/><Relationship Id="rId20" Type="http://schemas.openxmlformats.org/officeDocument/2006/relationships/image" Target="../media/image345.png"/><Relationship Id="rId21" Type="http://schemas.openxmlformats.org/officeDocument/2006/relationships/image" Target="../media/image346.png"/><Relationship Id="rId22" Type="http://schemas.openxmlformats.org/officeDocument/2006/relationships/image" Target="../media/image347.png"/><Relationship Id="rId23" Type="http://schemas.openxmlformats.org/officeDocument/2006/relationships/image" Target="../media/image348.png"/><Relationship Id="rId24" Type="http://schemas.openxmlformats.org/officeDocument/2006/relationships/image" Target="../media/image349.png"/><Relationship Id="rId25" Type="http://schemas.openxmlformats.org/officeDocument/2006/relationships/image" Target="../media/image350.png"/><Relationship Id="rId26" Type="http://schemas.openxmlformats.org/officeDocument/2006/relationships/image" Target="../media/image351.png"/><Relationship Id="rId27" Type="http://schemas.openxmlformats.org/officeDocument/2006/relationships/image" Target="../media/image352.png"/><Relationship Id="rId28" Type="http://schemas.openxmlformats.org/officeDocument/2006/relationships/image" Target="../media/image353.png"/><Relationship Id="rId29" Type="http://schemas.openxmlformats.org/officeDocument/2006/relationships/image" Target="../media/image354.png"/><Relationship Id="rId30" Type="http://schemas.openxmlformats.org/officeDocument/2006/relationships/image" Target="../media/image355.png"/><Relationship Id="rId31" Type="http://schemas.openxmlformats.org/officeDocument/2006/relationships/image" Target="../media/image356.png"/><Relationship Id="rId32" Type="http://schemas.openxmlformats.org/officeDocument/2006/relationships/image" Target="../media/image357.png"/><Relationship Id="rId33" Type="http://schemas.openxmlformats.org/officeDocument/2006/relationships/image" Target="../media/image358.png"/><Relationship Id="rId34" Type="http://schemas.openxmlformats.org/officeDocument/2006/relationships/image" Target="../media/image359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360.png"/><Relationship Id="rId4" Type="http://schemas.openxmlformats.org/officeDocument/2006/relationships/image" Target="../media/image361.png"/><Relationship Id="rId5" Type="http://schemas.openxmlformats.org/officeDocument/2006/relationships/image" Target="../media/image362.png"/><Relationship Id="rId6" Type="http://schemas.openxmlformats.org/officeDocument/2006/relationships/image" Target="../media/image363.png"/><Relationship Id="rId7" Type="http://schemas.openxmlformats.org/officeDocument/2006/relationships/image" Target="../media/image364.png"/><Relationship Id="rId8" Type="http://schemas.openxmlformats.org/officeDocument/2006/relationships/image" Target="../media/image365.png"/><Relationship Id="rId9" Type="http://schemas.openxmlformats.org/officeDocument/2006/relationships/image" Target="../media/image366.png"/><Relationship Id="rId10" Type="http://schemas.openxmlformats.org/officeDocument/2006/relationships/image" Target="../media/image367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368.png"/><Relationship Id="rId4" Type="http://schemas.openxmlformats.org/officeDocument/2006/relationships/image" Target="../media/image369.png"/><Relationship Id="rId5" Type="http://schemas.openxmlformats.org/officeDocument/2006/relationships/image" Target="../media/image370.png"/><Relationship Id="rId6" Type="http://schemas.openxmlformats.org/officeDocument/2006/relationships/image" Target="../media/image371.png"/><Relationship Id="rId7" Type="http://schemas.openxmlformats.org/officeDocument/2006/relationships/image" Target="../media/image372.png"/><Relationship Id="rId8" Type="http://schemas.openxmlformats.org/officeDocument/2006/relationships/image" Target="../media/image373.png"/><Relationship Id="rId9" Type="http://schemas.openxmlformats.org/officeDocument/2006/relationships/image" Target="../media/image374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8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379.png"/><Relationship Id="rId4" Type="http://schemas.openxmlformats.org/officeDocument/2006/relationships/image" Target="../media/image380.png"/><Relationship Id="rId5" Type="http://schemas.openxmlformats.org/officeDocument/2006/relationships/image" Target="../media/image381.png"/><Relationship Id="rId6" Type="http://schemas.openxmlformats.org/officeDocument/2006/relationships/image" Target="../media/image382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image" Target="../media/image388.png"/><Relationship Id="rId4" Type="http://schemas.openxmlformats.org/officeDocument/2006/relationships/image" Target="../media/image389.png"/><Relationship Id="rId5" Type="http://schemas.openxmlformats.org/officeDocument/2006/relationships/image" Target="../media/image390.png"/><Relationship Id="rId6" Type="http://schemas.openxmlformats.org/officeDocument/2006/relationships/image" Target="../media/image391.png"/><Relationship Id="rId7" Type="http://schemas.openxmlformats.org/officeDocument/2006/relationships/image" Target="../media/image392.png"/><Relationship Id="rId8" Type="http://schemas.openxmlformats.org/officeDocument/2006/relationships/image" Target="../media/image393.png"/><Relationship Id="rId9" Type="http://schemas.openxmlformats.org/officeDocument/2006/relationships/image" Target="../media/image394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395.png"/><Relationship Id="rId4" Type="http://schemas.openxmlformats.org/officeDocument/2006/relationships/image" Target="../media/image396.png"/><Relationship Id="rId5" Type="http://schemas.openxmlformats.org/officeDocument/2006/relationships/image" Target="../media/image397.png"/><Relationship Id="rId6" Type="http://schemas.openxmlformats.org/officeDocument/2006/relationships/image" Target="../media/image398.png"/><Relationship Id="rId7" Type="http://schemas.openxmlformats.org/officeDocument/2006/relationships/image" Target="../media/image399.png"/><Relationship Id="rId8" Type="http://schemas.openxmlformats.org/officeDocument/2006/relationships/image" Target="../media/image400.png"/><Relationship Id="rId9" Type="http://schemas.openxmlformats.org/officeDocument/2006/relationships/image" Target="../media/image401.png"/><Relationship Id="rId10" Type="http://schemas.openxmlformats.org/officeDocument/2006/relationships/image" Target="../media/image402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image" Target="../media/image403.png"/><Relationship Id="rId4" Type="http://schemas.openxmlformats.org/officeDocument/2006/relationships/image" Target="../media/image404.png"/><Relationship Id="rId5" Type="http://schemas.openxmlformats.org/officeDocument/2006/relationships/image" Target="../media/image405.png"/><Relationship Id="rId6" Type="http://schemas.openxmlformats.org/officeDocument/2006/relationships/image" Target="../media/image406.png"/><Relationship Id="rId7" Type="http://schemas.openxmlformats.org/officeDocument/2006/relationships/image" Target="../media/image407.png"/><Relationship Id="rId8" Type="http://schemas.openxmlformats.org/officeDocument/2006/relationships/image" Target="../media/image408.png"/><Relationship Id="rId9" Type="http://schemas.openxmlformats.org/officeDocument/2006/relationships/image" Target="../media/image409.png"/><Relationship Id="rId10" Type="http://schemas.openxmlformats.org/officeDocument/2006/relationships/image" Target="../media/image410.png"/><Relationship Id="rId11" Type="http://schemas.openxmlformats.org/officeDocument/2006/relationships/image" Target="../media/image411.png"/><Relationship Id="rId12" Type="http://schemas.openxmlformats.org/officeDocument/2006/relationships/image" Target="../media/image412.png"/><Relationship Id="rId13" Type="http://schemas.openxmlformats.org/officeDocument/2006/relationships/image" Target="../media/image413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image" Target="../media/image414.png"/><Relationship Id="rId4" Type="http://schemas.openxmlformats.org/officeDocument/2006/relationships/image" Target="../media/image415.png"/><Relationship Id="rId5" Type="http://schemas.openxmlformats.org/officeDocument/2006/relationships/image" Target="../media/image416.png"/><Relationship Id="rId6" Type="http://schemas.openxmlformats.org/officeDocument/2006/relationships/image" Target="../media/image417.png"/><Relationship Id="rId7" Type="http://schemas.openxmlformats.org/officeDocument/2006/relationships/image" Target="../media/image418.png"/><Relationship Id="rId8" Type="http://schemas.openxmlformats.org/officeDocument/2006/relationships/image" Target="../media/image419.png"/><Relationship Id="rId9" Type="http://schemas.openxmlformats.org/officeDocument/2006/relationships/image" Target="../media/image420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421.png"/><Relationship Id="rId4" Type="http://schemas.openxmlformats.org/officeDocument/2006/relationships/image" Target="../media/image422.png"/><Relationship Id="rId5" Type="http://schemas.openxmlformats.org/officeDocument/2006/relationships/image" Target="../media/image423.png"/><Relationship Id="rId6" Type="http://schemas.openxmlformats.org/officeDocument/2006/relationships/image" Target="../media/image424.jpg"/><Relationship Id="rId7" Type="http://schemas.openxmlformats.org/officeDocument/2006/relationships/image" Target="../media/image425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image" Target="../media/image426.png"/><Relationship Id="rId4" Type="http://schemas.openxmlformats.org/officeDocument/2006/relationships/image" Target="../media/image427.png"/><Relationship Id="rId5" Type="http://schemas.openxmlformats.org/officeDocument/2006/relationships/image" Target="../media/image428.png"/><Relationship Id="rId6" Type="http://schemas.openxmlformats.org/officeDocument/2006/relationships/image" Target="../media/image429.png"/><Relationship Id="rId7" Type="http://schemas.openxmlformats.org/officeDocument/2006/relationships/image" Target="../media/image430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image" Target="../media/image431.png"/><Relationship Id="rId4" Type="http://schemas.openxmlformats.org/officeDocument/2006/relationships/image" Target="../media/image432.png"/><Relationship Id="rId5" Type="http://schemas.openxmlformats.org/officeDocument/2006/relationships/image" Target="../media/image433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image" Target="../media/image434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image" Target="../media/image435.png"/><Relationship Id="rId4" Type="http://schemas.openxmlformats.org/officeDocument/2006/relationships/image" Target="../media/image436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image" Target="../media/image437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image" Target="../media/image438.png"/><Relationship Id="rId4" Type="http://schemas.openxmlformats.org/officeDocument/2006/relationships/image" Target="../media/image439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image" Target="../media/image440.png"/><Relationship Id="rId4" Type="http://schemas.openxmlformats.org/officeDocument/2006/relationships/image" Target="../media/image441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image" Target="../media/image442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8.png"/><Relationship Id="rId9" Type="http://schemas.openxmlformats.org/officeDocument/2006/relationships/image" Target="../media/image449.png"/><Relationship Id="rId10" Type="http://schemas.openxmlformats.org/officeDocument/2006/relationships/image" Target="../media/image450.png"/><Relationship Id="rId11" Type="http://schemas.openxmlformats.org/officeDocument/2006/relationships/image" Target="../media/image451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image" Target="../media/image452.png"/><Relationship Id="rId4" Type="http://schemas.openxmlformats.org/officeDocument/2006/relationships/image" Target="../media/image453.png"/><Relationship Id="rId5" Type="http://schemas.openxmlformats.org/officeDocument/2006/relationships/image" Target="../media/image454.png"/><Relationship Id="rId6" Type="http://schemas.openxmlformats.org/officeDocument/2006/relationships/image" Target="../media/image455.png"/><Relationship Id="rId7" Type="http://schemas.openxmlformats.org/officeDocument/2006/relationships/image" Target="../media/image456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image" Target="../media/image457.png"/><Relationship Id="rId4" Type="http://schemas.openxmlformats.org/officeDocument/2006/relationships/image" Target="../media/image458.png"/><Relationship Id="rId5" Type="http://schemas.openxmlformats.org/officeDocument/2006/relationships/image" Target="../media/image459.png"/><Relationship Id="rId6" Type="http://schemas.openxmlformats.org/officeDocument/2006/relationships/image" Target="../media/image460.png"/><Relationship Id="rId7" Type="http://schemas.openxmlformats.org/officeDocument/2006/relationships/image" Target="../media/image461.png"/><Relationship Id="rId8" Type="http://schemas.openxmlformats.org/officeDocument/2006/relationships/image" Target="../media/image462.png"/><Relationship Id="rId9" Type="http://schemas.openxmlformats.org/officeDocument/2006/relationships/image" Target="../media/image463.png"/><Relationship Id="rId10" Type="http://schemas.openxmlformats.org/officeDocument/2006/relationships/image" Target="../media/image464.png"/><Relationship Id="rId11" Type="http://schemas.openxmlformats.org/officeDocument/2006/relationships/image" Target="../media/image465.png"/><Relationship Id="rId12" Type="http://schemas.openxmlformats.org/officeDocument/2006/relationships/image" Target="../media/image466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image" Target="../media/image467.png"/><Relationship Id="rId4" Type="http://schemas.openxmlformats.org/officeDocument/2006/relationships/image" Target="../media/image468.png"/><Relationship Id="rId5" Type="http://schemas.openxmlformats.org/officeDocument/2006/relationships/image" Target="../media/image469.png"/><Relationship Id="rId6" Type="http://schemas.openxmlformats.org/officeDocument/2006/relationships/image" Target="../media/image470.png"/><Relationship Id="rId7" Type="http://schemas.openxmlformats.org/officeDocument/2006/relationships/image" Target="../media/image471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image" Target="../media/image472.png"/><Relationship Id="rId4" Type="http://schemas.openxmlformats.org/officeDocument/2006/relationships/image" Target="../media/image473.png"/><Relationship Id="rId5" Type="http://schemas.openxmlformats.org/officeDocument/2006/relationships/image" Target="../media/image474.png"/><Relationship Id="rId6" Type="http://schemas.openxmlformats.org/officeDocument/2006/relationships/image" Target="../media/image475.png"/><Relationship Id="rId7" Type="http://schemas.openxmlformats.org/officeDocument/2006/relationships/image" Target="../media/image476.png"/><Relationship Id="rId8" Type="http://schemas.openxmlformats.org/officeDocument/2006/relationships/image" Target="../media/image477.png"/><Relationship Id="rId9" Type="http://schemas.openxmlformats.org/officeDocument/2006/relationships/image" Target="../media/image478.png"/><Relationship Id="rId10" Type="http://schemas.openxmlformats.org/officeDocument/2006/relationships/image" Target="../media/image479.png"/><Relationship Id="rId11" Type="http://schemas.openxmlformats.org/officeDocument/2006/relationships/image" Target="../media/image480.png"/><Relationship Id="rId12" Type="http://schemas.openxmlformats.org/officeDocument/2006/relationships/image" Target="../media/image481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image" Target="../media/image482.png"/><Relationship Id="rId4" Type="http://schemas.openxmlformats.org/officeDocument/2006/relationships/image" Target="../media/image483.png"/><Relationship Id="rId5" Type="http://schemas.openxmlformats.org/officeDocument/2006/relationships/image" Target="../media/image484.png"/><Relationship Id="rId6" Type="http://schemas.openxmlformats.org/officeDocument/2006/relationships/image" Target="../media/image485.png"/><Relationship Id="rId7" Type="http://schemas.openxmlformats.org/officeDocument/2006/relationships/image" Target="../media/image486.png"/><Relationship Id="rId8" Type="http://schemas.openxmlformats.org/officeDocument/2006/relationships/image" Target="../media/image487.png"/><Relationship Id="rId9" Type="http://schemas.openxmlformats.org/officeDocument/2006/relationships/image" Target="../media/image488.png"/><Relationship Id="rId10" Type="http://schemas.openxmlformats.org/officeDocument/2006/relationships/image" Target="../media/image489.png"/><Relationship Id="rId11" Type="http://schemas.openxmlformats.org/officeDocument/2006/relationships/image" Target="../media/image490.png"/><Relationship Id="rId12" Type="http://schemas.openxmlformats.org/officeDocument/2006/relationships/image" Target="../media/image491.png"/><Relationship Id="rId13" Type="http://schemas.openxmlformats.org/officeDocument/2006/relationships/image" Target="../media/image492.png"/><Relationship Id="rId14" Type="http://schemas.openxmlformats.org/officeDocument/2006/relationships/image" Target="../media/image49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image" Target="../media/image494.png"/><Relationship Id="rId4" Type="http://schemas.openxmlformats.org/officeDocument/2006/relationships/image" Target="../media/image495.png"/><Relationship Id="rId5" Type="http://schemas.openxmlformats.org/officeDocument/2006/relationships/image" Target="../media/image496.png"/><Relationship Id="rId6" Type="http://schemas.openxmlformats.org/officeDocument/2006/relationships/image" Target="../media/image497.png"/><Relationship Id="rId7" Type="http://schemas.openxmlformats.org/officeDocument/2006/relationships/image" Target="../media/image498.png"/><Relationship Id="rId8" Type="http://schemas.openxmlformats.org/officeDocument/2006/relationships/image" Target="../media/image499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500.png"/><Relationship Id="rId4" Type="http://schemas.openxmlformats.org/officeDocument/2006/relationships/image" Target="../media/image501.png"/><Relationship Id="rId5" Type="http://schemas.openxmlformats.org/officeDocument/2006/relationships/image" Target="../media/image502.png"/><Relationship Id="rId6" Type="http://schemas.openxmlformats.org/officeDocument/2006/relationships/image" Target="../media/image503.png"/><Relationship Id="rId7" Type="http://schemas.openxmlformats.org/officeDocument/2006/relationships/image" Target="../media/image504.png"/><Relationship Id="rId8" Type="http://schemas.openxmlformats.org/officeDocument/2006/relationships/image" Target="../media/image505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image" Target="../media/image506.png"/><Relationship Id="rId4" Type="http://schemas.openxmlformats.org/officeDocument/2006/relationships/image" Target="../media/image507.png"/><Relationship Id="rId5" Type="http://schemas.openxmlformats.org/officeDocument/2006/relationships/image" Target="../media/image508.png"/><Relationship Id="rId6" Type="http://schemas.openxmlformats.org/officeDocument/2006/relationships/image" Target="../media/image509.png"/><Relationship Id="rId7" Type="http://schemas.openxmlformats.org/officeDocument/2006/relationships/image" Target="../media/image510.png"/><Relationship Id="rId8" Type="http://schemas.openxmlformats.org/officeDocument/2006/relationships/image" Target="../media/image511.png"/><Relationship Id="rId9" Type="http://schemas.openxmlformats.org/officeDocument/2006/relationships/image" Target="../media/image512.png"/><Relationship Id="rId10" Type="http://schemas.openxmlformats.org/officeDocument/2006/relationships/image" Target="../media/image513.png"/><Relationship Id="rId11" Type="http://schemas.openxmlformats.org/officeDocument/2006/relationships/image" Target="../media/image514.png"/><Relationship Id="rId12" Type="http://schemas.openxmlformats.org/officeDocument/2006/relationships/image" Target="../media/image515.png"/><Relationship Id="rId13" Type="http://schemas.openxmlformats.org/officeDocument/2006/relationships/image" Target="../media/image516.png"/><Relationship Id="rId14" Type="http://schemas.openxmlformats.org/officeDocument/2006/relationships/image" Target="../media/image517.png"/><Relationship Id="rId15" Type="http://schemas.openxmlformats.org/officeDocument/2006/relationships/image" Target="../media/image518.png"/><Relationship Id="rId16" Type="http://schemas.openxmlformats.org/officeDocument/2006/relationships/image" Target="../media/image519.png"/><Relationship Id="rId17" Type="http://schemas.openxmlformats.org/officeDocument/2006/relationships/image" Target="../media/image520.png"/><Relationship Id="rId18" Type="http://schemas.openxmlformats.org/officeDocument/2006/relationships/image" Target="../media/image521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9.png"/><Relationship Id="rId9" Type="http://schemas.openxmlformats.org/officeDocument/2006/relationships/image" Target="../media/image450.png"/><Relationship Id="rId10" Type="http://schemas.openxmlformats.org/officeDocument/2006/relationships/image" Target="../media/image448.png"/><Relationship Id="rId11" Type="http://schemas.openxmlformats.org/officeDocument/2006/relationships/image" Target="../media/image451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image" Target="../media/image522.png"/><Relationship Id="rId4" Type="http://schemas.openxmlformats.org/officeDocument/2006/relationships/image" Target="../media/image523.png"/><Relationship Id="rId5" Type="http://schemas.openxmlformats.org/officeDocument/2006/relationships/image" Target="../media/image524.png"/><Relationship Id="rId6" Type="http://schemas.openxmlformats.org/officeDocument/2006/relationships/image" Target="../media/image525.png"/><Relationship Id="rId7" Type="http://schemas.openxmlformats.org/officeDocument/2006/relationships/image" Target="../media/image526.png"/><Relationship Id="rId8" Type="http://schemas.openxmlformats.org/officeDocument/2006/relationships/image" Target="../media/image527.png"/><Relationship Id="rId9" Type="http://schemas.openxmlformats.org/officeDocument/2006/relationships/image" Target="../media/image528.png"/><Relationship Id="rId10" Type="http://schemas.openxmlformats.org/officeDocument/2006/relationships/image" Target="../media/image529.png"/><Relationship Id="rId11" Type="http://schemas.openxmlformats.org/officeDocument/2006/relationships/image" Target="../media/image530.png"/><Relationship Id="rId12" Type="http://schemas.openxmlformats.org/officeDocument/2006/relationships/image" Target="../media/image531.png"/><Relationship Id="rId13" Type="http://schemas.openxmlformats.org/officeDocument/2006/relationships/image" Target="../media/image532.png"/><Relationship Id="rId14" Type="http://schemas.openxmlformats.org/officeDocument/2006/relationships/image" Target="../media/image533.png"/><Relationship Id="rId15" Type="http://schemas.openxmlformats.org/officeDocument/2006/relationships/image" Target="../media/image534.png"/><Relationship Id="rId16" Type="http://schemas.openxmlformats.org/officeDocument/2006/relationships/image" Target="../media/image535.png"/><Relationship Id="rId17" Type="http://schemas.openxmlformats.org/officeDocument/2006/relationships/image" Target="../media/image536.png"/><Relationship Id="rId18" Type="http://schemas.openxmlformats.org/officeDocument/2006/relationships/image" Target="../media/image537.png"/><Relationship Id="rId19" Type="http://schemas.openxmlformats.org/officeDocument/2006/relationships/image" Target="../media/image538.png"/><Relationship Id="rId20" Type="http://schemas.openxmlformats.org/officeDocument/2006/relationships/image" Target="../media/image539.png"/><Relationship Id="rId21" Type="http://schemas.openxmlformats.org/officeDocument/2006/relationships/image" Target="../media/image540.png"/><Relationship Id="rId22" Type="http://schemas.openxmlformats.org/officeDocument/2006/relationships/image" Target="../media/image541.png"/><Relationship Id="rId23" Type="http://schemas.openxmlformats.org/officeDocument/2006/relationships/image" Target="../media/image542.png"/><Relationship Id="rId24" Type="http://schemas.openxmlformats.org/officeDocument/2006/relationships/image" Target="../media/image543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3" Type="http://schemas.openxmlformats.org/officeDocument/2006/relationships/image" Target="../media/image544.png"/><Relationship Id="rId4" Type="http://schemas.openxmlformats.org/officeDocument/2006/relationships/image" Target="../media/image545.png"/><Relationship Id="rId5" Type="http://schemas.openxmlformats.org/officeDocument/2006/relationships/image" Target="../media/image546.png"/><Relationship Id="rId6" Type="http://schemas.openxmlformats.org/officeDocument/2006/relationships/image" Target="../media/image547.png"/><Relationship Id="rId7" Type="http://schemas.openxmlformats.org/officeDocument/2006/relationships/image" Target="../media/image548.png"/><Relationship Id="rId8" Type="http://schemas.openxmlformats.org/officeDocument/2006/relationships/image" Target="../media/image549.png"/><Relationship Id="rId9" Type="http://schemas.openxmlformats.org/officeDocument/2006/relationships/image" Target="../media/image550.png"/><Relationship Id="rId10" Type="http://schemas.openxmlformats.org/officeDocument/2006/relationships/image" Target="../media/image551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552.png"/><Relationship Id="rId4" Type="http://schemas.openxmlformats.org/officeDocument/2006/relationships/image" Target="../media/image553.png"/><Relationship Id="rId5" Type="http://schemas.openxmlformats.org/officeDocument/2006/relationships/image" Target="../media/image554.png"/><Relationship Id="rId6" Type="http://schemas.openxmlformats.org/officeDocument/2006/relationships/image" Target="../media/image555.png"/><Relationship Id="rId7" Type="http://schemas.openxmlformats.org/officeDocument/2006/relationships/image" Target="../media/image556.png"/><Relationship Id="rId8" Type="http://schemas.openxmlformats.org/officeDocument/2006/relationships/image" Target="../media/image557.png"/><Relationship Id="rId9" Type="http://schemas.openxmlformats.org/officeDocument/2006/relationships/image" Target="../media/image558.png"/><Relationship Id="rId10" Type="http://schemas.openxmlformats.org/officeDocument/2006/relationships/image" Target="../media/image559.jpg"/><Relationship Id="rId11" Type="http://schemas.openxmlformats.org/officeDocument/2006/relationships/image" Target="../media/image560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3" Type="http://schemas.openxmlformats.org/officeDocument/2006/relationships/image" Target="../media/image561.png"/><Relationship Id="rId4" Type="http://schemas.openxmlformats.org/officeDocument/2006/relationships/image" Target="../media/image562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3" Type="http://schemas.openxmlformats.org/officeDocument/2006/relationships/image" Target="../media/image563.png"/><Relationship Id="rId4" Type="http://schemas.openxmlformats.org/officeDocument/2006/relationships/image" Target="../media/image564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3" Type="http://schemas.openxmlformats.org/officeDocument/2006/relationships/image" Target="../media/image565.png"/><Relationship Id="rId4" Type="http://schemas.openxmlformats.org/officeDocument/2006/relationships/image" Target="../media/image566.png"/><Relationship Id="rId5" Type="http://schemas.openxmlformats.org/officeDocument/2006/relationships/image" Target="../media/image567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3" Type="http://schemas.openxmlformats.org/officeDocument/2006/relationships/image" Target="../media/image568.png"/><Relationship Id="rId4" Type="http://schemas.openxmlformats.org/officeDocument/2006/relationships/image" Target="../media/image569.png"/><Relationship Id="rId5" Type="http://schemas.openxmlformats.org/officeDocument/2006/relationships/image" Target="../media/image570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3" Type="http://schemas.openxmlformats.org/officeDocument/2006/relationships/image" Target="../media/image571.png"/><Relationship Id="rId4" Type="http://schemas.openxmlformats.org/officeDocument/2006/relationships/image" Target="../media/image572.png"/><Relationship Id="rId5" Type="http://schemas.openxmlformats.org/officeDocument/2006/relationships/image" Target="../media/image573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3" Type="http://schemas.openxmlformats.org/officeDocument/2006/relationships/image" Target="../media/image574.png"/><Relationship Id="rId4" Type="http://schemas.openxmlformats.org/officeDocument/2006/relationships/image" Target="../media/image575.png"/><Relationship Id="rId5" Type="http://schemas.openxmlformats.org/officeDocument/2006/relationships/image" Target="../media/image576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3" Type="http://schemas.openxmlformats.org/officeDocument/2006/relationships/image" Target="../media/image577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3" Type="http://schemas.openxmlformats.org/officeDocument/2006/relationships/image" Target="../media/image578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3" Type="http://schemas.openxmlformats.org/officeDocument/2006/relationships/image" Target="../media/image579.jpg"/><Relationship Id="rId4" Type="http://schemas.openxmlformats.org/officeDocument/2006/relationships/image" Target="../media/image580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3" Type="http://schemas.openxmlformats.org/officeDocument/2006/relationships/image" Target="../media/image581.png"/><Relationship Id="rId4" Type="http://schemas.openxmlformats.org/officeDocument/2006/relationships/image" Target="../media/image582.png"/><Relationship Id="rId5" Type="http://schemas.openxmlformats.org/officeDocument/2006/relationships/image" Target="../media/image583.png"/><Relationship Id="rId6" Type="http://schemas.openxmlformats.org/officeDocument/2006/relationships/image" Target="../media/image584.png"/><Relationship Id="rId7" Type="http://schemas.openxmlformats.org/officeDocument/2006/relationships/image" Target="../media/image585.png"/><Relationship Id="rId8" Type="http://schemas.openxmlformats.org/officeDocument/2006/relationships/image" Target="../media/image586.png"/><Relationship Id="rId9" Type="http://schemas.openxmlformats.org/officeDocument/2006/relationships/image" Target="../media/image587.png"/><Relationship Id="rId10" Type="http://schemas.openxmlformats.org/officeDocument/2006/relationships/image" Target="../media/image588.png"/><Relationship Id="rId11" Type="http://schemas.openxmlformats.org/officeDocument/2006/relationships/image" Target="../media/image589.png"/><Relationship Id="rId12" Type="http://schemas.openxmlformats.org/officeDocument/2006/relationships/image" Target="../media/image590.png"/><Relationship Id="rId13" Type="http://schemas.openxmlformats.org/officeDocument/2006/relationships/image" Target="../media/image591.png"/><Relationship Id="rId14" Type="http://schemas.openxmlformats.org/officeDocument/2006/relationships/image" Target="../media/image592.png"/><Relationship Id="rId15" Type="http://schemas.openxmlformats.org/officeDocument/2006/relationships/image" Target="../media/image593.png"/><Relationship Id="rId16" Type="http://schemas.openxmlformats.org/officeDocument/2006/relationships/image" Target="../media/image594.png"/><Relationship Id="rId17" Type="http://schemas.openxmlformats.org/officeDocument/2006/relationships/image" Target="../media/image595.png"/><Relationship Id="rId18" Type="http://schemas.openxmlformats.org/officeDocument/2006/relationships/image" Target="../media/image596.png"/><Relationship Id="rId19" Type="http://schemas.openxmlformats.org/officeDocument/2006/relationships/image" Target="../media/image597.png"/><Relationship Id="rId20" Type="http://schemas.openxmlformats.org/officeDocument/2006/relationships/image" Target="../media/image598.png"/><Relationship Id="rId21" Type="http://schemas.openxmlformats.org/officeDocument/2006/relationships/image" Target="../media/image599.png"/><Relationship Id="rId22" Type="http://schemas.openxmlformats.org/officeDocument/2006/relationships/image" Target="../media/image600.png"/><Relationship Id="rId23" Type="http://schemas.openxmlformats.org/officeDocument/2006/relationships/image" Target="../media/image601.png"/><Relationship Id="rId24" Type="http://schemas.openxmlformats.org/officeDocument/2006/relationships/image" Target="../media/image602.png"/><Relationship Id="rId25" Type="http://schemas.openxmlformats.org/officeDocument/2006/relationships/image" Target="../media/image603.png"/><Relationship Id="rId26" Type="http://schemas.openxmlformats.org/officeDocument/2006/relationships/image" Target="../media/image604.png"/><Relationship Id="rId27" Type="http://schemas.openxmlformats.org/officeDocument/2006/relationships/image" Target="../media/image605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3" Type="http://schemas.openxmlformats.org/officeDocument/2006/relationships/image" Target="../media/image606.png"/><Relationship Id="rId4" Type="http://schemas.openxmlformats.org/officeDocument/2006/relationships/image" Target="../media/image607.png"/><Relationship Id="rId5" Type="http://schemas.openxmlformats.org/officeDocument/2006/relationships/image" Target="../media/image608.png"/><Relationship Id="rId6" Type="http://schemas.openxmlformats.org/officeDocument/2006/relationships/image" Target="../media/image609.png"/><Relationship Id="rId7" Type="http://schemas.openxmlformats.org/officeDocument/2006/relationships/image" Target="../media/image610.png"/><Relationship Id="rId8" Type="http://schemas.openxmlformats.org/officeDocument/2006/relationships/image" Target="../media/image611.png"/><Relationship Id="rId9" Type="http://schemas.openxmlformats.org/officeDocument/2006/relationships/image" Target="../media/image612.png"/><Relationship Id="rId10" Type="http://schemas.openxmlformats.org/officeDocument/2006/relationships/image" Target="../media/image613.png"/><Relationship Id="rId11" Type="http://schemas.openxmlformats.org/officeDocument/2006/relationships/image" Target="../media/image614.png"/><Relationship Id="rId12" Type="http://schemas.openxmlformats.org/officeDocument/2006/relationships/image" Target="../media/image615.png"/><Relationship Id="rId13" Type="http://schemas.openxmlformats.org/officeDocument/2006/relationships/image" Target="../media/image616.png"/><Relationship Id="rId14" Type="http://schemas.openxmlformats.org/officeDocument/2006/relationships/image" Target="../media/image617.png"/><Relationship Id="rId15" Type="http://schemas.openxmlformats.org/officeDocument/2006/relationships/image" Target="../media/image618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3" Type="http://schemas.openxmlformats.org/officeDocument/2006/relationships/image" Target="../media/image619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3" Type="http://schemas.openxmlformats.org/officeDocument/2006/relationships/image" Target="../media/image620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3" Type="http://schemas.openxmlformats.org/officeDocument/2006/relationships/image" Target="../media/image621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3" Type="http://schemas.openxmlformats.org/officeDocument/2006/relationships/image" Target="../media/image622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3" Type="http://schemas.openxmlformats.org/officeDocument/2006/relationships/image" Target="../media/image623.png"/><Relationship Id="rId4" Type="http://schemas.openxmlformats.org/officeDocument/2006/relationships/image" Target="../media/image624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3" Type="http://schemas.openxmlformats.org/officeDocument/2006/relationships/image" Target="../media/image625.png"/><Relationship Id="rId4" Type="http://schemas.openxmlformats.org/officeDocument/2006/relationships/image" Target="../media/image626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3" Type="http://schemas.openxmlformats.org/officeDocument/2006/relationships/image" Target="../media/image627.png"/><Relationship Id="rId4" Type="http://schemas.openxmlformats.org/officeDocument/2006/relationships/image" Target="../media/image628.png"/><Relationship Id="rId5" Type="http://schemas.openxmlformats.org/officeDocument/2006/relationships/image" Target="../media/image629.png"/><Relationship Id="rId6" Type="http://schemas.openxmlformats.org/officeDocument/2006/relationships/image" Target="../media/image630.png"/><Relationship Id="rId7" Type="http://schemas.openxmlformats.org/officeDocument/2006/relationships/image" Target="../media/image631.png"/><Relationship Id="rId8" Type="http://schemas.openxmlformats.org/officeDocument/2006/relationships/image" Target="../media/image632.png"/><Relationship Id="rId9" Type="http://schemas.openxmlformats.org/officeDocument/2006/relationships/image" Target="../media/image633.png"/><Relationship Id="rId10" Type="http://schemas.openxmlformats.org/officeDocument/2006/relationships/image" Target="../media/image634.png"/><Relationship Id="rId11" Type="http://schemas.openxmlformats.org/officeDocument/2006/relationships/image" Target="../media/image635.png"/><Relationship Id="rId12" Type="http://schemas.openxmlformats.org/officeDocument/2006/relationships/image" Target="../media/image636.png"/><Relationship Id="rId13" Type="http://schemas.openxmlformats.org/officeDocument/2006/relationships/image" Target="../media/image637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3" Type="http://schemas.openxmlformats.org/officeDocument/2006/relationships/image" Target="../media/image638.png"/><Relationship Id="rId4" Type="http://schemas.openxmlformats.org/officeDocument/2006/relationships/image" Target="../media/image639.png"/><Relationship Id="rId5" Type="http://schemas.openxmlformats.org/officeDocument/2006/relationships/image" Target="../media/image640.png"/><Relationship Id="rId6" Type="http://schemas.openxmlformats.org/officeDocument/2006/relationships/image" Target="../media/image641.png"/><Relationship Id="rId7" Type="http://schemas.openxmlformats.org/officeDocument/2006/relationships/image" Target="../media/image642.png"/><Relationship Id="rId8" Type="http://schemas.openxmlformats.org/officeDocument/2006/relationships/image" Target="../media/image643.png"/><Relationship Id="rId9" Type="http://schemas.openxmlformats.org/officeDocument/2006/relationships/image" Target="../media/image644.png"/><Relationship Id="rId10" Type="http://schemas.openxmlformats.org/officeDocument/2006/relationships/image" Target="../media/image645.png"/><Relationship Id="rId11" Type="http://schemas.openxmlformats.org/officeDocument/2006/relationships/image" Target="../media/image646.png"/><Relationship Id="rId12" Type="http://schemas.openxmlformats.org/officeDocument/2006/relationships/image" Target="../media/image647.png"/><Relationship Id="rId13" Type="http://schemas.openxmlformats.org/officeDocument/2006/relationships/image" Target="../media/image648.png"/><Relationship Id="rId14" Type="http://schemas.openxmlformats.org/officeDocument/2006/relationships/image" Target="../media/image649.png"/><Relationship Id="rId15" Type="http://schemas.openxmlformats.org/officeDocument/2006/relationships/image" Target="../media/image650.png"/><Relationship Id="rId16" Type="http://schemas.openxmlformats.org/officeDocument/2006/relationships/image" Target="../media/image651.png"/><Relationship Id="rId17" Type="http://schemas.openxmlformats.org/officeDocument/2006/relationships/image" Target="../media/image652.png"/><Relationship Id="rId18" Type="http://schemas.openxmlformats.org/officeDocument/2006/relationships/image" Target="../media/image653.png"/><Relationship Id="rId19" Type="http://schemas.openxmlformats.org/officeDocument/2006/relationships/image" Target="../media/image654.png"/><Relationship Id="rId20" Type="http://schemas.openxmlformats.org/officeDocument/2006/relationships/image" Target="../media/image655.png"/><Relationship Id="rId21" Type="http://schemas.openxmlformats.org/officeDocument/2006/relationships/image" Target="../media/image656.png"/><Relationship Id="rId22" Type="http://schemas.openxmlformats.org/officeDocument/2006/relationships/image" Target="../media/image657.png"/><Relationship Id="rId23" Type="http://schemas.openxmlformats.org/officeDocument/2006/relationships/image" Target="../media/image658.png"/><Relationship Id="rId24" Type="http://schemas.openxmlformats.org/officeDocument/2006/relationships/image" Target="../media/image659.png"/><Relationship Id="rId25" Type="http://schemas.openxmlformats.org/officeDocument/2006/relationships/image" Target="../media/image660.png"/><Relationship Id="rId26" Type="http://schemas.openxmlformats.org/officeDocument/2006/relationships/image" Target="../media/image661.png"/><Relationship Id="rId27" Type="http://schemas.openxmlformats.org/officeDocument/2006/relationships/image" Target="../media/image662.png"/><Relationship Id="rId28" Type="http://schemas.openxmlformats.org/officeDocument/2006/relationships/image" Target="../media/image663.png"/><Relationship Id="rId29" Type="http://schemas.openxmlformats.org/officeDocument/2006/relationships/image" Target="../media/image664.png"/><Relationship Id="rId30" Type="http://schemas.openxmlformats.org/officeDocument/2006/relationships/image" Target="../media/image665.png"/><Relationship Id="rId31" Type="http://schemas.openxmlformats.org/officeDocument/2006/relationships/image" Target="../media/image666.png"/><Relationship Id="rId32" Type="http://schemas.openxmlformats.org/officeDocument/2006/relationships/image" Target="../media/image667.png"/><Relationship Id="rId33" Type="http://schemas.openxmlformats.org/officeDocument/2006/relationships/image" Target="../media/image668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3" Type="http://schemas.openxmlformats.org/officeDocument/2006/relationships/image" Target="../media/image669.png"/><Relationship Id="rId4" Type="http://schemas.openxmlformats.org/officeDocument/2006/relationships/image" Target="../media/image670.png"/><Relationship Id="rId5" Type="http://schemas.openxmlformats.org/officeDocument/2006/relationships/image" Target="../media/image671.png"/><Relationship Id="rId6" Type="http://schemas.openxmlformats.org/officeDocument/2006/relationships/image" Target="../media/image672.png"/><Relationship Id="rId7" Type="http://schemas.openxmlformats.org/officeDocument/2006/relationships/image" Target="../media/image673.png"/><Relationship Id="rId8" Type="http://schemas.openxmlformats.org/officeDocument/2006/relationships/image" Target="../media/image674.png"/><Relationship Id="rId9" Type="http://schemas.openxmlformats.org/officeDocument/2006/relationships/image" Target="../media/image675.png"/><Relationship Id="rId10" Type="http://schemas.openxmlformats.org/officeDocument/2006/relationships/image" Target="../media/image676.png"/><Relationship Id="rId11" Type="http://schemas.openxmlformats.org/officeDocument/2006/relationships/image" Target="../media/image677.png"/><Relationship Id="rId12" Type="http://schemas.openxmlformats.org/officeDocument/2006/relationships/image" Target="../media/image678.png"/><Relationship Id="rId13" Type="http://schemas.openxmlformats.org/officeDocument/2006/relationships/image" Target="../media/image679.png"/><Relationship Id="rId14" Type="http://schemas.openxmlformats.org/officeDocument/2006/relationships/image" Target="../media/image680.png"/><Relationship Id="rId15" Type="http://schemas.openxmlformats.org/officeDocument/2006/relationships/image" Target="../media/image681.png"/><Relationship Id="rId16" Type="http://schemas.openxmlformats.org/officeDocument/2006/relationships/image" Target="../media/image682.png"/><Relationship Id="rId17" Type="http://schemas.openxmlformats.org/officeDocument/2006/relationships/image" Target="../media/image683.png"/><Relationship Id="rId18" Type="http://schemas.openxmlformats.org/officeDocument/2006/relationships/image" Target="../media/image684.png"/><Relationship Id="rId19" Type="http://schemas.openxmlformats.org/officeDocument/2006/relationships/image" Target="../media/image685.png"/><Relationship Id="rId20" Type="http://schemas.openxmlformats.org/officeDocument/2006/relationships/image" Target="../media/image686.png"/><Relationship Id="rId21" Type="http://schemas.openxmlformats.org/officeDocument/2006/relationships/image" Target="../media/image687.png"/><Relationship Id="rId22" Type="http://schemas.openxmlformats.org/officeDocument/2006/relationships/image" Target="../media/image688.png"/><Relationship Id="rId23" Type="http://schemas.openxmlformats.org/officeDocument/2006/relationships/image" Target="../media/image689.png"/><Relationship Id="rId24" Type="http://schemas.openxmlformats.org/officeDocument/2006/relationships/image" Target="../media/image690.png"/><Relationship Id="rId25" Type="http://schemas.openxmlformats.org/officeDocument/2006/relationships/image" Target="../media/image691.png"/><Relationship Id="rId26" Type="http://schemas.openxmlformats.org/officeDocument/2006/relationships/image" Target="../media/image692.png"/><Relationship Id="rId27" Type="http://schemas.openxmlformats.org/officeDocument/2006/relationships/image" Target="../media/image693.png"/><Relationship Id="rId28" Type="http://schemas.openxmlformats.org/officeDocument/2006/relationships/image" Target="../media/image694.png"/><Relationship Id="rId29" Type="http://schemas.openxmlformats.org/officeDocument/2006/relationships/image" Target="../media/image695.png"/><Relationship Id="rId30" Type="http://schemas.openxmlformats.org/officeDocument/2006/relationships/image" Target="../media/image696.png"/><Relationship Id="rId31" Type="http://schemas.openxmlformats.org/officeDocument/2006/relationships/image" Target="../media/image697.png"/><Relationship Id="rId32" Type="http://schemas.openxmlformats.org/officeDocument/2006/relationships/image" Target="../media/image698.png"/><Relationship Id="rId33" Type="http://schemas.openxmlformats.org/officeDocument/2006/relationships/image" Target="../media/image699.png"/><Relationship Id="rId34" Type="http://schemas.openxmlformats.org/officeDocument/2006/relationships/image" Target="../media/image700.png"/><Relationship Id="rId35" Type="http://schemas.openxmlformats.org/officeDocument/2006/relationships/image" Target="../media/image701.png"/><Relationship Id="rId36" Type="http://schemas.openxmlformats.org/officeDocument/2006/relationships/image" Target="../media/image702.png"/><Relationship Id="rId37" Type="http://schemas.openxmlformats.org/officeDocument/2006/relationships/image" Target="../media/image703.png"/><Relationship Id="rId38" Type="http://schemas.openxmlformats.org/officeDocument/2006/relationships/image" Target="../media/image704.png"/><Relationship Id="rId39" Type="http://schemas.openxmlformats.org/officeDocument/2006/relationships/image" Target="../media/image705.png"/><Relationship Id="rId40" Type="http://schemas.openxmlformats.org/officeDocument/2006/relationships/image" Target="../media/image706.png"/><Relationship Id="rId41" Type="http://schemas.openxmlformats.org/officeDocument/2006/relationships/image" Target="../media/image707.png"/><Relationship Id="rId42" Type="http://schemas.openxmlformats.org/officeDocument/2006/relationships/image" Target="../media/image708.png"/><Relationship Id="rId43" Type="http://schemas.openxmlformats.org/officeDocument/2006/relationships/image" Target="../media/image709.png"/><Relationship Id="rId44" Type="http://schemas.openxmlformats.org/officeDocument/2006/relationships/image" Target="../media/image710.png"/><Relationship Id="rId45" Type="http://schemas.openxmlformats.org/officeDocument/2006/relationships/image" Target="../media/image711.png"/><Relationship Id="rId46" Type="http://schemas.openxmlformats.org/officeDocument/2006/relationships/image" Target="../media/image712.png"/><Relationship Id="rId47" Type="http://schemas.openxmlformats.org/officeDocument/2006/relationships/image" Target="../media/image713.png"/><Relationship Id="rId48" Type="http://schemas.openxmlformats.org/officeDocument/2006/relationships/image" Target="../media/image714.png"/><Relationship Id="rId49" Type="http://schemas.openxmlformats.org/officeDocument/2006/relationships/image" Target="../media/image715.png"/><Relationship Id="rId50" Type="http://schemas.openxmlformats.org/officeDocument/2006/relationships/image" Target="../media/image716.png"/><Relationship Id="rId51" Type="http://schemas.openxmlformats.org/officeDocument/2006/relationships/image" Target="../media/image717.png"/><Relationship Id="rId52" Type="http://schemas.openxmlformats.org/officeDocument/2006/relationships/image" Target="../media/image718.png"/><Relationship Id="rId53" Type="http://schemas.openxmlformats.org/officeDocument/2006/relationships/image" Target="../media/image719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3" Type="http://schemas.openxmlformats.org/officeDocument/2006/relationships/image" Target="../media/image720.png"/><Relationship Id="rId4" Type="http://schemas.openxmlformats.org/officeDocument/2006/relationships/image" Target="../media/image721.png"/><Relationship Id="rId5" Type="http://schemas.openxmlformats.org/officeDocument/2006/relationships/image" Target="../media/image722.png"/><Relationship Id="rId6" Type="http://schemas.openxmlformats.org/officeDocument/2006/relationships/image" Target="../media/image723.png"/><Relationship Id="rId7" Type="http://schemas.openxmlformats.org/officeDocument/2006/relationships/image" Target="../media/image724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3" Type="http://schemas.openxmlformats.org/officeDocument/2006/relationships/image" Target="../media/image725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3" Type="http://schemas.openxmlformats.org/officeDocument/2006/relationships/image" Target="../media/image726.png"/><Relationship Id="rId4" Type="http://schemas.openxmlformats.org/officeDocument/2006/relationships/image" Target="../media/image727.png"/><Relationship Id="rId5" Type="http://schemas.openxmlformats.org/officeDocument/2006/relationships/image" Target="../media/image728.png"/><Relationship Id="rId6" Type="http://schemas.openxmlformats.org/officeDocument/2006/relationships/image" Target="../media/image729.png"/><Relationship Id="rId7" Type="http://schemas.openxmlformats.org/officeDocument/2006/relationships/image" Target="../media/image730.png"/><Relationship Id="rId8" Type="http://schemas.openxmlformats.org/officeDocument/2006/relationships/image" Target="../media/image731.png"/><Relationship Id="rId9" Type="http://schemas.openxmlformats.org/officeDocument/2006/relationships/image" Target="../media/image732.png"/><Relationship Id="rId10" Type="http://schemas.openxmlformats.org/officeDocument/2006/relationships/image" Target="../media/image733.png"/><Relationship Id="rId11" Type="http://schemas.openxmlformats.org/officeDocument/2006/relationships/image" Target="../media/image734.png"/><Relationship Id="rId12" Type="http://schemas.openxmlformats.org/officeDocument/2006/relationships/image" Target="../media/image735.png"/><Relationship Id="rId13" Type="http://schemas.openxmlformats.org/officeDocument/2006/relationships/image" Target="../media/image736.png"/><Relationship Id="rId14" Type="http://schemas.openxmlformats.org/officeDocument/2006/relationships/image" Target="../media/image737.png"/><Relationship Id="rId15" Type="http://schemas.openxmlformats.org/officeDocument/2006/relationships/image" Target="../media/image738.png"/><Relationship Id="rId16" Type="http://schemas.openxmlformats.org/officeDocument/2006/relationships/image" Target="../media/image739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3" Type="http://schemas.openxmlformats.org/officeDocument/2006/relationships/image" Target="../media/image740.png"/><Relationship Id="rId4" Type="http://schemas.openxmlformats.org/officeDocument/2006/relationships/image" Target="../media/image741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3" Type="http://schemas.openxmlformats.org/officeDocument/2006/relationships/image" Target="../media/image742.png"/><Relationship Id="rId4" Type="http://schemas.openxmlformats.org/officeDocument/2006/relationships/image" Target="../media/image743.png"/><Relationship Id="rId5" Type="http://schemas.openxmlformats.org/officeDocument/2006/relationships/image" Target="../media/image744.png"/><Relationship Id="rId6" Type="http://schemas.openxmlformats.org/officeDocument/2006/relationships/image" Target="../media/image745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3" Type="http://schemas.openxmlformats.org/officeDocument/2006/relationships/image" Target="../media/image746.png"/><Relationship Id="rId4" Type="http://schemas.openxmlformats.org/officeDocument/2006/relationships/image" Target="../media/image747.png"/><Relationship Id="rId5" Type="http://schemas.openxmlformats.org/officeDocument/2006/relationships/image" Target="../media/image748.png"/><Relationship Id="rId6" Type="http://schemas.openxmlformats.org/officeDocument/2006/relationships/image" Target="../media/image749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3" Type="http://schemas.openxmlformats.org/officeDocument/2006/relationships/image" Target="../media/image750.png"/><Relationship Id="rId4" Type="http://schemas.openxmlformats.org/officeDocument/2006/relationships/image" Target="../media/image751.png"/><Relationship Id="rId5" Type="http://schemas.openxmlformats.org/officeDocument/2006/relationships/image" Target="../media/image752.png"/><Relationship Id="rId6" Type="http://schemas.openxmlformats.org/officeDocument/2006/relationships/image" Target="../media/image753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3" Type="http://schemas.openxmlformats.org/officeDocument/2006/relationships/image" Target="../media/image754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3" Type="http://schemas.openxmlformats.org/officeDocument/2006/relationships/image" Target="../media/image755.png"/><Relationship Id="rId4" Type="http://schemas.openxmlformats.org/officeDocument/2006/relationships/image" Target="../media/image756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Relationship Id="rId3" Type="http://schemas.openxmlformats.org/officeDocument/2006/relationships/image" Target="../media/image757.png"/><Relationship Id="rId4" Type="http://schemas.openxmlformats.org/officeDocument/2006/relationships/image" Target="../media/image758.png"/><Relationship Id="rId5" Type="http://schemas.openxmlformats.org/officeDocument/2006/relationships/image" Target="../media/image759.png"/><Relationship Id="rId6" Type="http://schemas.openxmlformats.org/officeDocument/2006/relationships/image" Target="../media/image760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Relationship Id="rId3" Type="http://schemas.openxmlformats.org/officeDocument/2006/relationships/image" Target="../media/image761.png"/><Relationship Id="rId4" Type="http://schemas.openxmlformats.org/officeDocument/2006/relationships/image" Target="../media/image762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Relationship Id="rId3" Type="http://schemas.openxmlformats.org/officeDocument/2006/relationships/image" Target="../media/image763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764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765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766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767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768.png"/><Relationship Id="rId4" Type="http://schemas.openxmlformats.org/officeDocument/2006/relationships/image" Target="../media/image769.png"/><Relationship Id="rId5" Type="http://schemas.openxmlformats.org/officeDocument/2006/relationships/image" Target="../media/image770.png"/><Relationship Id="rId6" Type="http://schemas.openxmlformats.org/officeDocument/2006/relationships/image" Target="../media/image771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772.png"/><Relationship Id="rId4" Type="http://schemas.openxmlformats.org/officeDocument/2006/relationships/image" Target="../media/image773.png"/><Relationship Id="rId5" Type="http://schemas.openxmlformats.org/officeDocument/2006/relationships/image" Target="../media/image774.png"/><Relationship Id="rId6" Type="http://schemas.openxmlformats.org/officeDocument/2006/relationships/image" Target="../media/image775.png"/><Relationship Id="rId7" Type="http://schemas.openxmlformats.org/officeDocument/2006/relationships/image" Target="../media/image776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777.png"/><Relationship Id="rId4" Type="http://schemas.openxmlformats.org/officeDocument/2006/relationships/image" Target="../media/image778.png"/><Relationship Id="rId5" Type="http://schemas.openxmlformats.org/officeDocument/2006/relationships/image" Target="../media/image779.png"/><Relationship Id="rId6" Type="http://schemas.openxmlformats.org/officeDocument/2006/relationships/image" Target="../media/image780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781.png"/><Relationship Id="rId4" Type="http://schemas.openxmlformats.org/officeDocument/2006/relationships/image" Target="../media/image782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783.png"/><Relationship Id="rId4" Type="http://schemas.openxmlformats.org/officeDocument/2006/relationships/image" Target="../media/image784.png"/><Relationship Id="rId5" Type="http://schemas.openxmlformats.org/officeDocument/2006/relationships/image" Target="../media/image785.png"/><Relationship Id="rId6" Type="http://schemas.openxmlformats.org/officeDocument/2006/relationships/image" Target="../media/image786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787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788.jp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789.png"/><Relationship Id="rId4" Type="http://schemas.openxmlformats.org/officeDocument/2006/relationships/image" Target="../media/image790.png"/><Relationship Id="rId5" Type="http://schemas.openxmlformats.org/officeDocument/2006/relationships/image" Target="../media/image791.png"/><Relationship Id="rId6" Type="http://schemas.openxmlformats.org/officeDocument/2006/relationships/image" Target="../media/image792.png"/><Relationship Id="rId7" Type="http://schemas.openxmlformats.org/officeDocument/2006/relationships/image" Target="../media/image793.png"/><Relationship Id="rId8" Type="http://schemas.openxmlformats.org/officeDocument/2006/relationships/image" Target="../media/image794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795.png"/><Relationship Id="rId4" Type="http://schemas.openxmlformats.org/officeDocument/2006/relationships/image" Target="../media/image796.png"/><Relationship Id="rId5" Type="http://schemas.openxmlformats.org/officeDocument/2006/relationships/image" Target="../media/image797.png"/><Relationship Id="rId6" Type="http://schemas.openxmlformats.org/officeDocument/2006/relationships/image" Target="../media/image798.png"/><Relationship Id="rId7" Type="http://schemas.openxmlformats.org/officeDocument/2006/relationships/image" Target="../media/image799.png"/><Relationship Id="rId8" Type="http://schemas.openxmlformats.org/officeDocument/2006/relationships/image" Target="../media/image800.png"/><Relationship Id="rId9" Type="http://schemas.openxmlformats.org/officeDocument/2006/relationships/image" Target="../media/image801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802.png"/><Relationship Id="rId4" Type="http://schemas.openxmlformats.org/officeDocument/2006/relationships/image" Target="../media/image803.png"/><Relationship Id="rId5" Type="http://schemas.openxmlformats.org/officeDocument/2006/relationships/image" Target="../media/image804.png"/><Relationship Id="rId6" Type="http://schemas.openxmlformats.org/officeDocument/2006/relationships/image" Target="../media/image805.png"/><Relationship Id="rId7" Type="http://schemas.openxmlformats.org/officeDocument/2006/relationships/image" Target="../media/image806.png"/><Relationship Id="rId8" Type="http://schemas.openxmlformats.org/officeDocument/2006/relationships/image" Target="../media/image807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808.png"/><Relationship Id="rId4" Type="http://schemas.openxmlformats.org/officeDocument/2006/relationships/image" Target="../media/image809.png"/><Relationship Id="rId5" Type="http://schemas.openxmlformats.org/officeDocument/2006/relationships/image" Target="../media/image810.png"/><Relationship Id="rId6" Type="http://schemas.openxmlformats.org/officeDocument/2006/relationships/image" Target="../media/image811.png"/><Relationship Id="rId7" Type="http://schemas.openxmlformats.org/officeDocument/2006/relationships/image" Target="../media/image812.png"/><Relationship Id="rId8" Type="http://schemas.openxmlformats.org/officeDocument/2006/relationships/image" Target="../media/image813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814.png"/><Relationship Id="rId4" Type="http://schemas.openxmlformats.org/officeDocument/2006/relationships/image" Target="../media/image815.png"/><Relationship Id="rId5" Type="http://schemas.openxmlformats.org/officeDocument/2006/relationships/image" Target="../media/image816.png"/><Relationship Id="rId6" Type="http://schemas.openxmlformats.org/officeDocument/2006/relationships/image" Target="../media/image817.png"/><Relationship Id="rId7" Type="http://schemas.openxmlformats.org/officeDocument/2006/relationships/image" Target="../media/image818.png"/><Relationship Id="rId8" Type="http://schemas.openxmlformats.org/officeDocument/2006/relationships/image" Target="../media/image819.png"/><Relationship Id="rId9" Type="http://schemas.openxmlformats.org/officeDocument/2006/relationships/image" Target="../media/image820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821.png"/><Relationship Id="rId4" Type="http://schemas.openxmlformats.org/officeDocument/2006/relationships/image" Target="../media/image822.png"/><Relationship Id="rId5" Type="http://schemas.openxmlformats.org/officeDocument/2006/relationships/image" Target="../media/image823.png"/><Relationship Id="rId6" Type="http://schemas.openxmlformats.org/officeDocument/2006/relationships/image" Target="../media/image824.png"/><Relationship Id="rId7" Type="http://schemas.openxmlformats.org/officeDocument/2006/relationships/image" Target="../media/image825.png"/><Relationship Id="rId8" Type="http://schemas.openxmlformats.org/officeDocument/2006/relationships/image" Target="../media/image826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827.png"/><Relationship Id="rId4" Type="http://schemas.openxmlformats.org/officeDocument/2006/relationships/image" Target="../media/image828.png"/><Relationship Id="rId5" Type="http://schemas.openxmlformats.org/officeDocument/2006/relationships/image" Target="../media/image829.png"/><Relationship Id="rId6" Type="http://schemas.openxmlformats.org/officeDocument/2006/relationships/image" Target="../media/image830.png"/><Relationship Id="rId7" Type="http://schemas.openxmlformats.org/officeDocument/2006/relationships/image" Target="../media/image831.png"/><Relationship Id="rId8" Type="http://schemas.openxmlformats.org/officeDocument/2006/relationships/image" Target="../media/image832.png"/><Relationship Id="rId9" Type="http://schemas.openxmlformats.org/officeDocument/2006/relationships/image" Target="../media/image833.png"/><Relationship Id="rId10" Type="http://schemas.openxmlformats.org/officeDocument/2006/relationships/image" Target="../media/image834.png"/><Relationship Id="rId11" Type="http://schemas.openxmlformats.org/officeDocument/2006/relationships/image" Target="../media/image835.png"/><Relationship Id="rId12" Type="http://schemas.openxmlformats.org/officeDocument/2006/relationships/image" Target="../media/image836.png"/><Relationship Id="rId13" Type="http://schemas.openxmlformats.org/officeDocument/2006/relationships/image" Target="../media/image837.png"/><Relationship Id="rId14" Type="http://schemas.openxmlformats.org/officeDocument/2006/relationships/image" Target="../media/image838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839.png"/><Relationship Id="rId4" Type="http://schemas.openxmlformats.org/officeDocument/2006/relationships/image" Target="../media/image840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841.png"/><Relationship Id="rId4" Type="http://schemas.openxmlformats.org/officeDocument/2006/relationships/image" Target="../media/image842.png"/><Relationship Id="rId5" Type="http://schemas.openxmlformats.org/officeDocument/2006/relationships/image" Target="../media/image843.png"/><Relationship Id="rId6" Type="http://schemas.openxmlformats.org/officeDocument/2006/relationships/image" Target="../media/image844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845.png"/><Relationship Id="rId4" Type="http://schemas.openxmlformats.org/officeDocument/2006/relationships/image" Target="../media/image846.png"/><Relationship Id="rId5" Type="http://schemas.openxmlformats.org/officeDocument/2006/relationships/image" Target="../media/image847.png"/><Relationship Id="rId6" Type="http://schemas.openxmlformats.org/officeDocument/2006/relationships/image" Target="../media/image848.png"/><Relationship Id="rId7" Type="http://schemas.openxmlformats.org/officeDocument/2006/relationships/image" Target="../media/image849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850.png"/><Relationship Id="rId4" Type="http://schemas.openxmlformats.org/officeDocument/2006/relationships/image" Target="../media/image851.png"/><Relationship Id="rId5" Type="http://schemas.openxmlformats.org/officeDocument/2006/relationships/image" Target="../media/image852.png"/><Relationship Id="rId6" Type="http://schemas.openxmlformats.org/officeDocument/2006/relationships/image" Target="../media/image853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854.png"/><Relationship Id="rId4" Type="http://schemas.openxmlformats.org/officeDocument/2006/relationships/image" Target="../media/image855.png"/><Relationship Id="rId5" Type="http://schemas.openxmlformats.org/officeDocument/2006/relationships/image" Target="../media/image856.png"/><Relationship Id="rId6" Type="http://schemas.openxmlformats.org/officeDocument/2006/relationships/image" Target="../media/image857.png"/><Relationship Id="rId7" Type="http://schemas.openxmlformats.org/officeDocument/2006/relationships/image" Target="../media/image858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859.png"/><Relationship Id="rId4" Type="http://schemas.openxmlformats.org/officeDocument/2006/relationships/image" Target="../media/image860.png"/><Relationship Id="rId5" Type="http://schemas.openxmlformats.org/officeDocument/2006/relationships/image" Target="../media/image861.png"/><Relationship Id="rId6" Type="http://schemas.openxmlformats.org/officeDocument/2006/relationships/image" Target="../media/image862.png"/><Relationship Id="rId7" Type="http://schemas.openxmlformats.org/officeDocument/2006/relationships/image" Target="../media/image863.png"/><Relationship Id="rId8" Type="http://schemas.openxmlformats.org/officeDocument/2006/relationships/image" Target="../media/image864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865.png"/><Relationship Id="rId4" Type="http://schemas.openxmlformats.org/officeDocument/2006/relationships/image" Target="../media/image866.png"/><Relationship Id="rId5" Type="http://schemas.openxmlformats.org/officeDocument/2006/relationships/image" Target="../media/image867.png"/><Relationship Id="rId6" Type="http://schemas.openxmlformats.org/officeDocument/2006/relationships/image" Target="../media/image868.png"/><Relationship Id="rId7" Type="http://schemas.openxmlformats.org/officeDocument/2006/relationships/image" Target="../media/image869.png"/><Relationship Id="rId8" Type="http://schemas.openxmlformats.org/officeDocument/2006/relationships/image" Target="../media/image870.png"/><Relationship Id="rId9" Type="http://schemas.openxmlformats.org/officeDocument/2006/relationships/image" Target="../media/image871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872.jp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873.png"/><Relationship Id="rId4" Type="http://schemas.openxmlformats.org/officeDocument/2006/relationships/image" Target="../media/image874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875.png"/><Relationship Id="rId4" Type="http://schemas.openxmlformats.org/officeDocument/2006/relationships/image" Target="../media/image876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877.png"/><Relationship Id="rId4" Type="http://schemas.openxmlformats.org/officeDocument/2006/relationships/image" Target="../media/image878.png"/><Relationship Id="rId5" Type="http://schemas.openxmlformats.org/officeDocument/2006/relationships/image" Target="../media/image879.png"/><Relationship Id="rId6" Type="http://schemas.openxmlformats.org/officeDocument/2006/relationships/image" Target="../media/image880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881.png"/><Relationship Id="rId4" Type="http://schemas.openxmlformats.org/officeDocument/2006/relationships/image" Target="../media/image882.png"/><Relationship Id="rId5" Type="http://schemas.openxmlformats.org/officeDocument/2006/relationships/image" Target="../media/image883.png"/><Relationship Id="rId6" Type="http://schemas.openxmlformats.org/officeDocument/2006/relationships/image" Target="../media/image884.png"/><Relationship Id="rId7" Type="http://schemas.openxmlformats.org/officeDocument/2006/relationships/image" Target="../media/image885.png"/><Relationship Id="rId8" Type="http://schemas.openxmlformats.org/officeDocument/2006/relationships/image" Target="../media/image886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887.png"/><Relationship Id="rId4" Type="http://schemas.openxmlformats.org/officeDocument/2006/relationships/image" Target="../media/image888.png"/><Relationship Id="rId5" Type="http://schemas.openxmlformats.org/officeDocument/2006/relationships/image" Target="../media/image889.png"/><Relationship Id="rId6" Type="http://schemas.openxmlformats.org/officeDocument/2006/relationships/image" Target="../media/image890.png"/><Relationship Id="rId7" Type="http://schemas.openxmlformats.org/officeDocument/2006/relationships/image" Target="../media/image891.png"/><Relationship Id="rId8" Type="http://schemas.openxmlformats.org/officeDocument/2006/relationships/image" Target="../media/image892.png"/><Relationship Id="rId9" Type="http://schemas.openxmlformats.org/officeDocument/2006/relationships/image" Target="../media/image893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894.png"/><Relationship Id="rId4" Type="http://schemas.openxmlformats.org/officeDocument/2006/relationships/image" Target="../media/image895.png"/><Relationship Id="rId5" Type="http://schemas.openxmlformats.org/officeDocument/2006/relationships/image" Target="../media/image896.png"/><Relationship Id="rId6" Type="http://schemas.openxmlformats.org/officeDocument/2006/relationships/image" Target="../media/image897.png"/><Relationship Id="rId7" Type="http://schemas.openxmlformats.org/officeDocument/2006/relationships/image" Target="../media/image898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899.png"/><Relationship Id="rId4" Type="http://schemas.openxmlformats.org/officeDocument/2006/relationships/image" Target="../media/image900.png"/><Relationship Id="rId5" Type="http://schemas.openxmlformats.org/officeDocument/2006/relationships/image" Target="../media/image901.png"/><Relationship Id="rId6" Type="http://schemas.openxmlformats.org/officeDocument/2006/relationships/image" Target="../media/image902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903.png"/><Relationship Id="rId4" Type="http://schemas.openxmlformats.org/officeDocument/2006/relationships/image" Target="../media/image904.png"/><Relationship Id="rId5" Type="http://schemas.openxmlformats.org/officeDocument/2006/relationships/image" Target="../media/image905.png"/><Relationship Id="rId6" Type="http://schemas.openxmlformats.org/officeDocument/2006/relationships/image" Target="../media/image906.png"/><Relationship Id="rId7" Type="http://schemas.openxmlformats.org/officeDocument/2006/relationships/image" Target="../media/image907.png"/><Relationship Id="rId8" Type="http://schemas.openxmlformats.org/officeDocument/2006/relationships/image" Target="../media/image908.png"/><Relationship Id="rId9" Type="http://schemas.openxmlformats.org/officeDocument/2006/relationships/image" Target="../media/image909.png"/><Relationship Id="rId10" Type="http://schemas.openxmlformats.org/officeDocument/2006/relationships/image" Target="../media/image910.png"/><Relationship Id="rId11" Type="http://schemas.openxmlformats.org/officeDocument/2006/relationships/image" Target="../media/image911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912.png"/><Relationship Id="rId4" Type="http://schemas.openxmlformats.org/officeDocument/2006/relationships/image" Target="../media/image913.png"/><Relationship Id="rId5" Type="http://schemas.openxmlformats.org/officeDocument/2006/relationships/image" Target="../media/image914.png"/><Relationship Id="rId6" Type="http://schemas.openxmlformats.org/officeDocument/2006/relationships/image" Target="../media/image915.png"/><Relationship Id="rId7" Type="http://schemas.openxmlformats.org/officeDocument/2006/relationships/image" Target="../media/image916.png"/><Relationship Id="rId8" Type="http://schemas.openxmlformats.org/officeDocument/2006/relationships/image" Target="../media/image917.png"/><Relationship Id="rId9" Type="http://schemas.openxmlformats.org/officeDocument/2006/relationships/image" Target="../media/image918.png"/><Relationship Id="rId10" Type="http://schemas.openxmlformats.org/officeDocument/2006/relationships/image" Target="../media/image919.png"/><Relationship Id="rId11" Type="http://schemas.openxmlformats.org/officeDocument/2006/relationships/image" Target="../media/image920.png"/><Relationship Id="rId12" Type="http://schemas.openxmlformats.org/officeDocument/2006/relationships/image" Target="../media/image921.png"/><Relationship Id="rId13" Type="http://schemas.openxmlformats.org/officeDocument/2006/relationships/image" Target="../media/image922.png"/><Relationship Id="rId14" Type="http://schemas.openxmlformats.org/officeDocument/2006/relationships/image" Target="../media/image923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3" Type="http://schemas.openxmlformats.org/officeDocument/2006/relationships/image" Target="../media/image924.png"/><Relationship Id="rId4" Type="http://schemas.openxmlformats.org/officeDocument/2006/relationships/image" Target="../media/image925.png"/><Relationship Id="rId5" Type="http://schemas.openxmlformats.org/officeDocument/2006/relationships/image" Target="../media/image926.png"/><Relationship Id="rId6" Type="http://schemas.openxmlformats.org/officeDocument/2006/relationships/image" Target="../media/image927.png"/><Relationship Id="rId7" Type="http://schemas.openxmlformats.org/officeDocument/2006/relationships/image" Target="../media/image928.png"/><Relationship Id="rId8" Type="http://schemas.openxmlformats.org/officeDocument/2006/relationships/image" Target="../media/image929.png"/><Relationship Id="rId9" Type="http://schemas.openxmlformats.org/officeDocument/2006/relationships/image" Target="../media/image930.png"/><Relationship Id="rId10" Type="http://schemas.openxmlformats.org/officeDocument/2006/relationships/image" Target="../media/image931.png"/><Relationship Id="rId11" Type="http://schemas.openxmlformats.org/officeDocument/2006/relationships/image" Target="../media/image932.png"/><Relationship Id="rId12" Type="http://schemas.openxmlformats.org/officeDocument/2006/relationships/image" Target="../media/image933.png"/><Relationship Id="rId13" Type="http://schemas.openxmlformats.org/officeDocument/2006/relationships/image" Target="../media/image934.png"/><Relationship Id="rId14" Type="http://schemas.openxmlformats.org/officeDocument/2006/relationships/image" Target="../media/image935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936.png"/><Relationship Id="rId4" Type="http://schemas.openxmlformats.org/officeDocument/2006/relationships/image" Target="../media/image937.png"/><Relationship Id="rId5" Type="http://schemas.openxmlformats.org/officeDocument/2006/relationships/image" Target="../media/image938.png"/><Relationship Id="rId6" Type="http://schemas.openxmlformats.org/officeDocument/2006/relationships/image" Target="../media/image939.png"/><Relationship Id="rId7" Type="http://schemas.openxmlformats.org/officeDocument/2006/relationships/image" Target="../media/image940.png"/><Relationship Id="rId8" Type="http://schemas.openxmlformats.org/officeDocument/2006/relationships/image" Target="../media/image941.png"/><Relationship Id="rId9" Type="http://schemas.openxmlformats.org/officeDocument/2006/relationships/image" Target="../media/image942.png"/><Relationship Id="rId10" Type="http://schemas.openxmlformats.org/officeDocument/2006/relationships/image" Target="../media/image943.png"/><Relationship Id="rId11" Type="http://schemas.openxmlformats.org/officeDocument/2006/relationships/image" Target="../media/image944.png"/><Relationship Id="rId12" Type="http://schemas.openxmlformats.org/officeDocument/2006/relationships/image" Target="../media/image945.png"/><Relationship Id="rId13" Type="http://schemas.openxmlformats.org/officeDocument/2006/relationships/image" Target="../media/image946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Relationship Id="rId3" Type="http://schemas.openxmlformats.org/officeDocument/2006/relationships/image" Target="../media/image947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Relationship Id="rId3" Type="http://schemas.openxmlformats.org/officeDocument/2006/relationships/image" Target="../media/image948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Relationship Id="rId3" Type="http://schemas.openxmlformats.org/officeDocument/2006/relationships/image" Target="../media/image949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Relationship Id="rId3" Type="http://schemas.openxmlformats.org/officeDocument/2006/relationships/image" Target="../media/image950.png"/><Relationship Id="rId4" Type="http://schemas.openxmlformats.org/officeDocument/2006/relationships/image" Target="../media/image951.png"/><Relationship Id="rId5" Type="http://schemas.openxmlformats.org/officeDocument/2006/relationships/image" Target="../media/image952.png"/><Relationship Id="rId6" Type="http://schemas.openxmlformats.org/officeDocument/2006/relationships/image" Target="../media/image953.png"/><Relationship Id="rId7" Type="http://schemas.openxmlformats.org/officeDocument/2006/relationships/image" Target="../media/image954.png"/><Relationship Id="rId8" Type="http://schemas.openxmlformats.org/officeDocument/2006/relationships/image" Target="../media/image955.png"/><Relationship Id="rId9" Type="http://schemas.openxmlformats.org/officeDocument/2006/relationships/image" Target="../media/image956.png"/><Relationship Id="rId10" Type="http://schemas.openxmlformats.org/officeDocument/2006/relationships/image" Target="../media/image957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Relationship Id="rId3" Type="http://schemas.openxmlformats.org/officeDocument/2006/relationships/image" Target="../media/image958.png"/><Relationship Id="rId4" Type="http://schemas.openxmlformats.org/officeDocument/2006/relationships/image" Target="../media/image959.png"/><Relationship Id="rId5" Type="http://schemas.openxmlformats.org/officeDocument/2006/relationships/image" Target="../media/image960.png"/><Relationship Id="rId6" Type="http://schemas.openxmlformats.org/officeDocument/2006/relationships/image" Target="../media/image961.png"/><Relationship Id="rId7" Type="http://schemas.openxmlformats.org/officeDocument/2006/relationships/image" Target="../media/image962.png"/><Relationship Id="rId8" Type="http://schemas.openxmlformats.org/officeDocument/2006/relationships/image" Target="../media/image963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Relationship Id="rId3" Type="http://schemas.openxmlformats.org/officeDocument/2006/relationships/image" Target="../media/image964.png"/><Relationship Id="rId4" Type="http://schemas.openxmlformats.org/officeDocument/2006/relationships/image" Target="../media/image965.png"/><Relationship Id="rId5" Type="http://schemas.openxmlformats.org/officeDocument/2006/relationships/image" Target="../media/image966.png"/><Relationship Id="rId6" Type="http://schemas.openxmlformats.org/officeDocument/2006/relationships/image" Target="../media/image967.png"/><Relationship Id="rId7" Type="http://schemas.openxmlformats.org/officeDocument/2006/relationships/image" Target="../media/image968.png"/><Relationship Id="rId8" Type="http://schemas.openxmlformats.org/officeDocument/2006/relationships/image" Target="../media/image969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Relationship Id="rId3" Type="http://schemas.openxmlformats.org/officeDocument/2006/relationships/image" Target="../media/image970.png"/><Relationship Id="rId4" Type="http://schemas.openxmlformats.org/officeDocument/2006/relationships/image" Target="../media/image971.png"/><Relationship Id="rId5" Type="http://schemas.openxmlformats.org/officeDocument/2006/relationships/image" Target="../media/image972.png"/><Relationship Id="rId6" Type="http://schemas.openxmlformats.org/officeDocument/2006/relationships/image" Target="../media/image973.png"/><Relationship Id="rId7" Type="http://schemas.openxmlformats.org/officeDocument/2006/relationships/image" Target="../media/image974.png"/><Relationship Id="rId8" Type="http://schemas.openxmlformats.org/officeDocument/2006/relationships/image" Target="../media/image975.png"/><Relationship Id="rId9" Type="http://schemas.openxmlformats.org/officeDocument/2006/relationships/image" Target="../media/image976.png"/><Relationship Id="rId10" Type="http://schemas.openxmlformats.org/officeDocument/2006/relationships/image" Target="../media/image977.png"/><Relationship Id="rId11" Type="http://schemas.openxmlformats.org/officeDocument/2006/relationships/image" Target="../media/image978.png"/><Relationship Id="rId12" Type="http://schemas.openxmlformats.org/officeDocument/2006/relationships/image" Target="../media/image979.png"/><Relationship Id="rId13" Type="http://schemas.openxmlformats.org/officeDocument/2006/relationships/image" Target="../media/image980.png"/><Relationship Id="rId14" Type="http://schemas.openxmlformats.org/officeDocument/2006/relationships/image" Target="../media/image981.png"/><Relationship Id="rId15" Type="http://schemas.openxmlformats.org/officeDocument/2006/relationships/image" Target="../media/image982.png"/><Relationship Id="rId16" Type="http://schemas.openxmlformats.org/officeDocument/2006/relationships/image" Target="../media/image983.png"/><Relationship Id="rId17" Type="http://schemas.openxmlformats.org/officeDocument/2006/relationships/image" Target="../media/image984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Relationship Id="rId3" Type="http://schemas.openxmlformats.org/officeDocument/2006/relationships/image" Target="../media/image985.png"/><Relationship Id="rId4" Type="http://schemas.openxmlformats.org/officeDocument/2006/relationships/image" Target="../media/image986.png"/><Relationship Id="rId5" Type="http://schemas.openxmlformats.org/officeDocument/2006/relationships/image" Target="../media/image987.png"/><Relationship Id="rId6" Type="http://schemas.openxmlformats.org/officeDocument/2006/relationships/image" Target="../media/image988.png"/><Relationship Id="rId7" Type="http://schemas.openxmlformats.org/officeDocument/2006/relationships/image" Target="../media/image989.png"/><Relationship Id="rId8" Type="http://schemas.openxmlformats.org/officeDocument/2006/relationships/image" Target="../media/image990.png"/><Relationship Id="rId9" Type="http://schemas.openxmlformats.org/officeDocument/2006/relationships/image" Target="../media/image991.png"/><Relationship Id="rId10" Type="http://schemas.openxmlformats.org/officeDocument/2006/relationships/image" Target="../media/image992.png"/><Relationship Id="rId11" Type="http://schemas.openxmlformats.org/officeDocument/2006/relationships/image" Target="../media/image993.png"/><Relationship Id="rId12" Type="http://schemas.openxmlformats.org/officeDocument/2006/relationships/image" Target="../media/image994.png"/><Relationship Id="rId13" Type="http://schemas.openxmlformats.org/officeDocument/2006/relationships/image" Target="../media/image995.png"/><Relationship Id="rId14" Type="http://schemas.openxmlformats.org/officeDocument/2006/relationships/image" Target="../media/image996.png"/><Relationship Id="rId15" Type="http://schemas.openxmlformats.org/officeDocument/2006/relationships/image" Target="../media/image997.png"/><Relationship Id="rId16" Type="http://schemas.openxmlformats.org/officeDocument/2006/relationships/image" Target="../media/image998.png"/><Relationship Id="rId17" Type="http://schemas.openxmlformats.org/officeDocument/2006/relationships/image" Target="../media/image999.png"/><Relationship Id="rId18" Type="http://schemas.openxmlformats.org/officeDocument/2006/relationships/image" Target="../media/image1000.png"/><Relationship Id="rId19" Type="http://schemas.openxmlformats.org/officeDocument/2006/relationships/image" Target="../media/image1001.png"/><Relationship Id="rId20" Type="http://schemas.openxmlformats.org/officeDocument/2006/relationships/image" Target="../media/image1002.png"/><Relationship Id="rId21" Type="http://schemas.openxmlformats.org/officeDocument/2006/relationships/image" Target="../media/image1003.png"/><Relationship Id="rId22" Type="http://schemas.openxmlformats.org/officeDocument/2006/relationships/image" Target="../media/image1004.png"/><Relationship Id="rId23" Type="http://schemas.openxmlformats.org/officeDocument/2006/relationships/image" Target="../media/image1005.png"/><Relationship Id="rId24" Type="http://schemas.openxmlformats.org/officeDocument/2006/relationships/image" Target="../media/image1006.png"/><Relationship Id="rId25" Type="http://schemas.openxmlformats.org/officeDocument/2006/relationships/image" Target="../media/image1007.png"/><Relationship Id="rId26" Type="http://schemas.openxmlformats.org/officeDocument/2006/relationships/image" Target="../media/image1008.png"/><Relationship Id="rId27" Type="http://schemas.openxmlformats.org/officeDocument/2006/relationships/image" Target="../media/image1009.png"/><Relationship Id="rId28" Type="http://schemas.openxmlformats.org/officeDocument/2006/relationships/image" Target="../media/image1010.png"/><Relationship Id="rId29" Type="http://schemas.openxmlformats.org/officeDocument/2006/relationships/image" Target="../media/image1011.png"/><Relationship Id="rId30" Type="http://schemas.openxmlformats.org/officeDocument/2006/relationships/image" Target="../media/image1012.png"/><Relationship Id="rId31" Type="http://schemas.openxmlformats.org/officeDocument/2006/relationships/image" Target="../media/image1013.png"/><Relationship Id="rId32" Type="http://schemas.openxmlformats.org/officeDocument/2006/relationships/image" Target="../media/image1014.png"/><Relationship Id="rId33" Type="http://schemas.openxmlformats.org/officeDocument/2006/relationships/image" Target="../media/image1015.png"/><Relationship Id="rId34" Type="http://schemas.openxmlformats.org/officeDocument/2006/relationships/image" Target="../media/image1016.png"/><Relationship Id="rId35" Type="http://schemas.openxmlformats.org/officeDocument/2006/relationships/image" Target="../media/image1017.png"/><Relationship Id="rId36" Type="http://schemas.openxmlformats.org/officeDocument/2006/relationships/image" Target="../media/image1018.png"/><Relationship Id="rId37" Type="http://schemas.openxmlformats.org/officeDocument/2006/relationships/image" Target="../media/image1019.png"/><Relationship Id="rId38" Type="http://schemas.openxmlformats.org/officeDocument/2006/relationships/image" Target="../media/image1020.png"/><Relationship Id="rId39" Type="http://schemas.openxmlformats.org/officeDocument/2006/relationships/image" Target="../media/image1021.png"/><Relationship Id="rId40" Type="http://schemas.openxmlformats.org/officeDocument/2006/relationships/image" Target="../media/image1022.png"/><Relationship Id="rId41" Type="http://schemas.openxmlformats.org/officeDocument/2006/relationships/image" Target="../media/image1023.png"/><Relationship Id="rId42" Type="http://schemas.openxmlformats.org/officeDocument/2006/relationships/image" Target="../media/image1024.png"/><Relationship Id="rId43" Type="http://schemas.openxmlformats.org/officeDocument/2006/relationships/image" Target="../media/image1025.png"/><Relationship Id="rId44" Type="http://schemas.openxmlformats.org/officeDocument/2006/relationships/image" Target="../media/image1026.png"/><Relationship Id="rId45" Type="http://schemas.openxmlformats.org/officeDocument/2006/relationships/image" Target="../media/image1027.png"/><Relationship Id="rId46" Type="http://schemas.openxmlformats.org/officeDocument/2006/relationships/image" Target="../media/image1028.png"/><Relationship Id="rId47" Type="http://schemas.openxmlformats.org/officeDocument/2006/relationships/image" Target="../media/image1029.png"/><Relationship Id="rId48" Type="http://schemas.openxmlformats.org/officeDocument/2006/relationships/image" Target="../media/image1030.png"/><Relationship Id="rId49" Type="http://schemas.openxmlformats.org/officeDocument/2006/relationships/image" Target="../media/image1031.png"/><Relationship Id="rId50" Type="http://schemas.openxmlformats.org/officeDocument/2006/relationships/image" Target="../media/image1032.png"/><Relationship Id="rId51" Type="http://schemas.openxmlformats.org/officeDocument/2006/relationships/image" Target="../media/image1033.png"/><Relationship Id="rId52" Type="http://schemas.openxmlformats.org/officeDocument/2006/relationships/image" Target="../media/image1034.png"/><Relationship Id="rId53" Type="http://schemas.openxmlformats.org/officeDocument/2006/relationships/image" Target="../media/image1035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Relationship Id="rId3" Type="http://schemas.openxmlformats.org/officeDocument/2006/relationships/image" Target="../media/image1036.png"/><Relationship Id="rId4" Type="http://schemas.openxmlformats.org/officeDocument/2006/relationships/image" Target="../media/image1037.png"/><Relationship Id="rId5" Type="http://schemas.openxmlformats.org/officeDocument/2006/relationships/image" Target="../media/image1038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Relationship Id="rId3" Type="http://schemas.openxmlformats.org/officeDocument/2006/relationships/image" Target="../media/image1039.png"/><Relationship Id="rId4" Type="http://schemas.openxmlformats.org/officeDocument/2006/relationships/image" Target="../media/image1040.png"/><Relationship Id="rId5" Type="http://schemas.openxmlformats.org/officeDocument/2006/relationships/image" Target="../media/image1041.png"/><Relationship Id="rId6" Type="http://schemas.openxmlformats.org/officeDocument/2006/relationships/image" Target="../media/image1042.png"/><Relationship Id="rId7" Type="http://schemas.openxmlformats.org/officeDocument/2006/relationships/image" Target="../media/image1043.png"/><Relationship Id="rId8" Type="http://schemas.openxmlformats.org/officeDocument/2006/relationships/image" Target="../media/image1044.png"/><Relationship Id="rId9" Type="http://schemas.openxmlformats.org/officeDocument/2006/relationships/image" Target="../media/image1045.png"/><Relationship Id="rId10" Type="http://schemas.openxmlformats.org/officeDocument/2006/relationships/image" Target="../media/media1.svg"/><Relationship Id="rId11" Type="http://schemas.openxmlformats.org/officeDocument/2006/relationships/image" Target="../media/image1046.png"/><Relationship Id="rId12" Type="http://schemas.openxmlformats.org/officeDocument/2006/relationships/image" Target="../media/image1047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Relationship Id="rId3" Type="http://schemas.openxmlformats.org/officeDocument/2006/relationships/image" Target="../media/image1048.png"/><Relationship Id="rId4" Type="http://schemas.openxmlformats.org/officeDocument/2006/relationships/image" Target="../media/image1049.png"/><Relationship Id="rId5" Type="http://schemas.openxmlformats.org/officeDocument/2006/relationships/image" Target="../media/image1050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Relationship Id="rId3" Type="http://schemas.openxmlformats.org/officeDocument/2006/relationships/image" Target="../media/image1051.png"/><Relationship Id="rId4" Type="http://schemas.openxmlformats.org/officeDocument/2006/relationships/image" Target="../media/image1052.png"/><Relationship Id="rId5" Type="http://schemas.openxmlformats.org/officeDocument/2006/relationships/image" Target="../media/image1053.png"/><Relationship Id="rId6" Type="http://schemas.openxmlformats.org/officeDocument/2006/relationships/image" Target="../media/image1054.png"/><Relationship Id="rId7" Type="http://schemas.openxmlformats.org/officeDocument/2006/relationships/image" Target="../media/image1055.png"/><Relationship Id="rId8" Type="http://schemas.openxmlformats.org/officeDocument/2006/relationships/image" Target="../media/image1056.png"/><Relationship Id="rId9" Type="http://schemas.openxmlformats.org/officeDocument/2006/relationships/image" Target="../media/image1057.png"/><Relationship Id="rId10" Type="http://schemas.openxmlformats.org/officeDocument/2006/relationships/image" Target="../media/image1058.png"/><Relationship Id="rId11" Type="http://schemas.openxmlformats.org/officeDocument/2006/relationships/image" Target="../media/image1059.png"/><Relationship Id="rId12" Type="http://schemas.openxmlformats.org/officeDocument/2006/relationships/image" Target="../media/image1060.png"/><Relationship Id="rId13" Type="http://schemas.openxmlformats.org/officeDocument/2006/relationships/image" Target="../media/image1061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Relationship Id="rId3" Type="http://schemas.openxmlformats.org/officeDocument/2006/relationships/image" Target="../media/image1062.png"/><Relationship Id="rId4" Type="http://schemas.openxmlformats.org/officeDocument/2006/relationships/image" Target="../media/image1063.png"/><Relationship Id="rId5" Type="http://schemas.openxmlformats.org/officeDocument/2006/relationships/image" Target="../media/image1064.png"/><Relationship Id="rId6" Type="http://schemas.openxmlformats.org/officeDocument/2006/relationships/image" Target="../media/image1065.png"/><Relationship Id="rId7" Type="http://schemas.openxmlformats.org/officeDocument/2006/relationships/image" Target="../media/image1066.png"/><Relationship Id="rId8" Type="http://schemas.openxmlformats.org/officeDocument/2006/relationships/image" Target="../media/image1067.png"/><Relationship Id="rId9" Type="http://schemas.openxmlformats.org/officeDocument/2006/relationships/image" Target="../media/image1068.png"/><Relationship Id="rId10" Type="http://schemas.openxmlformats.org/officeDocument/2006/relationships/image" Target="../media/image1069.png"/><Relationship Id="rId11" Type="http://schemas.openxmlformats.org/officeDocument/2006/relationships/image" Target="../media/image1070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Relationship Id="rId3" Type="http://schemas.openxmlformats.org/officeDocument/2006/relationships/image" Target="../media/image1071.png"/><Relationship Id="rId4" Type="http://schemas.openxmlformats.org/officeDocument/2006/relationships/image" Target="../media/image1072.png"/><Relationship Id="rId5" Type="http://schemas.openxmlformats.org/officeDocument/2006/relationships/image" Target="../media/image1073.png"/><Relationship Id="rId6" Type="http://schemas.openxmlformats.org/officeDocument/2006/relationships/image" Target="../media/image1074.png"/><Relationship Id="rId7" Type="http://schemas.openxmlformats.org/officeDocument/2006/relationships/image" Target="../media/image1075.png"/><Relationship Id="rId8" Type="http://schemas.openxmlformats.org/officeDocument/2006/relationships/image" Target="../media/image1076.png"/><Relationship Id="rId9" Type="http://schemas.openxmlformats.org/officeDocument/2006/relationships/image" Target="../media/image1077.png"/><Relationship Id="rId10" Type="http://schemas.openxmlformats.org/officeDocument/2006/relationships/image" Target="../media/image1078.png"/><Relationship Id="rId11" Type="http://schemas.openxmlformats.org/officeDocument/2006/relationships/image" Target="../media/image1079.png"/><Relationship Id="rId12" Type="http://schemas.openxmlformats.org/officeDocument/2006/relationships/image" Target="../media/image1080.png"/><Relationship Id="rId13" Type="http://schemas.openxmlformats.org/officeDocument/2006/relationships/image" Target="../media/image1081.png"/><Relationship Id="rId14" Type="http://schemas.openxmlformats.org/officeDocument/2006/relationships/image" Target="../media/image1082.png"/><Relationship Id="rId15" Type="http://schemas.openxmlformats.org/officeDocument/2006/relationships/image" Target="../media/image1083.png"/><Relationship Id="rId16" Type="http://schemas.openxmlformats.org/officeDocument/2006/relationships/image" Target="../media/image1084.png"/><Relationship Id="rId17" Type="http://schemas.openxmlformats.org/officeDocument/2006/relationships/image" Target="../media/image1085.png"/><Relationship Id="rId18" Type="http://schemas.openxmlformats.org/officeDocument/2006/relationships/image" Target="../media/image1086.png"/><Relationship Id="rId19" Type="http://schemas.openxmlformats.org/officeDocument/2006/relationships/image" Target="../media/image1087.png"/><Relationship Id="rId20" Type="http://schemas.openxmlformats.org/officeDocument/2006/relationships/image" Target="../media/image1088.png"/><Relationship Id="rId21" Type="http://schemas.openxmlformats.org/officeDocument/2006/relationships/image" Target="../media/image1089.jpg"/><Relationship Id="rId22" Type="http://schemas.openxmlformats.org/officeDocument/2006/relationships/image" Target="../media/image1090.jp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Relationship Id="rId3" Type="http://schemas.openxmlformats.org/officeDocument/2006/relationships/image" Target="../media/image1091.png"/><Relationship Id="rId4" Type="http://schemas.openxmlformats.org/officeDocument/2006/relationships/image" Target="../media/image1092.png"/><Relationship Id="rId5" Type="http://schemas.openxmlformats.org/officeDocument/2006/relationships/image" Target="../media/image1093.png"/><Relationship Id="rId6" Type="http://schemas.openxmlformats.org/officeDocument/2006/relationships/image" Target="../media/image1094.png"/><Relationship Id="rId7" Type="http://schemas.openxmlformats.org/officeDocument/2006/relationships/image" Target="../media/image1095.png"/><Relationship Id="rId8" Type="http://schemas.openxmlformats.org/officeDocument/2006/relationships/image" Target="../media/image1096.png"/><Relationship Id="rId9" Type="http://schemas.openxmlformats.org/officeDocument/2006/relationships/image" Target="../media/image1097.png"/><Relationship Id="rId10" Type="http://schemas.openxmlformats.org/officeDocument/2006/relationships/image" Target="../media/image1098.png"/><Relationship Id="rId11" Type="http://schemas.openxmlformats.org/officeDocument/2006/relationships/image" Target="../media/image1099.png"/><Relationship Id="rId12" Type="http://schemas.openxmlformats.org/officeDocument/2006/relationships/image" Target="../media/image1100.png"/><Relationship Id="rId13" Type="http://schemas.openxmlformats.org/officeDocument/2006/relationships/image" Target="../media/image1101.png"/><Relationship Id="rId14" Type="http://schemas.openxmlformats.org/officeDocument/2006/relationships/image" Target="../media/image1102.png"/><Relationship Id="rId15" Type="http://schemas.openxmlformats.org/officeDocument/2006/relationships/image" Target="../media/image1103.png"/><Relationship Id="rId16" Type="http://schemas.openxmlformats.org/officeDocument/2006/relationships/image" Target="../media/image1104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Relationship Id="rId3" Type="http://schemas.openxmlformats.org/officeDocument/2006/relationships/image" Target="../media/image1105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Relationship Id="rId3" Type="http://schemas.openxmlformats.org/officeDocument/2006/relationships/image" Target="../media/image1106.png"/><Relationship Id="rId4" Type="http://schemas.openxmlformats.org/officeDocument/2006/relationships/image" Target="../media/image1107.png"/><Relationship Id="rId5" Type="http://schemas.openxmlformats.org/officeDocument/2006/relationships/image" Target="../media/image1108.png"/><Relationship Id="rId6" Type="http://schemas.openxmlformats.org/officeDocument/2006/relationships/image" Target="../media/image1109.png"/><Relationship Id="rId7" Type="http://schemas.openxmlformats.org/officeDocument/2006/relationships/image" Target="../media/image1110.png"/><Relationship Id="rId8" Type="http://schemas.openxmlformats.org/officeDocument/2006/relationships/image" Target="../media/image1111.png"/><Relationship Id="rId9" Type="http://schemas.openxmlformats.org/officeDocument/2006/relationships/image" Target="../media/image1112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Relationship Id="rId3" Type="http://schemas.openxmlformats.org/officeDocument/2006/relationships/image" Target="../media/image1113.png"/><Relationship Id="rId4" Type="http://schemas.openxmlformats.org/officeDocument/2006/relationships/image" Target="../media/image1114.png"/><Relationship Id="rId5" Type="http://schemas.openxmlformats.org/officeDocument/2006/relationships/image" Target="../media/image1115.png"/><Relationship Id="rId6" Type="http://schemas.openxmlformats.org/officeDocument/2006/relationships/image" Target="../media/image1116.png"/><Relationship Id="rId7" Type="http://schemas.openxmlformats.org/officeDocument/2006/relationships/image" Target="../media/image1117.png"/><Relationship Id="rId8" Type="http://schemas.openxmlformats.org/officeDocument/2006/relationships/image" Target="../media/image1118.png"/><Relationship Id="rId9" Type="http://schemas.openxmlformats.org/officeDocument/2006/relationships/image" Target="../media/image1119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Relationship Id="rId3" Type="http://schemas.openxmlformats.org/officeDocument/2006/relationships/image" Target="../media/image1120.png"/><Relationship Id="rId4" Type="http://schemas.openxmlformats.org/officeDocument/2006/relationships/image" Target="../media/image1121.png"/><Relationship Id="rId5" Type="http://schemas.openxmlformats.org/officeDocument/2006/relationships/image" Target="../media/image1122.png"/><Relationship Id="rId6" Type="http://schemas.openxmlformats.org/officeDocument/2006/relationships/image" Target="../media/image1123.png"/><Relationship Id="rId7" Type="http://schemas.openxmlformats.org/officeDocument/2006/relationships/image" Target="../media/image1124.png"/><Relationship Id="rId8" Type="http://schemas.openxmlformats.org/officeDocument/2006/relationships/image" Target="../media/image1125.png"/><Relationship Id="rId9" Type="http://schemas.openxmlformats.org/officeDocument/2006/relationships/image" Target="../media/image1126.png"/><Relationship Id="rId10" Type="http://schemas.openxmlformats.org/officeDocument/2006/relationships/image" Target="../media/image1127.png"/><Relationship Id="rId11" Type="http://schemas.openxmlformats.org/officeDocument/2006/relationships/image" Target="../media/image1128.png"/><Relationship Id="rId12" Type="http://schemas.openxmlformats.org/officeDocument/2006/relationships/image" Target="../media/image1129.png"/><Relationship Id="rId13" Type="http://schemas.openxmlformats.org/officeDocument/2006/relationships/image" Target="../media/image1130.png"/><Relationship Id="rId14" Type="http://schemas.openxmlformats.org/officeDocument/2006/relationships/image" Target="../media/image1131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Relationship Id="rId3" Type="http://schemas.openxmlformats.org/officeDocument/2006/relationships/image" Target="../media/image1132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Relationship Id="rId3" Type="http://schemas.openxmlformats.org/officeDocument/2006/relationships/image" Target="../media/image1133.png"/><Relationship Id="rId4" Type="http://schemas.openxmlformats.org/officeDocument/2006/relationships/image" Target="../media/image1134.png"/><Relationship Id="rId5" Type="http://schemas.openxmlformats.org/officeDocument/2006/relationships/image" Target="../media/image1135.png"/><Relationship Id="rId6" Type="http://schemas.openxmlformats.org/officeDocument/2006/relationships/image" Target="../media/image1136.png"/><Relationship Id="rId7" Type="http://schemas.openxmlformats.org/officeDocument/2006/relationships/image" Target="../media/image1137.png"/><Relationship Id="rId8" Type="http://schemas.openxmlformats.org/officeDocument/2006/relationships/image" Target="../media/image1138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Relationship Id="rId3" Type="http://schemas.openxmlformats.org/officeDocument/2006/relationships/image" Target="../media/image1139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Relationship Id="rId3" Type="http://schemas.openxmlformats.org/officeDocument/2006/relationships/image" Target="../media/image1140.png"/><Relationship Id="rId4" Type="http://schemas.openxmlformats.org/officeDocument/2006/relationships/image" Target="../media/image1141.png"/><Relationship Id="rId5" Type="http://schemas.openxmlformats.org/officeDocument/2006/relationships/image" Target="../media/image1142.png"/><Relationship Id="rId6" Type="http://schemas.openxmlformats.org/officeDocument/2006/relationships/image" Target="../media/image1143.png"/><Relationship Id="rId7" Type="http://schemas.openxmlformats.org/officeDocument/2006/relationships/image" Target="../media/image1144.png"/><Relationship Id="rId8" Type="http://schemas.openxmlformats.org/officeDocument/2006/relationships/image" Target="../media/image1145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Relationship Id="rId3" Type="http://schemas.openxmlformats.org/officeDocument/2006/relationships/image" Target="../media/image1146.png"/><Relationship Id="rId4" Type="http://schemas.openxmlformats.org/officeDocument/2006/relationships/image" Target="../media/image1147.png"/><Relationship Id="rId5" Type="http://schemas.openxmlformats.org/officeDocument/2006/relationships/image" Target="../media/image1148.png"/><Relationship Id="rId6" Type="http://schemas.openxmlformats.org/officeDocument/2006/relationships/image" Target="../media/image1149.png"/><Relationship Id="rId7" Type="http://schemas.openxmlformats.org/officeDocument/2006/relationships/image" Target="../media/image1150.png"/><Relationship Id="rId8" Type="http://schemas.openxmlformats.org/officeDocument/2006/relationships/image" Target="../media/image1151.png"/><Relationship Id="rId9" Type="http://schemas.openxmlformats.org/officeDocument/2006/relationships/image" Target="../media/image1152.png"/><Relationship Id="rId10" Type="http://schemas.openxmlformats.org/officeDocument/2006/relationships/image" Target="../media/image1153.png"/><Relationship Id="rId11" Type="http://schemas.openxmlformats.org/officeDocument/2006/relationships/image" Target="../media/image1154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2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Relationship Id="rId3" Type="http://schemas.openxmlformats.org/officeDocument/2006/relationships/image" Target="../media/image1155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Relationship Id="rId3" Type="http://schemas.openxmlformats.org/officeDocument/2006/relationships/image" Target="../media/image1156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Relationship Id="rId3" Type="http://schemas.openxmlformats.org/officeDocument/2006/relationships/image" Target="../media/image1157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Relationship Id="rId3" Type="http://schemas.openxmlformats.org/officeDocument/2006/relationships/image" Target="../media/image1158.png"/><Relationship Id="rId4" Type="http://schemas.openxmlformats.org/officeDocument/2006/relationships/image" Target="../media/image1159.png"/><Relationship Id="rId5" Type="http://schemas.openxmlformats.org/officeDocument/2006/relationships/image" Target="../media/image1160.png"/><Relationship Id="rId6" Type="http://schemas.openxmlformats.org/officeDocument/2006/relationships/image" Target="../media/image1161.png"/><Relationship Id="rId7" Type="http://schemas.openxmlformats.org/officeDocument/2006/relationships/image" Target="../media/image1162.png"/><Relationship Id="rId8" Type="http://schemas.openxmlformats.org/officeDocument/2006/relationships/image" Target="../media/image1163.png"/><Relationship Id="rId9" Type="http://schemas.openxmlformats.org/officeDocument/2006/relationships/image" Target="../media/image1164.png"/><Relationship Id="rId10" Type="http://schemas.openxmlformats.org/officeDocument/2006/relationships/image" Target="../media/image1165.png"/><Relationship Id="rId11" Type="http://schemas.openxmlformats.org/officeDocument/2006/relationships/image" Target="../media/image1166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Relationship Id="rId3" Type="http://schemas.openxmlformats.org/officeDocument/2006/relationships/image" Target="../media/image1167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Relationship Id="rId3" Type="http://schemas.openxmlformats.org/officeDocument/2006/relationships/image" Target="../media/image116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8789537" name="TextBox 26"/>
          <p:cNvSpPr txBox="1"/>
          <p:nvPr/>
        </p:nvSpPr>
        <p:spPr bwMode="auto">
          <a:xfrm>
            <a:off x="627089" y="505814"/>
            <a:ext cx="1004048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Model kerahasiaan sistem perbankan: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2277428" name="TextBox 27"/>
          <p:cNvSpPr txBox="1"/>
          <p:nvPr/>
        </p:nvSpPr>
        <p:spPr bwMode="auto">
          <a:xfrm>
            <a:off x="627089" y="3910224"/>
            <a:ext cx="1004012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Model privasi Bitcoin: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48042500" name="Freeform 29"/>
          <p:cNvSpPr/>
          <p:nvPr/>
        </p:nvSpPr>
        <p:spPr bwMode="auto">
          <a:xfrm rot="0" flipH="0" flipV="0">
            <a:off x="7090191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75198738" name="TextBox 30"/>
          <p:cNvSpPr txBox="1"/>
          <p:nvPr/>
        </p:nvSpPr>
        <p:spPr bwMode="auto">
          <a:xfrm rot="0" flipH="0" flipV="0">
            <a:off x="7090191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Mitra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47140295" name="Freeform 32"/>
          <p:cNvSpPr/>
          <p:nvPr/>
        </p:nvSpPr>
        <p:spPr bwMode="auto">
          <a:xfrm rot="0" flipH="0" flipV="0">
            <a:off x="9520857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065103822" name="TextBox 33"/>
          <p:cNvSpPr txBox="1"/>
          <p:nvPr/>
        </p:nvSpPr>
        <p:spPr bwMode="auto">
          <a:xfrm rot="0" flipH="0" flipV="0">
            <a:off x="9520857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Publik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00655598" name="Freeform 35"/>
          <p:cNvSpPr/>
          <p:nvPr/>
        </p:nvSpPr>
        <p:spPr bwMode="auto">
          <a:xfrm rot="0" flipH="0" flipV="0">
            <a:off x="493495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669628474" name="TextBox 36"/>
          <p:cNvSpPr txBox="1"/>
          <p:nvPr/>
        </p:nvSpPr>
        <p:spPr bwMode="auto">
          <a:xfrm rot="0" flipH="0" flipV="0">
            <a:off x="493495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Bank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6922468" name="Freeform 38"/>
          <p:cNvSpPr/>
          <p:nvPr/>
        </p:nvSpPr>
        <p:spPr bwMode="auto">
          <a:xfrm rot="0" flipH="0" flipV="0">
            <a:off x="2779726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47695625" name="TextBox 39"/>
          <p:cNvSpPr txBox="1"/>
          <p:nvPr/>
        </p:nvSpPr>
        <p:spPr bwMode="auto">
          <a:xfrm rot="0" flipH="0" flipV="0">
            <a:off x="2779726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Transaksi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53541753" name="Freeform 41"/>
          <p:cNvSpPr/>
          <p:nvPr/>
        </p:nvSpPr>
        <p:spPr bwMode="auto">
          <a:xfrm rot="0" flipH="0" flipV="0">
            <a:off x="62708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534413" name="TextBox 42"/>
          <p:cNvSpPr txBox="1"/>
          <p:nvPr/>
        </p:nvSpPr>
        <p:spPr bwMode="auto">
          <a:xfrm rot="0" flipH="0" flipV="0">
            <a:off x="62708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Identitas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4420959" name="AutoShape 43"/>
          <p:cNvSpPr/>
          <p:nvPr/>
        </p:nvSpPr>
        <p:spPr bwMode="auto">
          <a:xfrm>
            <a:off x="9268575" y="132640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572454" name="Freeform 45"/>
          <p:cNvSpPr/>
          <p:nvPr/>
        </p:nvSpPr>
        <p:spPr bwMode="auto">
          <a:xfrm rot="0" flipH="0" flipV="0">
            <a:off x="5201659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23854703" name="TextBox 46"/>
          <p:cNvSpPr txBox="1"/>
          <p:nvPr/>
        </p:nvSpPr>
        <p:spPr bwMode="auto">
          <a:xfrm rot="0" flipH="0" flipV="0">
            <a:off x="5201659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Publik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80651435" name="Freeform 48"/>
          <p:cNvSpPr/>
          <p:nvPr/>
        </p:nvSpPr>
        <p:spPr bwMode="auto">
          <a:xfrm rot="0" flipH="0" flipV="0">
            <a:off x="304642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96886559" name="TextBox 49"/>
          <p:cNvSpPr txBox="1"/>
          <p:nvPr/>
        </p:nvSpPr>
        <p:spPr bwMode="auto">
          <a:xfrm rot="0" flipH="0" flipV="0">
            <a:off x="304642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Transaksi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77018496" name="Freeform 51"/>
          <p:cNvSpPr/>
          <p:nvPr/>
        </p:nvSpPr>
        <p:spPr bwMode="auto">
          <a:xfrm rot="0" flipH="0" flipV="0">
            <a:off x="62708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007242215" name="TextBox 52"/>
          <p:cNvSpPr txBox="1"/>
          <p:nvPr/>
        </p:nvSpPr>
        <p:spPr bwMode="auto">
          <a:xfrm rot="0" flipH="0" flipV="0">
            <a:off x="62708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Identitas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01091469" name="AutoShape 53"/>
          <p:cNvSpPr/>
          <p:nvPr/>
        </p:nvSpPr>
        <p:spPr bwMode="auto">
          <a:xfrm>
            <a:off x="2798777" y="472664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91643150" name="AutoShape 54"/>
          <p:cNvSpPr/>
          <p:nvPr/>
        </p:nvSpPr>
        <p:spPr bwMode="auto">
          <a:xfrm>
            <a:off x="2553721" y="212882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29060826" name="AutoShape 55"/>
          <p:cNvSpPr/>
          <p:nvPr/>
        </p:nvSpPr>
        <p:spPr bwMode="auto">
          <a:xfrm>
            <a:off x="4706359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58110571" name="AutoShape 56"/>
          <p:cNvSpPr/>
          <p:nvPr/>
        </p:nvSpPr>
        <p:spPr bwMode="auto">
          <a:xfrm>
            <a:off x="6861591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65893571" name="AutoShape 57"/>
          <p:cNvSpPr/>
          <p:nvPr/>
        </p:nvSpPr>
        <p:spPr bwMode="auto">
          <a:xfrm>
            <a:off x="4973060" y="552906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7144067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06788" y="84079"/>
            <a:ext cx="9578421" cy="66898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9297667" name="Freeform 48"/>
          <p:cNvSpPr/>
          <p:nvPr/>
        </p:nvSpPr>
        <p:spPr bwMode="auto">
          <a:xfrm flipH="0" flipV="0">
            <a:off x="4778718" y="1828280"/>
            <a:ext cx="385551" cy="3605969"/>
          </a:xfrm>
          <a:custGeom>
            <a:avLst/>
            <a:gdLst/>
            <a:ahLst/>
            <a:cxnLst/>
            <a:rect l="l" t="t" r="r" b="b"/>
            <a:pathLst>
              <a:path w="931062" h="4138052" fill="norm" stroke="1" extrusionOk="0">
                <a:moveTo>
                  <a:pt x="0" y="0"/>
                </a:moveTo>
                <a:lnTo>
                  <a:pt x="931062" y="0"/>
                </a:lnTo>
                <a:lnTo>
                  <a:pt x="931062" y="4138053"/>
                </a:lnTo>
                <a:lnTo>
                  <a:pt x="0" y="41380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092927289" name="TextBox 49"/>
          <p:cNvSpPr txBox="1"/>
          <p:nvPr/>
        </p:nvSpPr>
        <p:spPr bwMode="auto">
          <a:xfrm flipH="0" flipV="0">
            <a:off x="2037895" y="3270249"/>
            <a:ext cx="242057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Milik bersama</a:t>
            </a:r>
            <a:endParaRPr lang="en-US" sz="2200" b="1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226899963" name=""/>
          <p:cNvSpPr txBox="1"/>
          <p:nvPr/>
        </p:nvSpPr>
        <p:spPr bwMode="auto">
          <a:xfrm rot="0" flipH="0" flipV="0">
            <a:off x="351702" y="458388"/>
            <a:ext cx="2602850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200" lang="fr-FR">
                <a:latin typeface="IBM Plex Sans"/>
              </a:rPr>
              <a:t>Kata internasional :</a:t>
            </a:r>
            <a:endParaRPr sz="1200">
              <a:latin typeface="IBM Plex Sans"/>
              <a:cs typeface="IBM Plex Sans"/>
            </a:endParaRPr>
          </a:p>
        </p:txBody>
      </p:sp>
      <p:grpSp>
        <p:nvGrpSpPr>
          <p:cNvPr id="1039213360" name=""/>
          <p:cNvGrpSpPr/>
          <p:nvPr/>
        </p:nvGrpSpPr>
        <p:grpSpPr bwMode="auto">
          <a:xfrm flipH="0" flipV="0">
            <a:off x="262617" y="310050"/>
            <a:ext cx="2765297" cy="2531750"/>
            <a:chOff x="0" y="0"/>
            <a:chExt cx="2765297" cy="2531750"/>
          </a:xfrm>
        </p:grpSpPr>
        <p:sp>
          <p:nvSpPr>
            <p:cNvPr id="1168439196" name=""/>
            <p:cNvSpPr txBox="1"/>
            <p:nvPr/>
          </p:nvSpPr>
          <p:spPr bwMode="auto">
            <a:xfrm rot="0" flipH="0" flipV="0">
              <a:off x="89083" y="611150"/>
              <a:ext cx="2258778" cy="192059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Sats 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Wallet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Coinjoin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Transaction</a:t>
              </a:r>
              <a:endParaRPr sz="1200">
                <a:latin typeface="IBM Plex Sans"/>
                <a:ea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cs typeface="IBM Plex Sans"/>
                </a:rPr>
                <a:t>Alice - Bob - Charle etc </a:t>
              </a:r>
              <a:endParaRPr lang="fr-FR" sz="1200">
                <a:latin typeface="IBM Plex Sans"/>
                <a:ea typeface="IBM Plex Sans"/>
                <a:cs typeface="IBM Plex Sans"/>
              </a:endParaRPr>
            </a:p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45867235" name=""/>
            <p:cNvSpPr/>
            <p:nvPr/>
          </p:nvSpPr>
          <p:spPr bwMode="auto">
            <a:xfrm rot="0" flipH="0" flipV="0">
              <a:off x="0" y="0"/>
              <a:ext cx="2765298" cy="2358906"/>
            </a:xfrm>
            <a:prstGeom prst="rect">
              <a:avLst/>
            </a:prstGeom>
            <a:noFill/>
            <a:ln w="12699" cap="flat" cmpd="sng" algn="ctr">
              <a:solidFill>
                <a:schemeClr val="accent2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</p:grpSp>
      <p:grpSp>
        <p:nvGrpSpPr>
          <p:cNvPr id="2058011047" name=""/>
          <p:cNvGrpSpPr/>
          <p:nvPr/>
        </p:nvGrpSpPr>
        <p:grpSpPr bwMode="auto">
          <a:xfrm flipH="0" flipV="0">
            <a:off x="5339309" y="836248"/>
            <a:ext cx="5829479" cy="5571124"/>
            <a:chOff x="0" y="0"/>
            <a:chExt cx="5829479" cy="5571124"/>
          </a:xfrm>
        </p:grpSpPr>
        <p:sp>
          <p:nvSpPr>
            <p:cNvPr id="1601570092" name="TextBox 32"/>
            <p:cNvSpPr txBox="1"/>
            <p:nvPr/>
          </p:nvSpPr>
          <p:spPr bwMode="auto">
            <a:xfrm>
              <a:off x="234065" y="333039"/>
              <a:ext cx="5400829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34754363" name="TextBox 33"/>
            <p:cNvSpPr txBox="1"/>
            <p:nvPr/>
          </p:nvSpPr>
          <p:spPr bwMode="auto">
            <a:xfrm>
              <a:off x="386273" y="1211933"/>
              <a:ext cx="1940689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1433325" name="AutoShape 34"/>
            <p:cNvSpPr/>
            <p:nvPr/>
          </p:nvSpPr>
          <p:spPr bwMode="auto">
            <a:xfrm flipH="0" flipV="0">
              <a:off x="2933580" y="1535830"/>
              <a:ext cx="0" cy="366159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951966070" name="TextBox 38"/>
            <p:cNvSpPr txBox="1"/>
            <p:nvPr/>
          </p:nvSpPr>
          <p:spPr bwMode="auto">
            <a:xfrm>
              <a:off x="3541831" y="1211933"/>
              <a:ext cx="1940689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84487469" name="Rectangle: Rounded Corners 12"/>
            <p:cNvSpPr/>
            <p:nvPr/>
          </p:nvSpPr>
          <p:spPr bwMode="auto">
            <a:xfrm>
              <a:off x="0" y="0"/>
              <a:ext cx="5829479" cy="557112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 sz="1400"/>
            </a:p>
          </p:txBody>
        </p:sp>
        <p:grpSp>
          <p:nvGrpSpPr>
            <p:cNvPr id="588766708" name=""/>
            <p:cNvGrpSpPr/>
            <p:nvPr/>
          </p:nvGrpSpPr>
          <p:grpSpPr bwMode="auto">
            <a:xfrm flipH="0" flipV="0">
              <a:off x="411702" y="1931217"/>
              <a:ext cx="5115597" cy="3216535"/>
              <a:chOff x="0" y="0"/>
              <a:chExt cx="5115597" cy="3216535"/>
            </a:xfrm>
          </p:grpSpPr>
          <p:sp>
            <p:nvSpPr>
              <p:cNvPr id="939043811" name="Rectangle 1100602255"/>
              <p:cNvSpPr txBox="1"/>
              <p:nvPr/>
            </p:nvSpPr>
            <p:spPr bwMode="auto">
              <a:xfrm rot="0" flipH="0" flipV="0">
                <a:off x="2507" y="0"/>
                <a:ext cx="2026486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943898420" name="Rectangle 1100602255"/>
              <p:cNvSpPr txBox="1"/>
              <p:nvPr/>
            </p:nvSpPr>
            <p:spPr bwMode="auto">
              <a:xfrm rot="0" flipH="0" flipV="0">
                <a:off x="1567" y="854339"/>
                <a:ext cx="2027425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474620054" name="Rectangle 1100602255"/>
              <p:cNvSpPr txBox="1"/>
              <p:nvPr/>
            </p:nvSpPr>
            <p:spPr bwMode="auto">
              <a:xfrm rot="0" flipH="0" flipV="0">
                <a:off x="2507" y="1670965"/>
                <a:ext cx="2028055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8 414 070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115435983" name="Rectangle 1100602255"/>
              <p:cNvSpPr txBox="1"/>
              <p:nvPr/>
            </p:nvSpPr>
            <p:spPr bwMode="auto">
              <a:xfrm rot="0" flipH="0" flipV="0">
                <a:off x="0" y="2500993"/>
                <a:ext cx="2028996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21 478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69807083" name="Rectangle 1100602255"/>
              <p:cNvSpPr txBox="1"/>
              <p:nvPr/>
            </p:nvSpPr>
            <p:spPr bwMode="auto">
              <a:xfrm rot="0" flipH="0" flipV="0">
                <a:off x="3085660" y="0"/>
                <a:ext cx="2029937" cy="715542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8 928 864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75160541" name=""/>
          <p:cNvGrpSpPr/>
          <p:nvPr/>
        </p:nvGrpSpPr>
        <p:grpSpPr bwMode="auto">
          <a:xfrm>
            <a:off x="208440" y="172509"/>
            <a:ext cx="11685168" cy="6461789"/>
            <a:chOff x="0" y="0"/>
            <a:chExt cx="11685168" cy="6461789"/>
          </a:xfrm>
        </p:grpSpPr>
        <p:sp>
          <p:nvSpPr>
            <p:cNvPr id="1077199582" name=""/>
            <p:cNvSpPr/>
            <p:nvPr/>
          </p:nvSpPr>
          <p:spPr bwMode="auto">
            <a:xfrm rot="0" flipH="0" flipV="0">
              <a:off x="0" y="6090678"/>
              <a:ext cx="2375794" cy="371110"/>
            </a:xfrm>
            <a:prstGeom prst="rect">
              <a:avLst/>
            </a:pr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703887011" name="TextBox 32"/>
            <p:cNvSpPr txBox="1"/>
            <p:nvPr/>
          </p:nvSpPr>
          <p:spPr bwMode="auto">
            <a:xfrm flipH="0" flipV="0">
              <a:off x="2803959" y="389415"/>
              <a:ext cx="6336670" cy="4178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63346782" name="TextBox 33"/>
            <p:cNvSpPr txBox="1"/>
            <p:nvPr/>
          </p:nvSpPr>
          <p:spPr bwMode="auto">
            <a:xfrm>
              <a:off x="3275892" y="1291591"/>
              <a:ext cx="2011595" cy="41806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31681669" name="AutoShape 34"/>
            <p:cNvSpPr/>
            <p:nvPr/>
          </p:nvSpPr>
          <p:spPr bwMode="auto">
            <a:xfrm>
              <a:off x="5917622" y="1394897"/>
              <a:ext cx="0" cy="468830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3831936" name="TextBox 38"/>
            <p:cNvSpPr txBox="1"/>
            <p:nvPr/>
          </p:nvSpPr>
          <p:spPr bwMode="auto">
            <a:xfrm>
              <a:off x="6549025" y="1302634"/>
              <a:ext cx="2011595" cy="41806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24903433" name="TextBox 39"/>
            <p:cNvSpPr txBox="1"/>
            <p:nvPr/>
          </p:nvSpPr>
          <p:spPr bwMode="auto">
            <a:xfrm flipH="0" flipV="0">
              <a:off x="584934" y="1040001"/>
              <a:ext cx="197540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6224823" name="Freeform 40"/>
            <p:cNvSpPr/>
            <p:nvPr/>
          </p:nvSpPr>
          <p:spPr bwMode="auto">
            <a:xfrm rot="1981001">
              <a:off x="1565544" y="1673804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1" y="0"/>
                  </a:lnTo>
                  <a:lnTo>
                    <a:pt x="966021" y="272900"/>
                  </a:lnTo>
                  <a:lnTo>
                    <a:pt x="0" y="272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0289572" name="TextBox 41"/>
            <p:cNvSpPr txBox="1"/>
            <p:nvPr/>
          </p:nvSpPr>
          <p:spPr bwMode="auto">
            <a:xfrm flipH="0" flipV="0">
              <a:off x="377523" y="3976599"/>
              <a:ext cx="242715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55303569" name="Freeform 42"/>
            <p:cNvSpPr/>
            <p:nvPr/>
          </p:nvSpPr>
          <p:spPr bwMode="auto">
            <a:xfrm rot="10008104" flipH="1">
              <a:off x="1475038" y="3583560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6978745" name="TextBox 43"/>
            <p:cNvSpPr txBox="1"/>
            <p:nvPr/>
          </p:nvSpPr>
          <p:spPr bwMode="auto">
            <a:xfrm flipH="0" flipV="0">
              <a:off x="9494058" y="1096255"/>
              <a:ext cx="187031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67963551" name="Freeform 44"/>
            <p:cNvSpPr/>
            <p:nvPr/>
          </p:nvSpPr>
          <p:spPr bwMode="auto">
            <a:xfrm rot="-423529" flipH="1">
              <a:off x="9386380" y="3013491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20796" name="TextBox 45"/>
            <p:cNvSpPr txBox="1"/>
            <p:nvPr/>
          </p:nvSpPr>
          <p:spPr bwMode="auto">
            <a:xfrm flipH="0" flipV="0">
              <a:off x="9724470" y="2591215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86231189" name="Freeform 46"/>
            <p:cNvSpPr/>
            <p:nvPr/>
          </p:nvSpPr>
          <p:spPr bwMode="auto">
            <a:xfrm rot="-2557580" flipH="1">
              <a:off x="9275694" y="179997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4819551" name="Freeform 47"/>
            <p:cNvSpPr/>
            <p:nvPr/>
          </p:nvSpPr>
          <p:spPr bwMode="auto">
            <a:xfrm rot="-10662274">
              <a:off x="9273730" y="3737023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0890669" name="TextBox 48"/>
            <p:cNvSpPr txBox="1"/>
            <p:nvPr/>
          </p:nvSpPr>
          <p:spPr bwMode="auto">
            <a:xfrm flipH="0" flipV="0">
              <a:off x="9587806" y="4059012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8812191" name="Freeform 49"/>
            <p:cNvSpPr/>
            <p:nvPr/>
          </p:nvSpPr>
          <p:spPr bwMode="auto">
            <a:xfrm rot="-9983765">
              <a:off x="9287197" y="475097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1847605" name="TextBox 50"/>
            <p:cNvSpPr txBox="1"/>
            <p:nvPr/>
          </p:nvSpPr>
          <p:spPr bwMode="auto">
            <a:xfrm flipH="0" flipV="0">
              <a:off x="9724470" y="5129072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6182741" name="TextBox 60"/>
            <p:cNvSpPr txBox="1"/>
            <p:nvPr/>
          </p:nvSpPr>
          <p:spPr bwMode="auto">
            <a:xfrm flipH="0" flipV="0">
              <a:off x="292922" y="2253544"/>
              <a:ext cx="1976774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75818460" name="Freeform 61"/>
            <p:cNvSpPr/>
            <p:nvPr/>
          </p:nvSpPr>
          <p:spPr bwMode="auto">
            <a:xfrm rot="731793">
              <a:off x="1394815" y="275152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0"/>
                  </a:lnTo>
                  <a:lnTo>
                    <a:pt x="0" y="272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6916332" name="TextBox 62"/>
            <p:cNvSpPr txBox="1"/>
            <p:nvPr/>
          </p:nvSpPr>
          <p:spPr bwMode="auto">
            <a:xfrm flipH="0" flipV="0">
              <a:off x="493840" y="5111788"/>
              <a:ext cx="1981330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9249040" name="TextBox 63"/>
            <p:cNvSpPr txBox="1"/>
            <p:nvPr/>
          </p:nvSpPr>
          <p:spPr bwMode="auto">
            <a:xfrm flipH="0" flipV="0">
              <a:off x="403678" y="6090190"/>
              <a:ext cx="2232590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1847822" name="Freeform 64"/>
            <p:cNvSpPr/>
            <p:nvPr/>
          </p:nvSpPr>
          <p:spPr bwMode="auto">
            <a:xfrm rot="9117488" flipH="1">
              <a:off x="1485987" y="4632423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0"/>
                  </a:lnTo>
                  <a:lnTo>
                    <a:pt x="966020" y="272900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0139776" name="Freeform 65"/>
            <p:cNvSpPr/>
            <p:nvPr/>
          </p:nvSpPr>
          <p:spPr bwMode="auto">
            <a:xfrm rot="9379580" flipH="1">
              <a:off x="1476596" y="5596692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3488738" name="Freeform 66"/>
            <p:cNvSpPr/>
            <p:nvPr/>
          </p:nvSpPr>
          <p:spPr bwMode="auto">
            <a:xfrm rot="-9983765">
              <a:off x="9378442" y="5651511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2446574" name="TextBox 67"/>
            <p:cNvSpPr txBox="1"/>
            <p:nvPr/>
          </p:nvSpPr>
          <p:spPr bwMode="auto">
            <a:xfrm flipH="0" flipV="0">
              <a:off x="9815716" y="6029605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86463260" name="Rectangle: Rounded Corners 12"/>
            <p:cNvSpPr/>
            <p:nvPr/>
          </p:nvSpPr>
          <p:spPr bwMode="auto">
            <a:xfrm flipH="0" flipV="0">
              <a:off x="2803959" y="0"/>
              <a:ext cx="6335230" cy="639375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044476931" name=""/>
            <p:cNvGrpSpPr/>
            <p:nvPr/>
          </p:nvGrpSpPr>
          <p:grpSpPr bwMode="auto">
            <a:xfrm>
              <a:off x="3238542" y="1767441"/>
              <a:ext cx="5358152" cy="4294071"/>
              <a:chOff x="0" y="0"/>
              <a:chExt cx="5358152" cy="4294071"/>
            </a:xfrm>
          </p:grpSpPr>
          <p:sp>
            <p:nvSpPr>
              <p:cNvPr id="1169586419" name="Freeform 30"/>
              <p:cNvSpPr/>
              <p:nvPr/>
            </p:nvSpPr>
            <p:spPr bwMode="auto">
              <a:xfrm rot="0" flipH="0" flipV="0">
                <a:off x="0" y="1525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992611319" name="TextBox 31"/>
              <p:cNvSpPr txBox="1"/>
              <p:nvPr/>
            </p:nvSpPr>
            <p:spPr bwMode="auto">
              <a:xfrm rot="0" flipH="0" flipV="0">
                <a:off x="0" y="0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49186476" name="Freeform 36"/>
              <p:cNvSpPr/>
              <p:nvPr/>
            </p:nvSpPr>
            <p:spPr bwMode="auto">
              <a:xfrm rot="0" flipH="0" flipV="0">
                <a:off x="0" y="1025619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475634086" name="TextBox 37"/>
              <p:cNvSpPr txBox="1"/>
              <p:nvPr/>
            </p:nvSpPr>
            <p:spPr bwMode="auto">
              <a:xfrm rot="0" flipH="0" flipV="0">
                <a:off x="0" y="87307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0580915" name="Freeform 52"/>
              <p:cNvSpPr/>
              <p:nvPr/>
            </p:nvSpPr>
            <p:spPr bwMode="auto">
              <a:xfrm rot="0" flipH="0" flipV="0">
                <a:off x="169" y="1898692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60587903" name="TextBox 53"/>
              <p:cNvSpPr txBox="1"/>
              <p:nvPr/>
            </p:nvSpPr>
            <p:spPr bwMode="auto">
              <a:xfrm rot="0" flipH="0" flipV="0">
                <a:off x="169" y="174614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66356885" name="Freeform 55"/>
              <p:cNvSpPr/>
              <p:nvPr/>
            </p:nvSpPr>
            <p:spPr bwMode="auto">
              <a:xfrm rot="0" flipH="0" flipV="0">
                <a:off x="169" y="2771767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340107236" name="TextBox 56"/>
              <p:cNvSpPr txBox="1"/>
              <p:nvPr/>
            </p:nvSpPr>
            <p:spPr bwMode="auto">
              <a:xfrm rot="0" flipH="0" flipV="0">
                <a:off x="169" y="261922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15812040" name="Freeform 58"/>
              <p:cNvSpPr/>
              <p:nvPr/>
            </p:nvSpPr>
            <p:spPr bwMode="auto">
              <a:xfrm rot="0" flipH="0" flipV="0">
                <a:off x="169" y="36448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972726440" name="TextBox 59"/>
              <p:cNvSpPr txBox="1"/>
              <p:nvPr/>
            </p:nvSpPr>
            <p:spPr bwMode="auto">
              <a:xfrm rot="0" flipH="0" flipV="0">
                <a:off x="169" y="349229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12360596" name="Freeform 69"/>
              <p:cNvSpPr/>
              <p:nvPr/>
            </p:nvSpPr>
            <p:spPr bwMode="auto">
              <a:xfrm rot="0" flipH="0" flipV="0">
                <a:off x="3273132" y="1525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283538504" name="TextBox 70"/>
              <p:cNvSpPr txBox="1"/>
              <p:nvPr/>
            </p:nvSpPr>
            <p:spPr bwMode="auto">
              <a:xfrm rot="0" flipH="0" flipV="0">
                <a:off x="3273132" y="0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69720868" name="Freeform 72"/>
              <p:cNvSpPr/>
              <p:nvPr/>
            </p:nvSpPr>
            <p:spPr bwMode="auto">
              <a:xfrm rot="0" flipH="0" flipV="0">
                <a:off x="3273132" y="1025619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56241373" name="TextBox 73"/>
              <p:cNvSpPr txBox="1"/>
              <p:nvPr/>
            </p:nvSpPr>
            <p:spPr bwMode="auto">
              <a:xfrm rot="0" flipH="0" flipV="0">
                <a:off x="3273132" y="87307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81064449" name="Freeform 75"/>
              <p:cNvSpPr/>
              <p:nvPr/>
            </p:nvSpPr>
            <p:spPr bwMode="auto">
              <a:xfrm rot="0" flipH="0" flipV="0">
                <a:off x="3273302" y="1898692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2093797250" name="TextBox 76"/>
              <p:cNvSpPr txBox="1"/>
              <p:nvPr/>
            </p:nvSpPr>
            <p:spPr bwMode="auto">
              <a:xfrm rot="0" flipH="0" flipV="0">
                <a:off x="3273302" y="174614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28013216" name="Freeform 78"/>
              <p:cNvSpPr/>
              <p:nvPr/>
            </p:nvSpPr>
            <p:spPr bwMode="auto">
              <a:xfrm rot="0" flipH="0" flipV="0">
                <a:off x="3273302" y="2771767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471769314" name="TextBox 79"/>
              <p:cNvSpPr txBox="1"/>
              <p:nvPr/>
            </p:nvSpPr>
            <p:spPr bwMode="auto">
              <a:xfrm rot="0" flipH="0" flipV="0">
                <a:off x="3273302" y="261922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98831552" name="Freeform 81"/>
              <p:cNvSpPr/>
              <p:nvPr/>
            </p:nvSpPr>
            <p:spPr bwMode="auto">
              <a:xfrm rot="0" flipH="0" flipV="0">
                <a:off x="3273302" y="36448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60911430" name="TextBox 82"/>
              <p:cNvSpPr txBox="1"/>
              <p:nvPr/>
            </p:nvSpPr>
            <p:spPr bwMode="auto">
              <a:xfrm rot="0" flipH="0" flipV="0">
                <a:off x="3273302" y="349229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1464086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23393" y="674686"/>
            <a:ext cx="10859718" cy="5678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4643058" name="Freeform 27"/>
          <p:cNvSpPr/>
          <p:nvPr/>
        </p:nvSpPr>
        <p:spPr bwMode="auto">
          <a:xfrm rot="0" flipH="0" flipV="0">
            <a:off x="1143614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711649848" name="TextBox 28"/>
          <p:cNvSpPr txBox="1"/>
          <p:nvPr/>
        </p:nvSpPr>
        <p:spPr bwMode="auto">
          <a:xfrm rot="0" flipH="0" flipV="0">
            <a:off x="1143613" y="862324"/>
            <a:ext cx="2856321" cy="2760124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Rekening bank nasabah:</a:t>
            </a:r>
            <a:endParaRPr sz="1400"/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1 245 €</a:t>
            </a:r>
          </a:p>
        </p:txBody>
      </p:sp>
      <p:sp>
        <p:nvSpPr>
          <p:cNvPr id="238548269" name="AutoShape 29"/>
          <p:cNvSpPr/>
          <p:nvPr/>
        </p:nvSpPr>
        <p:spPr bwMode="auto">
          <a:xfrm>
            <a:off x="4095189" y="2768379"/>
            <a:ext cx="3894009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154298865" name="Freeform 30"/>
          <p:cNvSpPr/>
          <p:nvPr/>
        </p:nvSpPr>
        <p:spPr bwMode="auto">
          <a:xfrm>
            <a:off x="4965374" y="4500705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96387" name="Freeform 32"/>
          <p:cNvSpPr/>
          <p:nvPr/>
        </p:nvSpPr>
        <p:spPr bwMode="auto">
          <a:xfrm rot="0" flipH="0" flipV="0">
            <a:off x="8084449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1640281221" name="TextBox 33"/>
          <p:cNvSpPr txBox="1"/>
          <p:nvPr/>
        </p:nvSpPr>
        <p:spPr bwMode="auto">
          <a:xfrm rot="0" flipH="0" flipV="0">
            <a:off x="8084449" y="862325"/>
            <a:ext cx="2856322" cy="27601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Rekening bank Baker: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47 412 €</a:t>
            </a:r>
          </a:p>
        </p:txBody>
      </p:sp>
      <p:sp>
        <p:nvSpPr>
          <p:cNvPr id="1377270756" name="AutoShape 34"/>
          <p:cNvSpPr/>
          <p:nvPr/>
        </p:nvSpPr>
        <p:spPr bwMode="auto">
          <a:xfrm flipH="1" flipV="1">
            <a:off x="4095189" y="1883239"/>
            <a:ext cx="3894009" cy="0"/>
          </a:xfrm>
          <a:prstGeom prst="line">
            <a:avLst/>
          </a:prstGeom>
          <a:ln w="762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625334562" name="Freeform 35"/>
          <p:cNvSpPr/>
          <p:nvPr/>
        </p:nvSpPr>
        <p:spPr bwMode="auto">
          <a:xfrm>
            <a:off x="5706895" y="3090489"/>
            <a:ext cx="670596" cy="672512"/>
          </a:xfrm>
          <a:custGeom>
            <a:avLst/>
            <a:gdLst/>
            <a:ahLst/>
            <a:cxnLst/>
            <a:rect l="l" t="t" r="r" b="b"/>
            <a:pathLst>
              <a:path w="670598" h="672514" fill="norm" stroke="1" extrusionOk="0">
                <a:moveTo>
                  <a:pt x="0" y="0"/>
                </a:moveTo>
                <a:lnTo>
                  <a:pt x="670599" y="0"/>
                </a:lnTo>
                <a:lnTo>
                  <a:pt x="670599" y="672514"/>
                </a:lnTo>
                <a:lnTo>
                  <a:pt x="0" y="6725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76188604" name="TextBox 37"/>
          <p:cNvSpPr txBox="1"/>
          <p:nvPr/>
        </p:nvSpPr>
        <p:spPr bwMode="auto">
          <a:xfrm flipH="0" flipV="0">
            <a:off x="1143613" y="3810465"/>
            <a:ext cx="285776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- 2 €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63729450" name="TextBox 38"/>
          <p:cNvSpPr txBox="1"/>
          <p:nvPr/>
        </p:nvSpPr>
        <p:spPr bwMode="auto">
          <a:xfrm flipH="0" flipV="0">
            <a:off x="8084448" y="3715214"/>
            <a:ext cx="285704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+ 2 €</a:t>
            </a:r>
            <a:endParaRPr>
              <a:latin typeface="IBM Plex Sans"/>
              <a:cs typeface="IBM Plex Sans"/>
            </a:endParaRPr>
          </a:p>
        </p:txBody>
      </p:sp>
      <p:pic>
        <p:nvPicPr>
          <p:cNvPr id="1039698477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78" flipH="0" flipV="0">
            <a:off x="5277133" y="506122"/>
            <a:ext cx="1775200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9245396" name="TextBox 32"/>
          <p:cNvSpPr txBox="1"/>
          <p:nvPr/>
        </p:nvSpPr>
        <p:spPr bwMode="auto">
          <a:xfrm flipH="0" flipV="0">
            <a:off x="2790888" y="985240"/>
            <a:ext cx="6646787" cy="398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Transaksi </a:t>
            </a:r>
            <a:r>
              <a:rPr>
                <a:latin typeface="IBM Plex Sans"/>
              </a:rPr>
              <a:t>Bitcoin </a:t>
            </a:r>
            <a:r>
              <a:rPr sz="2250" b="1" i="0" u="none" lang="en-US">
                <a:solidFill>
                  <a:srgbClr val="000000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32003281" name="TextBox 42"/>
          <p:cNvSpPr txBox="1"/>
          <p:nvPr/>
        </p:nvSpPr>
        <p:spPr bwMode="auto">
          <a:xfrm flipH="0" flipV="0">
            <a:off x="209882" y="3072150"/>
            <a:ext cx="2471986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yang digunakan untuk belanja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26742511" name="Freeform 43"/>
          <p:cNvSpPr/>
          <p:nvPr/>
        </p:nvSpPr>
        <p:spPr bwMode="auto">
          <a:xfrm rot="9078673" flipH="1">
            <a:off x="1328780" y="2349290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1157491" y="0"/>
                </a:moveTo>
                <a:lnTo>
                  <a:pt x="0" y="0"/>
                </a:lnTo>
                <a:lnTo>
                  <a:pt x="0" y="326991"/>
                </a:lnTo>
                <a:lnTo>
                  <a:pt x="1157491" y="326991"/>
                </a:lnTo>
                <a:lnTo>
                  <a:pt x="1157491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460669" name="TextBox 44"/>
          <p:cNvSpPr txBox="1"/>
          <p:nvPr/>
        </p:nvSpPr>
        <p:spPr bwMode="auto">
          <a:xfrm flipH="0" flipV="0">
            <a:off x="9571171" y="3861783"/>
            <a:ext cx="2427338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yang dibuat untuk para penerima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55128854" name="Freeform 45"/>
          <p:cNvSpPr/>
          <p:nvPr/>
        </p:nvSpPr>
        <p:spPr bwMode="auto">
          <a:xfrm rot="-7785224">
            <a:off x="9836453" y="2937607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0" y="0"/>
                </a:moveTo>
                <a:lnTo>
                  <a:pt x="1157491" y="0"/>
                </a:lnTo>
                <a:lnTo>
                  <a:pt x="1157491" y="326991"/>
                </a:lnTo>
                <a:lnTo>
                  <a:pt x="0" y="3269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9012202" name="Rectangle: Rounded Corners 12"/>
          <p:cNvSpPr/>
          <p:nvPr/>
        </p:nvSpPr>
        <p:spPr bwMode="auto">
          <a:xfrm>
            <a:off x="2790889" y="566583"/>
            <a:ext cx="6645348" cy="57343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14621029" name=""/>
          <p:cNvGrpSpPr/>
          <p:nvPr/>
        </p:nvGrpSpPr>
        <p:grpSpPr bwMode="auto">
          <a:xfrm>
            <a:off x="3523187" y="2014409"/>
            <a:ext cx="5111317" cy="3931907"/>
            <a:chOff x="0" y="0"/>
            <a:chExt cx="5111317" cy="3931907"/>
          </a:xfrm>
        </p:grpSpPr>
        <p:sp>
          <p:nvSpPr>
            <p:cNvPr id="625786683" name="TextBox 33"/>
            <p:cNvSpPr txBox="1"/>
            <p:nvPr/>
          </p:nvSpPr>
          <p:spPr bwMode="auto">
            <a:xfrm>
              <a:off x="35629" y="0"/>
              <a:ext cx="1918693" cy="3987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36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118489582" name="TextBox 35"/>
            <p:cNvSpPr txBox="1"/>
            <p:nvPr/>
          </p:nvSpPr>
          <p:spPr bwMode="auto">
            <a:xfrm>
              <a:off x="3158077" y="0"/>
              <a:ext cx="1918693" cy="3987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36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1222444761" name=""/>
            <p:cNvGrpSpPr/>
            <p:nvPr/>
          </p:nvGrpSpPr>
          <p:grpSpPr bwMode="auto">
            <a:xfrm>
              <a:off x="0" y="446036"/>
              <a:ext cx="5111319" cy="3485871"/>
              <a:chOff x="0" y="0"/>
              <a:chExt cx="5111319" cy="3485871"/>
            </a:xfrm>
          </p:grpSpPr>
          <p:sp>
            <p:nvSpPr>
              <p:cNvPr id="1248616473" name="Freeform 30"/>
              <p:cNvSpPr/>
              <p:nvPr/>
            </p:nvSpPr>
            <p:spPr bwMode="auto">
              <a:xfrm rot="0" flipH="0" flipV="0">
                <a:off x="0" y="145525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 vertOverflow="overflow" horzOverflow="overflow" vert="horz" wrap="square" lIns="91440" tIns="45720" rIns="91440" bIns="45720" numCol="1" spcCol="0" rtlCol="0" fromWordArt="0" anchor="ctr" anchorCtr="0" forceAA="0" compatLnSpc="0"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813710844" name="TextBox 31"/>
              <p:cNvSpPr txBox="1"/>
              <p:nvPr/>
            </p:nvSpPr>
            <p:spPr bwMode="auto">
              <a:xfrm rot="0" flipH="0" flipV="0">
                <a:off x="0" y="0"/>
                <a:ext cx="1988870" cy="860113"/>
              </a:xfrm>
              <a:prstGeom prst="rect">
                <a:avLst/>
              </a:prstGeom>
              <a:grpFill/>
            </p:spPr>
            <p:txBody>
              <a:bodyPr vertOverflow="overflow" horzOverflow="overflow" vert="horz" wrap="square" lIns="50798" tIns="50798" rIns="50798" bIns="50798" numCol="1" spcCol="0" rtlCol="0" fromWordArt="0" anchor="ctr" anchorCtr="0" forceAA="0" compatLnSpc="0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51153715" name="AutoShape 34"/>
              <p:cNvSpPr/>
              <p:nvPr/>
            </p:nvSpPr>
            <p:spPr bwMode="auto">
              <a:xfrm flipH="0" flipV="0">
                <a:off x="2555743" y="0"/>
                <a:ext cx="0" cy="3485872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159740240" name="Freeform 37"/>
              <p:cNvSpPr/>
              <p:nvPr/>
            </p:nvSpPr>
            <p:spPr bwMode="auto">
              <a:xfrm rot="0" flipH="0" flipV="0">
                <a:off x="3122449" y="145525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927421749" name="TextBox 38"/>
              <p:cNvSpPr txBox="1"/>
              <p:nvPr/>
            </p:nvSpPr>
            <p:spPr bwMode="auto">
              <a:xfrm rot="0" flipH="0" flipV="0">
                <a:off x="3122449" y="0"/>
                <a:ext cx="1988870" cy="8601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34788994" name="Freeform 40"/>
              <p:cNvSpPr/>
              <p:nvPr/>
            </p:nvSpPr>
            <p:spPr bwMode="auto">
              <a:xfrm rot="0" flipH="0" flipV="0">
                <a:off x="3122449" y="961977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98302175" name="TextBox 41"/>
              <p:cNvSpPr txBox="1"/>
              <p:nvPr/>
            </p:nvSpPr>
            <p:spPr bwMode="auto">
              <a:xfrm rot="0" flipH="0" flipV="0">
                <a:off x="3122449" y="816452"/>
                <a:ext cx="1988870" cy="860113"/>
              </a:xfrm>
              <a:prstGeom prst="rect">
                <a:avLst/>
              </a:prstGeom>
              <a:grpFill/>
            </p:spPr>
            <p:txBody>
              <a:bodyPr vertOverflow="overflow" horzOverflow="overflow" vert="horz" wrap="square" lIns="50798" tIns="50798" rIns="50798" bIns="50798" numCol="1" spcCol="0" rtlCol="0" fromWordArt="0" anchor="ctr" anchorCtr="0" forceAA="0" compatLnSpc="0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8918863" name="AutoShape 42"/>
          <p:cNvSpPr/>
          <p:nvPr/>
        </p:nvSpPr>
        <p:spPr bwMode="auto">
          <a:xfrm flipV="1">
            <a:off x="4862851" y="4635255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7785661" name="AutoShape 43"/>
          <p:cNvSpPr/>
          <p:nvPr/>
        </p:nvSpPr>
        <p:spPr bwMode="auto">
          <a:xfrm>
            <a:off x="4862851" y="2665431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3271212" name="AutoShape 44"/>
          <p:cNvSpPr/>
          <p:nvPr/>
        </p:nvSpPr>
        <p:spPr bwMode="auto">
          <a:xfrm>
            <a:off x="2922568" y="3176245"/>
            <a:ext cx="0" cy="94818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535773094" name="TextBox 45"/>
          <p:cNvSpPr txBox="1"/>
          <p:nvPr/>
        </p:nvSpPr>
        <p:spPr bwMode="auto">
          <a:xfrm flipH="0" flipV="0">
            <a:off x="2744932" y="5572351"/>
            <a:ext cx="728054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Ini memungkinkan Anda untuk menandatangani untuk memenuhi skrip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88813896" name="TextBox 46"/>
          <p:cNvSpPr txBox="1"/>
          <p:nvPr/>
        </p:nvSpPr>
        <p:spPr bwMode="auto">
          <a:xfrm flipH="0" flipV="0">
            <a:off x="2744932" y="961882"/>
            <a:ext cx="676346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Skrip dibuat untuk mengunci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41177063" name="Rectangle 719486095"/>
          <p:cNvSpPr txBox="1"/>
          <p:nvPr/>
        </p:nvSpPr>
        <p:spPr bwMode="auto">
          <a:xfrm rot="0" flipH="0" flipV="0">
            <a:off x="1074465" y="2032945"/>
            <a:ext cx="3791878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Kunci Publik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327086053" name="Rectangle 719486095"/>
          <p:cNvSpPr txBox="1"/>
          <p:nvPr/>
        </p:nvSpPr>
        <p:spPr bwMode="auto">
          <a:xfrm rot="0" flipH="0" flipV="0">
            <a:off x="1078036" y="4121730"/>
            <a:ext cx="3795120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Kunci Pribadi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grpSp>
        <p:nvGrpSpPr>
          <p:cNvPr id="295061351" name=""/>
          <p:cNvGrpSpPr/>
          <p:nvPr/>
        </p:nvGrpSpPr>
        <p:grpSpPr bwMode="auto">
          <a:xfrm>
            <a:off x="7279062" y="1730455"/>
            <a:ext cx="3483706" cy="3319980"/>
            <a:chOff x="0" y="0"/>
            <a:chExt cx="3483706" cy="3319980"/>
          </a:xfrm>
        </p:grpSpPr>
        <p:sp>
          <p:nvSpPr>
            <p:cNvPr id="1112230176" name="Freeform 27"/>
            <p:cNvSpPr/>
            <p:nvPr/>
          </p:nvSpPr>
          <p:spPr bwMode="auto">
            <a:xfrm rot="0" flipH="0" flipV="0">
              <a:off x="0" y="519793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7178112" name="TextBox 28"/>
            <p:cNvSpPr txBox="1"/>
            <p:nvPr/>
          </p:nvSpPr>
          <p:spPr bwMode="auto">
            <a:xfrm rot="0" flipH="0" flipV="0">
              <a:off x="0" y="351026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7485956" name="Freeform 37"/>
            <p:cNvSpPr/>
            <p:nvPr/>
          </p:nvSpPr>
          <p:spPr bwMode="auto">
            <a:xfrm>
              <a:off x="2826891" y="0"/>
              <a:ext cx="656816" cy="934974"/>
            </a:xfrm>
            <a:custGeom>
              <a:avLst/>
              <a:gdLst/>
              <a:ahLst/>
              <a:cxnLst/>
              <a:rect l="l" t="t" r="r" b="b"/>
              <a:pathLst>
                <a:path w="656819" h="934974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934974"/>
                  </a:lnTo>
                  <a:lnTo>
                    <a:pt x="0" y="9349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291668" name="Freeform 39"/>
            <p:cNvSpPr/>
            <p:nvPr/>
          </p:nvSpPr>
          <p:spPr bwMode="auto">
            <a:xfrm rot="0" flipH="0" flipV="0">
              <a:off x="0" y="2489616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0784194" name="TextBox 40"/>
            <p:cNvSpPr txBox="1"/>
            <p:nvPr/>
          </p:nvSpPr>
          <p:spPr bwMode="auto">
            <a:xfrm rot="0" flipH="0" flipV="0">
              <a:off x="0" y="2320849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0665301" name="Freeform 41"/>
            <p:cNvSpPr/>
            <p:nvPr/>
          </p:nvSpPr>
          <p:spPr bwMode="auto">
            <a:xfrm>
              <a:off x="2826891" y="1872469"/>
              <a:ext cx="656816" cy="1032327"/>
            </a:xfrm>
            <a:custGeom>
              <a:avLst/>
              <a:gdLst/>
              <a:ahLst/>
              <a:cxnLst/>
              <a:rect l="l" t="t" r="r" b="b"/>
              <a:pathLst>
                <a:path w="656819" h="1032329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1032329"/>
                  </a:lnTo>
                  <a:lnTo>
                    <a:pt x="0" y="10323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2502761" name="Freeform 27"/>
          <p:cNvSpPr/>
          <p:nvPr/>
        </p:nvSpPr>
        <p:spPr bwMode="auto">
          <a:xfrm rot="0" flipH="0" flipV="0">
            <a:off x="3216110" y="368671"/>
            <a:ext cx="6380843" cy="6034629"/>
          </a:xfrm>
          <a:custGeom>
            <a:avLst/>
            <a:gdLst/>
            <a:ahLst/>
            <a:cxnLst/>
            <a:rect l="l" t="t" r="r" b="b"/>
            <a:pathLst>
              <a:path w="2470569" h="2336520" fill="norm" stroke="1" extrusionOk="0">
                <a:moveTo>
                  <a:pt x="8493" y="0"/>
                </a:moveTo>
                <a:lnTo>
                  <a:pt x="2462076" y="0"/>
                </a:lnTo>
                <a:cubicBezTo>
                  <a:pt x="2466767" y="0"/>
                  <a:pt x="2470569" y="3803"/>
                  <a:pt x="2470569" y="8493"/>
                </a:cubicBezTo>
                <a:lnTo>
                  <a:pt x="2470569" y="2328027"/>
                </a:lnTo>
                <a:cubicBezTo>
                  <a:pt x="2470569" y="2332717"/>
                  <a:pt x="2466767" y="2336520"/>
                  <a:pt x="2462076" y="2336520"/>
                </a:cubicBezTo>
                <a:lnTo>
                  <a:pt x="8493" y="2336520"/>
                </a:lnTo>
                <a:cubicBezTo>
                  <a:pt x="3803" y="2336520"/>
                  <a:pt x="0" y="2332717"/>
                  <a:pt x="0" y="2328027"/>
                </a:cubicBezTo>
                <a:lnTo>
                  <a:pt x="0" y="8493"/>
                </a:lnTo>
                <a:cubicBezTo>
                  <a:pt x="0" y="3803"/>
                  <a:pt x="3803" y="0"/>
                  <a:pt x="849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291569" name="TextBox 28"/>
          <p:cNvSpPr txBox="1"/>
          <p:nvPr/>
        </p:nvSpPr>
        <p:spPr bwMode="auto">
          <a:xfrm rot="0" flipH="0" flipV="0">
            <a:off x="3216110" y="368671"/>
            <a:ext cx="6380842" cy="65965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4362"/>
              </a:lnSpc>
              <a:defRPr/>
            </a:pPr>
            <a:r>
              <a:rPr sz="3000" b="1" lang="en-US">
                <a:solidFill>
                  <a:srgbClr val="FFFFFF"/>
                </a:solidFill>
                <a:latin typeface="IBM Plex Sans"/>
              </a:rPr>
              <a:t>Dompet Bitcoin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357658579" name=""/>
          <p:cNvGrpSpPr/>
          <p:nvPr/>
        </p:nvGrpSpPr>
        <p:grpSpPr bwMode="auto">
          <a:xfrm>
            <a:off x="3969272" y="1588654"/>
            <a:ext cx="4795925" cy="3345345"/>
            <a:chOff x="0" y="0"/>
            <a:chExt cx="4795925" cy="3345345"/>
          </a:xfrm>
        </p:grpSpPr>
        <p:sp>
          <p:nvSpPr>
            <p:cNvPr id="1166086085" name="Rectangle 1100602255"/>
            <p:cNvSpPr txBox="1"/>
            <p:nvPr/>
          </p:nvSpPr>
          <p:spPr bwMode="auto">
            <a:xfrm rot="0" flipH="0" flipV="0">
              <a:off x="1080" y="0"/>
              <a:ext cx="4783386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#1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613450182" name="Rectangle 1100602255"/>
            <p:cNvSpPr txBox="1"/>
            <p:nvPr/>
          </p:nvSpPr>
          <p:spPr bwMode="auto">
            <a:xfrm rot="0" flipH="0" flipV="0">
              <a:off x="0" y="917638"/>
              <a:ext cx="4785185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#2                  8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920957330" name="Rectangle 1100602255"/>
            <p:cNvSpPr txBox="1"/>
            <p:nvPr/>
          </p:nvSpPr>
          <p:spPr bwMode="auto">
            <a:xfrm rot="0" flipH="0" flipV="0">
              <a:off x="3571" y="1815078"/>
              <a:ext cx="4786984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#3                  5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59031616" name="Rectangle 1100602255"/>
            <p:cNvSpPr txBox="1"/>
            <p:nvPr/>
          </p:nvSpPr>
          <p:spPr bwMode="auto">
            <a:xfrm rot="0" flipH="0" flipV="0">
              <a:off x="7142" y="2712518"/>
              <a:ext cx="4788783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#4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683472" name="TextBox 32"/>
          <p:cNvSpPr txBox="1"/>
          <p:nvPr/>
        </p:nvSpPr>
        <p:spPr bwMode="auto">
          <a:xfrm flipH="0" flipV="0">
            <a:off x="2629602" y="673989"/>
            <a:ext cx="7044786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b="1" lang="en-US">
                <a:solidFill>
                  <a:srgbClr val="000000"/>
                </a:solidFill>
                <a:latin typeface="IBM Plex Sans"/>
              </a:rPr>
              <a:t>Transaksi </a:t>
            </a:r>
            <a:r>
              <a:rPr sz="2450" b="1" i="0" u="none" lang="en-US">
                <a:solidFill>
                  <a:srgbClr val="000000"/>
                </a:solidFill>
                <a:latin typeface="IBM Plex Sans"/>
              </a:rPr>
              <a:t>Bitcoin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6112863" name="TextBox 42"/>
          <p:cNvSpPr txBox="1"/>
          <p:nvPr/>
        </p:nvSpPr>
        <p:spPr bwMode="auto">
          <a:xfrm>
            <a:off x="294435" y="3113019"/>
            <a:ext cx="1818211" cy="1050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Skrip puas untuk menghabiskan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67458777" name="Freeform 43"/>
          <p:cNvSpPr/>
          <p:nvPr/>
        </p:nvSpPr>
        <p:spPr bwMode="auto">
          <a:xfrm rot="9078673" flipH="1">
            <a:off x="1050499" y="2322297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1259442" y="0"/>
                </a:moveTo>
                <a:lnTo>
                  <a:pt x="0" y="0"/>
                </a:lnTo>
                <a:lnTo>
                  <a:pt x="0" y="355792"/>
                </a:lnTo>
                <a:lnTo>
                  <a:pt x="1259442" y="355792"/>
                </a:lnTo>
                <a:lnTo>
                  <a:pt x="125944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905771" name="TextBox 44"/>
          <p:cNvSpPr txBox="1"/>
          <p:nvPr/>
        </p:nvSpPr>
        <p:spPr bwMode="auto">
          <a:xfrm>
            <a:off x="9928861" y="3912683"/>
            <a:ext cx="1917544" cy="14007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baru dibuat dan dikunci dengan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2755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skrip baru</a:t>
            </a:r>
          </a:p>
        </p:txBody>
      </p:sp>
      <p:sp>
        <p:nvSpPr>
          <p:cNvPr id="1743432951" name="Freeform 45"/>
          <p:cNvSpPr/>
          <p:nvPr/>
        </p:nvSpPr>
        <p:spPr bwMode="auto">
          <a:xfrm rot="-7785224">
            <a:off x="10058289" y="2947552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0" y="0"/>
                </a:moveTo>
                <a:lnTo>
                  <a:pt x="1259442" y="0"/>
                </a:lnTo>
                <a:lnTo>
                  <a:pt x="1259442" y="355792"/>
                </a:lnTo>
                <a:lnTo>
                  <a:pt x="0" y="3557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3450260" name="Rectangle: Rounded Corners 12"/>
          <p:cNvSpPr/>
          <p:nvPr/>
        </p:nvSpPr>
        <p:spPr bwMode="auto">
          <a:xfrm>
            <a:off x="2629602" y="343341"/>
            <a:ext cx="7044067" cy="618972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31709707" name=""/>
          <p:cNvGrpSpPr/>
          <p:nvPr/>
        </p:nvGrpSpPr>
        <p:grpSpPr bwMode="auto">
          <a:xfrm>
            <a:off x="3309382" y="1782399"/>
            <a:ext cx="5770649" cy="4066543"/>
            <a:chOff x="0" y="0"/>
            <a:chExt cx="5770649" cy="4066543"/>
          </a:xfrm>
        </p:grpSpPr>
        <p:sp>
          <p:nvSpPr>
            <p:cNvPr id="1160863715" name="Freeform 30"/>
            <p:cNvSpPr/>
            <p:nvPr/>
          </p:nvSpPr>
          <p:spPr bwMode="auto">
            <a:xfrm rot="0" flipH="0" flipV="0">
              <a:off x="0" y="673832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91436221" name="TextBox 31"/>
            <p:cNvSpPr txBox="1"/>
            <p:nvPr/>
          </p:nvSpPr>
          <p:spPr bwMode="auto">
            <a:xfrm rot="0" flipH="0" flipV="0">
              <a:off x="0" y="515492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23791681" name="TextBox 33"/>
            <p:cNvSpPr txBox="1"/>
            <p:nvPr/>
          </p:nvSpPr>
          <p:spPr bwMode="auto">
            <a:xfrm>
              <a:off x="38765" y="0"/>
              <a:ext cx="2087595" cy="43393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724360040" name="AutoShape 34"/>
            <p:cNvSpPr/>
            <p:nvPr/>
          </p:nvSpPr>
          <p:spPr bwMode="auto">
            <a:xfrm flipH="0" flipV="0">
              <a:off x="2780846" y="539317"/>
              <a:ext cx="0" cy="352722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5524435" name="TextBox 35"/>
            <p:cNvSpPr txBox="1"/>
            <p:nvPr/>
          </p:nvSpPr>
          <p:spPr bwMode="auto">
            <a:xfrm>
              <a:off x="3436235" y="0"/>
              <a:ext cx="2087595" cy="43393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1665455" name="Freeform 37"/>
            <p:cNvSpPr/>
            <p:nvPr/>
          </p:nvSpPr>
          <p:spPr bwMode="auto">
            <a:xfrm rot="0" flipH="0" flipV="0">
              <a:off x="3397469" y="638633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409883" name="TextBox 38"/>
            <p:cNvSpPr txBox="1"/>
            <p:nvPr/>
          </p:nvSpPr>
          <p:spPr bwMode="auto">
            <a:xfrm rot="0" flipH="0" flipV="0">
              <a:off x="3397469" y="480293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69874737" name="Freeform 40"/>
            <p:cNvSpPr/>
            <p:nvPr/>
          </p:nvSpPr>
          <p:spPr bwMode="auto">
            <a:xfrm rot="0" flipH="0" flipV="0">
              <a:off x="3397469" y="1526999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2899840" name="TextBox 41"/>
            <p:cNvSpPr txBox="1"/>
            <p:nvPr/>
          </p:nvSpPr>
          <p:spPr bwMode="auto">
            <a:xfrm rot="0" flipH="0" flipV="0">
              <a:off x="3397469" y="1368659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79818304" name="Freeform 46"/>
            <p:cNvSpPr/>
            <p:nvPr/>
          </p:nvSpPr>
          <p:spPr bwMode="auto">
            <a:xfrm>
              <a:off x="5352386" y="380183"/>
              <a:ext cx="418263" cy="595395"/>
            </a:xfrm>
            <a:custGeom>
              <a:avLst/>
              <a:gdLst/>
              <a:ahLst/>
              <a:cxnLst/>
              <a:rect l="l" t="t" r="r" b="b"/>
              <a:pathLst>
                <a:path w="418266" h="595396" fill="norm" stroke="1" extrusionOk="0">
                  <a:moveTo>
                    <a:pt x="0" y="0"/>
                  </a:moveTo>
                  <a:lnTo>
                    <a:pt x="418266" y="0"/>
                  </a:lnTo>
                  <a:lnTo>
                    <a:pt x="418266" y="595396"/>
                  </a:lnTo>
                  <a:lnTo>
                    <a:pt x="0" y="5953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5984796" name="Freeform 48"/>
            <p:cNvSpPr/>
            <p:nvPr/>
          </p:nvSpPr>
          <p:spPr bwMode="auto">
            <a:xfrm>
              <a:off x="5352386" y="1268548"/>
              <a:ext cx="418263" cy="595395"/>
            </a:xfrm>
            <a:custGeom>
              <a:avLst/>
              <a:gdLst/>
              <a:ahLst/>
              <a:cxnLst/>
              <a:rect l="l" t="t" r="r" b="b"/>
              <a:pathLst>
                <a:path w="418266" h="595396" fill="norm" stroke="1" extrusionOk="0">
                  <a:moveTo>
                    <a:pt x="0" y="0"/>
                  </a:moveTo>
                  <a:lnTo>
                    <a:pt x="418266" y="0"/>
                  </a:lnTo>
                  <a:lnTo>
                    <a:pt x="418266" y="595397"/>
                  </a:lnTo>
                  <a:lnTo>
                    <a:pt x="0" y="595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62318520" name=""/>
          <p:cNvGrpSpPr/>
          <p:nvPr/>
        </p:nvGrpSpPr>
        <p:grpSpPr bwMode="auto">
          <a:xfrm>
            <a:off x="848800" y="590697"/>
            <a:ext cx="10498428" cy="5694707"/>
            <a:chOff x="0" y="0"/>
            <a:chExt cx="10498428" cy="5694707"/>
          </a:xfrm>
        </p:grpSpPr>
        <p:sp>
          <p:nvSpPr>
            <p:cNvPr id="947219872" name="TextBox 32"/>
            <p:cNvSpPr txBox="1"/>
            <p:nvPr/>
          </p:nvSpPr>
          <p:spPr bwMode="auto">
            <a:xfrm flipH="0" flipV="0">
              <a:off x="0" y="388841"/>
              <a:ext cx="5029751" cy="3954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39327462" name="TextBox 33"/>
            <p:cNvSpPr txBox="1"/>
            <p:nvPr/>
          </p:nvSpPr>
          <p:spPr bwMode="auto">
            <a:xfrm>
              <a:off x="364113" y="1323186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3858135" name="AutoShape 34"/>
            <p:cNvSpPr/>
            <p:nvPr/>
          </p:nvSpPr>
          <p:spPr bwMode="auto">
            <a:xfrm flipH="0" flipV="0">
              <a:off x="2518403" y="1393033"/>
              <a:ext cx="0" cy="369554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213363" name="TextBox 35"/>
            <p:cNvSpPr txBox="1"/>
            <p:nvPr/>
          </p:nvSpPr>
          <p:spPr bwMode="auto">
            <a:xfrm>
              <a:off x="2744056" y="1323186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3246648" name="TextBox 48"/>
            <p:cNvSpPr txBox="1"/>
            <p:nvPr/>
          </p:nvSpPr>
          <p:spPr bwMode="auto">
            <a:xfrm flipH="0" flipV="0">
              <a:off x="5626395" y="367079"/>
              <a:ext cx="4872033" cy="3954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9123495" name="TextBox 49"/>
            <p:cNvSpPr txBox="1"/>
            <p:nvPr/>
          </p:nvSpPr>
          <p:spPr bwMode="auto">
            <a:xfrm>
              <a:off x="5920515" y="1450252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39699933" name="AutoShape 50"/>
            <p:cNvSpPr/>
            <p:nvPr/>
          </p:nvSpPr>
          <p:spPr bwMode="auto">
            <a:xfrm flipH="0" flipV="0">
              <a:off x="8045175" y="1520100"/>
              <a:ext cx="0" cy="371730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8050938" name="TextBox 51"/>
            <p:cNvSpPr txBox="1"/>
            <p:nvPr/>
          </p:nvSpPr>
          <p:spPr bwMode="auto">
            <a:xfrm>
              <a:off x="8300457" y="1450252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04004030" name="Rectangle: Rounded Corners 12"/>
            <p:cNvSpPr/>
            <p:nvPr/>
          </p:nvSpPr>
          <p:spPr bwMode="auto">
            <a:xfrm>
              <a:off x="0" y="0"/>
              <a:ext cx="5028312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59219724" name="Rectangle: Rounded Corners 12"/>
            <p:cNvSpPr/>
            <p:nvPr/>
          </p:nvSpPr>
          <p:spPr bwMode="auto">
            <a:xfrm>
              <a:off x="5626395" y="0"/>
              <a:ext cx="4870594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505553530" name=""/>
            <p:cNvGrpSpPr/>
            <p:nvPr/>
          </p:nvGrpSpPr>
          <p:grpSpPr bwMode="auto">
            <a:xfrm>
              <a:off x="358404" y="1766052"/>
              <a:ext cx="9879354" cy="1695475"/>
              <a:chOff x="0" y="0"/>
              <a:chExt cx="9879354" cy="1695475"/>
            </a:xfrm>
          </p:grpSpPr>
          <p:sp>
            <p:nvSpPr>
              <p:cNvPr id="181625805" name="Freeform 30"/>
              <p:cNvSpPr/>
              <p:nvPr/>
            </p:nvSpPr>
            <p:spPr bwMode="auto">
              <a:xfrm rot="0" flipH="0" flipV="0">
                <a:off x="0" y="14433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989651600" name="TextBox 31"/>
              <p:cNvSpPr txBox="1"/>
              <p:nvPr/>
            </p:nvSpPr>
            <p:spPr bwMode="auto">
              <a:xfrm rot="0" flipH="0" flipV="0">
                <a:off x="0" y="0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979724626" name="Freeform 37"/>
              <p:cNvSpPr/>
              <p:nvPr/>
            </p:nvSpPr>
            <p:spPr bwMode="auto">
              <a:xfrm rot="0" flipH="0" flipV="0">
                <a:off x="2379942" y="14433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55877479" name="TextBox 38"/>
              <p:cNvSpPr txBox="1"/>
              <p:nvPr/>
            </p:nvSpPr>
            <p:spPr bwMode="auto">
              <a:xfrm rot="0" flipH="0" flipV="0">
                <a:off x="2379942" y="0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00469795" name="Freeform 40"/>
              <p:cNvSpPr/>
              <p:nvPr/>
            </p:nvSpPr>
            <p:spPr bwMode="auto">
              <a:xfrm rot="0" flipH="0" flipV="0">
                <a:off x="2379942" y="95412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993365562" name="TextBox 41"/>
              <p:cNvSpPr txBox="1"/>
              <p:nvPr/>
            </p:nvSpPr>
            <p:spPr bwMode="auto">
              <a:xfrm rot="0" flipH="0" flipV="0">
                <a:off x="2379942" y="809789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43404000" name="Freeform 46"/>
              <p:cNvSpPr/>
              <p:nvPr/>
            </p:nvSpPr>
            <p:spPr bwMode="auto">
              <a:xfrm rot="0" flipH="0" flipV="0">
                <a:off x="5526770" y="293162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759143754" name="TextBox 47"/>
              <p:cNvSpPr txBox="1"/>
              <p:nvPr/>
            </p:nvSpPr>
            <p:spPr bwMode="auto">
              <a:xfrm rot="0" flipH="0" flipV="0">
                <a:off x="5526770" y="148827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727094272" name="Freeform 53"/>
              <p:cNvSpPr/>
              <p:nvPr/>
            </p:nvSpPr>
            <p:spPr bwMode="auto">
              <a:xfrm rot="0" flipH="0" flipV="0">
                <a:off x="7906716" y="271400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24223669" name="TextBox 54"/>
              <p:cNvSpPr txBox="1"/>
              <p:nvPr/>
            </p:nvSpPr>
            <p:spPr bwMode="auto">
              <a:xfrm rot="0" flipH="0" flipV="0">
                <a:off x="7906716" y="127064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314657891" name="Freeform 56"/>
              <p:cNvSpPr/>
              <p:nvPr/>
            </p:nvSpPr>
            <p:spPr bwMode="auto">
              <a:xfrm rot="0" flipH="0" flipV="0">
                <a:off x="7906716" y="1081190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94374577" name="TextBox 57"/>
              <p:cNvSpPr txBox="1"/>
              <p:nvPr/>
            </p:nvSpPr>
            <p:spPr bwMode="auto">
              <a:xfrm rot="0" flipH="0" flipV="0">
                <a:off x="7906716" y="936855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61578625" name="AutoShape 58"/>
              <p:cNvSpPr/>
              <p:nvPr/>
            </p:nvSpPr>
            <p:spPr bwMode="auto">
              <a:xfrm flipH="0" flipV="1">
                <a:off x="4337766" y="809789"/>
                <a:ext cx="1102881" cy="451473"/>
              </a:xfrm>
              <a:prstGeom prst="line">
                <a:avLst/>
              </a:prstGeom>
              <a:grpFill/>
              <a:ln w="6667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78221838" name=""/>
          <p:cNvGrpSpPr/>
          <p:nvPr/>
        </p:nvGrpSpPr>
        <p:grpSpPr bwMode="auto">
          <a:xfrm>
            <a:off x="805492" y="590695"/>
            <a:ext cx="10478212" cy="5694707"/>
            <a:chOff x="0" y="0"/>
            <a:chExt cx="10478212" cy="5694707"/>
          </a:xfrm>
        </p:grpSpPr>
        <p:sp>
          <p:nvSpPr>
            <p:cNvPr id="375463741" name="TextBox 32"/>
            <p:cNvSpPr txBox="1"/>
            <p:nvPr/>
          </p:nvSpPr>
          <p:spPr bwMode="auto">
            <a:xfrm flipH="0" flipV="0">
              <a:off x="0" y="357867"/>
              <a:ext cx="4872032" cy="3967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7592157" name="TextBox 33"/>
            <p:cNvSpPr txBox="1"/>
            <p:nvPr/>
          </p:nvSpPr>
          <p:spPr bwMode="auto">
            <a:xfrm>
              <a:off x="326430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358545318" name="AutoShape 34"/>
            <p:cNvSpPr/>
            <p:nvPr/>
          </p:nvSpPr>
          <p:spPr bwMode="auto">
            <a:xfrm flipH="0" flipV="0">
              <a:off x="2458953" y="1512466"/>
              <a:ext cx="0" cy="345705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3169047" name="TextBox 35"/>
            <p:cNvSpPr txBox="1"/>
            <p:nvPr/>
          </p:nvSpPr>
          <p:spPr bwMode="auto">
            <a:xfrm>
              <a:off x="2715178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2131003326" name="TextBox 48"/>
            <p:cNvSpPr txBox="1"/>
            <p:nvPr/>
          </p:nvSpPr>
          <p:spPr bwMode="auto">
            <a:xfrm flipH="0" flipV="0">
              <a:off x="5606901" y="357867"/>
              <a:ext cx="4871312" cy="3967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809458" name="TextBox 49"/>
            <p:cNvSpPr txBox="1"/>
            <p:nvPr/>
          </p:nvSpPr>
          <p:spPr bwMode="auto">
            <a:xfrm>
              <a:off x="5918250" y="1444380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59898150" name="AutoShape 50"/>
            <p:cNvSpPr/>
            <p:nvPr/>
          </p:nvSpPr>
          <p:spPr bwMode="auto">
            <a:xfrm flipH="0" flipV="0">
              <a:off x="8050773" y="1438051"/>
              <a:ext cx="0" cy="345705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77803176" name="TextBox 51"/>
            <p:cNvSpPr txBox="1"/>
            <p:nvPr/>
          </p:nvSpPr>
          <p:spPr bwMode="auto">
            <a:xfrm>
              <a:off x="8307000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66101036" name="Rectangle: Rounded Corners 12"/>
            <p:cNvSpPr/>
            <p:nvPr/>
          </p:nvSpPr>
          <p:spPr bwMode="auto">
            <a:xfrm>
              <a:off x="5606901" y="0"/>
              <a:ext cx="4870593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601922062" name="Rectangle: Rounded Corners 12"/>
            <p:cNvSpPr/>
            <p:nvPr/>
          </p:nvSpPr>
          <p:spPr bwMode="auto">
            <a:xfrm>
              <a:off x="0" y="0"/>
              <a:ext cx="4870593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01584466" name=""/>
            <p:cNvGrpSpPr/>
            <p:nvPr/>
          </p:nvGrpSpPr>
          <p:grpSpPr bwMode="auto">
            <a:xfrm>
              <a:off x="290961" y="1886865"/>
              <a:ext cx="9960500" cy="1576022"/>
              <a:chOff x="0" y="0"/>
              <a:chExt cx="9960500" cy="1576022"/>
            </a:xfrm>
          </p:grpSpPr>
          <p:sp>
            <p:nvSpPr>
              <p:cNvPr id="1124386563" name="Freeform 30"/>
              <p:cNvSpPr/>
              <p:nvPr/>
            </p:nvSpPr>
            <p:spPr bwMode="auto">
              <a:xfrm rot="0" flipH="0" flipV="0">
                <a:off x="0" y="14486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327070884" name="TextBox 31"/>
              <p:cNvSpPr txBox="1"/>
              <p:nvPr/>
            </p:nvSpPr>
            <p:spPr bwMode="auto">
              <a:xfrm rot="0" flipH="0" flipV="0">
                <a:off x="0" y="0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274 000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789555991" name="Freeform 37"/>
              <p:cNvSpPr/>
              <p:nvPr/>
            </p:nvSpPr>
            <p:spPr bwMode="auto">
              <a:xfrm rot="0" flipH="0" flipV="0">
                <a:off x="2388747" y="14486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886003424" name="TextBox 38"/>
              <p:cNvSpPr txBox="1"/>
              <p:nvPr/>
            </p:nvSpPr>
            <p:spPr bwMode="auto">
              <a:xfrm rot="0" flipH="0" flipV="0">
                <a:off x="2388747" y="0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579091862" name="Freeform 40"/>
              <p:cNvSpPr/>
              <p:nvPr/>
            </p:nvSpPr>
            <p:spPr bwMode="auto">
              <a:xfrm rot="0" flipH="0" flipV="0">
                <a:off x="2388747" y="957654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774667199" name="TextBox 41"/>
              <p:cNvSpPr txBox="1"/>
              <p:nvPr/>
            </p:nvSpPr>
            <p:spPr bwMode="auto">
              <a:xfrm rot="0" flipH="0" flipV="0">
                <a:off x="2388747" y="812784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654695313" name="Freeform 46"/>
              <p:cNvSpPr/>
              <p:nvPr/>
            </p:nvSpPr>
            <p:spPr bwMode="auto">
              <a:xfrm rot="0" flipH="0" flipV="0">
                <a:off x="5591821" y="14667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739286011" name="TextBox 47"/>
              <p:cNvSpPr txBox="1"/>
              <p:nvPr/>
            </p:nvSpPr>
            <p:spPr bwMode="auto">
              <a:xfrm rot="0" flipH="0" flipV="0">
                <a:off x="5591821" y="1809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83918363" name="Freeform 53"/>
              <p:cNvSpPr/>
              <p:nvPr/>
            </p:nvSpPr>
            <p:spPr bwMode="auto">
              <a:xfrm rot="0" flipH="0" flipV="0">
                <a:off x="7980570" y="14667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666526828" name="TextBox 54"/>
              <p:cNvSpPr txBox="1"/>
              <p:nvPr/>
            </p:nvSpPr>
            <p:spPr bwMode="auto">
              <a:xfrm rot="0" flipH="0" flipV="0">
                <a:off x="7980570" y="1809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55229620" name="Freeform 56"/>
              <p:cNvSpPr/>
              <p:nvPr/>
            </p:nvSpPr>
            <p:spPr bwMode="auto">
              <a:xfrm rot="0" flipH="0" flipV="0">
                <a:off x="7980570" y="959463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987431986" name="TextBox 57"/>
              <p:cNvSpPr txBox="1"/>
              <p:nvPr/>
            </p:nvSpPr>
            <p:spPr bwMode="auto">
              <a:xfrm rot="0" flipH="0" flipV="0">
                <a:off x="7980570" y="814595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641783865" name="AutoShape 58"/>
              <p:cNvSpPr/>
              <p:nvPr/>
            </p:nvSpPr>
            <p:spPr bwMode="auto">
              <a:xfrm flipV="1">
                <a:off x="4368683" y="453147"/>
                <a:ext cx="1208270" cy="0"/>
              </a:xfrm>
              <a:prstGeom prst="line">
                <a:avLst/>
              </a:prstGeom>
              <a:grpFill/>
              <a:ln w="6667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9098908" name="TextBox 42"/>
          <p:cNvSpPr txBox="1"/>
          <p:nvPr/>
        </p:nvSpPr>
        <p:spPr bwMode="auto">
          <a:xfrm>
            <a:off x="406443" y="3589688"/>
            <a:ext cx="184589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Alice digunakan untuk memenuhi pembayaran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60447104" name="Freeform 43"/>
          <p:cNvSpPr/>
          <p:nvPr/>
        </p:nvSpPr>
        <p:spPr bwMode="auto">
          <a:xfrm rot="9078673" flipH="1">
            <a:off x="1175166" y="2782908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6" y="0"/>
                </a:moveTo>
                <a:lnTo>
                  <a:pt x="0" y="0"/>
                </a:lnTo>
                <a:lnTo>
                  <a:pt x="0" y="362607"/>
                </a:lnTo>
                <a:lnTo>
                  <a:pt x="1283566" y="362607"/>
                </a:lnTo>
                <a:lnTo>
                  <a:pt x="1283566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7550011" name="TextBox 44"/>
          <p:cNvSpPr txBox="1"/>
          <p:nvPr/>
        </p:nvSpPr>
        <p:spPr bwMode="auto">
          <a:xfrm flipH="0" flipV="0">
            <a:off x="9694748" y="1137206"/>
            <a:ext cx="216426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dibuat untuk membayar tukang roti untuk roti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22459216" name="Freeform 45"/>
          <p:cNvSpPr/>
          <p:nvPr/>
        </p:nvSpPr>
        <p:spPr bwMode="auto">
          <a:xfrm rot="-8762163">
            <a:off x="9412718" y="3724995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0" y="0"/>
                </a:moveTo>
                <a:lnTo>
                  <a:pt x="1283566" y="0"/>
                </a:lnTo>
                <a:lnTo>
                  <a:pt x="1283566" y="362607"/>
                </a:lnTo>
                <a:lnTo>
                  <a:pt x="0" y="36260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7672298" name="Freeform 46"/>
          <p:cNvSpPr/>
          <p:nvPr/>
        </p:nvSpPr>
        <p:spPr bwMode="auto">
          <a:xfrm flipH="1">
            <a:off x="9404518" y="2634081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5" y="0"/>
                </a:moveTo>
                <a:lnTo>
                  <a:pt x="0" y="0"/>
                </a:lnTo>
                <a:lnTo>
                  <a:pt x="0" y="362607"/>
                </a:lnTo>
                <a:lnTo>
                  <a:pt x="1283565" y="362607"/>
                </a:lnTo>
                <a:lnTo>
                  <a:pt x="128356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8194142" name="TextBox 47"/>
          <p:cNvSpPr txBox="1"/>
          <p:nvPr/>
        </p:nvSpPr>
        <p:spPr bwMode="auto">
          <a:xfrm>
            <a:off x="9607248" y="4558845"/>
            <a:ext cx="201992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Perubahan UTXO kembali ke dompet Alice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1935067926" name=""/>
          <p:cNvGrpSpPr/>
          <p:nvPr/>
        </p:nvGrpSpPr>
        <p:grpSpPr bwMode="auto">
          <a:xfrm>
            <a:off x="2762506" y="268926"/>
            <a:ext cx="6270216" cy="6258610"/>
            <a:chOff x="0" y="0"/>
            <a:chExt cx="6270216" cy="6258610"/>
          </a:xfrm>
        </p:grpSpPr>
        <p:sp>
          <p:nvSpPr>
            <p:cNvPr id="1139927387" name="TextBox 32"/>
            <p:cNvSpPr txBox="1"/>
            <p:nvPr/>
          </p:nvSpPr>
          <p:spPr bwMode="auto">
            <a:xfrm flipH="0" flipV="0">
              <a:off x="0" y="421794"/>
              <a:ext cx="6270218" cy="4419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78123565" name="TextBox 33"/>
            <p:cNvSpPr txBox="1"/>
            <p:nvPr/>
          </p:nvSpPr>
          <p:spPr bwMode="auto">
            <a:xfrm>
              <a:off x="314265" y="1404944"/>
              <a:ext cx="2127560" cy="4420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9305450" name="AutoShape 34"/>
            <p:cNvSpPr/>
            <p:nvPr/>
          </p:nvSpPr>
          <p:spPr bwMode="auto">
            <a:xfrm flipH="0" flipV="0">
              <a:off x="3108868" y="1466767"/>
              <a:ext cx="0" cy="424719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9142480" name="TextBox 35"/>
            <p:cNvSpPr txBox="1"/>
            <p:nvPr/>
          </p:nvSpPr>
          <p:spPr bwMode="auto">
            <a:xfrm>
              <a:off x="3776811" y="1404944"/>
              <a:ext cx="2127560" cy="4420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5452176" name="Rectangle: Rounded Corners 12"/>
            <p:cNvSpPr/>
            <p:nvPr/>
          </p:nvSpPr>
          <p:spPr bwMode="auto">
            <a:xfrm>
              <a:off x="0" y="0"/>
              <a:ext cx="6268779" cy="625861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52608588" name=""/>
            <p:cNvGrpSpPr/>
            <p:nvPr/>
          </p:nvGrpSpPr>
          <p:grpSpPr bwMode="auto">
            <a:xfrm>
              <a:off x="274758" y="1883818"/>
              <a:ext cx="5668038" cy="1753553"/>
              <a:chOff x="0" y="0"/>
              <a:chExt cx="5668038" cy="1753553"/>
            </a:xfrm>
          </p:grpSpPr>
          <p:sp>
            <p:nvSpPr>
              <p:cNvPr id="1723181329" name="Freeform 30"/>
              <p:cNvSpPr/>
              <p:nvPr/>
            </p:nvSpPr>
            <p:spPr bwMode="auto">
              <a:xfrm rot="0" flipH="0" flipV="0">
                <a:off x="0" y="161373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81035167" name="TextBox 31"/>
              <p:cNvSpPr txBox="1"/>
              <p:nvPr/>
            </p:nvSpPr>
            <p:spPr bwMode="auto">
              <a:xfrm rot="0" flipH="0" flipV="0">
                <a:off x="0" y="0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14915668" name="Freeform 37"/>
              <p:cNvSpPr/>
              <p:nvPr/>
            </p:nvSpPr>
            <p:spPr bwMode="auto">
              <a:xfrm rot="0" flipH="0" flipV="0">
                <a:off x="3462543" y="161373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888856091" name="TextBox 38"/>
              <p:cNvSpPr txBox="1"/>
              <p:nvPr/>
            </p:nvSpPr>
            <p:spPr bwMode="auto">
              <a:xfrm rot="0" flipH="0" flipV="0">
                <a:off x="3462543" y="0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1354295" name="Freeform 40"/>
              <p:cNvSpPr/>
              <p:nvPr/>
            </p:nvSpPr>
            <p:spPr bwMode="auto">
              <a:xfrm rot="0" flipH="0" flipV="0">
                <a:off x="3462543" y="1066755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421922253" name="TextBox 41"/>
              <p:cNvSpPr txBox="1"/>
              <p:nvPr/>
            </p:nvSpPr>
            <p:spPr bwMode="auto">
              <a:xfrm rot="0" flipH="0" flipV="0">
                <a:off x="3462543" y="905382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2422549" name="TextBox 42"/>
          <p:cNvSpPr txBox="1"/>
          <p:nvPr/>
        </p:nvSpPr>
        <p:spPr bwMode="auto">
          <a:xfrm>
            <a:off x="317331" y="3730511"/>
            <a:ext cx="1830591" cy="14217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 menggabungkan 2 UTXO menjadi input untuk memenuhi kebutuhan pembayaran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8732314" name="Freeform 43"/>
          <p:cNvSpPr/>
          <p:nvPr/>
        </p:nvSpPr>
        <p:spPr bwMode="auto">
          <a:xfrm rot="9078673" flipH="1">
            <a:off x="1083341" y="2927162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4" y="0"/>
                </a:moveTo>
                <a:lnTo>
                  <a:pt x="0" y="0"/>
                </a:lnTo>
                <a:lnTo>
                  <a:pt x="0" y="361150"/>
                </a:lnTo>
                <a:lnTo>
                  <a:pt x="1278404" y="361150"/>
                </a:lnTo>
                <a:lnTo>
                  <a:pt x="1278404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0108625" name="TextBox 44"/>
          <p:cNvSpPr txBox="1"/>
          <p:nvPr/>
        </p:nvSpPr>
        <p:spPr bwMode="auto">
          <a:xfrm flipH="0" flipV="0">
            <a:off x="9805797" y="1376754"/>
            <a:ext cx="2088390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dibuat untuk membayar tukang roti untuk roti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35778338" name="Freeform 45"/>
          <p:cNvSpPr/>
          <p:nvPr/>
        </p:nvSpPr>
        <p:spPr bwMode="auto">
          <a:xfrm rot="-8762163">
            <a:off x="9436005" y="3890906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0" y="0"/>
                </a:moveTo>
                <a:lnTo>
                  <a:pt x="1278404" y="0"/>
                </a:lnTo>
                <a:lnTo>
                  <a:pt x="1278404" y="361150"/>
                </a:lnTo>
                <a:lnTo>
                  <a:pt x="0" y="3611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874229" name="Freeform 46"/>
          <p:cNvSpPr/>
          <p:nvPr/>
        </p:nvSpPr>
        <p:spPr bwMode="auto">
          <a:xfrm flipH="1">
            <a:off x="9427833" y="2817338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5" y="0"/>
                </a:moveTo>
                <a:lnTo>
                  <a:pt x="0" y="0"/>
                </a:lnTo>
                <a:lnTo>
                  <a:pt x="0" y="361149"/>
                </a:lnTo>
                <a:lnTo>
                  <a:pt x="1278405" y="361149"/>
                </a:lnTo>
                <a:lnTo>
                  <a:pt x="127840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865840" name="TextBox 47"/>
          <p:cNvSpPr txBox="1"/>
          <p:nvPr/>
        </p:nvSpPr>
        <p:spPr bwMode="auto">
          <a:xfrm>
            <a:off x="9630131" y="4816461"/>
            <a:ext cx="1998905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Perubahan UTXO kembali ke dompet Alice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712380872" name=""/>
          <p:cNvGrpSpPr/>
          <p:nvPr/>
        </p:nvGrpSpPr>
        <p:grpSpPr bwMode="auto">
          <a:xfrm>
            <a:off x="2704014" y="268926"/>
            <a:ext cx="6403122" cy="6258609"/>
            <a:chOff x="0" y="0"/>
            <a:chExt cx="6403122" cy="6258609"/>
          </a:xfrm>
        </p:grpSpPr>
        <p:sp>
          <p:nvSpPr>
            <p:cNvPr id="1329991585" name="TextBox 32"/>
            <p:cNvSpPr txBox="1"/>
            <p:nvPr/>
          </p:nvSpPr>
          <p:spPr bwMode="auto">
            <a:xfrm flipH="0" flipV="0">
              <a:off x="0" y="448791"/>
              <a:ext cx="6403122" cy="440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773597390" name="TextBox 33"/>
            <p:cNvSpPr txBox="1"/>
            <p:nvPr/>
          </p:nvSpPr>
          <p:spPr bwMode="auto">
            <a:xfrm>
              <a:off x="422061" y="1578911"/>
              <a:ext cx="2119010" cy="44041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035171875" name="AutoShape 34"/>
            <p:cNvSpPr/>
            <p:nvPr/>
          </p:nvSpPr>
          <p:spPr bwMode="auto">
            <a:xfrm flipH="0" flipV="0">
              <a:off x="3205428" y="1640677"/>
              <a:ext cx="0" cy="40584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5155097" name="TextBox 35"/>
            <p:cNvSpPr txBox="1"/>
            <p:nvPr/>
          </p:nvSpPr>
          <p:spPr bwMode="auto">
            <a:xfrm>
              <a:off x="3870684" y="1578911"/>
              <a:ext cx="2119010" cy="44041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1171879" name="Rectangle: Rounded Corners 12"/>
            <p:cNvSpPr/>
            <p:nvPr/>
          </p:nvSpPr>
          <p:spPr bwMode="auto">
            <a:xfrm>
              <a:off x="0" y="0"/>
              <a:ext cx="6401683" cy="625861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433654445" name=""/>
            <p:cNvGrpSpPr/>
            <p:nvPr/>
          </p:nvGrpSpPr>
          <p:grpSpPr bwMode="auto">
            <a:xfrm>
              <a:off x="382709" y="2056051"/>
              <a:ext cx="5645251" cy="1746502"/>
              <a:chOff x="0" y="0"/>
              <a:chExt cx="5645251" cy="1746502"/>
            </a:xfrm>
          </p:grpSpPr>
          <p:sp>
            <p:nvSpPr>
              <p:cNvPr id="1083017826" name="Freeform 30"/>
              <p:cNvSpPr/>
              <p:nvPr/>
            </p:nvSpPr>
            <p:spPr bwMode="auto">
              <a:xfrm rot="0" flipH="0" flipV="0">
                <a:off x="0" y="160723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756652660" name="TextBox 31"/>
              <p:cNvSpPr txBox="1"/>
              <p:nvPr/>
            </p:nvSpPr>
            <p:spPr bwMode="auto">
              <a:xfrm rot="0" flipH="0" flipV="0">
                <a:off x="0" y="0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88438190" name="Freeform 37"/>
              <p:cNvSpPr/>
              <p:nvPr/>
            </p:nvSpPr>
            <p:spPr bwMode="auto">
              <a:xfrm rot="0" flipH="0" flipV="0">
                <a:off x="3448622" y="160723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2120327518" name="TextBox 38"/>
              <p:cNvSpPr txBox="1"/>
              <p:nvPr/>
            </p:nvSpPr>
            <p:spPr bwMode="auto">
              <a:xfrm rot="0" flipH="0" flipV="0">
                <a:off x="3448622" y="0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89047769" name="Freeform 40"/>
              <p:cNvSpPr/>
              <p:nvPr/>
            </p:nvSpPr>
            <p:spPr bwMode="auto">
              <a:xfrm rot="0" flipH="0" flipV="0">
                <a:off x="3448622" y="1062465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828039385" name="TextBox 41"/>
              <p:cNvSpPr txBox="1"/>
              <p:nvPr/>
            </p:nvSpPr>
            <p:spPr bwMode="auto">
              <a:xfrm rot="0" flipH="0" flipV="0">
                <a:off x="3448622" y="901741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4088017" name="Freeform 49"/>
              <p:cNvSpPr/>
              <p:nvPr/>
            </p:nvSpPr>
            <p:spPr bwMode="auto">
              <a:xfrm rot="0" flipH="0" flipV="0">
                <a:off x="0" y="1062465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84223189" name="TextBox 50"/>
              <p:cNvSpPr txBox="1"/>
              <p:nvPr/>
            </p:nvSpPr>
            <p:spPr bwMode="auto">
              <a:xfrm rot="0" flipH="0" flipV="0">
                <a:off x="0" y="901741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59883" name="TextBox 42"/>
          <p:cNvSpPr txBox="1"/>
          <p:nvPr/>
        </p:nvSpPr>
        <p:spPr bwMode="auto">
          <a:xfrm>
            <a:off x="373524" y="3478948"/>
            <a:ext cx="1775476" cy="9147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Alice digunakan untuk memenuhi pembayaran</a:t>
            </a:r>
            <a:endParaRPr/>
          </a:p>
        </p:txBody>
      </p:sp>
      <p:sp>
        <p:nvSpPr>
          <p:cNvPr id="914260943" name="Freeform 43"/>
          <p:cNvSpPr/>
          <p:nvPr/>
        </p:nvSpPr>
        <p:spPr bwMode="auto">
          <a:xfrm rot="9078673" flipH="1">
            <a:off x="1118409" y="2702409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7133711" name="TextBox 44"/>
          <p:cNvSpPr txBox="1"/>
          <p:nvPr/>
        </p:nvSpPr>
        <p:spPr bwMode="auto">
          <a:xfrm flipH="0" flipV="0">
            <a:off x="9597238" y="1144751"/>
            <a:ext cx="2162521" cy="10328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dibuat untuk membayar tukang roti untuk roti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1336978" name="Freeform 45"/>
          <p:cNvSpPr/>
          <p:nvPr/>
        </p:nvSpPr>
        <p:spPr bwMode="auto">
          <a:xfrm rot="-8762163">
            <a:off x="9207954" y="3656502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0" y="0"/>
                </a:moveTo>
                <a:lnTo>
                  <a:pt x="1238133" y="0"/>
                </a:lnTo>
                <a:lnTo>
                  <a:pt x="1238133" y="349773"/>
                </a:lnTo>
                <a:lnTo>
                  <a:pt x="0" y="34977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6485390" name="Freeform 46"/>
          <p:cNvSpPr/>
          <p:nvPr/>
        </p:nvSpPr>
        <p:spPr bwMode="auto">
          <a:xfrm flipH="1">
            <a:off x="9215870" y="2527151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3063572" name="TextBox 47"/>
          <p:cNvSpPr txBox="1"/>
          <p:nvPr/>
        </p:nvSpPr>
        <p:spPr bwMode="auto">
          <a:xfrm>
            <a:off x="9411277" y="4554402"/>
            <a:ext cx="1936377" cy="1066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Perubahan UTXO kembali ke dompet 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77340147" name="TextBox 52"/>
          <p:cNvSpPr txBox="1"/>
          <p:nvPr/>
        </p:nvSpPr>
        <p:spPr bwMode="auto">
          <a:xfrm flipH="0" flipV="0">
            <a:off x="2974999" y="5924955"/>
            <a:ext cx="5778032" cy="344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Biaya transaksi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735425600" name="Rectangle: Rounded Corners 12"/>
          <p:cNvSpPr/>
          <p:nvPr/>
        </p:nvSpPr>
        <p:spPr bwMode="auto">
          <a:xfrm>
            <a:off x="2694324" y="230855"/>
            <a:ext cx="6224475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42366917" name=""/>
          <p:cNvGrpSpPr/>
          <p:nvPr/>
        </p:nvGrpSpPr>
        <p:grpSpPr bwMode="auto">
          <a:xfrm>
            <a:off x="2694322" y="625564"/>
            <a:ext cx="6225913" cy="5137924"/>
            <a:chOff x="0" y="0"/>
            <a:chExt cx="6225913" cy="5137924"/>
          </a:xfrm>
        </p:grpSpPr>
        <p:sp>
          <p:nvSpPr>
            <p:cNvPr id="1164906434" name="TextBox 32"/>
            <p:cNvSpPr txBox="1"/>
            <p:nvPr/>
          </p:nvSpPr>
          <p:spPr bwMode="auto">
            <a:xfrm flipH="0" flipV="0">
              <a:off x="0" y="0"/>
              <a:ext cx="6225914" cy="42644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5844408" name="TextBox 33"/>
            <p:cNvSpPr txBox="1"/>
            <p:nvPr/>
          </p:nvSpPr>
          <p:spPr bwMode="auto">
            <a:xfrm>
              <a:off x="401947" y="966789"/>
              <a:ext cx="2052293" cy="42657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26813243" name="AutoShape 34"/>
            <p:cNvSpPr/>
            <p:nvPr/>
          </p:nvSpPr>
          <p:spPr bwMode="auto">
            <a:xfrm>
              <a:off x="3097635" y="1037632"/>
              <a:ext cx="0" cy="308385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8736595" name="TextBox 35"/>
            <p:cNvSpPr txBox="1"/>
            <p:nvPr/>
          </p:nvSpPr>
          <p:spPr bwMode="auto">
            <a:xfrm>
              <a:off x="3741933" y="966789"/>
              <a:ext cx="2052293" cy="42657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2090684886" name=""/>
            <p:cNvGrpSpPr/>
            <p:nvPr/>
          </p:nvGrpSpPr>
          <p:grpSpPr bwMode="auto">
            <a:xfrm>
              <a:off x="363836" y="1439922"/>
              <a:ext cx="5467419" cy="3698002"/>
              <a:chOff x="0" y="0"/>
              <a:chExt cx="5467419" cy="3698002"/>
            </a:xfrm>
          </p:grpSpPr>
          <p:sp>
            <p:nvSpPr>
              <p:cNvPr id="1564857695" name="Freeform 30"/>
              <p:cNvSpPr/>
              <p:nvPr/>
            </p:nvSpPr>
            <p:spPr bwMode="auto">
              <a:xfrm rot="0" flipH="0" flipV="0">
                <a:off x="0" y="155661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566528699" name="TextBox 31"/>
              <p:cNvSpPr txBox="1"/>
              <p:nvPr/>
            </p:nvSpPr>
            <p:spPr bwMode="auto">
              <a:xfrm rot="0" flipH="0" flipV="0">
                <a:off x="0" y="0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52802785" name="Freeform 37"/>
              <p:cNvSpPr/>
              <p:nvPr/>
            </p:nvSpPr>
            <p:spPr bwMode="auto">
              <a:xfrm rot="0" flipH="0" flipV="0">
                <a:off x="3339986" y="155661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1577312" name="TextBox 38"/>
              <p:cNvSpPr txBox="1"/>
              <p:nvPr/>
            </p:nvSpPr>
            <p:spPr bwMode="auto">
              <a:xfrm rot="0" flipH="0" flipV="0">
                <a:off x="3339986" y="0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38488446" name="Freeform 40"/>
              <p:cNvSpPr/>
              <p:nvPr/>
            </p:nvSpPr>
            <p:spPr bwMode="auto">
              <a:xfrm rot="0" flipH="0" flipV="0">
                <a:off x="3339986" y="1028997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041071063" name="TextBox 41"/>
              <p:cNvSpPr txBox="1"/>
              <p:nvPr/>
            </p:nvSpPr>
            <p:spPr bwMode="auto">
              <a:xfrm rot="0" flipH="0" flipV="0">
                <a:off x="3339986" y="873335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5 800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45114452" name="Freeform 50"/>
              <p:cNvSpPr/>
              <p:nvPr/>
            </p:nvSpPr>
            <p:spPr bwMode="auto">
              <a:xfrm rot="0" flipH="0" flipV="0">
                <a:off x="1670078" y="3035513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275289641" name="TextBox 51"/>
              <p:cNvSpPr txBox="1"/>
              <p:nvPr/>
            </p:nvSpPr>
            <p:spPr bwMode="auto">
              <a:xfrm rot="0" flipH="0" flipV="0">
                <a:off x="1670078" y="2879852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635"/>
                  </a:lnSpc>
                  <a:defRPr/>
                </a:pPr>
                <a:r>
                  <a:rPr lang="en-US" sz="2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18434696" name=""/>
          <p:cNvGrpSpPr/>
          <p:nvPr/>
        </p:nvGrpSpPr>
        <p:grpSpPr bwMode="auto">
          <a:xfrm>
            <a:off x="7118473" y="1951627"/>
            <a:ext cx="4520505" cy="3097660"/>
            <a:chOff x="0" y="0"/>
            <a:chExt cx="4520505" cy="3097660"/>
          </a:xfrm>
        </p:grpSpPr>
        <p:sp>
          <p:nvSpPr>
            <p:cNvPr id="912694274" name="Freeform 34"/>
            <p:cNvSpPr/>
            <p:nvPr/>
          </p:nvSpPr>
          <p:spPr bwMode="auto">
            <a:xfrm rot="0" flipH="0" flipV="0">
              <a:off x="0" y="192880"/>
              <a:ext cx="4520506" cy="2904779"/>
            </a:xfrm>
            <a:custGeom>
              <a:avLst/>
              <a:gdLst/>
              <a:ahLst/>
              <a:cxnLst/>
              <a:rect l="l" t="t" r="r" b="b"/>
              <a:pathLst>
                <a:path w="1785830" h="1147536" fill="norm" stroke="1" extrusionOk="0">
                  <a:moveTo>
                    <a:pt x="11988" y="0"/>
                  </a:moveTo>
                  <a:lnTo>
                    <a:pt x="1773841" y="0"/>
                  </a:lnTo>
                  <a:cubicBezTo>
                    <a:pt x="1780462" y="0"/>
                    <a:pt x="1785830" y="5367"/>
                    <a:pt x="1785830" y="11988"/>
                  </a:cubicBezTo>
                  <a:lnTo>
                    <a:pt x="1785830" y="1135548"/>
                  </a:lnTo>
                  <a:cubicBezTo>
                    <a:pt x="1785830" y="1138727"/>
                    <a:pt x="1784567" y="1141776"/>
                    <a:pt x="1782319" y="1144025"/>
                  </a:cubicBezTo>
                  <a:cubicBezTo>
                    <a:pt x="1780070" y="1146273"/>
                    <a:pt x="1777021" y="1147536"/>
                    <a:pt x="1773841" y="1147536"/>
                  </a:cubicBezTo>
                  <a:lnTo>
                    <a:pt x="11988" y="1147536"/>
                  </a:lnTo>
                  <a:cubicBezTo>
                    <a:pt x="5367" y="1147536"/>
                    <a:pt x="0" y="1142168"/>
                    <a:pt x="0" y="1135548"/>
                  </a:cubicBezTo>
                  <a:lnTo>
                    <a:pt x="0" y="11988"/>
                  </a:lnTo>
                  <a:cubicBezTo>
                    <a:pt x="0" y="8809"/>
                    <a:pt x="1263" y="5760"/>
                    <a:pt x="3511" y="3511"/>
                  </a:cubicBezTo>
                  <a:cubicBezTo>
                    <a:pt x="5760" y="1263"/>
                    <a:pt x="8809" y="0"/>
                    <a:pt x="1198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67615710" name="TextBox 35"/>
            <p:cNvSpPr txBox="1"/>
            <p:nvPr/>
          </p:nvSpPr>
          <p:spPr bwMode="auto">
            <a:xfrm rot="0" flipH="0" flipV="0">
              <a:off x="0" y="0"/>
              <a:ext cx="4520506" cy="30976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40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Block Reward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/>
            </a:p>
            <a:p>
              <a:pPr algn="ctr">
                <a:lnSpc>
                  <a:spcPts val="4071"/>
                </a:lnSpc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/>
            </a:p>
          </p:txBody>
        </p:sp>
        <p:sp>
          <p:nvSpPr>
            <p:cNvPr id="1002211072" name="Freeform 42"/>
            <p:cNvSpPr/>
            <p:nvPr/>
          </p:nvSpPr>
          <p:spPr bwMode="auto">
            <a:xfrm rot="0" flipH="0" flipV="0">
              <a:off x="344803" y="1151095"/>
              <a:ext cx="3830896" cy="673875"/>
            </a:xfrm>
            <a:custGeom>
              <a:avLst/>
              <a:gdLst/>
              <a:ahLst/>
              <a:cxnLst/>
              <a:rect l="l" t="t" r="r" b="b"/>
              <a:pathLst>
                <a:path w="1613120" h="283758" fill="norm" stroke="1" extrusionOk="0">
                  <a:moveTo>
                    <a:pt x="48502" y="0"/>
                  </a:moveTo>
                  <a:lnTo>
                    <a:pt x="1564618" y="0"/>
                  </a:lnTo>
                  <a:cubicBezTo>
                    <a:pt x="1591405" y="0"/>
                    <a:pt x="1613120" y="21715"/>
                    <a:pt x="1613120" y="48502"/>
                  </a:cubicBezTo>
                  <a:lnTo>
                    <a:pt x="1613120" y="235256"/>
                  </a:lnTo>
                  <a:cubicBezTo>
                    <a:pt x="1613120" y="262043"/>
                    <a:pt x="1591405" y="283758"/>
                    <a:pt x="1564618" y="283758"/>
                  </a:cubicBezTo>
                  <a:lnTo>
                    <a:pt x="48502" y="283758"/>
                  </a:lnTo>
                  <a:cubicBezTo>
                    <a:pt x="21715" y="283758"/>
                    <a:pt x="0" y="262043"/>
                    <a:pt x="0" y="235256"/>
                  </a:cubicBezTo>
                  <a:lnTo>
                    <a:pt x="0" y="48502"/>
                  </a:lnTo>
                  <a:cubicBezTo>
                    <a:pt x="0" y="21715"/>
                    <a:pt x="21715" y="0"/>
                    <a:pt x="485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541613831" name="TextBox 43"/>
            <p:cNvSpPr txBox="1"/>
            <p:nvPr/>
          </p:nvSpPr>
          <p:spPr bwMode="auto">
            <a:xfrm rot="0" flipH="0" flipV="0">
              <a:off x="344803" y="992757"/>
              <a:ext cx="3830896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Block subsidy</a:t>
              </a:r>
              <a:endParaRPr sz="1400"/>
            </a:p>
          </p:txBody>
        </p:sp>
        <p:sp>
          <p:nvSpPr>
            <p:cNvPr id="32028483" name="Freeform 45"/>
            <p:cNvSpPr/>
            <p:nvPr/>
          </p:nvSpPr>
          <p:spPr bwMode="auto">
            <a:xfrm rot="0" flipH="0" flipV="0">
              <a:off x="344803" y="2075845"/>
              <a:ext cx="3830896" cy="673875"/>
            </a:xfrm>
            <a:custGeom>
              <a:avLst/>
              <a:gdLst/>
              <a:ahLst/>
              <a:cxnLst/>
              <a:rect l="l" t="t" r="r" b="b"/>
              <a:pathLst>
                <a:path w="1613120" h="283758" fill="norm" stroke="1" extrusionOk="0">
                  <a:moveTo>
                    <a:pt x="48502" y="0"/>
                  </a:moveTo>
                  <a:lnTo>
                    <a:pt x="1564618" y="0"/>
                  </a:lnTo>
                  <a:cubicBezTo>
                    <a:pt x="1591405" y="0"/>
                    <a:pt x="1613120" y="21715"/>
                    <a:pt x="1613120" y="48502"/>
                  </a:cubicBezTo>
                  <a:lnTo>
                    <a:pt x="1613120" y="235256"/>
                  </a:lnTo>
                  <a:cubicBezTo>
                    <a:pt x="1613120" y="262043"/>
                    <a:pt x="1591405" y="283758"/>
                    <a:pt x="1564618" y="283758"/>
                  </a:cubicBezTo>
                  <a:lnTo>
                    <a:pt x="48502" y="283758"/>
                  </a:lnTo>
                  <a:cubicBezTo>
                    <a:pt x="21715" y="283758"/>
                    <a:pt x="0" y="262043"/>
                    <a:pt x="0" y="235256"/>
                  </a:cubicBezTo>
                  <a:lnTo>
                    <a:pt x="0" y="48502"/>
                  </a:lnTo>
                  <a:cubicBezTo>
                    <a:pt x="0" y="21715"/>
                    <a:pt x="21715" y="0"/>
                    <a:pt x="485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904064265" name="TextBox 46"/>
            <p:cNvSpPr txBox="1"/>
            <p:nvPr/>
          </p:nvSpPr>
          <p:spPr bwMode="auto">
            <a:xfrm rot="0" flipH="0" flipV="0">
              <a:off x="344803" y="1917507"/>
              <a:ext cx="3830896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 fees</a:t>
              </a:r>
              <a:endParaRPr sz="1400"/>
            </a:p>
          </p:txBody>
        </p:sp>
      </p:grpSp>
      <p:grpSp>
        <p:nvGrpSpPr>
          <p:cNvPr id="679421050" name=""/>
          <p:cNvGrpSpPr/>
          <p:nvPr/>
        </p:nvGrpSpPr>
        <p:grpSpPr bwMode="auto">
          <a:xfrm>
            <a:off x="1451089" y="268926"/>
            <a:ext cx="5545354" cy="6258609"/>
            <a:chOff x="0" y="0"/>
            <a:chExt cx="5545354" cy="6258609"/>
          </a:xfrm>
        </p:grpSpPr>
        <p:sp>
          <p:nvSpPr>
            <p:cNvPr id="1695990349" name="AutoShape 29"/>
            <p:cNvSpPr/>
            <p:nvPr/>
          </p:nvSpPr>
          <p:spPr bwMode="auto">
            <a:xfrm flipH="0" flipV="0">
              <a:off x="2435374" y="1584587"/>
              <a:ext cx="0" cy="411449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6385125" name="Freeform 31"/>
            <p:cNvSpPr/>
            <p:nvPr/>
          </p:nvSpPr>
          <p:spPr bwMode="auto">
            <a:xfrm rot="0" flipH="0" flipV="0">
              <a:off x="2886761" y="2152133"/>
              <a:ext cx="1584144" cy="673875"/>
            </a:xfrm>
            <a:custGeom>
              <a:avLst/>
              <a:gdLst/>
              <a:ahLst/>
              <a:cxnLst/>
              <a:rect l="l" t="t" r="r" b="b"/>
              <a:pathLst>
                <a:path w="667055" h="283758" fill="norm" stroke="1" extrusionOk="0">
                  <a:moveTo>
                    <a:pt x="117291" y="0"/>
                  </a:moveTo>
                  <a:lnTo>
                    <a:pt x="549764" y="0"/>
                  </a:lnTo>
                  <a:cubicBezTo>
                    <a:pt x="614542" y="0"/>
                    <a:pt x="667055" y="52513"/>
                    <a:pt x="667055" y="117291"/>
                  </a:cubicBezTo>
                  <a:lnTo>
                    <a:pt x="667055" y="166467"/>
                  </a:lnTo>
                  <a:cubicBezTo>
                    <a:pt x="667055" y="231245"/>
                    <a:pt x="614542" y="283758"/>
                    <a:pt x="549764" y="283758"/>
                  </a:cubicBezTo>
                  <a:lnTo>
                    <a:pt x="117291" y="283758"/>
                  </a:lnTo>
                  <a:cubicBezTo>
                    <a:pt x="52513" y="283758"/>
                    <a:pt x="0" y="231245"/>
                    <a:pt x="0" y="166467"/>
                  </a:cubicBezTo>
                  <a:lnTo>
                    <a:pt x="0" y="117291"/>
                  </a:lnTo>
                  <a:cubicBezTo>
                    <a:pt x="0" y="52513"/>
                    <a:pt x="52513" y="0"/>
                    <a:pt x="11729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115936" name="TextBox 32"/>
            <p:cNvSpPr txBox="1"/>
            <p:nvPr/>
          </p:nvSpPr>
          <p:spPr bwMode="auto">
            <a:xfrm rot="0" flipH="0" flipV="0">
              <a:off x="2886761" y="1993794"/>
              <a:ext cx="1584144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4.24 BTC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69693122" name="Freeform 36"/>
            <p:cNvSpPr/>
            <p:nvPr/>
          </p:nvSpPr>
          <p:spPr bwMode="auto">
            <a:xfrm>
              <a:off x="854849" y="2152133"/>
              <a:ext cx="673876" cy="673876"/>
            </a:xfrm>
            <a:custGeom>
              <a:avLst/>
              <a:gdLst/>
              <a:ahLst/>
              <a:cxnLst/>
              <a:rect l="l" t="t" r="r" b="b"/>
              <a:pathLst>
                <a:path w="673878" h="673878" fill="norm" stroke="1" extrusionOk="0">
                  <a:moveTo>
                    <a:pt x="0" y="0"/>
                  </a:moveTo>
                  <a:lnTo>
                    <a:pt x="673878" y="0"/>
                  </a:lnTo>
                  <a:lnTo>
                    <a:pt x="673878" y="673879"/>
                  </a:lnTo>
                  <a:lnTo>
                    <a:pt x="0" y="6738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9017086" name="TextBox 37"/>
            <p:cNvSpPr txBox="1"/>
            <p:nvPr/>
          </p:nvSpPr>
          <p:spPr bwMode="auto">
            <a:xfrm flipH="0" flipV="0">
              <a:off x="0" y="274136"/>
              <a:ext cx="4918995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Coinbase 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140869" name="TextBox 38"/>
            <p:cNvSpPr txBox="1"/>
            <p:nvPr/>
          </p:nvSpPr>
          <p:spPr bwMode="auto">
            <a:xfrm flipH="0" flipV="0">
              <a:off x="116325" y="1513506"/>
              <a:ext cx="2202773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733794468" name="TextBox 39"/>
            <p:cNvSpPr txBox="1"/>
            <p:nvPr/>
          </p:nvSpPr>
          <p:spPr bwMode="auto">
            <a:xfrm flipH="0" flipV="0">
              <a:off x="2603374" y="1513506"/>
              <a:ext cx="2202773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53105627" name="AutoShape 40"/>
            <p:cNvSpPr/>
            <p:nvPr/>
          </p:nvSpPr>
          <p:spPr bwMode="auto">
            <a:xfrm flipH="1" flipV="1">
              <a:off x="4629054" y="2533936"/>
              <a:ext cx="916300" cy="382055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4237703" name="Rectangle: Rounded Corners 12"/>
            <p:cNvSpPr/>
            <p:nvPr/>
          </p:nvSpPr>
          <p:spPr bwMode="auto">
            <a:xfrm>
              <a:off x="0" y="0"/>
              <a:ext cx="4917556" cy="625861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4335268" name="Freeform 26"/>
          <p:cNvSpPr/>
          <p:nvPr/>
        </p:nvSpPr>
        <p:spPr bwMode="auto">
          <a:xfrm>
            <a:off x="2639451" y="266152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452508" name="Freeform 28"/>
          <p:cNvSpPr/>
          <p:nvPr/>
        </p:nvSpPr>
        <p:spPr bwMode="auto">
          <a:xfrm>
            <a:off x="8231274" y="266152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921848" name="AutoShape 29"/>
          <p:cNvSpPr/>
          <p:nvPr/>
        </p:nvSpPr>
        <p:spPr bwMode="auto">
          <a:xfrm>
            <a:off x="4460003" y="3206082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3667461" name="AutoShape 30"/>
          <p:cNvSpPr/>
          <p:nvPr/>
        </p:nvSpPr>
        <p:spPr bwMode="auto">
          <a:xfrm>
            <a:off x="4460003" y="3602247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74677976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43" flipH="0" flipV="0">
            <a:off x="5407833" y="4227501"/>
            <a:ext cx="1451216" cy="729704"/>
          </a:xfrm>
          <a:prstGeom prst="rect">
            <a:avLst/>
          </a:prstGeom>
        </p:spPr>
      </p:pic>
      <p:pic>
        <p:nvPicPr>
          <p:cNvPr id="2123445870" name=""/>
          <p:cNvPicPr>
            <a:picLocks noChangeAspect="1"/>
          </p:cNvPicPr>
          <p:nvPr/>
        </p:nvPicPr>
        <p:blipFill>
          <a:blip r:embed="rId6"/>
          <a:srcRect l="29279" t="24127" r="29616" b="23956"/>
          <a:stretch/>
        </p:blipFill>
        <p:spPr bwMode="auto">
          <a:xfrm flipH="0" flipV="0">
            <a:off x="5490055" y="1618770"/>
            <a:ext cx="1082657" cy="1367399"/>
          </a:xfrm>
          <a:prstGeom prst="rect">
            <a:avLst/>
          </a:prstGeom>
        </p:spPr>
      </p:pic>
      <p:sp>
        <p:nvSpPr>
          <p:cNvPr id="2115771190" name="Freeform 33"/>
          <p:cNvSpPr/>
          <p:nvPr/>
        </p:nvSpPr>
        <p:spPr bwMode="auto">
          <a:xfrm>
            <a:off x="9190156" y="2037669"/>
            <a:ext cx="623849" cy="623849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1376212" name="Freeform 26"/>
          <p:cNvSpPr/>
          <p:nvPr/>
        </p:nvSpPr>
        <p:spPr bwMode="auto">
          <a:xfrm>
            <a:off x="2543625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612666" name="Freeform 28"/>
          <p:cNvSpPr/>
          <p:nvPr/>
        </p:nvSpPr>
        <p:spPr bwMode="auto">
          <a:xfrm>
            <a:off x="8135447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9905918" name="AutoShape 29"/>
          <p:cNvSpPr/>
          <p:nvPr/>
        </p:nvSpPr>
        <p:spPr bwMode="auto">
          <a:xfrm>
            <a:off x="4364177" y="1416489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6864957" name="AutoShape 30"/>
          <p:cNvSpPr/>
          <p:nvPr/>
        </p:nvSpPr>
        <p:spPr bwMode="auto">
          <a:xfrm>
            <a:off x="4364177" y="1812655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234918" name="Freeform 31"/>
          <p:cNvSpPr/>
          <p:nvPr/>
        </p:nvSpPr>
        <p:spPr bwMode="auto">
          <a:xfrm>
            <a:off x="2543625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240404" name="Freeform 34"/>
          <p:cNvSpPr/>
          <p:nvPr/>
        </p:nvSpPr>
        <p:spPr bwMode="auto">
          <a:xfrm>
            <a:off x="8135447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44911" name="AutoShape 35"/>
          <p:cNvSpPr/>
          <p:nvPr/>
        </p:nvSpPr>
        <p:spPr bwMode="auto">
          <a:xfrm>
            <a:off x="4364177" y="5235030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5959578" name="AutoShape 36"/>
          <p:cNvSpPr/>
          <p:nvPr/>
        </p:nvSpPr>
        <p:spPr bwMode="auto">
          <a:xfrm>
            <a:off x="4364177" y="5631197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161561" name="Freeform 37"/>
          <p:cNvSpPr/>
          <p:nvPr/>
        </p:nvSpPr>
        <p:spPr bwMode="auto">
          <a:xfrm>
            <a:off x="5493508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5369071" name="Freeform 38"/>
          <p:cNvSpPr/>
          <p:nvPr/>
        </p:nvSpPr>
        <p:spPr bwMode="auto">
          <a:xfrm>
            <a:off x="5828232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4566419" name="Freeform 39"/>
          <p:cNvSpPr/>
          <p:nvPr/>
        </p:nvSpPr>
        <p:spPr bwMode="auto">
          <a:xfrm>
            <a:off x="5328776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966484" name="Freeform 40"/>
          <p:cNvSpPr/>
          <p:nvPr/>
        </p:nvSpPr>
        <p:spPr bwMode="auto">
          <a:xfrm>
            <a:off x="5663502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8284006" name="Freeform 41"/>
          <p:cNvSpPr/>
          <p:nvPr/>
        </p:nvSpPr>
        <p:spPr bwMode="auto">
          <a:xfrm>
            <a:off x="5992963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105676658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08" flipH="0" flipV="0">
            <a:off x="5312008" y="2437908"/>
            <a:ext cx="1451215" cy="729703"/>
          </a:xfrm>
          <a:prstGeom prst="rect">
            <a:avLst/>
          </a:prstGeom>
        </p:spPr>
      </p:pic>
      <p:pic>
        <p:nvPicPr>
          <p:cNvPr id="43426903" name=""/>
          <p:cNvPicPr>
            <a:picLocks noChangeAspect="1"/>
          </p:cNvPicPr>
          <p:nvPr/>
        </p:nvPicPr>
        <p:blipFill>
          <a:blip r:embed="rId13"/>
          <a:srcRect l="29279" t="24127" r="29616" b="23956"/>
          <a:stretch/>
        </p:blipFill>
        <p:spPr bwMode="auto">
          <a:xfrm flipH="0" flipV="0">
            <a:off x="5496289" y="3518623"/>
            <a:ext cx="1082656" cy="13673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7543502" name="Freeform 26"/>
          <p:cNvSpPr/>
          <p:nvPr/>
        </p:nvSpPr>
        <p:spPr bwMode="auto">
          <a:xfrm>
            <a:off x="671191" y="1764228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8916696" name="Freeform 27"/>
          <p:cNvSpPr/>
          <p:nvPr/>
        </p:nvSpPr>
        <p:spPr bwMode="auto">
          <a:xfrm>
            <a:off x="9592472" y="1764228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588314" name="AutoShape 28"/>
          <p:cNvSpPr/>
          <p:nvPr/>
        </p:nvSpPr>
        <p:spPr bwMode="auto">
          <a:xfrm>
            <a:off x="3575729" y="3126983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3025612" name="Freeform 29"/>
          <p:cNvSpPr/>
          <p:nvPr/>
        </p:nvSpPr>
        <p:spPr bwMode="auto">
          <a:xfrm>
            <a:off x="10862026" y="4323225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0733183" name="Freeform 30"/>
          <p:cNvSpPr/>
          <p:nvPr/>
        </p:nvSpPr>
        <p:spPr bwMode="auto">
          <a:xfrm>
            <a:off x="5190490" y="1633725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565783" name="Freeform 31"/>
          <p:cNvSpPr/>
          <p:nvPr/>
        </p:nvSpPr>
        <p:spPr bwMode="auto">
          <a:xfrm>
            <a:off x="8879683" y="4151400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90" y="0"/>
                </a:lnTo>
                <a:lnTo>
                  <a:pt x="1776090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484128" name="Freeform 32"/>
          <p:cNvSpPr/>
          <p:nvPr/>
        </p:nvSpPr>
        <p:spPr bwMode="auto">
          <a:xfrm>
            <a:off x="671191" y="4142287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30"/>
                </a:lnTo>
                <a:lnTo>
                  <a:pt x="0" y="9857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4374988" name="Freeform 33"/>
          <p:cNvSpPr/>
          <p:nvPr/>
        </p:nvSpPr>
        <p:spPr bwMode="auto">
          <a:xfrm>
            <a:off x="2656602" y="433233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9456829" name="Freeform 26"/>
          <p:cNvSpPr/>
          <p:nvPr/>
        </p:nvSpPr>
        <p:spPr bwMode="auto">
          <a:xfrm>
            <a:off x="767064" y="1903019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5057118" name="Freeform 27"/>
          <p:cNvSpPr/>
          <p:nvPr/>
        </p:nvSpPr>
        <p:spPr bwMode="auto">
          <a:xfrm>
            <a:off x="9688345" y="1903019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1157853" name="AutoShape 28"/>
          <p:cNvSpPr/>
          <p:nvPr/>
        </p:nvSpPr>
        <p:spPr bwMode="auto">
          <a:xfrm>
            <a:off x="3671602" y="3265775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38799" name="Freeform 31"/>
          <p:cNvSpPr/>
          <p:nvPr/>
        </p:nvSpPr>
        <p:spPr bwMode="auto">
          <a:xfrm>
            <a:off x="1920021" y="446201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273575" name="Freeform 33"/>
          <p:cNvSpPr/>
          <p:nvPr/>
        </p:nvSpPr>
        <p:spPr bwMode="auto">
          <a:xfrm>
            <a:off x="10841302" y="446201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124259752" name=""/>
          <p:cNvPicPr>
            <a:picLocks noChangeAspect="1"/>
          </p:cNvPicPr>
          <p:nvPr/>
        </p:nvPicPr>
        <p:blipFill>
          <a:blip r:embed="rId7"/>
          <a:srcRect l="14521" t="12638" r="13870" b="14170"/>
          <a:stretch/>
        </p:blipFill>
        <p:spPr bwMode="auto">
          <a:xfrm flipH="0" flipV="0">
            <a:off x="5405880" y="1455981"/>
            <a:ext cx="1285095" cy="1313526"/>
          </a:xfrm>
          <a:prstGeom prst="rect">
            <a:avLst/>
          </a:prstGeom>
        </p:spPr>
      </p:pic>
      <p:pic>
        <p:nvPicPr>
          <p:cNvPr id="2006315598" name=""/>
          <p:cNvPicPr>
            <a:picLocks noChangeAspect="1"/>
          </p:cNvPicPr>
          <p:nvPr/>
        </p:nvPicPr>
        <p:blipFill>
          <a:blip r:embed="rId8"/>
          <a:srcRect l="14521" t="12638" r="13870" b="14170"/>
          <a:stretch/>
        </p:blipFill>
        <p:spPr bwMode="auto">
          <a:xfrm flipH="0" flipV="0">
            <a:off x="428671" y="4222688"/>
            <a:ext cx="1285094" cy="1313525"/>
          </a:xfrm>
          <a:prstGeom prst="rect">
            <a:avLst/>
          </a:prstGeom>
        </p:spPr>
      </p:pic>
      <p:pic>
        <p:nvPicPr>
          <p:cNvPr id="127172999" name=""/>
          <p:cNvPicPr>
            <a:picLocks noChangeAspect="1"/>
          </p:cNvPicPr>
          <p:nvPr/>
        </p:nvPicPr>
        <p:blipFill>
          <a:blip r:embed="rId9"/>
          <a:srcRect l="14521" t="12638" r="13870" b="14170"/>
          <a:stretch/>
        </p:blipFill>
        <p:spPr bwMode="auto">
          <a:xfrm flipH="0" flipV="0">
            <a:off x="9424503" y="4222688"/>
            <a:ext cx="1285094" cy="13135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6538113" name="Freeform 26"/>
          <p:cNvSpPr/>
          <p:nvPr/>
        </p:nvSpPr>
        <p:spPr bwMode="auto">
          <a:xfrm>
            <a:off x="596777" y="1349270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559782" name="Freeform 27"/>
          <p:cNvSpPr/>
          <p:nvPr/>
        </p:nvSpPr>
        <p:spPr bwMode="auto">
          <a:xfrm>
            <a:off x="9518058" y="1349270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8048186" name="AutoShape 28"/>
          <p:cNvSpPr/>
          <p:nvPr/>
        </p:nvSpPr>
        <p:spPr bwMode="auto">
          <a:xfrm>
            <a:off x="3501315" y="2712030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849553" name="Freeform 29"/>
          <p:cNvSpPr/>
          <p:nvPr/>
        </p:nvSpPr>
        <p:spPr bwMode="auto">
          <a:xfrm>
            <a:off x="4924444" y="3892023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4299261" name="Freeform 30"/>
          <p:cNvSpPr/>
          <p:nvPr/>
        </p:nvSpPr>
        <p:spPr bwMode="auto">
          <a:xfrm>
            <a:off x="4602972" y="1004568"/>
            <a:ext cx="1423473" cy="935933"/>
          </a:xfrm>
          <a:custGeom>
            <a:avLst/>
            <a:gdLst/>
            <a:ahLst/>
            <a:cxnLst/>
            <a:rect l="l" t="t" r="r" b="b"/>
            <a:pathLst>
              <a:path w="1423475" h="935935" fill="norm" stroke="1" extrusionOk="0">
                <a:moveTo>
                  <a:pt x="0" y="0"/>
                </a:moveTo>
                <a:lnTo>
                  <a:pt x="1423475" y="0"/>
                </a:lnTo>
                <a:lnTo>
                  <a:pt x="1423475" y="935935"/>
                </a:lnTo>
                <a:lnTo>
                  <a:pt x="0" y="9359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3754130" name="TextBox 31"/>
          <p:cNvSpPr txBox="1"/>
          <p:nvPr/>
        </p:nvSpPr>
        <p:spPr bwMode="auto">
          <a:xfrm>
            <a:off x="6314229" y="1121699"/>
            <a:ext cx="1092118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54513618" name="TextBox 32"/>
          <p:cNvSpPr txBox="1"/>
          <p:nvPr/>
        </p:nvSpPr>
        <p:spPr bwMode="auto">
          <a:xfrm>
            <a:off x="797368" y="3681707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- 10 €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6713546" name="TextBox 33"/>
          <p:cNvSpPr txBox="1"/>
          <p:nvPr/>
        </p:nvSpPr>
        <p:spPr bwMode="auto">
          <a:xfrm>
            <a:off x="9718649" y="3681707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+ 10 €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279262" name="TextBox 26"/>
          <p:cNvSpPr txBox="1"/>
          <p:nvPr/>
        </p:nvSpPr>
        <p:spPr bwMode="auto">
          <a:xfrm>
            <a:off x="704677" y="2175635"/>
            <a:ext cx="1004012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Model kerahasiaan sistem perbankan: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6767930" name="Freeform 28"/>
          <p:cNvSpPr/>
          <p:nvPr/>
        </p:nvSpPr>
        <p:spPr bwMode="auto">
          <a:xfrm rot="0" flipH="0" flipV="0">
            <a:off x="7167780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86651387" name="TextBox 29"/>
          <p:cNvSpPr txBox="1"/>
          <p:nvPr/>
        </p:nvSpPr>
        <p:spPr bwMode="auto">
          <a:xfrm rot="0" flipH="0" flipV="0">
            <a:off x="7167780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Mitra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56346199" name="Freeform 31"/>
          <p:cNvSpPr/>
          <p:nvPr/>
        </p:nvSpPr>
        <p:spPr bwMode="auto">
          <a:xfrm rot="0" flipH="0" flipV="0">
            <a:off x="9598446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492802176" name="TextBox 32"/>
          <p:cNvSpPr txBox="1"/>
          <p:nvPr/>
        </p:nvSpPr>
        <p:spPr bwMode="auto">
          <a:xfrm rot="0" flipH="0" flipV="0">
            <a:off x="9598446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Publik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95970146" name="Freeform 34"/>
          <p:cNvSpPr/>
          <p:nvPr/>
        </p:nvSpPr>
        <p:spPr bwMode="auto">
          <a:xfrm rot="0" flipH="0" flipV="0">
            <a:off x="501254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94044969" name="TextBox 35"/>
          <p:cNvSpPr txBox="1"/>
          <p:nvPr/>
        </p:nvSpPr>
        <p:spPr bwMode="auto">
          <a:xfrm rot="0" flipH="0" flipV="0">
            <a:off x="501254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Bank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05462175" name="Freeform 37"/>
          <p:cNvSpPr/>
          <p:nvPr/>
        </p:nvSpPr>
        <p:spPr bwMode="auto">
          <a:xfrm rot="0" flipH="0" flipV="0">
            <a:off x="2857314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76829577" name="TextBox 38"/>
          <p:cNvSpPr txBox="1"/>
          <p:nvPr/>
        </p:nvSpPr>
        <p:spPr bwMode="auto">
          <a:xfrm rot="0" flipH="0" flipV="0">
            <a:off x="2857314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Transaksi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4549456" name="Freeform 40"/>
          <p:cNvSpPr/>
          <p:nvPr/>
        </p:nvSpPr>
        <p:spPr bwMode="auto">
          <a:xfrm rot="0" flipH="0" flipV="0">
            <a:off x="70467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90173410" name="TextBox 41"/>
          <p:cNvSpPr txBox="1"/>
          <p:nvPr/>
        </p:nvSpPr>
        <p:spPr bwMode="auto">
          <a:xfrm rot="0" flipH="0" flipV="0">
            <a:off x="70467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Identitas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2526914" name="AutoShape 42"/>
          <p:cNvSpPr/>
          <p:nvPr/>
        </p:nvSpPr>
        <p:spPr bwMode="auto">
          <a:xfrm>
            <a:off x="9346164" y="2996226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07471411" name="AutoShape 43"/>
          <p:cNvSpPr/>
          <p:nvPr/>
        </p:nvSpPr>
        <p:spPr bwMode="auto">
          <a:xfrm>
            <a:off x="2631310" y="3798645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28119166" name="AutoShape 44"/>
          <p:cNvSpPr/>
          <p:nvPr/>
        </p:nvSpPr>
        <p:spPr bwMode="auto">
          <a:xfrm>
            <a:off x="4783948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25858185" name="AutoShape 45"/>
          <p:cNvSpPr/>
          <p:nvPr/>
        </p:nvSpPr>
        <p:spPr bwMode="auto">
          <a:xfrm>
            <a:off x="6939181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1220394" name="Freeform 26"/>
          <p:cNvSpPr/>
          <p:nvPr/>
        </p:nvSpPr>
        <p:spPr bwMode="auto">
          <a:xfrm>
            <a:off x="2654582" y="4150725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427698" name="Freeform 28"/>
          <p:cNvSpPr/>
          <p:nvPr/>
        </p:nvSpPr>
        <p:spPr bwMode="auto">
          <a:xfrm>
            <a:off x="8246404" y="4150725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448880" name="AutoShape 29"/>
          <p:cNvSpPr/>
          <p:nvPr/>
        </p:nvSpPr>
        <p:spPr bwMode="auto">
          <a:xfrm>
            <a:off x="4475133" y="4695285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1752451" name="AutoShape 30"/>
          <p:cNvSpPr/>
          <p:nvPr/>
        </p:nvSpPr>
        <p:spPr bwMode="auto">
          <a:xfrm>
            <a:off x="4475133" y="5091450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0703251" name="Freeform 31"/>
          <p:cNvSpPr/>
          <p:nvPr/>
        </p:nvSpPr>
        <p:spPr bwMode="auto">
          <a:xfrm>
            <a:off x="5655452" y="3895331"/>
            <a:ext cx="776857" cy="510783"/>
          </a:xfrm>
          <a:custGeom>
            <a:avLst/>
            <a:gdLst/>
            <a:ahLst/>
            <a:cxnLst/>
            <a:rect l="l" t="t" r="r" b="b"/>
            <a:pathLst>
              <a:path w="776859" h="510785" fill="norm" stroke="1" extrusionOk="0">
                <a:moveTo>
                  <a:pt x="0" y="0"/>
                </a:moveTo>
                <a:lnTo>
                  <a:pt x="776860" y="0"/>
                </a:lnTo>
                <a:lnTo>
                  <a:pt x="776860" y="510785"/>
                </a:lnTo>
                <a:lnTo>
                  <a:pt x="0" y="51078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5363295" name="Freeform 32"/>
          <p:cNvSpPr/>
          <p:nvPr/>
        </p:nvSpPr>
        <p:spPr bwMode="auto">
          <a:xfrm>
            <a:off x="2376916" y="307636"/>
            <a:ext cx="1361786" cy="1302363"/>
          </a:xfrm>
          <a:custGeom>
            <a:avLst/>
            <a:gdLst/>
            <a:ahLst/>
            <a:cxnLst/>
            <a:rect l="l" t="t" r="r" b="b"/>
            <a:pathLst>
              <a:path w="1361788" h="1302365" fill="norm" stroke="1" extrusionOk="0">
                <a:moveTo>
                  <a:pt x="0" y="0"/>
                </a:moveTo>
                <a:lnTo>
                  <a:pt x="1361788" y="0"/>
                </a:lnTo>
                <a:lnTo>
                  <a:pt x="1361788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6089802" name="Freeform 33"/>
          <p:cNvSpPr/>
          <p:nvPr/>
        </p:nvSpPr>
        <p:spPr bwMode="auto">
          <a:xfrm>
            <a:off x="8436566" y="297012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5545942" name="AutoShape 34"/>
          <p:cNvSpPr/>
          <p:nvPr/>
        </p:nvSpPr>
        <p:spPr bwMode="auto">
          <a:xfrm>
            <a:off x="3738704" y="2311521"/>
            <a:ext cx="1817857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7444973" name="AutoShape 35"/>
          <p:cNvSpPr/>
          <p:nvPr/>
        </p:nvSpPr>
        <p:spPr bwMode="auto">
          <a:xfrm flipH="1">
            <a:off x="6531203" y="2311521"/>
            <a:ext cx="1824921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9361662" name="Freeform 36"/>
          <p:cNvSpPr/>
          <p:nvPr/>
        </p:nvSpPr>
        <p:spPr bwMode="auto">
          <a:xfrm>
            <a:off x="3406536" y="2795263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090564" name="TextBox 37"/>
          <p:cNvSpPr txBox="1"/>
          <p:nvPr/>
        </p:nvSpPr>
        <p:spPr bwMode="auto">
          <a:xfrm flipH="0" flipV="0">
            <a:off x="1068749" y="5464099"/>
            <a:ext cx="4494541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Pelanggan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13219135" name="TextBox 38"/>
          <p:cNvSpPr txBox="1"/>
          <p:nvPr/>
        </p:nvSpPr>
        <p:spPr bwMode="auto">
          <a:xfrm flipH="0" flipV="0">
            <a:off x="6447435" y="5523629"/>
            <a:ext cx="5005003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Baker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5495799" name="TextBox 39"/>
          <p:cNvSpPr txBox="1"/>
          <p:nvPr/>
        </p:nvSpPr>
        <p:spPr bwMode="auto">
          <a:xfrm flipH="0" flipV="0">
            <a:off x="7041942" y="1680541"/>
            <a:ext cx="4277147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Tetangga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821701" name="TextBox 40"/>
          <p:cNvSpPr txBox="1"/>
          <p:nvPr/>
        </p:nvSpPr>
        <p:spPr bwMode="auto">
          <a:xfrm flipH="0" flipV="0">
            <a:off x="1316397" y="1680543"/>
            <a:ext cx="3770259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i="0" u="none" lang="en-US">
                <a:solidFill>
                  <a:srgbClr val="000000"/>
                </a:solidFill>
                <a:latin typeface="IBM Plex Sans"/>
              </a:rPr>
              <a:t>Bankir</a:t>
            </a:r>
            <a:endParaRPr/>
          </a:p>
        </p:txBody>
      </p:sp>
      <p:sp>
        <p:nvSpPr>
          <p:cNvPr id="1144102154" name="Freeform 41"/>
          <p:cNvSpPr/>
          <p:nvPr/>
        </p:nvSpPr>
        <p:spPr bwMode="auto">
          <a:xfrm>
            <a:off x="7811578" y="2795263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6418181" name="Freeform 42"/>
          <p:cNvSpPr/>
          <p:nvPr/>
        </p:nvSpPr>
        <p:spPr bwMode="auto">
          <a:xfrm>
            <a:off x="2971636" y="2602235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0997056" name="Freeform 43"/>
          <p:cNvSpPr/>
          <p:nvPr/>
        </p:nvSpPr>
        <p:spPr bwMode="auto">
          <a:xfrm>
            <a:off x="8681230" y="2577813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444056759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43" flipH="0" flipV="0">
            <a:off x="5339862" y="5580784"/>
            <a:ext cx="1632129" cy="820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9905711" name=""/>
          <p:cNvSpPr/>
          <p:nvPr/>
        </p:nvSpPr>
        <p:spPr bwMode="auto">
          <a:xfrm rot="0" flipH="0" flipV="0">
            <a:off x="100098" y="4015291"/>
            <a:ext cx="8643935" cy="52387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494244247" name="TextBox 26"/>
          <p:cNvSpPr txBox="1"/>
          <p:nvPr/>
        </p:nvSpPr>
        <p:spPr bwMode="auto">
          <a:xfrm>
            <a:off x="488357" y="658952"/>
            <a:ext cx="1004156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Model kerahasiaan sistem perbankan: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55841045" name="TextBox 27"/>
          <p:cNvSpPr txBox="1"/>
          <p:nvPr/>
        </p:nvSpPr>
        <p:spPr bwMode="auto">
          <a:xfrm>
            <a:off x="488358" y="3840123"/>
            <a:ext cx="1003976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Model privasi Bitcoin: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1799027" name="Freeform 29"/>
          <p:cNvSpPr/>
          <p:nvPr/>
        </p:nvSpPr>
        <p:spPr bwMode="auto">
          <a:xfrm rot="0" flipH="0" flipV="0">
            <a:off x="6951460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13365844" name="TextBox 30"/>
          <p:cNvSpPr txBox="1"/>
          <p:nvPr/>
        </p:nvSpPr>
        <p:spPr bwMode="auto">
          <a:xfrm rot="0" flipH="0" flipV="0">
            <a:off x="6951460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Mitra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9718506" name="Freeform 32"/>
          <p:cNvSpPr/>
          <p:nvPr/>
        </p:nvSpPr>
        <p:spPr bwMode="auto">
          <a:xfrm rot="0" flipH="0" flipV="0">
            <a:off x="9382125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806882897" name="TextBox 33"/>
          <p:cNvSpPr txBox="1"/>
          <p:nvPr/>
        </p:nvSpPr>
        <p:spPr bwMode="auto">
          <a:xfrm rot="0" flipH="0" flipV="0">
            <a:off x="9382125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Publik</a:t>
            </a:r>
            <a:endParaRPr sz="1600"/>
          </a:p>
        </p:txBody>
      </p:sp>
      <p:sp>
        <p:nvSpPr>
          <p:cNvPr id="227261661" name="Freeform 35"/>
          <p:cNvSpPr/>
          <p:nvPr/>
        </p:nvSpPr>
        <p:spPr bwMode="auto">
          <a:xfrm rot="0" flipH="0" flipV="0">
            <a:off x="4796227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76107277" name="TextBox 36"/>
          <p:cNvSpPr txBox="1"/>
          <p:nvPr/>
        </p:nvSpPr>
        <p:spPr bwMode="auto">
          <a:xfrm rot="0" flipH="0" flipV="0">
            <a:off x="4796227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Bank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1695672" name="Freeform 38"/>
          <p:cNvSpPr/>
          <p:nvPr/>
        </p:nvSpPr>
        <p:spPr bwMode="auto">
          <a:xfrm rot="0" flipH="0" flipV="0">
            <a:off x="2640996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23516553" name="TextBox 39"/>
          <p:cNvSpPr txBox="1"/>
          <p:nvPr/>
        </p:nvSpPr>
        <p:spPr bwMode="auto">
          <a:xfrm rot="0" flipH="0" flipV="0">
            <a:off x="2640996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Transaksi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5321552" name="Freeform 41"/>
          <p:cNvSpPr/>
          <p:nvPr/>
        </p:nvSpPr>
        <p:spPr bwMode="auto">
          <a:xfrm rot="0" flipH="0" flipV="0">
            <a:off x="488358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73628371" name="TextBox 42"/>
          <p:cNvSpPr txBox="1"/>
          <p:nvPr/>
        </p:nvSpPr>
        <p:spPr bwMode="auto">
          <a:xfrm rot="0" flipH="0" flipV="0">
            <a:off x="488358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Identitas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93179645" name="AutoShape 43"/>
          <p:cNvSpPr/>
          <p:nvPr/>
        </p:nvSpPr>
        <p:spPr bwMode="auto">
          <a:xfrm>
            <a:off x="9129844" y="1479544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22760605" name="Freeform 45"/>
          <p:cNvSpPr/>
          <p:nvPr/>
        </p:nvSpPr>
        <p:spPr bwMode="auto">
          <a:xfrm rot="0" flipH="0" flipV="0">
            <a:off x="5062927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912143578" name="TextBox 46"/>
          <p:cNvSpPr txBox="1"/>
          <p:nvPr/>
        </p:nvSpPr>
        <p:spPr bwMode="auto">
          <a:xfrm rot="0" flipH="0" flipV="0">
            <a:off x="5062927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Publik</a:t>
            </a:r>
            <a:endParaRPr sz="1600"/>
          </a:p>
        </p:txBody>
      </p:sp>
      <p:sp>
        <p:nvSpPr>
          <p:cNvPr id="444748647" name="Freeform 48"/>
          <p:cNvSpPr/>
          <p:nvPr/>
        </p:nvSpPr>
        <p:spPr bwMode="auto">
          <a:xfrm rot="0" flipH="0" flipV="0">
            <a:off x="2907696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433844690" name="TextBox 49"/>
          <p:cNvSpPr txBox="1"/>
          <p:nvPr/>
        </p:nvSpPr>
        <p:spPr bwMode="auto">
          <a:xfrm rot="0" flipH="0" flipV="0">
            <a:off x="2907696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Transaksi</a:t>
            </a:r>
            <a:endParaRPr sz="1600"/>
          </a:p>
        </p:txBody>
      </p:sp>
      <p:sp>
        <p:nvSpPr>
          <p:cNvPr id="820523618" name="Freeform 51"/>
          <p:cNvSpPr/>
          <p:nvPr/>
        </p:nvSpPr>
        <p:spPr bwMode="auto">
          <a:xfrm rot="0" flipH="0" flipV="0">
            <a:off x="488358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45739129" name="TextBox 52"/>
          <p:cNvSpPr txBox="1"/>
          <p:nvPr/>
        </p:nvSpPr>
        <p:spPr bwMode="auto">
          <a:xfrm rot="0" flipH="0" flipV="0">
            <a:off x="488358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Identitas</a:t>
            </a:r>
            <a:endParaRPr sz="1600"/>
          </a:p>
        </p:txBody>
      </p:sp>
      <p:sp>
        <p:nvSpPr>
          <p:cNvPr id="1997038446" name="AutoShape 53"/>
          <p:cNvSpPr/>
          <p:nvPr/>
        </p:nvSpPr>
        <p:spPr bwMode="auto">
          <a:xfrm>
            <a:off x="2660046" y="4656547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7131323" name="AutoShape 54"/>
          <p:cNvSpPr/>
          <p:nvPr/>
        </p:nvSpPr>
        <p:spPr bwMode="auto">
          <a:xfrm>
            <a:off x="2414990" y="2281962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58418611" name="AutoShape 55"/>
          <p:cNvSpPr/>
          <p:nvPr/>
        </p:nvSpPr>
        <p:spPr bwMode="auto">
          <a:xfrm>
            <a:off x="4567628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49611233" name="AutoShape 56"/>
          <p:cNvSpPr/>
          <p:nvPr/>
        </p:nvSpPr>
        <p:spPr bwMode="auto">
          <a:xfrm>
            <a:off x="6722861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55258591" name="AutoShape 57"/>
          <p:cNvSpPr/>
          <p:nvPr/>
        </p:nvSpPr>
        <p:spPr bwMode="auto">
          <a:xfrm>
            <a:off x="4834327" y="5458964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3638274" name="Freeform 26"/>
          <p:cNvSpPr/>
          <p:nvPr/>
        </p:nvSpPr>
        <p:spPr bwMode="auto">
          <a:xfrm>
            <a:off x="1577465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1239091" name="Freeform 28"/>
          <p:cNvSpPr/>
          <p:nvPr/>
        </p:nvSpPr>
        <p:spPr bwMode="auto">
          <a:xfrm>
            <a:off x="9669170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857383" name="AutoShape 29"/>
          <p:cNvSpPr/>
          <p:nvPr/>
        </p:nvSpPr>
        <p:spPr bwMode="auto">
          <a:xfrm>
            <a:off x="4725796" y="4177692"/>
            <a:ext cx="2847385" cy="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596882" name="AutoShape 30"/>
          <p:cNvSpPr/>
          <p:nvPr/>
        </p:nvSpPr>
        <p:spPr bwMode="auto">
          <a:xfrm>
            <a:off x="3463240" y="4900565"/>
            <a:ext cx="537249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473964" name="Freeform 31"/>
          <p:cNvSpPr/>
          <p:nvPr/>
        </p:nvSpPr>
        <p:spPr bwMode="auto">
          <a:xfrm>
            <a:off x="5797495" y="3138816"/>
            <a:ext cx="784109" cy="784109"/>
          </a:xfrm>
          <a:custGeom>
            <a:avLst/>
            <a:gdLst/>
            <a:ahLst/>
            <a:cxnLst/>
            <a:rect l="l" t="t" r="r" b="b"/>
            <a:pathLst>
              <a:path w="784111" h="784111" fill="norm" stroke="1" extrusionOk="0">
                <a:moveTo>
                  <a:pt x="0" y="0"/>
                </a:moveTo>
                <a:lnTo>
                  <a:pt x="784111" y="0"/>
                </a:lnTo>
                <a:lnTo>
                  <a:pt x="784111" y="784110"/>
                </a:lnTo>
                <a:lnTo>
                  <a:pt x="0" y="7841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147430" name="Freeform 32"/>
          <p:cNvSpPr/>
          <p:nvPr/>
        </p:nvSpPr>
        <p:spPr bwMode="auto">
          <a:xfrm>
            <a:off x="384087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1" y="0"/>
                </a:lnTo>
                <a:lnTo>
                  <a:pt x="627621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4688799" name="Freeform 33"/>
          <p:cNvSpPr/>
          <p:nvPr/>
        </p:nvSpPr>
        <p:spPr bwMode="auto">
          <a:xfrm>
            <a:off x="783048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0" y="0"/>
                </a:lnTo>
                <a:lnTo>
                  <a:pt x="627620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3702019" name="AutoShape 34"/>
          <p:cNvSpPr/>
          <p:nvPr/>
        </p:nvSpPr>
        <p:spPr bwMode="auto">
          <a:xfrm flipH="1">
            <a:off x="2629808" y="4111899"/>
            <a:ext cx="995104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947821" name="AutoShape 35"/>
          <p:cNvSpPr/>
          <p:nvPr/>
        </p:nvSpPr>
        <p:spPr bwMode="auto">
          <a:xfrm>
            <a:off x="8676803" y="4111899"/>
            <a:ext cx="992367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1518895" name="Freeform 36"/>
          <p:cNvSpPr/>
          <p:nvPr/>
        </p:nvSpPr>
        <p:spPr bwMode="auto">
          <a:xfrm>
            <a:off x="3538999" y="185380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5"/>
                </a:lnTo>
                <a:lnTo>
                  <a:pt x="0" y="11548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0689765" name="AutoShape 37"/>
          <p:cNvSpPr/>
          <p:nvPr/>
        </p:nvSpPr>
        <p:spPr bwMode="auto">
          <a:xfrm>
            <a:off x="4065173" y="1865609"/>
            <a:ext cx="1691740" cy="121124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8215656" name="Freeform 38"/>
          <p:cNvSpPr/>
          <p:nvPr/>
        </p:nvSpPr>
        <p:spPr bwMode="auto">
          <a:xfrm>
            <a:off x="4992715" y="1939251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6"/>
                </a:lnTo>
                <a:lnTo>
                  <a:pt x="0" y="42894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586214" name="Freeform 39"/>
          <p:cNvSpPr/>
          <p:nvPr/>
        </p:nvSpPr>
        <p:spPr bwMode="auto">
          <a:xfrm>
            <a:off x="5763854" y="1746434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6376437" name="Freeform 40"/>
          <p:cNvSpPr/>
          <p:nvPr/>
        </p:nvSpPr>
        <p:spPr bwMode="auto">
          <a:xfrm>
            <a:off x="1869956" y="2255928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1764727" name="AutoShape 41"/>
          <p:cNvSpPr/>
          <p:nvPr/>
        </p:nvSpPr>
        <p:spPr bwMode="auto">
          <a:xfrm>
            <a:off x="4065173" y="1865609"/>
            <a:ext cx="0" cy="165681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3793662" name="AutoShape 42"/>
          <p:cNvSpPr/>
          <p:nvPr/>
        </p:nvSpPr>
        <p:spPr bwMode="auto">
          <a:xfrm flipH="1">
            <a:off x="2397666" y="1865609"/>
            <a:ext cx="1667503" cy="194600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757003" name="Freeform 43"/>
          <p:cNvSpPr/>
          <p:nvPr/>
        </p:nvSpPr>
        <p:spPr bwMode="auto">
          <a:xfrm>
            <a:off x="2255590" y="2448745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7"/>
                </a:lnTo>
                <a:lnTo>
                  <a:pt x="0" y="42894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1309371" name="Freeform 44"/>
          <p:cNvSpPr/>
          <p:nvPr/>
        </p:nvSpPr>
        <p:spPr bwMode="auto">
          <a:xfrm>
            <a:off x="4154683" y="2610959"/>
            <a:ext cx="524214" cy="465894"/>
          </a:xfrm>
          <a:custGeom>
            <a:avLst/>
            <a:gdLst/>
            <a:ahLst/>
            <a:cxnLst/>
            <a:rect l="l" t="t" r="r" b="b"/>
            <a:pathLst>
              <a:path w="524215" h="465896" fill="norm" stroke="1" extrusionOk="0">
                <a:moveTo>
                  <a:pt x="0" y="0"/>
                </a:moveTo>
                <a:lnTo>
                  <a:pt x="524216" y="0"/>
                </a:lnTo>
                <a:lnTo>
                  <a:pt x="524216" y="465897"/>
                </a:lnTo>
                <a:lnTo>
                  <a:pt x="0" y="46589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4747650" name="TextBox 45"/>
          <p:cNvSpPr txBox="1"/>
          <p:nvPr/>
        </p:nvSpPr>
        <p:spPr bwMode="auto">
          <a:xfrm>
            <a:off x="2705570" y="1405817"/>
            <a:ext cx="272496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Tetangga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67378086" name="TextBox 46"/>
          <p:cNvSpPr txBox="1"/>
          <p:nvPr/>
        </p:nvSpPr>
        <p:spPr bwMode="auto">
          <a:xfrm flipH="0" flipV="0">
            <a:off x="1224139" y="5180444"/>
            <a:ext cx="1687478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Pelanggan</a:t>
            </a:r>
            <a:endParaRPr sz="2000"/>
          </a:p>
        </p:txBody>
      </p:sp>
      <p:sp>
        <p:nvSpPr>
          <p:cNvPr id="1154849594" name="TextBox 47"/>
          <p:cNvSpPr txBox="1"/>
          <p:nvPr/>
        </p:nvSpPr>
        <p:spPr bwMode="auto">
          <a:xfrm>
            <a:off x="8835740" y="5180444"/>
            <a:ext cx="272064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Baker</a:t>
            </a:r>
            <a:endParaRPr sz="2000"/>
          </a:p>
        </p:txBody>
      </p:sp>
      <p:pic>
        <p:nvPicPr>
          <p:cNvPr id="151651644" name=""/>
          <p:cNvPicPr>
            <a:picLocks noChangeAspect="1"/>
          </p:cNvPicPr>
          <p:nvPr/>
        </p:nvPicPr>
        <p:blipFill>
          <a:blip r:embed="rId14"/>
          <a:srcRect l="0" t="22164" r="4849" b="29991"/>
          <a:stretch/>
        </p:blipFill>
        <p:spPr bwMode="auto">
          <a:xfrm rot="2570643" flipH="0" flipV="0">
            <a:off x="5437643" y="5438337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8421327" name="Freeform 26"/>
          <p:cNvSpPr/>
          <p:nvPr/>
        </p:nvSpPr>
        <p:spPr bwMode="auto">
          <a:xfrm>
            <a:off x="480051" y="260639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0375826" name="AutoShape 27"/>
          <p:cNvSpPr/>
          <p:nvPr/>
        </p:nvSpPr>
        <p:spPr bwMode="auto">
          <a:xfrm>
            <a:off x="6054094" y="564764"/>
            <a:ext cx="2538931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261631" name="Freeform 29"/>
          <p:cNvSpPr/>
          <p:nvPr/>
        </p:nvSpPr>
        <p:spPr bwMode="auto">
          <a:xfrm rot="0" flipH="0" flipV="0">
            <a:off x="5388890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10940830" name="TextBox 30"/>
          <p:cNvSpPr txBox="1"/>
          <p:nvPr/>
        </p:nvSpPr>
        <p:spPr bwMode="auto">
          <a:xfrm rot="0" flipH="0" flipV="0">
            <a:off x="5388890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1783267" name="Freeform 31"/>
          <p:cNvSpPr/>
          <p:nvPr/>
        </p:nvSpPr>
        <p:spPr bwMode="auto">
          <a:xfrm>
            <a:off x="5482962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8985208" name="Freeform 33"/>
          <p:cNvSpPr/>
          <p:nvPr/>
        </p:nvSpPr>
        <p:spPr bwMode="auto">
          <a:xfrm rot="0" flipH="0" flipV="0">
            <a:off x="6424155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02252543" name="TextBox 34"/>
          <p:cNvSpPr txBox="1"/>
          <p:nvPr/>
        </p:nvSpPr>
        <p:spPr bwMode="auto">
          <a:xfrm rot="0" flipH="0" flipV="0">
            <a:off x="6424155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84145002" name="Freeform 35"/>
          <p:cNvSpPr/>
          <p:nvPr/>
        </p:nvSpPr>
        <p:spPr bwMode="auto">
          <a:xfrm>
            <a:off x="6518226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0" y="0"/>
                </a:lnTo>
                <a:lnTo>
                  <a:pt x="571130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0798413" name="Freeform 37"/>
          <p:cNvSpPr/>
          <p:nvPr/>
        </p:nvSpPr>
        <p:spPr bwMode="auto">
          <a:xfrm rot="0" flipH="0" flipV="0">
            <a:off x="7461553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98506391" name="TextBox 38"/>
          <p:cNvSpPr txBox="1"/>
          <p:nvPr/>
        </p:nvSpPr>
        <p:spPr bwMode="auto">
          <a:xfrm rot="0" flipH="0" flipV="0">
            <a:off x="7461553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54403498" name="Freeform 39"/>
          <p:cNvSpPr/>
          <p:nvPr/>
        </p:nvSpPr>
        <p:spPr bwMode="auto">
          <a:xfrm>
            <a:off x="75556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282133" name="Freeform 41"/>
          <p:cNvSpPr/>
          <p:nvPr/>
        </p:nvSpPr>
        <p:spPr bwMode="auto">
          <a:xfrm rot="0" flipH="0" flipV="0">
            <a:off x="8498954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12511321" name="TextBox 42"/>
          <p:cNvSpPr txBox="1"/>
          <p:nvPr/>
        </p:nvSpPr>
        <p:spPr bwMode="auto">
          <a:xfrm rot="0" flipH="0" flipV="0">
            <a:off x="8498954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89235838" name="Freeform 43"/>
          <p:cNvSpPr/>
          <p:nvPr/>
        </p:nvSpPr>
        <p:spPr bwMode="auto">
          <a:xfrm>
            <a:off x="85930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973771" name="Freeform 44"/>
          <p:cNvSpPr/>
          <p:nvPr/>
        </p:nvSpPr>
        <p:spPr bwMode="auto">
          <a:xfrm>
            <a:off x="5486482" y="4972626"/>
            <a:ext cx="1474115" cy="418802"/>
          </a:xfrm>
          <a:custGeom>
            <a:avLst/>
            <a:gdLst/>
            <a:ahLst/>
            <a:cxnLst/>
            <a:rect l="l" t="t" r="r" b="b"/>
            <a:pathLst>
              <a:path w="1474117" h="418804" fill="norm" stroke="1" extrusionOk="0">
                <a:moveTo>
                  <a:pt x="0" y="0"/>
                </a:moveTo>
                <a:lnTo>
                  <a:pt x="1474117" y="0"/>
                </a:lnTo>
                <a:lnTo>
                  <a:pt x="1474117" y="418804"/>
                </a:lnTo>
                <a:lnTo>
                  <a:pt x="0" y="41880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1420470" name="Freeform 46"/>
          <p:cNvSpPr/>
          <p:nvPr/>
        </p:nvSpPr>
        <p:spPr bwMode="auto">
          <a:xfrm rot="0" flipH="0" flipV="0">
            <a:off x="5388890" y="4806216"/>
            <a:ext cx="751621" cy="7516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5935510" name="TextBox 47"/>
          <p:cNvSpPr txBox="1"/>
          <p:nvPr/>
        </p:nvSpPr>
        <p:spPr bwMode="auto">
          <a:xfrm rot="0" flipH="0" flipV="0">
            <a:off x="5459352" y="4832641"/>
            <a:ext cx="610691" cy="6547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16381724" name="Freeform 48"/>
          <p:cNvSpPr/>
          <p:nvPr/>
        </p:nvSpPr>
        <p:spPr bwMode="auto">
          <a:xfrm>
            <a:off x="5486482" y="4903809"/>
            <a:ext cx="556439" cy="556439"/>
          </a:xfrm>
          <a:custGeom>
            <a:avLst/>
            <a:gdLst/>
            <a:ahLst/>
            <a:cxnLst/>
            <a:rect l="l" t="t" r="r" b="b"/>
            <a:pathLst>
              <a:path w="556441" h="556441" fill="norm" stroke="1" extrusionOk="0">
                <a:moveTo>
                  <a:pt x="0" y="0"/>
                </a:moveTo>
                <a:lnTo>
                  <a:pt x="556441" y="0"/>
                </a:lnTo>
                <a:lnTo>
                  <a:pt x="556441" y="556441"/>
                </a:lnTo>
                <a:lnTo>
                  <a:pt x="0" y="55644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0992728" name="AutoShape 49"/>
          <p:cNvSpPr/>
          <p:nvPr/>
        </p:nvSpPr>
        <p:spPr bwMode="auto">
          <a:xfrm flipH="1">
            <a:off x="9164157" y="564764"/>
            <a:ext cx="361786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5821472" name="Freeform 51"/>
          <p:cNvSpPr/>
          <p:nvPr/>
        </p:nvSpPr>
        <p:spPr bwMode="auto">
          <a:xfrm rot="0" flipH="0" flipV="0">
            <a:off x="5448527" y="1949317"/>
            <a:ext cx="4502808" cy="1573444"/>
          </a:xfrm>
          <a:custGeom>
            <a:avLst/>
            <a:gdLst/>
            <a:ahLst/>
            <a:cxnLst/>
            <a:rect l="l" t="t" r="r" b="b"/>
            <a:pathLst>
              <a:path w="2845795" h="994424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994424"/>
                </a:lnTo>
                <a:lnTo>
                  <a:pt x="0" y="994424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349672999" name="AutoShape 56"/>
          <p:cNvSpPr/>
          <p:nvPr/>
        </p:nvSpPr>
        <p:spPr bwMode="auto">
          <a:xfrm>
            <a:off x="7640296" y="2068402"/>
            <a:ext cx="0" cy="11864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2191316" name="Freeform 64"/>
          <p:cNvSpPr/>
          <p:nvPr/>
        </p:nvSpPr>
        <p:spPr bwMode="auto">
          <a:xfrm rot="0" flipH="0" flipV="0">
            <a:off x="8782897" y="4408227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941658" name="TextBox 65"/>
          <p:cNvSpPr txBox="1"/>
          <p:nvPr/>
        </p:nvSpPr>
        <p:spPr bwMode="auto">
          <a:xfrm rot="0" flipH="0" flipV="0">
            <a:off x="8838768" y="4429180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01725958" name="Freeform 66"/>
          <p:cNvSpPr/>
          <p:nvPr/>
        </p:nvSpPr>
        <p:spPr bwMode="auto">
          <a:xfrm>
            <a:off x="8860280" y="4485610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0" y="0"/>
                </a:lnTo>
                <a:lnTo>
                  <a:pt x="441210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2191891" name="Freeform 68"/>
          <p:cNvSpPr/>
          <p:nvPr/>
        </p:nvSpPr>
        <p:spPr bwMode="auto">
          <a:xfrm rot="0" flipH="0" flipV="0">
            <a:off x="8880354" y="5480015"/>
            <a:ext cx="401058" cy="40105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9528263" name="TextBox 69"/>
          <p:cNvSpPr txBox="1"/>
          <p:nvPr/>
        </p:nvSpPr>
        <p:spPr bwMode="auto">
          <a:xfrm rot="0" flipH="0" flipV="0">
            <a:off x="8917953" y="5494115"/>
            <a:ext cx="325858" cy="34935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57847335" name="Freeform 70"/>
          <p:cNvSpPr/>
          <p:nvPr/>
        </p:nvSpPr>
        <p:spPr bwMode="auto">
          <a:xfrm>
            <a:off x="8932429" y="5532090"/>
            <a:ext cx="296910" cy="296910"/>
          </a:xfrm>
          <a:custGeom>
            <a:avLst/>
            <a:gdLst/>
            <a:ahLst/>
            <a:cxnLst/>
            <a:rect l="l" t="t" r="r" b="b"/>
            <a:pathLst>
              <a:path w="296912" h="296912" fill="norm" stroke="1" extrusionOk="0">
                <a:moveTo>
                  <a:pt x="0" y="0"/>
                </a:moveTo>
                <a:lnTo>
                  <a:pt x="296912" y="0"/>
                </a:lnTo>
                <a:lnTo>
                  <a:pt x="296912" y="296912"/>
                </a:lnTo>
                <a:lnTo>
                  <a:pt x="0" y="29691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383626" name="Freeform 71"/>
          <p:cNvSpPr/>
          <p:nvPr/>
        </p:nvSpPr>
        <p:spPr bwMode="auto">
          <a:xfrm rot="-1043046">
            <a:off x="7274539" y="4847563"/>
            <a:ext cx="1341884" cy="381234"/>
          </a:xfrm>
          <a:custGeom>
            <a:avLst/>
            <a:gdLst/>
            <a:ahLst/>
            <a:cxnLst/>
            <a:rect l="l" t="t" r="r" b="b"/>
            <a:pathLst>
              <a:path w="1341886" h="381237" fill="norm" stroke="1" extrusionOk="0">
                <a:moveTo>
                  <a:pt x="0" y="0"/>
                </a:moveTo>
                <a:lnTo>
                  <a:pt x="1341885" y="0"/>
                </a:lnTo>
                <a:lnTo>
                  <a:pt x="1341885" y="381237"/>
                </a:lnTo>
                <a:lnTo>
                  <a:pt x="0" y="381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9174104" name="Freeform 73"/>
          <p:cNvSpPr/>
          <p:nvPr/>
        </p:nvSpPr>
        <p:spPr bwMode="auto">
          <a:xfrm rot="0" flipH="0" flipV="0">
            <a:off x="7162313" y="4884041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2720648" name="TextBox 74"/>
          <p:cNvSpPr txBox="1"/>
          <p:nvPr/>
        </p:nvSpPr>
        <p:spPr bwMode="auto">
          <a:xfrm rot="0" flipH="0" flipV="0">
            <a:off x="7218184" y="4904993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21976024" name="Freeform 75"/>
          <p:cNvSpPr/>
          <p:nvPr/>
        </p:nvSpPr>
        <p:spPr bwMode="auto">
          <a:xfrm>
            <a:off x="7239696" y="4961424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1" y="0"/>
                </a:lnTo>
                <a:lnTo>
                  <a:pt x="441211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725370" name="AutoShape 76"/>
          <p:cNvSpPr/>
          <p:nvPr/>
        </p:nvSpPr>
        <p:spPr bwMode="auto">
          <a:xfrm>
            <a:off x="6042924" y="5182030"/>
            <a:ext cx="1196770" cy="0"/>
          </a:xfrm>
          <a:prstGeom prst="line">
            <a:avLst/>
          </a:prstGeom>
          <a:ln w="2190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8981086" name="AutoShape 77"/>
          <p:cNvSpPr/>
          <p:nvPr/>
        </p:nvSpPr>
        <p:spPr bwMode="auto">
          <a:xfrm flipH="1">
            <a:off x="7680907" y="4770986"/>
            <a:ext cx="1179371" cy="346269"/>
          </a:xfrm>
          <a:prstGeom prst="line">
            <a:avLst/>
          </a:prstGeom>
          <a:ln w="1809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9419229" name="AutoShape 78"/>
          <p:cNvSpPr/>
          <p:nvPr/>
        </p:nvSpPr>
        <p:spPr bwMode="auto">
          <a:xfrm flipH="1" flipV="1">
            <a:off x="7680907" y="5249890"/>
            <a:ext cx="1251522" cy="38498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0339822" name="Freeform 79"/>
          <p:cNvSpPr/>
          <p:nvPr/>
        </p:nvSpPr>
        <p:spPr bwMode="auto">
          <a:xfrm rot="1008186">
            <a:off x="7980410" y="5352019"/>
            <a:ext cx="528859" cy="150250"/>
          </a:xfrm>
          <a:custGeom>
            <a:avLst/>
            <a:gdLst/>
            <a:ahLst/>
            <a:cxnLst/>
            <a:rect l="l" t="t" r="r" b="b"/>
            <a:pathLst>
              <a:path w="528861" h="150252" fill="norm" stroke="1" extrusionOk="0">
                <a:moveTo>
                  <a:pt x="0" y="0"/>
                </a:moveTo>
                <a:lnTo>
                  <a:pt x="528861" y="0"/>
                </a:lnTo>
                <a:lnTo>
                  <a:pt x="528861" y="150252"/>
                </a:lnTo>
                <a:lnTo>
                  <a:pt x="0" y="15025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0759224" name="AutoShape 80"/>
          <p:cNvSpPr/>
          <p:nvPr/>
        </p:nvSpPr>
        <p:spPr bwMode="auto">
          <a:xfrm flipV="1">
            <a:off x="1666829" y="1121160"/>
            <a:ext cx="3062731" cy="2136413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5756975" name="AutoShape 81"/>
          <p:cNvSpPr/>
          <p:nvPr/>
        </p:nvSpPr>
        <p:spPr bwMode="auto">
          <a:xfrm>
            <a:off x="1666829" y="3257573"/>
            <a:ext cx="3062731" cy="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2055631" name="AutoShape 82"/>
          <p:cNvSpPr/>
          <p:nvPr/>
        </p:nvSpPr>
        <p:spPr bwMode="auto">
          <a:xfrm>
            <a:off x="1666829" y="3257573"/>
            <a:ext cx="3062731" cy="2133856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7444662" name="Freeform 83"/>
          <p:cNvSpPr/>
          <p:nvPr/>
        </p:nvSpPr>
        <p:spPr bwMode="auto">
          <a:xfrm>
            <a:off x="2702757" y="4508279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3" y="0"/>
                </a:lnTo>
                <a:lnTo>
                  <a:pt x="591183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5521714" name="Freeform 84"/>
          <p:cNvSpPr/>
          <p:nvPr/>
        </p:nvSpPr>
        <p:spPr bwMode="auto">
          <a:xfrm>
            <a:off x="3265365" y="2426920"/>
            <a:ext cx="649914" cy="674361"/>
          </a:xfrm>
          <a:custGeom>
            <a:avLst/>
            <a:gdLst/>
            <a:ahLst/>
            <a:cxnLst/>
            <a:rect l="l" t="t" r="r" b="b"/>
            <a:pathLst>
              <a:path w="649916" h="674362" fill="norm" stroke="1" extrusionOk="0">
                <a:moveTo>
                  <a:pt x="0" y="0"/>
                </a:moveTo>
                <a:lnTo>
                  <a:pt x="649916" y="0"/>
                </a:lnTo>
                <a:lnTo>
                  <a:pt x="649916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6719174" name="Freeform 85"/>
          <p:cNvSpPr/>
          <p:nvPr/>
        </p:nvSpPr>
        <p:spPr bwMode="auto">
          <a:xfrm>
            <a:off x="2650293" y="1394040"/>
            <a:ext cx="696114" cy="674361"/>
          </a:xfrm>
          <a:custGeom>
            <a:avLst/>
            <a:gdLst/>
            <a:ahLst/>
            <a:cxnLst/>
            <a:rect l="l" t="t" r="r" b="b"/>
            <a:pathLst>
              <a:path w="696115" h="674362" fill="norm" stroke="1" extrusionOk="0">
                <a:moveTo>
                  <a:pt x="0" y="0"/>
                </a:moveTo>
                <a:lnTo>
                  <a:pt x="696115" y="0"/>
                </a:lnTo>
                <a:lnTo>
                  <a:pt x="696115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4602589" name="TextBox 86"/>
          <p:cNvSpPr txBox="1"/>
          <p:nvPr/>
        </p:nvSpPr>
        <p:spPr bwMode="auto">
          <a:xfrm flipH="0" flipV="0">
            <a:off x="5388889" y="1073532"/>
            <a:ext cx="6011704" cy="3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Pemantauan blockchain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8133354" name="TextBox 87"/>
          <p:cNvSpPr txBox="1"/>
          <p:nvPr/>
        </p:nvSpPr>
        <p:spPr bwMode="auto">
          <a:xfrm>
            <a:off x="5813376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masukan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1365651" name="TextBox 88"/>
          <p:cNvSpPr txBox="1"/>
          <p:nvPr/>
        </p:nvSpPr>
        <p:spPr bwMode="auto">
          <a:xfrm>
            <a:off x="8076951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keluaran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87905937" name="TextBox 89"/>
          <p:cNvSpPr txBox="1"/>
          <p:nvPr/>
        </p:nvSpPr>
        <p:spPr bwMode="auto">
          <a:xfrm>
            <a:off x="5388890" y="3772198"/>
            <a:ext cx="657027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Identifikasi fitur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9926719" name="TextBox 90"/>
          <p:cNvSpPr txBox="1"/>
          <p:nvPr/>
        </p:nvSpPr>
        <p:spPr bwMode="auto">
          <a:xfrm>
            <a:off x="5388890" y="6043002"/>
            <a:ext cx="656235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Penarikan kesimpulan hipotesis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221722800" name=""/>
          <p:cNvGrpSpPr/>
          <p:nvPr/>
        </p:nvGrpSpPr>
        <p:grpSpPr bwMode="auto">
          <a:xfrm>
            <a:off x="5814000" y="2364984"/>
            <a:ext cx="3751511" cy="1018032"/>
            <a:chOff x="0" y="0"/>
            <a:chExt cx="3751511" cy="1018032"/>
          </a:xfrm>
        </p:grpSpPr>
        <p:sp>
          <p:nvSpPr>
            <p:cNvPr id="396558271" name=""/>
            <p:cNvSpPr txBox="1"/>
            <p:nvPr/>
          </p:nvSpPr>
          <p:spPr bwMode="auto">
            <a:xfrm rot="0" flipH="0" flipV="0">
              <a:off x="0" y="18297"/>
              <a:ext cx="1549217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0020980" name=""/>
            <p:cNvSpPr txBox="1"/>
            <p:nvPr/>
          </p:nvSpPr>
          <p:spPr bwMode="auto">
            <a:xfrm rot="0" flipH="0" flipV="0">
              <a:off x="2181569" y="551279"/>
              <a:ext cx="1550656" cy="466753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7233015" name=""/>
            <p:cNvSpPr txBox="1"/>
            <p:nvPr/>
          </p:nvSpPr>
          <p:spPr bwMode="auto">
            <a:xfrm rot="0" flipH="0" flipV="0">
              <a:off x="2199416" y="0"/>
              <a:ext cx="1552095" cy="466753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7060553" name="Freeform 28"/>
          <p:cNvSpPr/>
          <p:nvPr/>
        </p:nvSpPr>
        <p:spPr bwMode="auto">
          <a:xfrm rot="0" flipH="0" flipV="0">
            <a:off x="2285275" y="223174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6835018" name="TextBox 29"/>
          <p:cNvSpPr txBox="1"/>
          <p:nvPr/>
        </p:nvSpPr>
        <p:spPr bwMode="auto">
          <a:xfrm rot="0" flipH="0" flipV="0">
            <a:off x="2361508" y="226032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40953096" name="Freeform 30"/>
          <p:cNvSpPr/>
          <p:nvPr/>
        </p:nvSpPr>
        <p:spPr bwMode="auto">
          <a:xfrm rot="0" flipH="0" flipV="0">
            <a:off x="2390859" y="233732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123808939" name="AutoShape 31"/>
          <p:cNvSpPr/>
          <p:nvPr/>
        </p:nvSpPr>
        <p:spPr bwMode="auto">
          <a:xfrm flipH="1" flipV="1">
            <a:off x="3904164" y="1302639"/>
            <a:ext cx="2146674" cy="1095102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3617947" name="Freeform 34"/>
          <p:cNvSpPr/>
          <p:nvPr/>
        </p:nvSpPr>
        <p:spPr bwMode="auto">
          <a:xfrm rot="0" flipH="0" flipV="0">
            <a:off x="3361158" y="892631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97826138" name="TextBox 35"/>
          <p:cNvSpPr txBox="1"/>
          <p:nvPr/>
        </p:nvSpPr>
        <p:spPr bwMode="auto">
          <a:xfrm rot="0" flipH="0" flipV="0">
            <a:off x="3412064" y="911721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74779224" name="Freeform 36"/>
          <p:cNvSpPr/>
          <p:nvPr/>
        </p:nvSpPr>
        <p:spPr bwMode="auto">
          <a:xfrm rot="0" flipH="0" flipV="0">
            <a:off x="3431663" y="963135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2092893296" name="AutoShape 37"/>
          <p:cNvSpPr/>
          <p:nvPr/>
        </p:nvSpPr>
        <p:spPr bwMode="auto">
          <a:xfrm flipV="1">
            <a:off x="6864015" y="1518382"/>
            <a:ext cx="961065" cy="76368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1554201" name="Freeform 40"/>
          <p:cNvSpPr/>
          <p:nvPr/>
        </p:nvSpPr>
        <p:spPr bwMode="auto">
          <a:xfrm rot="0" flipH="0" flipV="0">
            <a:off x="6050838" y="219857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04858463" name="TextBox 41"/>
          <p:cNvSpPr txBox="1"/>
          <p:nvPr/>
        </p:nvSpPr>
        <p:spPr bwMode="auto">
          <a:xfrm rot="0" flipH="0" flipV="0">
            <a:off x="6127071" y="222715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88343493" name="Freeform 42"/>
          <p:cNvSpPr/>
          <p:nvPr/>
        </p:nvSpPr>
        <p:spPr bwMode="auto">
          <a:xfrm rot="0" flipH="0" flipV="0">
            <a:off x="6156422" y="230415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36267798" name="Freeform 45"/>
          <p:cNvSpPr/>
          <p:nvPr/>
        </p:nvSpPr>
        <p:spPr bwMode="auto">
          <a:xfrm rot="0" flipH="0" flipV="0">
            <a:off x="7825080" y="1031139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3797647" name="TextBox 46"/>
          <p:cNvSpPr txBox="1"/>
          <p:nvPr/>
        </p:nvSpPr>
        <p:spPr bwMode="auto">
          <a:xfrm rot="0" flipH="0" flipV="0">
            <a:off x="7875986" y="1050229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33108454" name="Freeform 47"/>
          <p:cNvSpPr/>
          <p:nvPr/>
        </p:nvSpPr>
        <p:spPr bwMode="auto">
          <a:xfrm rot="0" flipH="0" flipV="0">
            <a:off x="7895584" y="1101643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996114829" name="AutoShape 48"/>
          <p:cNvSpPr/>
          <p:nvPr/>
        </p:nvSpPr>
        <p:spPr bwMode="auto">
          <a:xfrm flipH="1">
            <a:off x="2951339" y="1435637"/>
            <a:ext cx="508053" cy="796104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2303980" name="Freeform 51"/>
          <p:cNvSpPr/>
          <p:nvPr/>
        </p:nvSpPr>
        <p:spPr bwMode="auto">
          <a:xfrm rot="0" flipH="0" flipV="0">
            <a:off x="1605855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85061258" name="TextBox 52"/>
          <p:cNvSpPr txBox="1"/>
          <p:nvPr/>
        </p:nvSpPr>
        <p:spPr bwMode="auto">
          <a:xfrm rot="0" flipH="0" flipV="0">
            <a:off x="1656761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16359525" name="Freeform 53"/>
          <p:cNvSpPr/>
          <p:nvPr/>
        </p:nvSpPr>
        <p:spPr bwMode="auto">
          <a:xfrm rot="0" flipH="0" flipV="0">
            <a:off x="1676359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623310410" name="AutoShape 54"/>
          <p:cNvSpPr/>
          <p:nvPr/>
        </p:nvSpPr>
        <p:spPr bwMode="auto">
          <a:xfrm>
            <a:off x="2012805" y="1277164"/>
            <a:ext cx="476218" cy="95457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3571306" name="Freeform 57"/>
          <p:cNvSpPr/>
          <p:nvPr/>
        </p:nvSpPr>
        <p:spPr bwMode="auto">
          <a:xfrm rot="0" flipH="0" flipV="0">
            <a:off x="637979" y="10753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56241041" name="TextBox 58"/>
          <p:cNvSpPr txBox="1"/>
          <p:nvPr/>
        </p:nvSpPr>
        <p:spPr bwMode="auto">
          <a:xfrm rot="0" flipH="0" flipV="0">
            <a:off x="688884" y="1094446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20106041" name="Freeform 59"/>
          <p:cNvSpPr/>
          <p:nvPr/>
        </p:nvSpPr>
        <p:spPr bwMode="auto">
          <a:xfrm rot="0" flipH="0" flipV="0">
            <a:off x="708483" y="114586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99705743" name="AutoShape 60"/>
          <p:cNvSpPr/>
          <p:nvPr/>
        </p:nvSpPr>
        <p:spPr bwMode="auto">
          <a:xfrm>
            <a:off x="1180984" y="1543582"/>
            <a:ext cx="1104291" cy="800145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8921581" name="Freeform 63"/>
          <p:cNvSpPr/>
          <p:nvPr/>
        </p:nvSpPr>
        <p:spPr bwMode="auto">
          <a:xfrm rot="0" flipH="0" flipV="0">
            <a:off x="637979" y="2231740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67706400" name="TextBox 64"/>
          <p:cNvSpPr txBox="1"/>
          <p:nvPr/>
        </p:nvSpPr>
        <p:spPr bwMode="auto">
          <a:xfrm rot="0" flipH="0" flipV="0">
            <a:off x="688884" y="2250830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75278223" name="Freeform 65"/>
          <p:cNvSpPr/>
          <p:nvPr/>
        </p:nvSpPr>
        <p:spPr bwMode="auto">
          <a:xfrm rot="0" flipH="0" flipV="0">
            <a:off x="708483" y="2302244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161917311" name="AutoShape 66"/>
          <p:cNvSpPr/>
          <p:nvPr/>
        </p:nvSpPr>
        <p:spPr bwMode="auto">
          <a:xfrm>
            <a:off x="1180984" y="2523821"/>
            <a:ext cx="1104291" cy="8369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243471" name="AutoShape 67"/>
          <p:cNvSpPr/>
          <p:nvPr/>
        </p:nvSpPr>
        <p:spPr bwMode="auto">
          <a:xfrm flipH="1">
            <a:off x="2100396" y="3044917"/>
            <a:ext cx="503516" cy="2327706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9188490" name="Freeform 70"/>
          <p:cNvSpPr/>
          <p:nvPr/>
        </p:nvSpPr>
        <p:spPr bwMode="auto">
          <a:xfrm rot="0" flipH="0" flipV="0">
            <a:off x="1605855" y="5372624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35682602" name="TextBox 71"/>
          <p:cNvSpPr txBox="1"/>
          <p:nvPr/>
        </p:nvSpPr>
        <p:spPr bwMode="auto">
          <a:xfrm rot="0" flipH="0" flipV="0">
            <a:off x="1682088" y="54012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6794378" name="Freeform 72"/>
          <p:cNvSpPr/>
          <p:nvPr/>
        </p:nvSpPr>
        <p:spPr bwMode="auto">
          <a:xfrm rot="0" flipH="0" flipV="0">
            <a:off x="1711439" y="5478208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377101522" name="AutoShape 73"/>
          <p:cNvSpPr/>
          <p:nvPr/>
        </p:nvSpPr>
        <p:spPr bwMode="auto">
          <a:xfrm flipV="1">
            <a:off x="2419033" y="5602785"/>
            <a:ext cx="4159008" cy="160713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6642183" name="Freeform 76"/>
          <p:cNvSpPr/>
          <p:nvPr/>
        </p:nvSpPr>
        <p:spPr bwMode="auto">
          <a:xfrm rot="0" flipH="0" flipV="0">
            <a:off x="6578042" y="5180485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62143727" name="TextBox 77"/>
          <p:cNvSpPr txBox="1"/>
          <p:nvPr/>
        </p:nvSpPr>
        <p:spPr bwMode="auto">
          <a:xfrm rot="0" flipH="0" flipV="0">
            <a:off x="6654276" y="5209073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23073227" name="Freeform 78"/>
          <p:cNvSpPr/>
          <p:nvPr/>
        </p:nvSpPr>
        <p:spPr bwMode="auto">
          <a:xfrm rot="0" flipH="0" flipV="0">
            <a:off x="6683626" y="5286069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877505614" name="Freeform 81"/>
          <p:cNvSpPr/>
          <p:nvPr/>
        </p:nvSpPr>
        <p:spPr bwMode="auto">
          <a:xfrm rot="0" flipH="0" flipV="0">
            <a:off x="3774123" y="3907334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9220346" name="TextBox 82"/>
          <p:cNvSpPr txBox="1"/>
          <p:nvPr/>
        </p:nvSpPr>
        <p:spPr bwMode="auto">
          <a:xfrm rot="0" flipH="0" flipV="0">
            <a:off x="3825029" y="3926424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24564998" name="Freeform 83"/>
          <p:cNvSpPr/>
          <p:nvPr/>
        </p:nvSpPr>
        <p:spPr bwMode="auto">
          <a:xfrm rot="0" flipH="0" flipV="0">
            <a:off x="3844627" y="3977838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787116965" name="AutoShape 84"/>
          <p:cNvSpPr/>
          <p:nvPr/>
        </p:nvSpPr>
        <p:spPr bwMode="auto">
          <a:xfrm flipV="1">
            <a:off x="2419033" y="4392545"/>
            <a:ext cx="1355089" cy="10666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772114" name="Freeform 87"/>
          <p:cNvSpPr/>
          <p:nvPr/>
        </p:nvSpPr>
        <p:spPr bwMode="auto">
          <a:xfrm rot="0" flipH="0" flipV="0">
            <a:off x="5517533" y="3635833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3562029" name="TextBox 88"/>
          <p:cNvSpPr txBox="1"/>
          <p:nvPr/>
        </p:nvSpPr>
        <p:spPr bwMode="auto">
          <a:xfrm rot="0" flipH="0" flipV="0">
            <a:off x="5568438" y="3654923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33278269" name="Freeform 89"/>
          <p:cNvSpPr/>
          <p:nvPr/>
        </p:nvSpPr>
        <p:spPr bwMode="auto">
          <a:xfrm rot="0" flipH="0" flipV="0">
            <a:off x="5588037" y="3706337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433332523" name="AutoShape 90"/>
          <p:cNvSpPr/>
          <p:nvPr/>
        </p:nvSpPr>
        <p:spPr bwMode="auto">
          <a:xfrm flipH="1" flipV="1">
            <a:off x="5982284" y="4178837"/>
            <a:ext cx="712946" cy="100164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0447331" name="Freeform 93"/>
          <p:cNvSpPr/>
          <p:nvPr/>
        </p:nvSpPr>
        <p:spPr bwMode="auto">
          <a:xfrm rot="0" flipH="0" flipV="0">
            <a:off x="9193140" y="1794339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43634987" name="TextBox 94"/>
          <p:cNvSpPr txBox="1"/>
          <p:nvPr/>
        </p:nvSpPr>
        <p:spPr bwMode="auto">
          <a:xfrm rot="0" flipH="0" flipV="0">
            <a:off x="9269373" y="1822928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19307469" name="Freeform 95"/>
          <p:cNvSpPr/>
          <p:nvPr/>
        </p:nvSpPr>
        <p:spPr bwMode="auto">
          <a:xfrm rot="0" flipH="0" flipV="0">
            <a:off x="9298724" y="1899923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835785297" name="AutoShape 96"/>
          <p:cNvSpPr/>
          <p:nvPr/>
        </p:nvSpPr>
        <p:spPr bwMode="auto">
          <a:xfrm flipV="1">
            <a:off x="7298636" y="2607514"/>
            <a:ext cx="1987085" cy="2572969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9583253" name="Freeform 99"/>
          <p:cNvSpPr/>
          <p:nvPr/>
        </p:nvSpPr>
        <p:spPr bwMode="auto">
          <a:xfrm rot="0" flipH="0" flipV="0">
            <a:off x="10402069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66192086" name="TextBox 100"/>
          <p:cNvSpPr txBox="1"/>
          <p:nvPr/>
        </p:nvSpPr>
        <p:spPr bwMode="auto">
          <a:xfrm rot="0" flipH="0" flipV="0">
            <a:off x="10452975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27571821" name="Freeform 101"/>
          <p:cNvSpPr/>
          <p:nvPr/>
        </p:nvSpPr>
        <p:spPr bwMode="auto">
          <a:xfrm rot="0" flipH="0" flipV="0">
            <a:off x="10472574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076809192" name="AutoShape 102"/>
          <p:cNvSpPr/>
          <p:nvPr/>
        </p:nvSpPr>
        <p:spPr bwMode="auto">
          <a:xfrm flipV="1">
            <a:off x="9965013" y="1277164"/>
            <a:ext cx="464637" cy="51717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411028" name="Freeform 105"/>
          <p:cNvSpPr/>
          <p:nvPr/>
        </p:nvSpPr>
        <p:spPr bwMode="auto">
          <a:xfrm rot="0" flipH="0" flipV="0">
            <a:off x="10945074" y="1769697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2656112" name="TextBox 106"/>
          <p:cNvSpPr txBox="1"/>
          <p:nvPr/>
        </p:nvSpPr>
        <p:spPr bwMode="auto">
          <a:xfrm rot="0" flipH="0" flipV="0">
            <a:off x="10995980" y="178878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97089886" name="Freeform 107"/>
          <p:cNvSpPr/>
          <p:nvPr/>
        </p:nvSpPr>
        <p:spPr bwMode="auto">
          <a:xfrm rot="0" flipH="0" flipV="0">
            <a:off x="11015578" y="184020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390099855" name="AutoShape 108"/>
          <p:cNvSpPr/>
          <p:nvPr/>
        </p:nvSpPr>
        <p:spPr bwMode="auto">
          <a:xfrm flipV="1">
            <a:off x="10006317" y="2068022"/>
            <a:ext cx="938756" cy="9273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0914631" name="Freeform 111"/>
          <p:cNvSpPr/>
          <p:nvPr/>
        </p:nvSpPr>
        <p:spPr bwMode="auto">
          <a:xfrm rot="0" flipH="0" flipV="0">
            <a:off x="10673572" y="3266978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4916480" name="TextBox 112"/>
          <p:cNvSpPr txBox="1"/>
          <p:nvPr/>
        </p:nvSpPr>
        <p:spPr bwMode="auto">
          <a:xfrm rot="0" flipH="0" flipV="0">
            <a:off x="10724478" y="3286068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11593327" name="Freeform 113"/>
          <p:cNvSpPr/>
          <p:nvPr/>
        </p:nvSpPr>
        <p:spPr bwMode="auto">
          <a:xfrm rot="0" flipH="0" flipV="0">
            <a:off x="10744076" y="3337482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36263492" name="AutoShape 114"/>
          <p:cNvSpPr/>
          <p:nvPr/>
        </p:nvSpPr>
        <p:spPr bwMode="auto">
          <a:xfrm>
            <a:off x="10006317" y="2605158"/>
            <a:ext cx="667255" cy="66339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175721" name="Freeform 117"/>
          <p:cNvSpPr/>
          <p:nvPr/>
        </p:nvSpPr>
        <p:spPr bwMode="auto">
          <a:xfrm rot="0" flipH="0" flipV="0">
            <a:off x="9860396" y="4932423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41037515" name="TextBox 118"/>
          <p:cNvSpPr txBox="1"/>
          <p:nvPr/>
        </p:nvSpPr>
        <p:spPr bwMode="auto">
          <a:xfrm rot="0" flipH="0" flipV="0">
            <a:off x="9936630" y="49610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20896879" name="Freeform 119"/>
          <p:cNvSpPr/>
          <p:nvPr/>
        </p:nvSpPr>
        <p:spPr bwMode="auto">
          <a:xfrm rot="0" flipH="0" flipV="0">
            <a:off x="9965980" y="5038006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970934970" name="AutoShape 120"/>
          <p:cNvSpPr/>
          <p:nvPr/>
        </p:nvSpPr>
        <p:spPr bwMode="auto">
          <a:xfrm>
            <a:off x="9686181" y="2607514"/>
            <a:ext cx="494348" cy="2324907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5288430" name="Freeform 28"/>
          <p:cNvSpPr/>
          <p:nvPr/>
        </p:nvSpPr>
        <p:spPr bwMode="auto">
          <a:xfrm rot="0" flipH="0" flipV="0">
            <a:off x="2088390" y="158222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07236656" name="TextBox 29"/>
          <p:cNvSpPr txBox="1"/>
          <p:nvPr/>
        </p:nvSpPr>
        <p:spPr bwMode="auto">
          <a:xfrm rot="0" flipH="0" flipV="0">
            <a:off x="2132263" y="159867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42192337" name="Freeform 30"/>
          <p:cNvSpPr/>
          <p:nvPr/>
        </p:nvSpPr>
        <p:spPr bwMode="auto">
          <a:xfrm rot="0" flipH="0" flipV="0">
            <a:off x="2149154" y="164299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211658699" name="AutoShape 31"/>
          <p:cNvSpPr/>
          <p:nvPr/>
        </p:nvSpPr>
        <p:spPr bwMode="auto">
          <a:xfrm flipH="1" flipV="1">
            <a:off x="3020074" y="1047520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2863537" name="Freeform 34"/>
          <p:cNvSpPr/>
          <p:nvPr/>
        </p:nvSpPr>
        <p:spPr bwMode="auto">
          <a:xfrm rot="0" flipH="0" flipV="0">
            <a:off x="2707570" y="81155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9266219" name="TextBox 35"/>
          <p:cNvSpPr txBox="1"/>
          <p:nvPr/>
        </p:nvSpPr>
        <p:spPr bwMode="auto">
          <a:xfrm rot="0" flipH="0" flipV="0">
            <a:off x="2736865" y="82254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88692480" name="Freeform 36"/>
          <p:cNvSpPr/>
          <p:nvPr/>
        </p:nvSpPr>
        <p:spPr bwMode="auto">
          <a:xfrm rot="0" flipH="0" flipV="0">
            <a:off x="2748144" y="85213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61955178" name="AutoShape 37"/>
          <p:cNvSpPr/>
          <p:nvPr/>
        </p:nvSpPr>
        <p:spPr bwMode="auto">
          <a:xfrm flipV="1">
            <a:off x="4723494" y="1171683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777359" name="Freeform 40"/>
          <p:cNvSpPr/>
          <p:nvPr/>
        </p:nvSpPr>
        <p:spPr bwMode="auto">
          <a:xfrm rot="0" flipH="0" flipV="0">
            <a:off x="4255503" y="1563138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78864625" name="TextBox 41"/>
          <p:cNvSpPr txBox="1"/>
          <p:nvPr/>
        </p:nvSpPr>
        <p:spPr bwMode="auto">
          <a:xfrm rot="0" flipH="0" flipV="0">
            <a:off x="4299376" y="157959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86616677" name="Freeform 42"/>
          <p:cNvSpPr/>
          <p:nvPr/>
        </p:nvSpPr>
        <p:spPr bwMode="auto">
          <a:xfrm rot="0" flipH="0" flipV="0">
            <a:off x="4316267" y="162390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785675638" name="Freeform 45"/>
          <p:cNvSpPr/>
          <p:nvPr/>
        </p:nvSpPr>
        <p:spPr bwMode="auto">
          <a:xfrm rot="0" flipH="0" flipV="0">
            <a:off x="5276595" y="89126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2061971" name="TextBox 46"/>
          <p:cNvSpPr txBox="1"/>
          <p:nvPr/>
        </p:nvSpPr>
        <p:spPr bwMode="auto">
          <a:xfrm rot="0" flipH="0" flipV="0">
            <a:off x="5305892" y="90225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50400986" name="Freeform 47"/>
          <p:cNvSpPr/>
          <p:nvPr/>
        </p:nvSpPr>
        <p:spPr bwMode="auto">
          <a:xfrm rot="0" flipH="0" flipV="0">
            <a:off x="5317170" y="931842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641052698" name="AutoShape 48"/>
          <p:cNvSpPr/>
          <p:nvPr/>
        </p:nvSpPr>
        <p:spPr bwMode="auto">
          <a:xfrm flipH="1">
            <a:off x="2471717" y="1124062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6980597" name="Freeform 51"/>
          <p:cNvSpPr/>
          <p:nvPr/>
        </p:nvSpPr>
        <p:spPr bwMode="auto">
          <a:xfrm rot="0" flipH="0" flipV="0">
            <a:off x="1697378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05207613" name="TextBox 52"/>
          <p:cNvSpPr txBox="1"/>
          <p:nvPr/>
        </p:nvSpPr>
        <p:spPr bwMode="auto">
          <a:xfrm rot="0" flipH="0" flipV="0">
            <a:off x="1726675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28476152" name="Freeform 53"/>
          <p:cNvSpPr/>
          <p:nvPr/>
        </p:nvSpPr>
        <p:spPr bwMode="auto">
          <a:xfrm rot="0" flipH="0" flipV="0">
            <a:off x="1737952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740138416" name="AutoShape 54"/>
          <p:cNvSpPr/>
          <p:nvPr/>
        </p:nvSpPr>
        <p:spPr bwMode="auto">
          <a:xfrm>
            <a:off x="1931582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9295577" name="Freeform 57"/>
          <p:cNvSpPr/>
          <p:nvPr/>
        </p:nvSpPr>
        <p:spPr bwMode="auto">
          <a:xfrm rot="0" flipH="0" flipV="0">
            <a:off x="1140357" y="9167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88712963" name="TextBox 58"/>
          <p:cNvSpPr txBox="1"/>
          <p:nvPr/>
        </p:nvSpPr>
        <p:spPr bwMode="auto">
          <a:xfrm rot="0" flipH="0" flipV="0">
            <a:off x="1169654" y="9277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98361029" name="Freeform 59"/>
          <p:cNvSpPr/>
          <p:nvPr/>
        </p:nvSpPr>
        <p:spPr bwMode="auto">
          <a:xfrm rot="0" flipH="0" flipV="0">
            <a:off x="1180932" y="9572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194699246" name="AutoShape 60"/>
          <p:cNvSpPr/>
          <p:nvPr/>
        </p:nvSpPr>
        <p:spPr bwMode="auto">
          <a:xfrm>
            <a:off x="1452863" y="1186184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5187590" name="Freeform 63"/>
          <p:cNvSpPr/>
          <p:nvPr/>
        </p:nvSpPr>
        <p:spPr bwMode="auto">
          <a:xfrm rot="0" flipH="0" flipV="0">
            <a:off x="1140357" y="158222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60120833" name="TextBox 64"/>
          <p:cNvSpPr txBox="1"/>
          <p:nvPr/>
        </p:nvSpPr>
        <p:spPr bwMode="auto">
          <a:xfrm rot="0" flipH="0" flipV="0">
            <a:off x="1169654" y="159321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63662203" name="Freeform 65"/>
          <p:cNvSpPr/>
          <p:nvPr/>
        </p:nvSpPr>
        <p:spPr bwMode="auto">
          <a:xfrm rot="0" flipH="0" flipV="0">
            <a:off x="1180932" y="162280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353341568" name="AutoShape 66"/>
          <p:cNvSpPr/>
          <p:nvPr/>
        </p:nvSpPr>
        <p:spPr bwMode="auto">
          <a:xfrm>
            <a:off x="1452863" y="1750320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9591940" name="AutoShape 67"/>
          <p:cNvSpPr/>
          <p:nvPr/>
        </p:nvSpPr>
        <p:spPr bwMode="auto">
          <a:xfrm flipH="1">
            <a:off x="1981991" y="2050216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2651914" name="Freeform 70"/>
          <p:cNvSpPr/>
          <p:nvPr/>
        </p:nvSpPr>
        <p:spPr bwMode="auto">
          <a:xfrm rot="0" flipH="0" flipV="0">
            <a:off x="1697378" y="3389832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52956079" name="TextBox 71"/>
          <p:cNvSpPr txBox="1"/>
          <p:nvPr/>
        </p:nvSpPr>
        <p:spPr bwMode="auto">
          <a:xfrm rot="0" flipH="0" flipV="0">
            <a:off x="1741251" y="340628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60108782" name="Freeform 72"/>
          <p:cNvSpPr/>
          <p:nvPr/>
        </p:nvSpPr>
        <p:spPr bwMode="auto">
          <a:xfrm rot="0" flipH="0" flipV="0">
            <a:off x="1758142" y="345059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740562675" name="AutoShape 73"/>
          <p:cNvSpPr/>
          <p:nvPr/>
        </p:nvSpPr>
        <p:spPr bwMode="auto">
          <a:xfrm flipV="1">
            <a:off x="2165369" y="3522291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4098798" name="Freeform 76"/>
          <p:cNvSpPr/>
          <p:nvPr/>
        </p:nvSpPr>
        <p:spPr bwMode="auto">
          <a:xfrm rot="0" flipH="0" flipV="0">
            <a:off x="4558915" y="327925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47758753" name="TextBox 77"/>
          <p:cNvSpPr txBox="1"/>
          <p:nvPr/>
        </p:nvSpPr>
        <p:spPr bwMode="auto">
          <a:xfrm rot="0" flipH="0" flipV="0">
            <a:off x="4602788" y="329570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8163360" name="Freeform 78"/>
          <p:cNvSpPr/>
          <p:nvPr/>
        </p:nvSpPr>
        <p:spPr bwMode="auto">
          <a:xfrm rot="0" flipH="0" flipV="0">
            <a:off x="4619679" y="334001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420834100" name="Freeform 81"/>
          <p:cNvSpPr/>
          <p:nvPr/>
        </p:nvSpPr>
        <p:spPr bwMode="auto">
          <a:xfrm rot="0" flipH="0" flipV="0">
            <a:off x="2945235" y="254654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63844489" name="TextBox 82"/>
          <p:cNvSpPr txBox="1"/>
          <p:nvPr/>
        </p:nvSpPr>
        <p:spPr bwMode="auto">
          <a:xfrm rot="0" flipH="0" flipV="0">
            <a:off x="2974532" y="255753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94854356" name="Freeform 83"/>
          <p:cNvSpPr/>
          <p:nvPr/>
        </p:nvSpPr>
        <p:spPr bwMode="auto">
          <a:xfrm rot="0" flipH="0" flipV="0">
            <a:off x="2985810" y="258711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259951884" name="AutoShape 84"/>
          <p:cNvSpPr/>
          <p:nvPr/>
        </p:nvSpPr>
        <p:spPr bwMode="auto">
          <a:xfrm flipV="1">
            <a:off x="2165369" y="2825787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538452" name="Freeform 87"/>
          <p:cNvSpPr/>
          <p:nvPr/>
        </p:nvSpPr>
        <p:spPr bwMode="auto">
          <a:xfrm rot="0" flipH="0" flipV="0">
            <a:off x="3948582" y="239029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0198384" name="TextBox 88"/>
          <p:cNvSpPr txBox="1"/>
          <p:nvPr/>
        </p:nvSpPr>
        <p:spPr bwMode="auto">
          <a:xfrm rot="0" flipH="0" flipV="0">
            <a:off x="3977879" y="240127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50823423" name="Freeform 89"/>
          <p:cNvSpPr/>
          <p:nvPr/>
        </p:nvSpPr>
        <p:spPr bwMode="auto">
          <a:xfrm rot="0" flipH="0" flipV="0">
            <a:off x="3989157" y="243086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921659624" name="AutoShape 90"/>
          <p:cNvSpPr/>
          <p:nvPr/>
        </p:nvSpPr>
        <p:spPr bwMode="auto">
          <a:xfrm flipH="1" flipV="1">
            <a:off x="4216050" y="2702797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6386614" name="Freeform 93"/>
          <p:cNvSpPr/>
          <p:nvPr/>
        </p:nvSpPr>
        <p:spPr bwMode="auto">
          <a:xfrm rot="0" flipH="0" flipV="0">
            <a:off x="6063924" y="133049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0922621" name="TextBox 94"/>
          <p:cNvSpPr txBox="1"/>
          <p:nvPr/>
        </p:nvSpPr>
        <p:spPr bwMode="auto">
          <a:xfrm rot="0" flipH="0" flipV="0">
            <a:off x="6107798" y="134694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17218834" name="Freeform 95"/>
          <p:cNvSpPr/>
          <p:nvPr/>
        </p:nvSpPr>
        <p:spPr bwMode="auto">
          <a:xfrm rot="0" flipH="0" flipV="0">
            <a:off x="6124689" y="139126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59110452" name="AutoShape 96"/>
          <p:cNvSpPr/>
          <p:nvPr/>
        </p:nvSpPr>
        <p:spPr bwMode="auto">
          <a:xfrm flipV="1">
            <a:off x="4973622" y="1798488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955699" name="Freeform 99"/>
          <p:cNvSpPr/>
          <p:nvPr/>
        </p:nvSpPr>
        <p:spPr bwMode="auto">
          <a:xfrm rot="0" flipH="0" flipV="0">
            <a:off x="6759676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2408575" name="TextBox 100"/>
          <p:cNvSpPr txBox="1"/>
          <p:nvPr/>
        </p:nvSpPr>
        <p:spPr bwMode="auto">
          <a:xfrm rot="0" flipH="0" flipV="0">
            <a:off x="6788972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53115513" name="Freeform 101"/>
          <p:cNvSpPr/>
          <p:nvPr/>
        </p:nvSpPr>
        <p:spPr bwMode="auto">
          <a:xfrm rot="0" flipH="0" flipV="0">
            <a:off x="6800250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955348409" name="AutoShape 102"/>
          <p:cNvSpPr/>
          <p:nvPr/>
        </p:nvSpPr>
        <p:spPr bwMode="auto">
          <a:xfrm flipV="1">
            <a:off x="6508145" y="1032858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4154249" name="Freeform 105"/>
          <p:cNvSpPr/>
          <p:nvPr/>
        </p:nvSpPr>
        <p:spPr bwMode="auto">
          <a:xfrm rot="0" flipH="0" flipV="0">
            <a:off x="7072178" y="131631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2686558" name="TextBox 106"/>
          <p:cNvSpPr txBox="1"/>
          <p:nvPr/>
        </p:nvSpPr>
        <p:spPr bwMode="auto">
          <a:xfrm rot="0" flipH="0" flipV="0">
            <a:off x="7101475" y="132730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89908979" name="Freeform 107"/>
          <p:cNvSpPr/>
          <p:nvPr/>
        </p:nvSpPr>
        <p:spPr bwMode="auto">
          <a:xfrm rot="0" flipH="0" flipV="0">
            <a:off x="7112752" y="135689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128167497" name="AutoShape 108"/>
          <p:cNvSpPr/>
          <p:nvPr/>
        </p:nvSpPr>
        <p:spPr bwMode="auto">
          <a:xfrm flipV="1">
            <a:off x="6531915" y="1488004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1194304" name="Freeform 111"/>
          <p:cNvSpPr/>
          <p:nvPr/>
        </p:nvSpPr>
        <p:spPr bwMode="auto">
          <a:xfrm rot="0" flipH="0" flipV="0">
            <a:off x="6915926" y="21780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6526317" name="TextBox 112"/>
          <p:cNvSpPr txBox="1"/>
          <p:nvPr/>
        </p:nvSpPr>
        <p:spPr bwMode="auto">
          <a:xfrm rot="0" flipH="0" flipV="0">
            <a:off x="6945222" y="21890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29652753" name="Freeform 113"/>
          <p:cNvSpPr/>
          <p:nvPr/>
        </p:nvSpPr>
        <p:spPr bwMode="auto">
          <a:xfrm rot="0" flipH="0" flipV="0">
            <a:off x="6956501" y="22185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385378180" name="AutoShape 114"/>
          <p:cNvSpPr/>
          <p:nvPr/>
        </p:nvSpPr>
        <p:spPr bwMode="auto">
          <a:xfrm>
            <a:off x="6531915" y="1797132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6241950" name="Freeform 117"/>
          <p:cNvSpPr/>
          <p:nvPr/>
        </p:nvSpPr>
        <p:spPr bwMode="auto">
          <a:xfrm rot="0" flipH="0" flipV="0">
            <a:off x="6447937" y="313649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25243994" name="TextBox 118"/>
          <p:cNvSpPr txBox="1"/>
          <p:nvPr/>
        </p:nvSpPr>
        <p:spPr bwMode="auto">
          <a:xfrm rot="0" flipH="0" flipV="0">
            <a:off x="6491810" y="315294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05696570" name="Freeform 119"/>
          <p:cNvSpPr/>
          <p:nvPr/>
        </p:nvSpPr>
        <p:spPr bwMode="auto">
          <a:xfrm rot="0" flipH="0" flipV="0">
            <a:off x="6508701" y="319725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2011678122" name="AutoShape 120"/>
          <p:cNvSpPr/>
          <p:nvPr/>
        </p:nvSpPr>
        <p:spPr bwMode="auto">
          <a:xfrm>
            <a:off x="6347675" y="1798488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7332689" name="Freeform 121"/>
          <p:cNvSpPr/>
          <p:nvPr/>
        </p:nvSpPr>
        <p:spPr bwMode="auto">
          <a:xfrm rot="-10799952">
            <a:off x="7470407" y="567671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124821" name="Freeform 123"/>
          <p:cNvSpPr/>
          <p:nvPr/>
        </p:nvSpPr>
        <p:spPr bwMode="auto">
          <a:xfrm rot="0" flipH="0" flipV="0">
            <a:off x="8768919" y="1424160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23761963" name="TextBox 124"/>
          <p:cNvSpPr txBox="1"/>
          <p:nvPr/>
        </p:nvSpPr>
        <p:spPr bwMode="auto">
          <a:xfrm rot="0" flipH="0" flipV="0">
            <a:off x="8768919" y="1394020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139539282" name="Freeform 125"/>
          <p:cNvSpPr/>
          <p:nvPr/>
        </p:nvSpPr>
        <p:spPr bwMode="auto">
          <a:xfrm>
            <a:off x="10213292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4302479" name="Freeform 126"/>
          <p:cNvSpPr/>
          <p:nvPr/>
        </p:nvSpPr>
        <p:spPr bwMode="auto">
          <a:xfrm>
            <a:off x="9616840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0582497" name="Freeform 127"/>
          <p:cNvSpPr/>
          <p:nvPr/>
        </p:nvSpPr>
        <p:spPr bwMode="auto">
          <a:xfrm>
            <a:off x="9015869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7464157" name="Freeform 128"/>
          <p:cNvSpPr/>
          <p:nvPr/>
        </p:nvSpPr>
        <p:spPr bwMode="auto">
          <a:xfrm>
            <a:off x="10213292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4494194" name="Freeform 129"/>
          <p:cNvSpPr/>
          <p:nvPr/>
        </p:nvSpPr>
        <p:spPr bwMode="auto">
          <a:xfrm>
            <a:off x="9616840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1492614" name="Freeform 130"/>
          <p:cNvSpPr/>
          <p:nvPr/>
        </p:nvSpPr>
        <p:spPr bwMode="auto">
          <a:xfrm>
            <a:off x="9015869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2569191" name="Freeform 131"/>
          <p:cNvSpPr/>
          <p:nvPr/>
        </p:nvSpPr>
        <p:spPr bwMode="auto">
          <a:xfrm rot="7235047">
            <a:off x="8420391" y="4186046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374108" name="Freeform 132"/>
          <p:cNvSpPr/>
          <p:nvPr/>
        </p:nvSpPr>
        <p:spPr bwMode="auto">
          <a:xfrm>
            <a:off x="6489094" y="4572482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9697509" name="Freeform 133"/>
          <p:cNvSpPr/>
          <p:nvPr/>
        </p:nvSpPr>
        <p:spPr bwMode="auto">
          <a:xfrm>
            <a:off x="7023415" y="4761667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9196651" name="Freeform 28"/>
          <p:cNvSpPr/>
          <p:nvPr/>
        </p:nvSpPr>
        <p:spPr bwMode="auto">
          <a:xfrm rot="0" flipH="0" flipV="0">
            <a:off x="2311632" y="158222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4563673" name="TextBox 29"/>
          <p:cNvSpPr txBox="1"/>
          <p:nvPr/>
        </p:nvSpPr>
        <p:spPr bwMode="auto">
          <a:xfrm rot="0" flipH="0" flipV="0">
            <a:off x="2355504" y="159867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678092271" name="Freeform 30"/>
          <p:cNvSpPr/>
          <p:nvPr/>
        </p:nvSpPr>
        <p:spPr bwMode="auto">
          <a:xfrm rot="0" flipH="0" flipV="0">
            <a:off x="2372396" y="164299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613828937" name="AutoShape 31"/>
          <p:cNvSpPr/>
          <p:nvPr/>
        </p:nvSpPr>
        <p:spPr bwMode="auto">
          <a:xfrm flipH="1" flipV="1">
            <a:off x="3243315" y="1047519"/>
            <a:ext cx="1235430" cy="63023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6895440" name="Freeform 34"/>
          <p:cNvSpPr/>
          <p:nvPr/>
        </p:nvSpPr>
        <p:spPr bwMode="auto">
          <a:xfrm rot="0" flipH="0" flipV="0">
            <a:off x="2930814" y="81155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58482441" name="TextBox 35"/>
          <p:cNvSpPr txBox="1"/>
          <p:nvPr/>
        </p:nvSpPr>
        <p:spPr bwMode="auto">
          <a:xfrm rot="0" flipH="0" flipV="0">
            <a:off x="2960109" y="82254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17839273" name="Freeform 36"/>
          <p:cNvSpPr/>
          <p:nvPr/>
        </p:nvSpPr>
        <p:spPr bwMode="auto">
          <a:xfrm rot="0" flipH="0" flipV="0">
            <a:off x="2971387" y="85213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601019476" name="AutoShape 37"/>
          <p:cNvSpPr/>
          <p:nvPr/>
        </p:nvSpPr>
        <p:spPr bwMode="auto">
          <a:xfrm flipV="1">
            <a:off x="4946735" y="1171683"/>
            <a:ext cx="553099" cy="4395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0720432" name="Freeform 40"/>
          <p:cNvSpPr/>
          <p:nvPr/>
        </p:nvSpPr>
        <p:spPr bwMode="auto">
          <a:xfrm rot="0" flipH="0" flipV="0">
            <a:off x="4478744" y="1563138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85176053" name="TextBox 41"/>
          <p:cNvSpPr txBox="1"/>
          <p:nvPr/>
        </p:nvSpPr>
        <p:spPr bwMode="auto">
          <a:xfrm rot="0" flipH="0" flipV="0">
            <a:off x="4522617" y="1579590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345603576" name="Freeform 42"/>
          <p:cNvSpPr/>
          <p:nvPr/>
        </p:nvSpPr>
        <p:spPr bwMode="auto">
          <a:xfrm rot="0" flipH="0" flipV="0">
            <a:off x="4539508" y="1623901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02016798" name="Freeform 45"/>
          <p:cNvSpPr/>
          <p:nvPr/>
        </p:nvSpPr>
        <p:spPr bwMode="auto">
          <a:xfrm rot="0" flipH="0" flipV="0">
            <a:off x="5499836" y="89126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17681963" name="TextBox 46"/>
          <p:cNvSpPr txBox="1"/>
          <p:nvPr/>
        </p:nvSpPr>
        <p:spPr bwMode="auto">
          <a:xfrm rot="0" flipH="0" flipV="0">
            <a:off x="5529132" y="902254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28330070" name="Freeform 47"/>
          <p:cNvSpPr/>
          <p:nvPr/>
        </p:nvSpPr>
        <p:spPr bwMode="auto">
          <a:xfrm rot="0" flipH="0" flipV="0">
            <a:off x="5540410" y="931842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568390584" name="AutoShape 48"/>
          <p:cNvSpPr/>
          <p:nvPr/>
        </p:nvSpPr>
        <p:spPr bwMode="auto">
          <a:xfrm flipH="1">
            <a:off x="2694960" y="1124062"/>
            <a:ext cx="292386" cy="4581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9546693" name="Freeform 51"/>
          <p:cNvSpPr/>
          <p:nvPr/>
        </p:nvSpPr>
        <p:spPr bwMode="auto">
          <a:xfrm rot="0" flipH="0" flipV="0">
            <a:off x="1920619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1494969" name="TextBox 52"/>
          <p:cNvSpPr txBox="1"/>
          <p:nvPr/>
        </p:nvSpPr>
        <p:spPr bwMode="auto">
          <a:xfrm rot="0" flipH="0" flipV="0">
            <a:off x="19499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65756454" name="Freeform 53"/>
          <p:cNvSpPr/>
          <p:nvPr/>
        </p:nvSpPr>
        <p:spPr bwMode="auto">
          <a:xfrm rot="0" flipH="0" flipV="0">
            <a:off x="19611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906640750" name="AutoShape 54"/>
          <p:cNvSpPr/>
          <p:nvPr/>
        </p:nvSpPr>
        <p:spPr bwMode="auto">
          <a:xfrm>
            <a:off x="2154825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2214411" name="Freeform 57"/>
          <p:cNvSpPr/>
          <p:nvPr/>
        </p:nvSpPr>
        <p:spPr bwMode="auto">
          <a:xfrm rot="0" flipH="0" flipV="0">
            <a:off x="1363599" y="916714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1257645" name="TextBox 58"/>
          <p:cNvSpPr txBox="1"/>
          <p:nvPr/>
        </p:nvSpPr>
        <p:spPr bwMode="auto">
          <a:xfrm rot="0" flipH="0" flipV="0">
            <a:off x="1392895" y="927701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159971876" name="Freeform 59"/>
          <p:cNvSpPr/>
          <p:nvPr/>
        </p:nvSpPr>
        <p:spPr bwMode="auto">
          <a:xfrm rot="0" flipH="0" flipV="0">
            <a:off x="1404173" y="95728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624684804" name="AutoShape 60"/>
          <p:cNvSpPr/>
          <p:nvPr/>
        </p:nvSpPr>
        <p:spPr bwMode="auto">
          <a:xfrm>
            <a:off x="1676106" y="1186182"/>
            <a:ext cx="635526" cy="46048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628361" name="Freeform 63"/>
          <p:cNvSpPr/>
          <p:nvPr/>
        </p:nvSpPr>
        <p:spPr bwMode="auto">
          <a:xfrm rot="0" flipH="0" flipV="0">
            <a:off x="1363599" y="158222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39086425" name="TextBox 64"/>
          <p:cNvSpPr txBox="1"/>
          <p:nvPr/>
        </p:nvSpPr>
        <p:spPr bwMode="auto">
          <a:xfrm rot="0" flipH="0" flipV="0">
            <a:off x="1392895" y="159321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880475360" name="Freeform 65"/>
          <p:cNvSpPr/>
          <p:nvPr/>
        </p:nvSpPr>
        <p:spPr bwMode="auto">
          <a:xfrm rot="0" flipH="0" flipV="0">
            <a:off x="1404173" y="162280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816083176" name="AutoShape 66"/>
          <p:cNvSpPr/>
          <p:nvPr/>
        </p:nvSpPr>
        <p:spPr bwMode="auto">
          <a:xfrm>
            <a:off x="1676106" y="1750320"/>
            <a:ext cx="635526" cy="4816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0261393" name="AutoShape 67"/>
          <p:cNvSpPr/>
          <p:nvPr/>
        </p:nvSpPr>
        <p:spPr bwMode="auto">
          <a:xfrm flipH="1">
            <a:off x="2205234" y="2050216"/>
            <a:ext cx="289776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9428483" name="Freeform 70"/>
          <p:cNvSpPr/>
          <p:nvPr/>
        </p:nvSpPr>
        <p:spPr bwMode="auto">
          <a:xfrm rot="0" flipH="0" flipV="0">
            <a:off x="1920619" y="3389832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97428428" name="TextBox 71"/>
          <p:cNvSpPr txBox="1"/>
          <p:nvPr/>
        </p:nvSpPr>
        <p:spPr bwMode="auto">
          <a:xfrm rot="0" flipH="0" flipV="0">
            <a:off x="1964491" y="340628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24477228" name="Freeform 72"/>
          <p:cNvSpPr/>
          <p:nvPr/>
        </p:nvSpPr>
        <p:spPr bwMode="auto">
          <a:xfrm rot="0" flipH="0" flipV="0">
            <a:off x="1981383" y="3450595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098342466" name="AutoShape 73"/>
          <p:cNvSpPr/>
          <p:nvPr/>
        </p:nvSpPr>
        <p:spPr bwMode="auto">
          <a:xfrm flipV="1">
            <a:off x="2388611" y="3522290"/>
            <a:ext cx="2393543" cy="92491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1195650" name="Freeform 76"/>
          <p:cNvSpPr/>
          <p:nvPr/>
        </p:nvSpPr>
        <p:spPr bwMode="auto">
          <a:xfrm rot="0" flipH="0" flipV="0">
            <a:off x="4782159" y="327925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41454429" name="TextBox 77"/>
          <p:cNvSpPr txBox="1"/>
          <p:nvPr/>
        </p:nvSpPr>
        <p:spPr bwMode="auto">
          <a:xfrm rot="0" flipH="0" flipV="0">
            <a:off x="4826029" y="329570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07740074" name="Freeform 78"/>
          <p:cNvSpPr/>
          <p:nvPr/>
        </p:nvSpPr>
        <p:spPr bwMode="auto">
          <a:xfrm rot="0" flipH="0" flipV="0">
            <a:off x="4842922" y="334001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688891207" name="Freeform 81"/>
          <p:cNvSpPr/>
          <p:nvPr/>
        </p:nvSpPr>
        <p:spPr bwMode="auto">
          <a:xfrm rot="0" flipH="0" flipV="0">
            <a:off x="3168477" y="2546543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9396245" name="TextBox 82"/>
          <p:cNvSpPr txBox="1"/>
          <p:nvPr/>
        </p:nvSpPr>
        <p:spPr bwMode="auto">
          <a:xfrm rot="0" flipH="0" flipV="0">
            <a:off x="3197773" y="2557530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34570782" name="Freeform 83"/>
          <p:cNvSpPr/>
          <p:nvPr/>
        </p:nvSpPr>
        <p:spPr bwMode="auto">
          <a:xfrm rot="0" flipH="0" flipV="0">
            <a:off x="3209051" y="258711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252223073" name="AutoShape 84"/>
          <p:cNvSpPr/>
          <p:nvPr/>
        </p:nvSpPr>
        <p:spPr bwMode="auto">
          <a:xfrm flipV="1">
            <a:off x="2388611" y="2825786"/>
            <a:ext cx="779864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4394379" name="Freeform 87"/>
          <p:cNvSpPr/>
          <p:nvPr/>
        </p:nvSpPr>
        <p:spPr bwMode="auto">
          <a:xfrm rot="0" flipH="0" flipV="0">
            <a:off x="4171824" y="239029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7206042" name="TextBox 88"/>
          <p:cNvSpPr txBox="1"/>
          <p:nvPr/>
        </p:nvSpPr>
        <p:spPr bwMode="auto">
          <a:xfrm rot="0" flipH="0" flipV="0">
            <a:off x="4201120" y="2401278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80403710" name="Freeform 89"/>
          <p:cNvSpPr/>
          <p:nvPr/>
        </p:nvSpPr>
        <p:spPr bwMode="auto">
          <a:xfrm rot="0" flipH="0" flipV="0">
            <a:off x="4212398" y="2430865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49117751" name="AutoShape 90"/>
          <p:cNvSpPr/>
          <p:nvPr/>
        </p:nvSpPr>
        <p:spPr bwMode="auto">
          <a:xfrm flipH="1" flipV="1">
            <a:off x="4439292" y="2702797"/>
            <a:ext cx="410305" cy="57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334455" name="Freeform 93"/>
          <p:cNvSpPr/>
          <p:nvPr/>
        </p:nvSpPr>
        <p:spPr bwMode="auto">
          <a:xfrm rot="0" flipH="0" flipV="0">
            <a:off x="6287167" y="133049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7452108" name="TextBox 94"/>
          <p:cNvSpPr txBox="1"/>
          <p:nvPr/>
        </p:nvSpPr>
        <p:spPr bwMode="auto">
          <a:xfrm rot="0" flipH="0" flipV="0">
            <a:off x="6331039" y="134694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805211673" name="Freeform 95"/>
          <p:cNvSpPr/>
          <p:nvPr/>
        </p:nvSpPr>
        <p:spPr bwMode="auto">
          <a:xfrm rot="0" flipH="0" flipV="0">
            <a:off x="6347931" y="139126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975168802" name="AutoShape 96"/>
          <p:cNvSpPr/>
          <p:nvPr/>
        </p:nvSpPr>
        <p:spPr bwMode="auto">
          <a:xfrm flipV="1">
            <a:off x="5196863" y="1798488"/>
            <a:ext cx="1143585" cy="148076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2252775" name="Freeform 99"/>
          <p:cNvSpPr/>
          <p:nvPr/>
        </p:nvSpPr>
        <p:spPr bwMode="auto">
          <a:xfrm rot="0" flipH="0" flipV="0">
            <a:off x="6982920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4319197" name="TextBox 100"/>
          <p:cNvSpPr txBox="1"/>
          <p:nvPr/>
        </p:nvSpPr>
        <p:spPr bwMode="auto">
          <a:xfrm rot="0" flipH="0" flipV="0">
            <a:off x="70122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534124011" name="Freeform 101"/>
          <p:cNvSpPr/>
          <p:nvPr/>
        </p:nvSpPr>
        <p:spPr bwMode="auto">
          <a:xfrm rot="0" flipH="0" flipV="0">
            <a:off x="70234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491878792" name="AutoShape 102"/>
          <p:cNvSpPr/>
          <p:nvPr/>
        </p:nvSpPr>
        <p:spPr bwMode="auto">
          <a:xfrm flipV="1">
            <a:off x="6731388" y="1032858"/>
            <a:ext cx="267401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448339" name="Freeform 105"/>
          <p:cNvSpPr/>
          <p:nvPr/>
        </p:nvSpPr>
        <p:spPr bwMode="auto">
          <a:xfrm rot="0" flipH="0" flipV="0">
            <a:off x="7295418" y="13163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508177" name="TextBox 106"/>
          <p:cNvSpPr txBox="1"/>
          <p:nvPr/>
        </p:nvSpPr>
        <p:spPr bwMode="auto">
          <a:xfrm rot="0" flipH="0" flipV="0">
            <a:off x="7324714" y="13273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23123514" name="Freeform 107"/>
          <p:cNvSpPr/>
          <p:nvPr/>
        </p:nvSpPr>
        <p:spPr bwMode="auto">
          <a:xfrm rot="0" flipH="0" flipV="0">
            <a:off x="7335992" y="13568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589830591" name="AutoShape 108"/>
          <p:cNvSpPr/>
          <p:nvPr/>
        </p:nvSpPr>
        <p:spPr bwMode="auto">
          <a:xfrm flipV="1">
            <a:off x="6755155" y="1488004"/>
            <a:ext cx="540261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776183" name="Freeform 111"/>
          <p:cNvSpPr/>
          <p:nvPr/>
        </p:nvSpPr>
        <p:spPr bwMode="auto">
          <a:xfrm rot="0" flipH="0" flipV="0">
            <a:off x="7139169" y="21780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2471610" name="TextBox 112"/>
          <p:cNvSpPr txBox="1"/>
          <p:nvPr/>
        </p:nvSpPr>
        <p:spPr bwMode="auto">
          <a:xfrm rot="0" flipH="0" flipV="0">
            <a:off x="7168464" y="21890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99389004" name="Freeform 113"/>
          <p:cNvSpPr/>
          <p:nvPr/>
        </p:nvSpPr>
        <p:spPr bwMode="auto">
          <a:xfrm rot="0" flipH="0" flipV="0">
            <a:off x="7179742" y="22185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741811430" name="AutoShape 114"/>
          <p:cNvSpPr/>
          <p:nvPr/>
        </p:nvSpPr>
        <p:spPr bwMode="auto">
          <a:xfrm>
            <a:off x="6755155" y="1797131"/>
            <a:ext cx="384012" cy="3817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9000356" name="Freeform 117"/>
          <p:cNvSpPr/>
          <p:nvPr/>
        </p:nvSpPr>
        <p:spPr bwMode="auto">
          <a:xfrm rot="0" flipH="0" flipV="0">
            <a:off x="6671178" y="313649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75390019" name="TextBox 118"/>
          <p:cNvSpPr txBox="1"/>
          <p:nvPr/>
        </p:nvSpPr>
        <p:spPr bwMode="auto">
          <a:xfrm rot="0" flipH="0" flipV="0">
            <a:off x="6715051" y="3152943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997015500" name="Freeform 119"/>
          <p:cNvSpPr/>
          <p:nvPr/>
        </p:nvSpPr>
        <p:spPr bwMode="auto">
          <a:xfrm rot="0" flipH="0" flipV="0">
            <a:off x="6731943" y="319725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914727907" name="AutoShape 120"/>
          <p:cNvSpPr/>
          <p:nvPr/>
        </p:nvSpPr>
        <p:spPr bwMode="auto">
          <a:xfrm>
            <a:off x="6570918" y="1798488"/>
            <a:ext cx="284499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0941320" name="Freeform 121"/>
          <p:cNvSpPr/>
          <p:nvPr/>
        </p:nvSpPr>
        <p:spPr bwMode="auto">
          <a:xfrm rot="-10799922">
            <a:off x="7693650" y="567669"/>
            <a:ext cx="774635" cy="3442833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0256671" name="Freeform 123"/>
          <p:cNvSpPr/>
          <p:nvPr/>
        </p:nvSpPr>
        <p:spPr bwMode="auto">
          <a:xfrm rot="0" flipH="0" flipV="0">
            <a:off x="8992161" y="1424160"/>
            <a:ext cx="2175105" cy="1729854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69685429" name="TextBox 124"/>
          <p:cNvSpPr txBox="1"/>
          <p:nvPr/>
        </p:nvSpPr>
        <p:spPr bwMode="auto">
          <a:xfrm rot="0" flipH="0" flipV="0">
            <a:off x="8992161" y="1394022"/>
            <a:ext cx="2175105" cy="176000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869"/>
              </a:lnSpc>
              <a:defRPr/>
            </a:pPr>
            <a:endParaRPr/>
          </a:p>
        </p:txBody>
      </p:sp>
      <p:sp>
        <p:nvSpPr>
          <p:cNvPr id="436131035" name="Freeform 125"/>
          <p:cNvSpPr/>
          <p:nvPr/>
        </p:nvSpPr>
        <p:spPr bwMode="auto">
          <a:xfrm>
            <a:off x="10436535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7619403" name="Freeform 126"/>
          <p:cNvSpPr/>
          <p:nvPr/>
        </p:nvSpPr>
        <p:spPr bwMode="auto">
          <a:xfrm>
            <a:off x="9840080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472058" name="Freeform 127"/>
          <p:cNvSpPr/>
          <p:nvPr/>
        </p:nvSpPr>
        <p:spPr bwMode="auto">
          <a:xfrm>
            <a:off x="9239112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491414" name="Freeform 128"/>
          <p:cNvSpPr/>
          <p:nvPr/>
        </p:nvSpPr>
        <p:spPr bwMode="auto">
          <a:xfrm>
            <a:off x="10436535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9143373" name="Freeform 129"/>
          <p:cNvSpPr/>
          <p:nvPr/>
        </p:nvSpPr>
        <p:spPr bwMode="auto">
          <a:xfrm>
            <a:off x="9840080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3952074" name="Freeform 130"/>
          <p:cNvSpPr/>
          <p:nvPr/>
        </p:nvSpPr>
        <p:spPr bwMode="auto">
          <a:xfrm>
            <a:off x="9239112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0142318" name="Freeform 131"/>
          <p:cNvSpPr/>
          <p:nvPr/>
        </p:nvSpPr>
        <p:spPr bwMode="auto">
          <a:xfrm rot="7235011">
            <a:off x="8643632" y="4186045"/>
            <a:ext cx="1983807" cy="709209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9548499" name="Freeform 132"/>
          <p:cNvSpPr/>
          <p:nvPr/>
        </p:nvSpPr>
        <p:spPr bwMode="auto">
          <a:xfrm>
            <a:off x="6712336" y="4572480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169909" name="Freeform 133"/>
          <p:cNvSpPr/>
          <p:nvPr/>
        </p:nvSpPr>
        <p:spPr bwMode="auto">
          <a:xfrm>
            <a:off x="7246657" y="4761666"/>
            <a:ext cx="591183" cy="525411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5120294" name="Freeform 134"/>
          <p:cNvSpPr/>
          <p:nvPr/>
        </p:nvSpPr>
        <p:spPr bwMode="auto">
          <a:xfrm>
            <a:off x="3062442" y="4381981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0236592" name="Freeform 135"/>
          <p:cNvSpPr/>
          <p:nvPr/>
        </p:nvSpPr>
        <p:spPr bwMode="auto">
          <a:xfrm rot="-8195860" flipH="1">
            <a:off x="1903231" y="4158308"/>
            <a:ext cx="1251307" cy="447340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1085247" name="Freeform 136"/>
          <p:cNvSpPr/>
          <p:nvPr/>
        </p:nvSpPr>
        <p:spPr bwMode="auto">
          <a:xfrm>
            <a:off x="5285556" y="5125439"/>
            <a:ext cx="863492" cy="518094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6155151" name="TextBox 138"/>
          <p:cNvSpPr txBox="1"/>
          <p:nvPr/>
        </p:nvSpPr>
        <p:spPr bwMode="auto">
          <a:xfrm flipH="0" flipV="0">
            <a:off x="3020609" y="3919563"/>
            <a:ext cx="2089109" cy="3910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252471" name="Freeform 28"/>
          <p:cNvSpPr/>
          <p:nvPr/>
        </p:nvSpPr>
        <p:spPr bwMode="auto">
          <a:xfrm rot="0" flipH="0" flipV="0">
            <a:off x="2162804" y="154055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23157023" name="TextBox 29"/>
          <p:cNvSpPr txBox="1"/>
          <p:nvPr/>
        </p:nvSpPr>
        <p:spPr bwMode="auto">
          <a:xfrm rot="0" flipH="0" flipV="0">
            <a:off x="2206677" y="155700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28042865" name="Freeform 30"/>
          <p:cNvSpPr/>
          <p:nvPr/>
        </p:nvSpPr>
        <p:spPr bwMode="auto">
          <a:xfrm rot="0" flipH="0" flipV="0">
            <a:off x="2223568" y="160131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493986655" name="AutoShape 31"/>
          <p:cNvSpPr/>
          <p:nvPr/>
        </p:nvSpPr>
        <p:spPr bwMode="auto">
          <a:xfrm flipH="1" flipV="1">
            <a:off x="3094488" y="1005849"/>
            <a:ext cx="1235430" cy="63024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4466907" name="Freeform 34"/>
          <p:cNvSpPr/>
          <p:nvPr/>
        </p:nvSpPr>
        <p:spPr bwMode="auto">
          <a:xfrm rot="0" flipH="0" flipV="0">
            <a:off x="2781985" y="76988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6657207" name="TextBox 35"/>
          <p:cNvSpPr txBox="1"/>
          <p:nvPr/>
        </p:nvSpPr>
        <p:spPr bwMode="auto">
          <a:xfrm rot="0" flipH="0" flipV="0">
            <a:off x="2811282" y="78087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41845345" name="Freeform 36"/>
          <p:cNvSpPr/>
          <p:nvPr/>
        </p:nvSpPr>
        <p:spPr bwMode="auto">
          <a:xfrm rot="0" flipH="0" flipV="0">
            <a:off x="2822559" y="81046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043635198" name="AutoShape 37"/>
          <p:cNvSpPr/>
          <p:nvPr/>
        </p:nvSpPr>
        <p:spPr bwMode="auto">
          <a:xfrm flipV="1">
            <a:off x="4797909" y="1130011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8650927" name="Freeform 40"/>
          <p:cNvSpPr/>
          <p:nvPr/>
        </p:nvSpPr>
        <p:spPr bwMode="auto">
          <a:xfrm rot="0" flipH="0" flipV="0">
            <a:off x="4329918" y="1521465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8742211" name="TextBox 41"/>
          <p:cNvSpPr txBox="1"/>
          <p:nvPr/>
        </p:nvSpPr>
        <p:spPr bwMode="auto">
          <a:xfrm rot="0" flipH="0" flipV="0">
            <a:off x="4373790" y="1537918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247542" name="Freeform 42"/>
          <p:cNvSpPr/>
          <p:nvPr/>
        </p:nvSpPr>
        <p:spPr bwMode="auto">
          <a:xfrm rot="0" flipH="0" flipV="0">
            <a:off x="4390681" y="1582229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261489133" name="Freeform 45"/>
          <p:cNvSpPr/>
          <p:nvPr/>
        </p:nvSpPr>
        <p:spPr bwMode="auto">
          <a:xfrm rot="0" flipH="0" flipV="0">
            <a:off x="5351009" y="849596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7400885" name="TextBox 46"/>
          <p:cNvSpPr txBox="1"/>
          <p:nvPr/>
        </p:nvSpPr>
        <p:spPr bwMode="auto">
          <a:xfrm rot="0" flipH="0" flipV="0">
            <a:off x="5380306" y="86058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08112448" name="Freeform 47"/>
          <p:cNvSpPr/>
          <p:nvPr/>
        </p:nvSpPr>
        <p:spPr bwMode="auto">
          <a:xfrm rot="0" flipH="0" flipV="0">
            <a:off x="5391583" y="89017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872212432" name="AutoShape 48"/>
          <p:cNvSpPr/>
          <p:nvPr/>
        </p:nvSpPr>
        <p:spPr bwMode="auto">
          <a:xfrm flipH="1">
            <a:off x="2546132" y="1082391"/>
            <a:ext cx="292387" cy="458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4703385" name="Freeform 51"/>
          <p:cNvSpPr/>
          <p:nvPr/>
        </p:nvSpPr>
        <p:spPr bwMode="auto">
          <a:xfrm rot="0" flipH="0" flipV="0">
            <a:off x="1771794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70127725" name="TextBox 52"/>
          <p:cNvSpPr txBox="1"/>
          <p:nvPr/>
        </p:nvSpPr>
        <p:spPr bwMode="auto">
          <a:xfrm rot="0" flipH="0" flipV="0">
            <a:off x="1801090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52671360" name="Freeform 53"/>
          <p:cNvSpPr/>
          <p:nvPr/>
        </p:nvSpPr>
        <p:spPr bwMode="auto">
          <a:xfrm rot="0" flipH="0" flipV="0">
            <a:off x="1812367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150234132" name="AutoShape 54"/>
          <p:cNvSpPr/>
          <p:nvPr/>
        </p:nvSpPr>
        <p:spPr bwMode="auto">
          <a:xfrm>
            <a:off x="2005997" y="991186"/>
            <a:ext cx="274068" cy="549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1621974" name="Freeform 57"/>
          <p:cNvSpPr/>
          <p:nvPr/>
        </p:nvSpPr>
        <p:spPr bwMode="auto">
          <a:xfrm rot="0" flipH="0" flipV="0">
            <a:off x="1214771" y="8750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4763279" name="TextBox 58"/>
          <p:cNvSpPr txBox="1"/>
          <p:nvPr/>
        </p:nvSpPr>
        <p:spPr bwMode="auto">
          <a:xfrm rot="0" flipH="0" flipV="0">
            <a:off x="1244068" y="8860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67902045" name="Freeform 59"/>
          <p:cNvSpPr/>
          <p:nvPr/>
        </p:nvSpPr>
        <p:spPr bwMode="auto">
          <a:xfrm rot="0" flipH="0" flipV="0">
            <a:off x="1255345" y="9156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10906103" name="AutoShape 60"/>
          <p:cNvSpPr/>
          <p:nvPr/>
        </p:nvSpPr>
        <p:spPr bwMode="auto">
          <a:xfrm>
            <a:off x="1527278" y="1144513"/>
            <a:ext cx="635527" cy="4604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7151980" name="Freeform 63"/>
          <p:cNvSpPr/>
          <p:nvPr/>
        </p:nvSpPr>
        <p:spPr bwMode="auto">
          <a:xfrm rot="0" flipH="0" flipV="0">
            <a:off x="1214771" y="15405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6635200" name="TextBox 64"/>
          <p:cNvSpPr txBox="1"/>
          <p:nvPr/>
        </p:nvSpPr>
        <p:spPr bwMode="auto">
          <a:xfrm rot="0" flipH="0" flipV="0">
            <a:off x="1244068" y="15515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35620661" name="Freeform 65"/>
          <p:cNvSpPr/>
          <p:nvPr/>
        </p:nvSpPr>
        <p:spPr bwMode="auto">
          <a:xfrm rot="0" flipH="0" flipV="0">
            <a:off x="1255345" y="15811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92886949" name="AutoShape 66"/>
          <p:cNvSpPr/>
          <p:nvPr/>
        </p:nvSpPr>
        <p:spPr bwMode="auto">
          <a:xfrm>
            <a:off x="1527278" y="1708648"/>
            <a:ext cx="635527" cy="481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4144719" name="AutoShape 67"/>
          <p:cNvSpPr/>
          <p:nvPr/>
        </p:nvSpPr>
        <p:spPr bwMode="auto">
          <a:xfrm flipH="1">
            <a:off x="2056406" y="2008544"/>
            <a:ext cx="289777" cy="1339614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0261727" name="Freeform 70"/>
          <p:cNvSpPr/>
          <p:nvPr/>
        </p:nvSpPr>
        <p:spPr bwMode="auto">
          <a:xfrm rot="0" flipH="0" flipV="0">
            <a:off x="1771794" y="3348159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90286917" name="TextBox 71"/>
          <p:cNvSpPr txBox="1"/>
          <p:nvPr/>
        </p:nvSpPr>
        <p:spPr bwMode="auto">
          <a:xfrm rot="0" flipH="0" flipV="0">
            <a:off x="1815666" y="336461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35569388" name="Freeform 72"/>
          <p:cNvSpPr/>
          <p:nvPr/>
        </p:nvSpPr>
        <p:spPr bwMode="auto">
          <a:xfrm rot="0" flipH="0" flipV="0">
            <a:off x="1832556" y="340892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535118036" name="AutoShape 73"/>
          <p:cNvSpPr/>
          <p:nvPr/>
        </p:nvSpPr>
        <p:spPr bwMode="auto">
          <a:xfrm flipV="1">
            <a:off x="2239783" y="3480620"/>
            <a:ext cx="2393544" cy="9249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0469683" name="Freeform 76"/>
          <p:cNvSpPr/>
          <p:nvPr/>
        </p:nvSpPr>
        <p:spPr bwMode="auto">
          <a:xfrm rot="0" flipH="0" flipV="0">
            <a:off x="4633330" y="323758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75735338" name="TextBox 77"/>
          <p:cNvSpPr txBox="1"/>
          <p:nvPr/>
        </p:nvSpPr>
        <p:spPr bwMode="auto">
          <a:xfrm rot="0" flipH="0" flipV="0">
            <a:off x="4677203" y="325403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85490189" name="Freeform 78"/>
          <p:cNvSpPr/>
          <p:nvPr/>
        </p:nvSpPr>
        <p:spPr bwMode="auto">
          <a:xfrm rot="0" flipH="0" flipV="0">
            <a:off x="4694094" y="329834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912280340" name="Freeform 81"/>
          <p:cNvSpPr/>
          <p:nvPr/>
        </p:nvSpPr>
        <p:spPr bwMode="auto">
          <a:xfrm rot="0" flipH="0" flipV="0">
            <a:off x="3019649" y="250487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0267286" name="TextBox 82"/>
          <p:cNvSpPr txBox="1"/>
          <p:nvPr/>
        </p:nvSpPr>
        <p:spPr bwMode="auto">
          <a:xfrm rot="0" flipH="0" flipV="0">
            <a:off x="3048946" y="251585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1171445" name="Freeform 83"/>
          <p:cNvSpPr/>
          <p:nvPr/>
        </p:nvSpPr>
        <p:spPr bwMode="auto">
          <a:xfrm rot="0" flipH="0" flipV="0">
            <a:off x="3060223" y="254544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47854447" name="AutoShape 84"/>
          <p:cNvSpPr/>
          <p:nvPr/>
        </p:nvSpPr>
        <p:spPr bwMode="auto">
          <a:xfrm flipV="1">
            <a:off x="2239783" y="2784115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431652" name="Freeform 87"/>
          <p:cNvSpPr/>
          <p:nvPr/>
        </p:nvSpPr>
        <p:spPr bwMode="auto">
          <a:xfrm rot="0" flipH="0" flipV="0">
            <a:off x="4022996" y="234862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6890886" name="TextBox 88"/>
          <p:cNvSpPr txBox="1"/>
          <p:nvPr/>
        </p:nvSpPr>
        <p:spPr bwMode="auto">
          <a:xfrm rot="0" flipH="0" flipV="0">
            <a:off x="4052293" y="235960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72367545" name="Freeform 89"/>
          <p:cNvSpPr/>
          <p:nvPr/>
        </p:nvSpPr>
        <p:spPr bwMode="auto">
          <a:xfrm rot="0" flipH="0" flipV="0">
            <a:off x="4063570" y="238919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833292650" name="AutoShape 90"/>
          <p:cNvSpPr/>
          <p:nvPr/>
        </p:nvSpPr>
        <p:spPr bwMode="auto">
          <a:xfrm flipH="1" flipV="1">
            <a:off x="4290464" y="2661125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3107953" name="Freeform 93"/>
          <p:cNvSpPr/>
          <p:nvPr/>
        </p:nvSpPr>
        <p:spPr bwMode="auto">
          <a:xfrm rot="0" flipH="0" flipV="0">
            <a:off x="6138339" y="12888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72895274" name="TextBox 94"/>
          <p:cNvSpPr txBox="1"/>
          <p:nvPr/>
        </p:nvSpPr>
        <p:spPr bwMode="auto">
          <a:xfrm rot="0" flipH="0" flipV="0">
            <a:off x="6182212" y="13052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54181377" name="Freeform 95"/>
          <p:cNvSpPr/>
          <p:nvPr/>
        </p:nvSpPr>
        <p:spPr bwMode="auto">
          <a:xfrm rot="0" flipH="0" flipV="0">
            <a:off x="6199103" y="13495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759391493" name="AutoShape 96"/>
          <p:cNvSpPr/>
          <p:nvPr/>
        </p:nvSpPr>
        <p:spPr bwMode="auto">
          <a:xfrm flipV="1">
            <a:off x="5048037" y="1756816"/>
            <a:ext cx="1143585" cy="1480765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056535" name="Freeform 99"/>
          <p:cNvSpPr/>
          <p:nvPr/>
        </p:nvSpPr>
        <p:spPr bwMode="auto">
          <a:xfrm rot="0" flipH="0" flipV="0">
            <a:off x="6834091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7843277" name="TextBox 100"/>
          <p:cNvSpPr txBox="1"/>
          <p:nvPr/>
        </p:nvSpPr>
        <p:spPr bwMode="auto">
          <a:xfrm rot="0" flipH="0" flipV="0">
            <a:off x="6863388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59163821" name="Freeform 101"/>
          <p:cNvSpPr/>
          <p:nvPr/>
        </p:nvSpPr>
        <p:spPr bwMode="auto">
          <a:xfrm rot="0" flipH="0" flipV="0">
            <a:off x="6874665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465119411" name="AutoShape 102"/>
          <p:cNvSpPr/>
          <p:nvPr/>
        </p:nvSpPr>
        <p:spPr bwMode="auto">
          <a:xfrm flipV="1">
            <a:off x="6582560" y="991186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753631" name="Freeform 105"/>
          <p:cNvSpPr/>
          <p:nvPr/>
        </p:nvSpPr>
        <p:spPr bwMode="auto">
          <a:xfrm rot="0" flipH="0" flipV="0">
            <a:off x="7146594" y="1274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6170186" name="TextBox 106"/>
          <p:cNvSpPr txBox="1"/>
          <p:nvPr/>
        </p:nvSpPr>
        <p:spPr bwMode="auto">
          <a:xfrm rot="0" flipH="0" flipV="0">
            <a:off x="7175890" y="1285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1075545" name="Freeform 107"/>
          <p:cNvSpPr/>
          <p:nvPr/>
        </p:nvSpPr>
        <p:spPr bwMode="auto">
          <a:xfrm rot="0" flipH="0" flipV="0">
            <a:off x="7187167" y="1315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662089053" name="AutoShape 108"/>
          <p:cNvSpPr/>
          <p:nvPr/>
        </p:nvSpPr>
        <p:spPr bwMode="auto">
          <a:xfrm flipV="1">
            <a:off x="6606329" y="1446333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098534" name="Freeform 111"/>
          <p:cNvSpPr/>
          <p:nvPr/>
        </p:nvSpPr>
        <p:spPr bwMode="auto">
          <a:xfrm rot="0" flipH="0" flipV="0">
            <a:off x="6990340" y="213634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29538580" name="TextBox 112"/>
          <p:cNvSpPr txBox="1"/>
          <p:nvPr/>
        </p:nvSpPr>
        <p:spPr bwMode="auto">
          <a:xfrm rot="0" flipH="0" flipV="0">
            <a:off x="7019637" y="214733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43552399" name="Freeform 113"/>
          <p:cNvSpPr/>
          <p:nvPr/>
        </p:nvSpPr>
        <p:spPr bwMode="auto">
          <a:xfrm rot="0" flipH="0" flipV="0">
            <a:off x="7030914" y="217691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2048576672" name="AutoShape 114"/>
          <p:cNvSpPr/>
          <p:nvPr/>
        </p:nvSpPr>
        <p:spPr bwMode="auto">
          <a:xfrm>
            <a:off x="6606329" y="1755461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74442" name="Freeform 117"/>
          <p:cNvSpPr/>
          <p:nvPr/>
        </p:nvSpPr>
        <p:spPr bwMode="auto">
          <a:xfrm rot="0" flipH="0" flipV="0">
            <a:off x="6522351" y="309482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640803" name="TextBox 118"/>
          <p:cNvSpPr txBox="1"/>
          <p:nvPr/>
        </p:nvSpPr>
        <p:spPr bwMode="auto">
          <a:xfrm rot="0" flipH="0" flipV="0">
            <a:off x="6566224" y="311127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93954460" name="Freeform 119"/>
          <p:cNvSpPr/>
          <p:nvPr/>
        </p:nvSpPr>
        <p:spPr bwMode="auto">
          <a:xfrm rot="0" flipH="0" flipV="0">
            <a:off x="6583115" y="315558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599635215" name="AutoShape 120"/>
          <p:cNvSpPr/>
          <p:nvPr/>
        </p:nvSpPr>
        <p:spPr bwMode="auto">
          <a:xfrm>
            <a:off x="6422090" y="1756816"/>
            <a:ext cx="284500" cy="133800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4110795" name="Freeform 121"/>
          <p:cNvSpPr/>
          <p:nvPr/>
        </p:nvSpPr>
        <p:spPr bwMode="auto">
          <a:xfrm rot="-10799952">
            <a:off x="7544822" y="525998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0884057" name="Freeform 123"/>
          <p:cNvSpPr/>
          <p:nvPr/>
        </p:nvSpPr>
        <p:spPr bwMode="auto">
          <a:xfrm rot="0" flipH="0" flipV="0">
            <a:off x="8843333" y="1382487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426445105" name="TextBox 124"/>
          <p:cNvSpPr txBox="1"/>
          <p:nvPr/>
        </p:nvSpPr>
        <p:spPr bwMode="auto">
          <a:xfrm rot="0" flipH="0" flipV="0">
            <a:off x="8843333" y="1352348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775628659" name="Freeform 125"/>
          <p:cNvSpPr/>
          <p:nvPr/>
        </p:nvSpPr>
        <p:spPr bwMode="auto">
          <a:xfrm>
            <a:off x="10287707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3976386" name="Freeform 126"/>
          <p:cNvSpPr/>
          <p:nvPr/>
        </p:nvSpPr>
        <p:spPr bwMode="auto">
          <a:xfrm>
            <a:off x="969125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573449" name="Freeform 127"/>
          <p:cNvSpPr/>
          <p:nvPr/>
        </p:nvSpPr>
        <p:spPr bwMode="auto">
          <a:xfrm>
            <a:off x="909028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185170" name="Freeform 128"/>
          <p:cNvSpPr/>
          <p:nvPr/>
        </p:nvSpPr>
        <p:spPr bwMode="auto">
          <a:xfrm>
            <a:off x="10287707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390752" name="Freeform 129"/>
          <p:cNvSpPr/>
          <p:nvPr/>
        </p:nvSpPr>
        <p:spPr bwMode="auto">
          <a:xfrm>
            <a:off x="969125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5235135" name="Freeform 130"/>
          <p:cNvSpPr/>
          <p:nvPr/>
        </p:nvSpPr>
        <p:spPr bwMode="auto">
          <a:xfrm>
            <a:off x="909028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494365" name="Freeform 131"/>
          <p:cNvSpPr/>
          <p:nvPr/>
        </p:nvSpPr>
        <p:spPr bwMode="auto">
          <a:xfrm rot="7235047">
            <a:off x="8494804" y="4144375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5149493" name="Freeform 132"/>
          <p:cNvSpPr/>
          <p:nvPr/>
        </p:nvSpPr>
        <p:spPr bwMode="auto">
          <a:xfrm>
            <a:off x="6563508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837738" name="Freeform 133"/>
          <p:cNvSpPr/>
          <p:nvPr/>
        </p:nvSpPr>
        <p:spPr bwMode="auto">
          <a:xfrm>
            <a:off x="7097829" y="4719996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690307" name="Freeform 134"/>
          <p:cNvSpPr/>
          <p:nvPr/>
        </p:nvSpPr>
        <p:spPr bwMode="auto">
          <a:xfrm>
            <a:off x="2913615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4086942" name="Freeform 135"/>
          <p:cNvSpPr/>
          <p:nvPr/>
        </p:nvSpPr>
        <p:spPr bwMode="auto">
          <a:xfrm rot="-8195896" flipH="1">
            <a:off x="1754402" y="4307137"/>
            <a:ext cx="1251308" cy="447341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5258442" name="Freeform 136"/>
          <p:cNvSpPr/>
          <p:nvPr/>
        </p:nvSpPr>
        <p:spPr bwMode="auto">
          <a:xfrm>
            <a:off x="5136728" y="5274268"/>
            <a:ext cx="863493" cy="518095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9464529" name="Freeform 137"/>
          <p:cNvSpPr/>
          <p:nvPr/>
        </p:nvSpPr>
        <p:spPr bwMode="auto">
          <a:xfrm>
            <a:off x="3199968" y="3272605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1859196" name="TextBox 138"/>
          <p:cNvSpPr txBox="1"/>
          <p:nvPr/>
        </p:nvSpPr>
        <p:spPr bwMode="auto">
          <a:xfrm>
            <a:off x="2871783" y="4068392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7477491" name="Freeform 139"/>
          <p:cNvSpPr/>
          <p:nvPr/>
        </p:nvSpPr>
        <p:spPr bwMode="auto">
          <a:xfrm>
            <a:off x="1984145" y="2363249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58576543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3" y="152089"/>
            <a:ext cx="8594397" cy="5867328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747295373" name=""/>
          <p:cNvSpPr txBox="1"/>
          <p:nvPr/>
        </p:nvSpPr>
        <p:spPr bwMode="auto">
          <a:xfrm rot="0" flipH="0" flipV="0">
            <a:off x="860285" y="6165365"/>
            <a:ext cx="10222267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Sistem Uang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Elektronik Peer-to-Peer, Bagian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10: Privasi. Tersedia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di: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746288238" name=""/>
          <p:cNvSpPr/>
          <p:nvPr/>
        </p:nvSpPr>
        <p:spPr bwMode="auto">
          <a:xfrm rot="0" flipH="0" flipV="0">
            <a:off x="2262895" y="4520819"/>
            <a:ext cx="8188654" cy="75347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1057348" name=""/>
          <p:cNvGrpSpPr/>
          <p:nvPr/>
        </p:nvGrpSpPr>
        <p:grpSpPr bwMode="auto">
          <a:xfrm>
            <a:off x="515548" y="864239"/>
            <a:ext cx="11204604" cy="5297536"/>
            <a:chOff x="0" y="0"/>
            <a:chExt cx="11204604" cy="5297536"/>
          </a:xfrm>
        </p:grpSpPr>
        <p:sp>
          <p:nvSpPr>
            <p:cNvPr id="1754046040" name="Freeform 30"/>
            <p:cNvSpPr/>
            <p:nvPr/>
          </p:nvSpPr>
          <p:spPr bwMode="auto">
            <a:xfrm rot="0" flipH="0" flipV="0">
              <a:off x="450289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3805517" name="TextBox 31"/>
            <p:cNvSpPr txBox="1"/>
            <p:nvPr/>
          </p:nvSpPr>
          <p:spPr bwMode="auto">
            <a:xfrm rot="0" flipH="0" flipV="0">
              <a:off x="450289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002427463" name="TextBox 32"/>
            <p:cNvSpPr txBox="1"/>
            <p:nvPr/>
          </p:nvSpPr>
          <p:spPr bwMode="auto">
            <a:xfrm flipH="0" flipV="0">
              <a:off x="0" y="342069"/>
              <a:ext cx="3368414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475842602" name="TextBox 33"/>
            <p:cNvSpPr txBox="1"/>
            <p:nvPr/>
          </p:nvSpPr>
          <p:spPr bwMode="auto">
            <a:xfrm flipH="0" flipV="0">
              <a:off x="76948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41624516" name="AutoShape 34"/>
            <p:cNvSpPr/>
            <p:nvPr/>
          </p:nvSpPr>
          <p:spPr bwMode="auto">
            <a:xfrm>
              <a:off x="1711323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34976781" name="TextBox 35"/>
            <p:cNvSpPr txBox="1"/>
            <p:nvPr/>
          </p:nvSpPr>
          <p:spPr bwMode="auto">
            <a:xfrm flipH="0" flipV="0">
              <a:off x="1617604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24395290" name="Freeform 37"/>
            <p:cNvSpPr/>
            <p:nvPr/>
          </p:nvSpPr>
          <p:spPr bwMode="auto">
            <a:xfrm rot="0" flipH="0" flipV="0">
              <a:off x="1990944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9675239" name="TextBox 38"/>
            <p:cNvSpPr txBox="1"/>
            <p:nvPr/>
          </p:nvSpPr>
          <p:spPr bwMode="auto">
            <a:xfrm rot="0" flipH="0" flipV="0">
              <a:off x="1990944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959528219" name="Freeform 40"/>
            <p:cNvSpPr/>
            <p:nvPr/>
          </p:nvSpPr>
          <p:spPr bwMode="auto">
            <a:xfrm rot="0" flipH="0" flipV="0">
              <a:off x="1990944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9283423" name="TextBox 41"/>
            <p:cNvSpPr txBox="1"/>
            <p:nvPr/>
          </p:nvSpPr>
          <p:spPr bwMode="auto">
            <a:xfrm rot="0" flipH="0" flipV="0">
              <a:off x="1990944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28610341" name="Freeform 46"/>
            <p:cNvSpPr/>
            <p:nvPr/>
          </p:nvSpPr>
          <p:spPr bwMode="auto">
            <a:xfrm rot="0" flipH="0" flipV="0">
              <a:off x="4328119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6355518" name="TextBox 47"/>
            <p:cNvSpPr txBox="1"/>
            <p:nvPr/>
          </p:nvSpPr>
          <p:spPr bwMode="auto">
            <a:xfrm rot="0" flipH="0" flipV="0">
              <a:off x="4328119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062028404" name="TextBox 48"/>
            <p:cNvSpPr txBox="1"/>
            <p:nvPr/>
          </p:nvSpPr>
          <p:spPr bwMode="auto">
            <a:xfrm flipH="0" flipV="0">
              <a:off x="3918096" y="342069"/>
              <a:ext cx="3368411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644423125" name="TextBox 49"/>
            <p:cNvSpPr txBox="1"/>
            <p:nvPr/>
          </p:nvSpPr>
          <p:spPr bwMode="auto">
            <a:xfrm flipH="0" flipV="0">
              <a:off x="3954777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325732004" name="AutoShape 50"/>
            <p:cNvSpPr/>
            <p:nvPr/>
          </p:nvSpPr>
          <p:spPr bwMode="auto">
            <a:xfrm>
              <a:off x="5589151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5235408" name="TextBox 51"/>
            <p:cNvSpPr txBox="1"/>
            <p:nvPr/>
          </p:nvSpPr>
          <p:spPr bwMode="auto">
            <a:xfrm flipH="0" flipV="0">
              <a:off x="5495432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403572558" name="Freeform 53"/>
            <p:cNvSpPr/>
            <p:nvPr/>
          </p:nvSpPr>
          <p:spPr bwMode="auto">
            <a:xfrm rot="0" flipH="0" flipV="0">
              <a:off x="5868770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28587727" name="TextBox 54"/>
            <p:cNvSpPr txBox="1"/>
            <p:nvPr/>
          </p:nvSpPr>
          <p:spPr bwMode="auto">
            <a:xfrm rot="0" flipH="0" flipV="0">
              <a:off x="5868770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139511118" name="Freeform 56"/>
            <p:cNvSpPr/>
            <p:nvPr/>
          </p:nvSpPr>
          <p:spPr bwMode="auto">
            <a:xfrm rot="0" flipH="0" flipV="0">
              <a:off x="4328119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3258134" name="TextBox 57"/>
            <p:cNvSpPr txBox="1"/>
            <p:nvPr/>
          </p:nvSpPr>
          <p:spPr bwMode="auto">
            <a:xfrm rot="0" flipH="0" flipV="0">
              <a:off x="4328119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406242370" name="Freeform 59"/>
            <p:cNvSpPr/>
            <p:nvPr/>
          </p:nvSpPr>
          <p:spPr bwMode="auto">
            <a:xfrm rot="0" flipH="0" flipV="0">
              <a:off x="4328119" y="2145773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2142489" name="TextBox 60"/>
            <p:cNvSpPr txBox="1"/>
            <p:nvPr/>
          </p:nvSpPr>
          <p:spPr bwMode="auto">
            <a:xfrm rot="0" flipH="0" flipV="0">
              <a:off x="4328119" y="2022999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762679094" name="Freeform 62"/>
            <p:cNvSpPr/>
            <p:nvPr/>
          </p:nvSpPr>
          <p:spPr bwMode="auto">
            <a:xfrm rot="0" flipH="0" flipV="0">
              <a:off x="4328119" y="2473706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7945305" name="TextBox 63"/>
            <p:cNvSpPr txBox="1"/>
            <p:nvPr/>
          </p:nvSpPr>
          <p:spPr bwMode="auto">
            <a:xfrm rot="0" flipH="0" flipV="0">
              <a:off x="4328119" y="2350932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397265078" name="Freeform 65"/>
            <p:cNvSpPr/>
            <p:nvPr/>
          </p:nvSpPr>
          <p:spPr bwMode="auto">
            <a:xfrm rot="0" flipH="0" flipV="0">
              <a:off x="4328119" y="2801641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3993013" name="TextBox 66"/>
            <p:cNvSpPr txBox="1"/>
            <p:nvPr/>
          </p:nvSpPr>
          <p:spPr bwMode="auto">
            <a:xfrm rot="0" flipH="0" flipV="0">
              <a:off x="4328119" y="2678868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476959187" name="Freeform 68"/>
            <p:cNvSpPr/>
            <p:nvPr/>
          </p:nvSpPr>
          <p:spPr bwMode="auto">
            <a:xfrm rot="0" flipH="0" flipV="0">
              <a:off x="4328119" y="3129575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9348874" name="TextBox 69"/>
            <p:cNvSpPr txBox="1"/>
            <p:nvPr/>
          </p:nvSpPr>
          <p:spPr bwMode="auto">
            <a:xfrm rot="0" flipH="0" flipV="0">
              <a:off x="4328119" y="3006801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596621354" name="Freeform 74"/>
            <p:cNvSpPr/>
            <p:nvPr/>
          </p:nvSpPr>
          <p:spPr bwMode="auto">
            <a:xfrm rot="0" flipH="0" flipV="0">
              <a:off x="8205945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9463802" name="TextBox 75"/>
            <p:cNvSpPr txBox="1"/>
            <p:nvPr/>
          </p:nvSpPr>
          <p:spPr bwMode="auto">
            <a:xfrm rot="0" flipH="0" flipV="0">
              <a:off x="8205945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919814819" name="TextBox 76"/>
            <p:cNvSpPr txBox="1"/>
            <p:nvPr/>
          </p:nvSpPr>
          <p:spPr bwMode="auto">
            <a:xfrm flipH="0" flipV="0">
              <a:off x="7836193" y="342069"/>
              <a:ext cx="3368411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593772899" name="TextBox 77"/>
            <p:cNvSpPr txBox="1"/>
            <p:nvPr/>
          </p:nvSpPr>
          <p:spPr bwMode="auto">
            <a:xfrm flipH="0" flipV="0">
              <a:off x="7832607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2900657" name="AutoShape 78"/>
            <p:cNvSpPr/>
            <p:nvPr/>
          </p:nvSpPr>
          <p:spPr bwMode="auto">
            <a:xfrm>
              <a:off x="9466978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7680730" name="TextBox 79"/>
            <p:cNvSpPr txBox="1"/>
            <p:nvPr/>
          </p:nvSpPr>
          <p:spPr bwMode="auto">
            <a:xfrm flipH="0" flipV="0">
              <a:off x="9373258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425494082" name="Freeform 81"/>
            <p:cNvSpPr/>
            <p:nvPr/>
          </p:nvSpPr>
          <p:spPr bwMode="auto">
            <a:xfrm rot="0" flipH="0" flipV="0">
              <a:off x="9746601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4499301" name="TextBox 82"/>
            <p:cNvSpPr txBox="1"/>
            <p:nvPr/>
          </p:nvSpPr>
          <p:spPr bwMode="auto">
            <a:xfrm rot="0" flipH="0" flipV="0">
              <a:off x="9746601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824672534" name="Freeform 84"/>
            <p:cNvSpPr/>
            <p:nvPr/>
          </p:nvSpPr>
          <p:spPr bwMode="auto">
            <a:xfrm rot="0" flipH="0" flipV="0">
              <a:off x="9746601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06070173" name="TextBox 85"/>
            <p:cNvSpPr txBox="1"/>
            <p:nvPr/>
          </p:nvSpPr>
          <p:spPr bwMode="auto">
            <a:xfrm rot="0" flipH="0" flipV="0">
              <a:off x="9746601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103940221" name="Freeform 87"/>
            <p:cNvSpPr/>
            <p:nvPr/>
          </p:nvSpPr>
          <p:spPr bwMode="auto">
            <a:xfrm rot="0" flipH="0" flipV="0">
              <a:off x="9746601" y="2145773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0323211" name="TextBox 88"/>
            <p:cNvSpPr txBox="1"/>
            <p:nvPr/>
          </p:nvSpPr>
          <p:spPr bwMode="auto">
            <a:xfrm rot="0" flipH="0" flipV="0">
              <a:off x="9746601" y="2022999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953856767" name="Freeform 90"/>
            <p:cNvSpPr/>
            <p:nvPr/>
          </p:nvSpPr>
          <p:spPr bwMode="auto">
            <a:xfrm rot="0" flipH="0" flipV="0">
              <a:off x="9746601" y="2473706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7463285" name="TextBox 91"/>
            <p:cNvSpPr txBox="1"/>
            <p:nvPr/>
          </p:nvSpPr>
          <p:spPr bwMode="auto">
            <a:xfrm rot="0" flipH="0" flipV="0">
              <a:off x="9746601" y="2350932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208805410" name="Freeform 93"/>
            <p:cNvSpPr/>
            <p:nvPr/>
          </p:nvSpPr>
          <p:spPr bwMode="auto">
            <a:xfrm rot="0" flipH="0" flipV="0">
              <a:off x="9746601" y="2801641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3556760" name="TextBox 94"/>
            <p:cNvSpPr txBox="1"/>
            <p:nvPr/>
          </p:nvSpPr>
          <p:spPr bwMode="auto">
            <a:xfrm rot="0" flipH="0" flipV="0">
              <a:off x="9746601" y="2678868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064334904" name="Freeform 96"/>
            <p:cNvSpPr/>
            <p:nvPr/>
          </p:nvSpPr>
          <p:spPr bwMode="auto">
            <a:xfrm rot="0" flipH="0" flipV="0">
              <a:off x="9746601" y="3129575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532937" name="TextBox 97"/>
            <p:cNvSpPr txBox="1"/>
            <p:nvPr/>
          </p:nvSpPr>
          <p:spPr bwMode="auto">
            <a:xfrm rot="0" flipH="0" flipV="0">
              <a:off x="9746601" y="3006801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734226052" name="Freeform 98"/>
            <p:cNvSpPr/>
            <p:nvPr/>
          </p:nvSpPr>
          <p:spPr bwMode="auto">
            <a:xfrm>
              <a:off x="1221889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69" y="0"/>
                  </a:lnTo>
                  <a:lnTo>
                    <a:pt x="978869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2975918" name="Freeform 99"/>
            <p:cNvSpPr/>
            <p:nvPr/>
          </p:nvSpPr>
          <p:spPr bwMode="auto">
            <a:xfrm>
              <a:off x="5099717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69" y="0"/>
                  </a:lnTo>
                  <a:lnTo>
                    <a:pt x="978869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3832902" name="Freeform 100"/>
            <p:cNvSpPr/>
            <p:nvPr/>
          </p:nvSpPr>
          <p:spPr bwMode="auto">
            <a:xfrm>
              <a:off x="8974186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70" y="0"/>
                  </a:lnTo>
                  <a:lnTo>
                    <a:pt x="978870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531722" name="Rectangle: Rounded Corners 12"/>
            <p:cNvSpPr/>
            <p:nvPr/>
          </p:nvSpPr>
          <p:spPr bwMode="auto">
            <a:xfrm>
              <a:off x="0" y="0"/>
              <a:ext cx="3366975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35932955" name="Rectangle: Rounded Corners 12"/>
            <p:cNvSpPr/>
            <p:nvPr/>
          </p:nvSpPr>
          <p:spPr bwMode="auto">
            <a:xfrm>
              <a:off x="3918096" y="0"/>
              <a:ext cx="3366973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817451228" name="Rectangle: Rounded Corners 12"/>
            <p:cNvSpPr/>
            <p:nvPr/>
          </p:nvSpPr>
          <p:spPr bwMode="auto">
            <a:xfrm>
              <a:off x="7836194" y="0"/>
              <a:ext cx="3366973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1267105" name="TextBox 32"/>
          <p:cNvSpPr txBox="1"/>
          <p:nvPr/>
        </p:nvSpPr>
        <p:spPr bwMode="auto">
          <a:xfrm flipH="0" flipV="0">
            <a:off x="2529574" y="529205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Pembayaran yang mudah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5914368" name="Rectangle: Rounded Corners 12"/>
          <p:cNvSpPr/>
          <p:nvPr/>
        </p:nvSpPr>
        <p:spPr bwMode="auto">
          <a:xfrm>
            <a:off x="2529575" y="197975"/>
            <a:ext cx="6955463" cy="644201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16822915" name=""/>
          <p:cNvGrpSpPr/>
          <p:nvPr/>
        </p:nvGrpSpPr>
        <p:grpSpPr bwMode="auto">
          <a:xfrm>
            <a:off x="3043765" y="1831191"/>
            <a:ext cx="5927717" cy="4226110"/>
            <a:chOff x="0" y="0"/>
            <a:chExt cx="5927717" cy="4226110"/>
          </a:xfrm>
        </p:grpSpPr>
        <p:sp>
          <p:nvSpPr>
            <p:cNvPr id="1777287462" name="Freeform 30"/>
            <p:cNvSpPr/>
            <p:nvPr/>
          </p:nvSpPr>
          <p:spPr bwMode="auto">
            <a:xfrm rot="0" flipH="0" flipV="0">
              <a:off x="0" y="67692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41930691" name="TextBox 31"/>
            <p:cNvSpPr txBox="1"/>
            <p:nvPr/>
          </p:nvSpPr>
          <p:spPr bwMode="auto">
            <a:xfrm rot="0" flipH="0" flipV="0">
              <a:off x="0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66576285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69087798" name="AutoShape 34"/>
            <p:cNvSpPr/>
            <p:nvPr/>
          </p:nvSpPr>
          <p:spPr bwMode="auto">
            <a:xfrm flipH="0" flipV="0">
              <a:off x="2963953" y="71998"/>
              <a:ext cx="0" cy="415411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5902428" name="TextBox 35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397620148" name="Freeform 37"/>
            <p:cNvSpPr/>
            <p:nvPr/>
          </p:nvSpPr>
          <p:spPr bwMode="auto">
            <a:xfrm rot="0" flipH="0" flipV="0">
              <a:off x="3621178" y="67692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5252234" name="TextBox 38"/>
            <p:cNvSpPr txBox="1"/>
            <p:nvPr/>
          </p:nvSpPr>
          <p:spPr bwMode="auto">
            <a:xfrm rot="0" flipH="0" flipV="0">
              <a:off x="3621178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6205128" name="Freeform 40"/>
            <p:cNvSpPr/>
            <p:nvPr/>
          </p:nvSpPr>
          <p:spPr bwMode="auto">
            <a:xfrm rot="0" flipH="0" flipV="0">
              <a:off x="3621178" y="164283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31449419" name="TextBox 41"/>
            <p:cNvSpPr txBox="1"/>
            <p:nvPr/>
          </p:nvSpPr>
          <p:spPr bwMode="auto">
            <a:xfrm rot="0" flipH="0" flipV="0">
              <a:off x="3621178" y="147406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2282101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6529" y="273843"/>
            <a:ext cx="11918941" cy="6190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1561566" name="TextBox 32"/>
          <p:cNvSpPr txBox="1"/>
          <p:nvPr/>
        </p:nvSpPr>
        <p:spPr bwMode="auto">
          <a:xfrm flipH="0" flipV="0">
            <a:off x="2567646" y="560219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Menyapu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63956699" name="Rectangle: Rounded Corners 12"/>
          <p:cNvSpPr/>
          <p:nvPr/>
        </p:nvSpPr>
        <p:spPr bwMode="auto">
          <a:xfrm>
            <a:off x="2567647" y="87217"/>
            <a:ext cx="6955463" cy="66224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17581526" name=""/>
          <p:cNvGrpSpPr/>
          <p:nvPr/>
        </p:nvGrpSpPr>
        <p:grpSpPr bwMode="auto">
          <a:xfrm>
            <a:off x="3081837" y="1787789"/>
            <a:ext cx="5927716" cy="4209981"/>
            <a:chOff x="0" y="0"/>
            <a:chExt cx="5927716" cy="4209981"/>
          </a:xfrm>
        </p:grpSpPr>
        <p:sp>
          <p:nvSpPr>
            <p:cNvPr id="196075885" name="Freeform 30"/>
            <p:cNvSpPr/>
            <p:nvPr/>
          </p:nvSpPr>
          <p:spPr bwMode="auto">
            <a:xfrm rot="0" flipH="0" flipV="0">
              <a:off x="0" y="67692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689127" name="TextBox 31"/>
            <p:cNvSpPr txBox="1"/>
            <p:nvPr/>
          </p:nvSpPr>
          <p:spPr bwMode="auto">
            <a:xfrm rot="0" flipH="0" flipV="0">
              <a:off x="0" y="50815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73467187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5988910" name="AutoShape 34"/>
            <p:cNvSpPr/>
            <p:nvPr/>
          </p:nvSpPr>
          <p:spPr bwMode="auto">
            <a:xfrm flipH="0" flipV="0">
              <a:off x="2963953" y="71996"/>
              <a:ext cx="0" cy="413798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7304122" name="TextBox 35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8082707" name="Freeform 37"/>
            <p:cNvSpPr/>
            <p:nvPr/>
          </p:nvSpPr>
          <p:spPr bwMode="auto">
            <a:xfrm rot="0" flipH="0" flipV="0">
              <a:off x="3621177" y="67692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2459201" name="TextBox 38"/>
            <p:cNvSpPr txBox="1"/>
            <p:nvPr/>
          </p:nvSpPr>
          <p:spPr bwMode="auto">
            <a:xfrm rot="0" flipH="0" flipV="0">
              <a:off x="3621177" y="50815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6868784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46043"/>
            <a:ext cx="12191999" cy="536591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269213" name="Rectangle: Rounded Corners 12"/>
          <p:cNvSpPr/>
          <p:nvPr/>
        </p:nvSpPr>
        <p:spPr bwMode="auto">
          <a:xfrm>
            <a:off x="2605720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233576288" name="TextBox 32"/>
          <p:cNvSpPr txBox="1"/>
          <p:nvPr/>
        </p:nvSpPr>
        <p:spPr bwMode="auto">
          <a:xfrm rot="0" flipH="0" flipV="0">
            <a:off x="2605717" y="544711"/>
            <a:ext cx="6956902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Konsolidasi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051159677" name=""/>
          <p:cNvGrpSpPr/>
          <p:nvPr/>
        </p:nvGrpSpPr>
        <p:grpSpPr bwMode="auto">
          <a:xfrm>
            <a:off x="3135600" y="1697867"/>
            <a:ext cx="6001945" cy="4663515"/>
            <a:chOff x="0" y="0"/>
            <a:chExt cx="6001945" cy="4663515"/>
          </a:xfrm>
        </p:grpSpPr>
        <p:sp>
          <p:nvSpPr>
            <p:cNvPr id="1405590550" name="Freeform 30"/>
            <p:cNvSpPr/>
            <p:nvPr/>
          </p:nvSpPr>
          <p:spPr bwMode="auto">
            <a:xfrm rot="0" flipH="0" flipV="0">
              <a:off x="74227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9221788" name="TextBox 31"/>
            <p:cNvSpPr txBox="1"/>
            <p:nvPr/>
          </p:nvSpPr>
          <p:spPr bwMode="auto">
            <a:xfrm rot="0" flipH="0" flipV="0">
              <a:off x="74227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584548669" name="TextBox 33"/>
            <p:cNvSpPr txBox="1"/>
            <p:nvPr/>
          </p:nvSpPr>
          <p:spPr bwMode="auto">
            <a:xfrm rot="0" flipH="0" flipV="0">
              <a:off x="11554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8587169" name="AutoShape 34"/>
            <p:cNvSpPr/>
            <p:nvPr/>
          </p:nvSpPr>
          <p:spPr bwMode="auto">
            <a:xfrm rot="0" flipH="0" flipV="0">
              <a:off x="3038181" y="71996"/>
              <a:ext cx="0" cy="422092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6926661" name="Freeform 36"/>
            <p:cNvSpPr/>
            <p:nvPr/>
          </p:nvSpPr>
          <p:spPr bwMode="auto">
            <a:xfrm rot="0" flipH="0" flipV="0">
              <a:off x="74227" y="149400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2356943" name="TextBox 37"/>
            <p:cNvSpPr txBox="1"/>
            <p:nvPr/>
          </p:nvSpPr>
          <p:spPr bwMode="auto">
            <a:xfrm rot="0" flipH="0" flipV="0">
              <a:off x="74227" y="147406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55808845" name="TextBox 38"/>
            <p:cNvSpPr txBox="1"/>
            <p:nvPr/>
          </p:nvSpPr>
          <p:spPr bwMode="auto">
            <a:xfrm rot="0" flipH="0" flipV="0">
              <a:off x="3736725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67746488" name="Freeform 40"/>
            <p:cNvSpPr/>
            <p:nvPr/>
          </p:nvSpPr>
          <p:spPr bwMode="auto">
            <a:xfrm rot="0" flipH="0" flipV="0">
              <a:off x="74414" y="231109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8950678" name="TextBox 41"/>
            <p:cNvSpPr txBox="1"/>
            <p:nvPr/>
          </p:nvSpPr>
          <p:spPr bwMode="auto">
            <a:xfrm rot="0" flipH="0" flipV="0">
              <a:off x="74414" y="243997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855253854" name="Freeform 43"/>
            <p:cNvSpPr/>
            <p:nvPr/>
          </p:nvSpPr>
          <p:spPr bwMode="auto">
            <a:xfrm rot="0" flipH="0" flipV="0">
              <a:off x="74414" y="31281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38488370" name="TextBox 44"/>
            <p:cNvSpPr txBox="1"/>
            <p:nvPr/>
          </p:nvSpPr>
          <p:spPr bwMode="auto">
            <a:xfrm rot="0" flipH="0" flipV="0">
              <a:off x="74414" y="295940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978375458" name="Freeform 46"/>
            <p:cNvSpPr/>
            <p:nvPr/>
          </p:nvSpPr>
          <p:spPr bwMode="auto">
            <a:xfrm rot="0" flipH="0" flipV="0">
              <a:off x="3695406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5350756" name="TextBox 47"/>
            <p:cNvSpPr txBox="1"/>
            <p:nvPr/>
          </p:nvSpPr>
          <p:spPr bwMode="auto">
            <a:xfrm rot="0" flipH="0" flipV="0">
              <a:off x="3695406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03631169" name="Freeform 49"/>
            <p:cNvSpPr/>
            <p:nvPr/>
          </p:nvSpPr>
          <p:spPr bwMode="auto">
            <a:xfrm rot="0" flipH="0" flipV="0">
              <a:off x="74414" y="394525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9296469" name="TextBox 50"/>
            <p:cNvSpPr txBox="1"/>
            <p:nvPr/>
          </p:nvSpPr>
          <p:spPr bwMode="auto">
            <a:xfrm rot="0" flipH="0" flipV="0">
              <a:off x="0" y="370207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1855221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06093" y="122913"/>
            <a:ext cx="10521899" cy="661217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2890449" name="TextBox 32"/>
          <p:cNvSpPr txBox="1"/>
          <p:nvPr/>
        </p:nvSpPr>
        <p:spPr bwMode="auto">
          <a:xfrm flipH="0" flipV="0">
            <a:off x="3086814" y="619128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Konsolidasi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92109324" name="Freeform 51"/>
          <p:cNvSpPr/>
          <p:nvPr/>
        </p:nvSpPr>
        <p:spPr bwMode="auto">
          <a:xfrm>
            <a:off x="1230660" y="4642473"/>
            <a:ext cx="989073" cy="1085401"/>
          </a:xfrm>
          <a:custGeom>
            <a:avLst/>
            <a:gdLst/>
            <a:ahLst/>
            <a:cxnLst/>
            <a:rect l="l" t="t" r="r" b="b"/>
            <a:pathLst>
              <a:path w="989074" h="1085403" fill="norm" stroke="1" extrusionOk="0">
                <a:moveTo>
                  <a:pt x="0" y="0"/>
                </a:moveTo>
                <a:lnTo>
                  <a:pt x="989074" y="0"/>
                </a:lnTo>
                <a:lnTo>
                  <a:pt x="989074" y="1085403"/>
                </a:lnTo>
                <a:lnTo>
                  <a:pt x="0" y="10854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1170583" name="TextBox 52"/>
          <p:cNvSpPr txBox="1"/>
          <p:nvPr/>
        </p:nvSpPr>
        <p:spPr bwMode="auto">
          <a:xfrm>
            <a:off x="853453" y="5744331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Alice</a:t>
            </a:r>
            <a:endParaRPr/>
          </a:p>
        </p:txBody>
      </p:sp>
      <p:sp>
        <p:nvSpPr>
          <p:cNvPr id="110305213" name="AutoShape 53"/>
          <p:cNvSpPr/>
          <p:nvPr/>
        </p:nvSpPr>
        <p:spPr bwMode="auto">
          <a:xfrm flipH="0" flipV="0">
            <a:off x="2219733" y="5185175"/>
            <a:ext cx="120483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529366" name="Rectangle: Rounded Corners 12"/>
          <p:cNvSpPr/>
          <p:nvPr/>
        </p:nvSpPr>
        <p:spPr bwMode="auto">
          <a:xfrm>
            <a:off x="3086815" y="161632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08489937" name=""/>
          <p:cNvGrpSpPr/>
          <p:nvPr/>
        </p:nvGrpSpPr>
        <p:grpSpPr bwMode="auto">
          <a:xfrm>
            <a:off x="3676905" y="1461887"/>
            <a:ext cx="5927715" cy="4899498"/>
            <a:chOff x="0" y="0"/>
            <a:chExt cx="5927715" cy="4899498"/>
          </a:xfrm>
        </p:grpSpPr>
        <p:sp>
          <p:nvSpPr>
            <p:cNvPr id="503028555" name="Freeform 30"/>
            <p:cNvSpPr/>
            <p:nvPr/>
          </p:nvSpPr>
          <p:spPr bwMode="auto">
            <a:xfrm rot="0" flipH="0" flipV="0">
              <a:off x="0" y="91290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94414644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43262871" name="TextBox 33"/>
            <p:cNvSpPr txBox="1"/>
            <p:nvPr/>
          </p:nvSpPr>
          <p:spPr bwMode="auto">
            <a:xfrm>
              <a:off x="41317" y="235982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475447929" name="AutoShape 34"/>
            <p:cNvSpPr/>
            <p:nvPr/>
          </p:nvSpPr>
          <p:spPr bwMode="auto">
            <a:xfrm flipH="0" flipV="0">
              <a:off x="2963952" y="531222"/>
              <a:ext cx="0" cy="42998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991425" name="Freeform 36"/>
            <p:cNvSpPr/>
            <p:nvPr/>
          </p:nvSpPr>
          <p:spPr bwMode="auto">
            <a:xfrm rot="0" flipH="0" flipV="0">
              <a:off x="0" y="172998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0919842" name="TextBox 37"/>
            <p:cNvSpPr txBox="1"/>
            <p:nvPr/>
          </p:nvSpPr>
          <p:spPr bwMode="auto">
            <a:xfrm rot="0" flipH="0" flipV="0">
              <a:off x="0" y="156122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46375867" name="TextBox 38"/>
            <p:cNvSpPr txBox="1"/>
            <p:nvPr/>
          </p:nvSpPr>
          <p:spPr bwMode="auto">
            <a:xfrm>
              <a:off x="3662496" y="235982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2244111" name="Freeform 40"/>
            <p:cNvSpPr/>
            <p:nvPr/>
          </p:nvSpPr>
          <p:spPr bwMode="auto">
            <a:xfrm rot="0" flipH="0" flipV="0">
              <a:off x="184" y="254707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2860588" name="TextBox 41"/>
            <p:cNvSpPr txBox="1"/>
            <p:nvPr/>
          </p:nvSpPr>
          <p:spPr bwMode="auto">
            <a:xfrm rot="0" flipH="0" flipV="0">
              <a:off x="184" y="237830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636129755" name="Freeform 43"/>
            <p:cNvSpPr/>
            <p:nvPr/>
          </p:nvSpPr>
          <p:spPr bwMode="auto">
            <a:xfrm rot="0" flipH="0" flipV="0">
              <a:off x="184" y="336415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2596946" name="TextBox 44"/>
            <p:cNvSpPr txBox="1"/>
            <p:nvPr/>
          </p:nvSpPr>
          <p:spPr bwMode="auto">
            <a:xfrm rot="0" flipH="0" flipV="0">
              <a:off x="184" y="319538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977017691" name="Freeform 46"/>
            <p:cNvSpPr/>
            <p:nvPr/>
          </p:nvSpPr>
          <p:spPr bwMode="auto">
            <a:xfrm rot="0" flipH="0" flipV="0">
              <a:off x="3621177" y="91290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05707826" name="TextBox 47"/>
            <p:cNvSpPr txBox="1"/>
            <p:nvPr/>
          </p:nvSpPr>
          <p:spPr bwMode="auto">
            <a:xfrm rot="0" flipH="0" flipV="0">
              <a:off x="3621177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437523110" name="Freeform 49"/>
            <p:cNvSpPr/>
            <p:nvPr/>
          </p:nvSpPr>
          <p:spPr bwMode="auto">
            <a:xfrm rot="0" flipH="0" flipV="0">
              <a:off x="184" y="418123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5006145" name="TextBox 50"/>
            <p:cNvSpPr txBox="1"/>
            <p:nvPr/>
          </p:nvSpPr>
          <p:spPr bwMode="auto">
            <a:xfrm rot="0" flipH="0" flipV="0">
              <a:off x="184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0228995" name="TextBox 32"/>
          <p:cNvSpPr txBox="1"/>
          <p:nvPr/>
        </p:nvSpPr>
        <p:spPr bwMode="auto">
          <a:xfrm rot="0" flipH="0" flipV="0">
            <a:off x="2642058" y="544710"/>
            <a:ext cx="6851906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fr-FR">
                <a:solidFill>
                  <a:srgbClr val="000000"/>
                </a:solidFill>
                <a:latin typeface="IBM Plex Sans"/>
              </a:rPr>
              <a:t>Pembayaran yang ditumpuk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3662131" name="Rectangle: Rounded Corners 12"/>
          <p:cNvSpPr/>
          <p:nvPr/>
        </p:nvSpPr>
        <p:spPr bwMode="auto">
          <a:xfrm rot="0" flipH="0" flipV="0">
            <a:off x="2642058" y="87215"/>
            <a:ext cx="6844708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36860857" name=""/>
          <p:cNvGrpSpPr/>
          <p:nvPr/>
        </p:nvGrpSpPr>
        <p:grpSpPr bwMode="auto">
          <a:xfrm>
            <a:off x="3045494" y="1536298"/>
            <a:ext cx="5927903" cy="4750677"/>
            <a:chOff x="0" y="0"/>
            <a:chExt cx="5927903" cy="4750677"/>
          </a:xfrm>
        </p:grpSpPr>
        <p:sp>
          <p:nvSpPr>
            <p:cNvPr id="2062997098" name="Freeform 30"/>
            <p:cNvSpPr/>
            <p:nvPr/>
          </p:nvSpPr>
          <p:spPr bwMode="auto">
            <a:xfrm rot="0" flipH="0" flipV="0">
              <a:off x="0" y="76407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6525239" name="TextBox 31"/>
            <p:cNvSpPr txBox="1"/>
            <p:nvPr/>
          </p:nvSpPr>
          <p:spPr bwMode="auto">
            <a:xfrm rot="0" flipH="0" flipV="0">
              <a:off x="0" y="66972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11039310" name="TextBox 33"/>
            <p:cNvSpPr txBox="1"/>
            <p:nvPr/>
          </p:nvSpPr>
          <p:spPr bwMode="auto">
            <a:xfrm rot="0" flipH="0" flipV="0">
              <a:off x="41319" y="8715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60960153" name="AutoShape 34"/>
            <p:cNvSpPr/>
            <p:nvPr/>
          </p:nvSpPr>
          <p:spPr bwMode="auto">
            <a:xfrm rot="0" flipH="0" flipV="0">
              <a:off x="2963953" y="754465"/>
              <a:ext cx="0" cy="3855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00157" name="TextBox 35"/>
            <p:cNvSpPr txBox="1"/>
            <p:nvPr/>
          </p:nvSpPr>
          <p:spPr bwMode="auto">
            <a:xfrm rot="0" flipH="0" flipV="0">
              <a:off x="3662496" y="8715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2001414135" name="Freeform 37"/>
            <p:cNvSpPr/>
            <p:nvPr/>
          </p:nvSpPr>
          <p:spPr bwMode="auto">
            <a:xfrm rot="0" flipH="0" flipV="0">
              <a:off x="3621178" y="76407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616849" name="TextBox 38"/>
            <p:cNvSpPr txBox="1"/>
            <p:nvPr/>
          </p:nvSpPr>
          <p:spPr bwMode="auto">
            <a:xfrm rot="0" flipH="0" flipV="0">
              <a:off x="3621178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37456738" name="Freeform 40"/>
            <p:cNvSpPr/>
            <p:nvPr/>
          </p:nvSpPr>
          <p:spPr bwMode="auto">
            <a:xfrm rot="0" flipH="0" flipV="0">
              <a:off x="3621178" y="15811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38635886" name="TextBox 41"/>
            <p:cNvSpPr txBox="1"/>
            <p:nvPr/>
          </p:nvSpPr>
          <p:spPr bwMode="auto">
            <a:xfrm rot="0" flipH="0" flipV="0">
              <a:off x="3621178" y="96590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216502953" name="Freeform 43"/>
            <p:cNvSpPr/>
            <p:nvPr/>
          </p:nvSpPr>
          <p:spPr bwMode="auto">
            <a:xfrm rot="0" flipH="0" flipV="0">
              <a:off x="3621364" y="239824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13751" name="TextBox 44"/>
            <p:cNvSpPr txBox="1"/>
            <p:nvPr/>
          </p:nvSpPr>
          <p:spPr bwMode="auto">
            <a:xfrm rot="0" flipH="0" flipV="0">
              <a:off x="3621364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210957962" name="Freeform 46"/>
            <p:cNvSpPr/>
            <p:nvPr/>
          </p:nvSpPr>
          <p:spPr bwMode="auto">
            <a:xfrm rot="0" flipH="0" flipV="0">
              <a:off x="3621364" y="321532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2582826" name="TextBox 47"/>
            <p:cNvSpPr txBox="1"/>
            <p:nvPr/>
          </p:nvSpPr>
          <p:spPr bwMode="auto">
            <a:xfrm rot="0" flipH="0" flipV="0">
              <a:off x="3621364" y="289773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776358320" name="Freeform 49"/>
            <p:cNvSpPr/>
            <p:nvPr/>
          </p:nvSpPr>
          <p:spPr bwMode="auto">
            <a:xfrm rot="0" flipH="0" flipV="0">
              <a:off x="3621364" y="403241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7380568" name="TextBox 50"/>
            <p:cNvSpPr txBox="1"/>
            <p:nvPr/>
          </p:nvSpPr>
          <p:spPr bwMode="auto">
            <a:xfrm rot="0" flipH="0" flipV="0">
              <a:off x="3621364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2636595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715593" y="97548"/>
            <a:ext cx="10913687" cy="66629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067427" name="TextBox 32"/>
          <p:cNvSpPr txBox="1"/>
          <p:nvPr/>
        </p:nvSpPr>
        <p:spPr bwMode="auto">
          <a:xfrm flipH="0" flipV="0">
            <a:off x="2531305" y="544713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Transaksi kolaboratif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66704193" name="Rectangle: Rounded Corners 12"/>
          <p:cNvSpPr/>
          <p:nvPr/>
        </p:nvSpPr>
        <p:spPr bwMode="auto">
          <a:xfrm>
            <a:off x="2531306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306027722" name=""/>
          <p:cNvGrpSpPr/>
          <p:nvPr/>
        </p:nvGrpSpPr>
        <p:grpSpPr bwMode="auto">
          <a:xfrm>
            <a:off x="3045495" y="1549042"/>
            <a:ext cx="5927903" cy="4737935"/>
            <a:chOff x="0" y="0"/>
            <a:chExt cx="5927903" cy="4737935"/>
          </a:xfrm>
        </p:grpSpPr>
        <p:sp>
          <p:nvSpPr>
            <p:cNvPr id="271601508" name="Freeform 30"/>
            <p:cNvSpPr/>
            <p:nvPr/>
          </p:nvSpPr>
          <p:spPr bwMode="auto">
            <a:xfrm rot="0" flipH="0" flipV="0">
              <a:off x="0" y="75133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5479982" name="TextBox 31"/>
            <p:cNvSpPr txBox="1"/>
            <p:nvPr/>
          </p:nvSpPr>
          <p:spPr bwMode="auto">
            <a:xfrm rot="0" flipH="0" flipV="0">
              <a:off x="0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690495494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135926706" name="AutoShape 34"/>
            <p:cNvSpPr/>
            <p:nvPr/>
          </p:nvSpPr>
          <p:spPr bwMode="auto">
            <a:xfrm flipH="0" flipV="0">
              <a:off x="2963953" y="518481"/>
              <a:ext cx="0" cy="413860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7550128" name="Freeform 36"/>
            <p:cNvSpPr/>
            <p:nvPr/>
          </p:nvSpPr>
          <p:spPr bwMode="auto">
            <a:xfrm rot="0" flipH="0" flipV="0">
              <a:off x="0" y="156841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5172" name="TextBox 37"/>
            <p:cNvSpPr txBox="1"/>
            <p:nvPr/>
          </p:nvSpPr>
          <p:spPr bwMode="auto">
            <a:xfrm rot="0" flipH="0" flipV="0">
              <a:off x="0" y="139965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97423703" name="TextBox 38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8050096" name="Freeform 40"/>
            <p:cNvSpPr/>
            <p:nvPr/>
          </p:nvSpPr>
          <p:spPr bwMode="auto">
            <a:xfrm rot="0" flipH="0" flipV="0">
              <a:off x="186" y="238550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032822" name="TextBox 41"/>
            <p:cNvSpPr txBox="1"/>
            <p:nvPr/>
          </p:nvSpPr>
          <p:spPr bwMode="auto">
            <a:xfrm rot="0" flipH="0" flipV="0">
              <a:off x="186" y="221673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995106905" name="Freeform 43"/>
            <p:cNvSpPr/>
            <p:nvPr/>
          </p:nvSpPr>
          <p:spPr bwMode="auto">
            <a:xfrm rot="0" flipH="0" flipV="0">
              <a:off x="186" y="320258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482586" name="TextBox 44"/>
            <p:cNvSpPr txBox="1"/>
            <p:nvPr/>
          </p:nvSpPr>
          <p:spPr bwMode="auto">
            <a:xfrm rot="0" flipH="0" flipV="0">
              <a:off x="186" y="303382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66655122" name="Freeform 46"/>
            <p:cNvSpPr/>
            <p:nvPr/>
          </p:nvSpPr>
          <p:spPr bwMode="auto">
            <a:xfrm rot="0" flipH="0" flipV="0">
              <a:off x="186" y="40196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952394" name="TextBox 47"/>
            <p:cNvSpPr txBox="1"/>
            <p:nvPr/>
          </p:nvSpPr>
          <p:spPr bwMode="auto">
            <a:xfrm rot="0" flipH="0" flipV="0">
              <a:off x="186" y="385090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303047533" name="Freeform 49"/>
            <p:cNvSpPr/>
            <p:nvPr/>
          </p:nvSpPr>
          <p:spPr bwMode="auto">
            <a:xfrm rot="0" flipH="0" flipV="0">
              <a:off x="3621178" y="75133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9042614" name="TextBox 50"/>
            <p:cNvSpPr txBox="1"/>
            <p:nvPr/>
          </p:nvSpPr>
          <p:spPr bwMode="auto">
            <a:xfrm rot="0" flipH="0" flipV="0">
              <a:off x="3621178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61597154" name="Freeform 52"/>
            <p:cNvSpPr/>
            <p:nvPr/>
          </p:nvSpPr>
          <p:spPr bwMode="auto">
            <a:xfrm rot="0" flipH="0" flipV="0">
              <a:off x="3621178" y="156841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1089878" name="TextBox 53"/>
            <p:cNvSpPr txBox="1"/>
            <p:nvPr/>
          </p:nvSpPr>
          <p:spPr bwMode="auto">
            <a:xfrm rot="0" flipH="0" flipV="0">
              <a:off x="3621178" y="139965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5509951" name="Freeform 55"/>
            <p:cNvSpPr/>
            <p:nvPr/>
          </p:nvSpPr>
          <p:spPr bwMode="auto">
            <a:xfrm rot="0" flipH="0" flipV="0">
              <a:off x="3621364" y="238550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4630313" name="TextBox 56"/>
            <p:cNvSpPr txBox="1"/>
            <p:nvPr/>
          </p:nvSpPr>
          <p:spPr bwMode="auto">
            <a:xfrm rot="0" flipH="0" flipV="0">
              <a:off x="3621364" y="221673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960618280" name="Freeform 58"/>
            <p:cNvSpPr/>
            <p:nvPr/>
          </p:nvSpPr>
          <p:spPr bwMode="auto">
            <a:xfrm rot="0" flipH="0" flipV="0">
              <a:off x="3621364" y="320258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9702392" name="TextBox 59"/>
            <p:cNvSpPr txBox="1"/>
            <p:nvPr/>
          </p:nvSpPr>
          <p:spPr bwMode="auto">
            <a:xfrm rot="0" flipH="0" flipV="0">
              <a:off x="3621364" y="303382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05883250" name="Freeform 61"/>
            <p:cNvSpPr/>
            <p:nvPr/>
          </p:nvSpPr>
          <p:spPr bwMode="auto">
            <a:xfrm rot="0" flipH="0" flipV="0">
              <a:off x="3621364" y="40196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0526968" name="TextBox 62"/>
            <p:cNvSpPr txBox="1"/>
            <p:nvPr/>
          </p:nvSpPr>
          <p:spPr bwMode="auto">
            <a:xfrm rot="0" flipH="0" flipV="0">
              <a:off x="3621364" y="385090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3577156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429968" y="126906"/>
            <a:ext cx="9457404" cy="660418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6496938" name="Freeform 39"/>
          <p:cNvSpPr/>
          <p:nvPr/>
        </p:nvSpPr>
        <p:spPr bwMode="auto">
          <a:xfrm rot="9078673" flipH="1">
            <a:off x="1380951" y="2265858"/>
            <a:ext cx="1169085" cy="330265"/>
          </a:xfrm>
          <a:custGeom>
            <a:avLst/>
            <a:gdLst/>
            <a:ahLst/>
            <a:cxnLst/>
            <a:rect l="l" t="t" r="r" b="b"/>
            <a:pathLst>
              <a:path w="1169087" h="330267" fill="norm" stroke="1" extrusionOk="0">
                <a:moveTo>
                  <a:pt x="1169087" y="0"/>
                </a:moveTo>
                <a:lnTo>
                  <a:pt x="0" y="0"/>
                </a:lnTo>
                <a:lnTo>
                  <a:pt x="0" y="330267"/>
                </a:lnTo>
                <a:lnTo>
                  <a:pt x="1169087" y="330267"/>
                </a:lnTo>
                <a:lnTo>
                  <a:pt x="1169087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686990" name="Freeform 40"/>
          <p:cNvSpPr/>
          <p:nvPr/>
        </p:nvSpPr>
        <p:spPr bwMode="auto">
          <a:xfrm>
            <a:off x="10198414" y="2204599"/>
            <a:ext cx="920493" cy="818086"/>
          </a:xfrm>
          <a:custGeom>
            <a:avLst/>
            <a:gdLst/>
            <a:ahLst/>
            <a:cxnLst/>
            <a:rect l="l" t="t" r="r" b="b"/>
            <a:pathLst>
              <a:path w="920493" h="818088" fill="norm" stroke="1" extrusionOk="0">
                <a:moveTo>
                  <a:pt x="0" y="0"/>
                </a:moveTo>
                <a:lnTo>
                  <a:pt x="920493" y="0"/>
                </a:lnTo>
                <a:lnTo>
                  <a:pt x="920493" y="818088"/>
                </a:lnTo>
                <a:lnTo>
                  <a:pt x="0" y="8180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7371603" name="TextBox 44"/>
          <p:cNvSpPr txBox="1"/>
          <p:nvPr/>
        </p:nvSpPr>
        <p:spPr bwMode="auto">
          <a:xfrm flipH="0" flipV="0">
            <a:off x="350632" y="3101211"/>
            <a:ext cx="2182621" cy="650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milik pengguna yang dilacak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6729846" name="TextBox 45"/>
          <p:cNvSpPr txBox="1"/>
          <p:nvPr/>
        </p:nvSpPr>
        <p:spPr bwMode="auto">
          <a:xfrm flipH="0" flipV="0">
            <a:off x="9622278" y="3239743"/>
            <a:ext cx="2159433" cy="9753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Output mana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yang mewakili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perubahan?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577367952" name=""/>
          <p:cNvGrpSpPr/>
          <p:nvPr/>
        </p:nvGrpSpPr>
        <p:grpSpPr bwMode="auto">
          <a:xfrm>
            <a:off x="3056701" y="236045"/>
            <a:ext cx="6026552" cy="6288114"/>
            <a:chOff x="0" y="0"/>
            <a:chExt cx="6026552" cy="6288114"/>
          </a:xfrm>
        </p:grpSpPr>
        <p:sp>
          <p:nvSpPr>
            <p:cNvPr id="748771973" name="Freeform 30"/>
            <p:cNvSpPr/>
            <p:nvPr/>
          </p:nvSpPr>
          <p:spPr bwMode="auto">
            <a:xfrm rot="0" flipH="0" flipV="0">
              <a:off x="346323" y="2330529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263790" name="TextBox 31"/>
            <p:cNvSpPr txBox="1"/>
            <p:nvPr/>
          </p:nvSpPr>
          <p:spPr bwMode="auto">
            <a:xfrm rot="0" flipH="0" flipV="0">
              <a:off x="346323" y="2183548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33670980" name="AutoShape 32"/>
            <p:cNvSpPr/>
            <p:nvPr/>
          </p:nvSpPr>
          <p:spPr bwMode="auto">
            <a:xfrm flipH="0" flipV="0">
              <a:off x="2927667" y="1803692"/>
              <a:ext cx="0" cy="366037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5729880" name="Freeform 34"/>
            <p:cNvSpPr/>
            <p:nvPr/>
          </p:nvSpPr>
          <p:spPr bwMode="auto">
            <a:xfrm rot="0" flipH="0" flipV="0">
              <a:off x="3500052" y="2330529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3309965" name="TextBox 35"/>
            <p:cNvSpPr txBox="1"/>
            <p:nvPr/>
          </p:nvSpPr>
          <p:spPr bwMode="auto">
            <a:xfrm rot="0" flipH="0" flipV="0">
              <a:off x="3500052" y="2183548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15745691" name="Freeform 37"/>
            <p:cNvSpPr/>
            <p:nvPr/>
          </p:nvSpPr>
          <p:spPr bwMode="auto">
            <a:xfrm rot="0" flipH="0" flipV="0">
              <a:off x="3500052" y="3171752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6401604" name="TextBox 38"/>
            <p:cNvSpPr txBox="1"/>
            <p:nvPr/>
          </p:nvSpPr>
          <p:spPr bwMode="auto">
            <a:xfrm rot="0" flipH="0" flipV="0">
              <a:off x="3500052" y="3024772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115806913" name="TextBox 41"/>
            <p:cNvSpPr txBox="1"/>
            <p:nvPr/>
          </p:nvSpPr>
          <p:spPr bwMode="auto">
            <a:xfrm flipH="0" flipV="0">
              <a:off x="0" y="503558"/>
              <a:ext cx="6026553" cy="40256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007088095" name="TextBox 42"/>
            <p:cNvSpPr txBox="1"/>
            <p:nvPr/>
          </p:nvSpPr>
          <p:spPr bwMode="auto">
            <a:xfrm>
              <a:off x="382308" y="1743136"/>
              <a:ext cx="1938264" cy="40269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81187600" name="TextBox 43"/>
            <p:cNvSpPr txBox="1"/>
            <p:nvPr/>
          </p:nvSpPr>
          <p:spPr bwMode="auto">
            <a:xfrm>
              <a:off x="3536036" y="1743136"/>
              <a:ext cx="1938264" cy="40269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84259566" name="Rectangle: Rounded Corners 12"/>
            <p:cNvSpPr/>
            <p:nvPr/>
          </p:nvSpPr>
          <p:spPr bwMode="auto">
            <a:xfrm>
              <a:off x="0" y="0"/>
              <a:ext cx="6025114" cy="628811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0582288" name="TextBox 39"/>
          <p:cNvSpPr txBox="1"/>
          <p:nvPr/>
        </p:nvSpPr>
        <p:spPr bwMode="auto">
          <a:xfrm flipH="0" flipV="0">
            <a:off x="2931756" y="672706"/>
            <a:ext cx="6691089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Penggunaan kembali alamat internal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6258763" name="Rectangle: Rounded Corners 12"/>
          <p:cNvSpPr/>
          <p:nvPr/>
        </p:nvSpPr>
        <p:spPr bwMode="auto">
          <a:xfrm>
            <a:off x="2931757" y="161631"/>
            <a:ext cx="6689650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41474396" name=""/>
          <p:cNvGrpSpPr/>
          <p:nvPr/>
        </p:nvGrpSpPr>
        <p:grpSpPr bwMode="auto">
          <a:xfrm>
            <a:off x="3310057" y="1900276"/>
            <a:ext cx="5850812" cy="4067728"/>
            <a:chOff x="0" y="0"/>
            <a:chExt cx="5850812" cy="4067728"/>
          </a:xfrm>
        </p:grpSpPr>
        <p:sp>
          <p:nvSpPr>
            <p:cNvPr id="275093922" name="AutoShape 32"/>
            <p:cNvSpPr/>
            <p:nvPr/>
          </p:nvSpPr>
          <p:spPr bwMode="auto">
            <a:xfrm flipH="0" flipV="0">
              <a:off x="2922634" y="71997"/>
              <a:ext cx="0" cy="39957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909654" name="TextBox 40"/>
            <p:cNvSpPr txBox="1"/>
            <p:nvPr/>
          </p:nvSpPr>
          <p:spPr bwMode="auto">
            <a:xfrm>
              <a:off x="0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836294045" name="TextBox 41"/>
            <p:cNvSpPr txBox="1"/>
            <p:nvPr/>
          </p:nvSpPr>
          <p:spPr bwMode="auto">
            <a:xfrm>
              <a:off x="3621177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57864988" name="Rectangle 1100602255"/>
            <p:cNvSpPr txBox="1"/>
            <p:nvPr/>
          </p:nvSpPr>
          <p:spPr bwMode="auto">
            <a:xfrm rot="0" flipH="0" flipV="0">
              <a:off x="80060" y="676923"/>
              <a:ext cx="232380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66535641" name="Rectangle 1100602255"/>
            <p:cNvSpPr txBox="1"/>
            <p:nvPr/>
          </p:nvSpPr>
          <p:spPr bwMode="auto">
            <a:xfrm rot="0" flipH="0" flipV="0">
              <a:off x="3522000" y="1689424"/>
              <a:ext cx="2324519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22243625" name="Rectangle 1100602255"/>
            <p:cNvSpPr txBox="1"/>
            <p:nvPr/>
          </p:nvSpPr>
          <p:spPr bwMode="auto">
            <a:xfrm rot="0" flipH="0" flipV="0">
              <a:off x="3525572" y="725613"/>
              <a:ext cx="232524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6117801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3250" y="403543"/>
            <a:ext cx="11845498" cy="61461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7742856" name="TextBox 39"/>
          <p:cNvSpPr txBox="1"/>
          <p:nvPr/>
        </p:nvSpPr>
        <p:spPr bwMode="auto">
          <a:xfrm flipH="0" flipV="0">
            <a:off x="2782927" y="65187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Penggunaan ulang versi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2916098" name="Rectangle: Rounded Corners 12"/>
          <p:cNvSpPr/>
          <p:nvPr/>
        </p:nvSpPr>
        <p:spPr bwMode="auto">
          <a:xfrm>
            <a:off x="2782928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391502690" name=""/>
          <p:cNvGrpSpPr/>
          <p:nvPr/>
        </p:nvGrpSpPr>
        <p:grpSpPr bwMode="auto">
          <a:xfrm>
            <a:off x="3173364" y="1879440"/>
            <a:ext cx="5846880" cy="3909970"/>
            <a:chOff x="0" y="0"/>
            <a:chExt cx="5846880" cy="3909970"/>
          </a:xfrm>
        </p:grpSpPr>
        <p:sp>
          <p:nvSpPr>
            <p:cNvPr id="1005631278" name="AutoShape 32"/>
            <p:cNvSpPr/>
            <p:nvPr/>
          </p:nvSpPr>
          <p:spPr bwMode="auto">
            <a:xfrm flipH="0" flipV="0">
              <a:off x="2922634" y="71998"/>
              <a:ext cx="0" cy="383797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132988" name="TextBox 40"/>
            <p:cNvSpPr txBox="1"/>
            <p:nvPr/>
          </p:nvSpPr>
          <p:spPr bwMode="auto">
            <a:xfrm flipH="0" flipV="0">
              <a:off x="0" y="0"/>
              <a:ext cx="2380167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55711531" name="TextBox 41"/>
            <p:cNvSpPr txBox="1"/>
            <p:nvPr/>
          </p:nvSpPr>
          <p:spPr bwMode="auto">
            <a:xfrm flipH="0" flipV="0">
              <a:off x="3465892" y="0"/>
              <a:ext cx="2380988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6040630" name="Rectangle 1100602255"/>
            <p:cNvSpPr txBox="1"/>
            <p:nvPr/>
          </p:nvSpPr>
          <p:spPr bwMode="auto">
            <a:xfrm rot="0" flipH="0" flipV="0">
              <a:off x="0" y="772173"/>
              <a:ext cx="2324519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07663526" name="Rectangle 1100602255"/>
            <p:cNvSpPr txBox="1"/>
            <p:nvPr/>
          </p:nvSpPr>
          <p:spPr bwMode="auto">
            <a:xfrm rot="0" flipH="0" flipV="0">
              <a:off x="3521280" y="775744"/>
              <a:ext cx="23252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257631225" name="Rectangle 1100602255"/>
            <p:cNvSpPr txBox="1"/>
            <p:nvPr/>
          </p:nvSpPr>
          <p:spPr bwMode="auto">
            <a:xfrm rot="0" flipH="0" flipV="0">
              <a:off x="3520200" y="1940175"/>
              <a:ext cx="232596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bc1p...jjj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4056770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88575" y="395096"/>
            <a:ext cx="12014847" cy="616305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3800204" name="TextBox 39"/>
          <p:cNvSpPr txBox="1"/>
          <p:nvPr/>
        </p:nvSpPr>
        <p:spPr bwMode="auto">
          <a:xfrm flipH="0" flipV="0">
            <a:off x="2746584" y="523878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Pembayaran angka bulat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58709801" name="Rectangle: Rounded Corners 12"/>
          <p:cNvSpPr/>
          <p:nvPr/>
        </p:nvSpPr>
        <p:spPr bwMode="auto">
          <a:xfrm>
            <a:off x="2746586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067431382" name=""/>
          <p:cNvGrpSpPr/>
          <p:nvPr/>
        </p:nvGrpSpPr>
        <p:grpSpPr bwMode="auto">
          <a:xfrm>
            <a:off x="3098949" y="1825862"/>
            <a:ext cx="5887964" cy="3427767"/>
            <a:chOff x="0" y="0"/>
            <a:chExt cx="5887964" cy="3427767"/>
          </a:xfrm>
        </p:grpSpPr>
        <p:sp>
          <p:nvSpPr>
            <p:cNvPr id="500971898" name="AutoShape 32"/>
            <p:cNvSpPr/>
            <p:nvPr/>
          </p:nvSpPr>
          <p:spPr bwMode="auto">
            <a:xfrm flipH="0" flipV="0">
              <a:off x="2964079" y="71996"/>
              <a:ext cx="0" cy="335577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5931266" name="TextBox 40"/>
            <p:cNvSpPr txBox="1"/>
            <p:nvPr/>
          </p:nvSpPr>
          <p:spPr bwMode="auto">
            <a:xfrm>
              <a:off x="41443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700210893" name="TextBox 41"/>
            <p:cNvSpPr txBox="1"/>
            <p:nvPr/>
          </p:nvSpPr>
          <p:spPr bwMode="auto">
            <a:xfrm>
              <a:off x="3662622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784886712" name="Rectangle 1100602255"/>
            <p:cNvSpPr txBox="1"/>
            <p:nvPr/>
          </p:nvSpPr>
          <p:spPr bwMode="auto">
            <a:xfrm rot="0" flipH="0" flipV="0">
              <a:off x="0" y="676922"/>
              <a:ext cx="23252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27683724" name="Rectangle 1100602255"/>
            <p:cNvSpPr txBox="1"/>
            <p:nvPr/>
          </p:nvSpPr>
          <p:spPr bwMode="auto">
            <a:xfrm rot="0" flipH="0" flipV="0">
              <a:off x="3562004" y="695377"/>
              <a:ext cx="232596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248 607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71932492" name="Rectangle 1100602255"/>
            <p:cNvSpPr txBox="1"/>
            <p:nvPr/>
          </p:nvSpPr>
          <p:spPr bwMode="auto">
            <a:xfrm rot="0" flipH="0" flipV="0">
              <a:off x="3561284" y="1800276"/>
              <a:ext cx="23266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1572795" name="TextBox 39"/>
          <p:cNvSpPr txBox="1"/>
          <p:nvPr/>
        </p:nvSpPr>
        <p:spPr bwMode="auto">
          <a:xfrm flipH="0" flipV="0">
            <a:off x="2895413" y="55662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Pembayaran angka bulat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1539855" name="Rectangle: Rounded Corners 12"/>
          <p:cNvSpPr/>
          <p:nvPr/>
        </p:nvSpPr>
        <p:spPr bwMode="auto">
          <a:xfrm>
            <a:off x="2895414" y="12529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14253215" name=""/>
          <p:cNvGrpSpPr/>
          <p:nvPr/>
        </p:nvGrpSpPr>
        <p:grpSpPr bwMode="auto">
          <a:xfrm>
            <a:off x="3247902" y="1784190"/>
            <a:ext cx="5927717" cy="3796861"/>
            <a:chOff x="0" y="0"/>
            <a:chExt cx="5927717" cy="3796861"/>
          </a:xfrm>
        </p:grpSpPr>
        <p:sp>
          <p:nvSpPr>
            <p:cNvPr id="1716736587" name="Freeform 30"/>
            <p:cNvSpPr/>
            <p:nvPr/>
          </p:nvSpPr>
          <p:spPr bwMode="auto">
            <a:xfrm rot="0" flipH="0" flipV="0">
              <a:off x="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8552689" name="TextBox 31"/>
            <p:cNvSpPr txBox="1"/>
            <p:nvPr/>
          </p:nvSpPr>
          <p:spPr bwMode="auto">
            <a:xfrm rot="0" flipH="0" flipV="0">
              <a:off x="0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62,76 €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7493656" name="AutoShape 32"/>
            <p:cNvSpPr/>
            <p:nvPr/>
          </p:nvSpPr>
          <p:spPr bwMode="auto">
            <a:xfrm flipH="0" flipV="0">
              <a:off x="2963954" y="71997"/>
              <a:ext cx="0" cy="372486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9108035" name="Freeform 34"/>
            <p:cNvSpPr/>
            <p:nvPr/>
          </p:nvSpPr>
          <p:spPr bwMode="auto">
            <a:xfrm rot="0" flipH="0" flipV="0">
              <a:off x="3621179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7453315" name="TextBox 35"/>
            <p:cNvSpPr txBox="1"/>
            <p:nvPr/>
          </p:nvSpPr>
          <p:spPr bwMode="auto">
            <a:xfrm rot="0" flipH="0" flipV="0">
              <a:off x="3621179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41,27 €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0530" name="Freeform 37"/>
            <p:cNvSpPr/>
            <p:nvPr/>
          </p:nvSpPr>
          <p:spPr bwMode="auto">
            <a:xfrm rot="0" flipH="0" flipV="0">
              <a:off x="3621179" y="164283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6943191" name="TextBox 38"/>
            <p:cNvSpPr txBox="1"/>
            <p:nvPr/>
          </p:nvSpPr>
          <p:spPr bwMode="auto">
            <a:xfrm rot="0" flipH="0" flipV="0">
              <a:off x="3621179" y="147406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4459817" name="TextBox 40"/>
            <p:cNvSpPr txBox="1"/>
            <p:nvPr/>
          </p:nvSpPr>
          <p:spPr bwMode="auto">
            <a:xfrm>
              <a:off x="41318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921916017" name="TextBox 41"/>
            <p:cNvSpPr txBox="1"/>
            <p:nvPr/>
          </p:nvSpPr>
          <p:spPr bwMode="auto">
            <a:xfrm>
              <a:off x="3662498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403388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24405" y="248477"/>
            <a:ext cx="11943187" cy="63610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4419053" name="TextBox 39"/>
          <p:cNvSpPr txBox="1"/>
          <p:nvPr/>
        </p:nvSpPr>
        <p:spPr bwMode="auto">
          <a:xfrm rot="0" flipH="0" flipV="0">
            <a:off x="2859069" y="702469"/>
            <a:ext cx="6691447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fr-FR">
                <a:solidFill>
                  <a:srgbClr val="000000"/>
                </a:solidFill>
                <a:latin typeface="IBM Plex Sans"/>
              </a:rPr>
              <a:t>Output </a:t>
            </a:r>
            <a:r>
              <a:rPr sz="2600" b="1" lang="en-US">
                <a:solidFill>
                  <a:srgbClr val="000000"/>
                </a:solidFill>
                <a:latin typeface="IBM Plex Sans"/>
              </a:rPr>
              <a:t>terbesar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3801904" name="Rectangle: Rounded Corners 12"/>
          <p:cNvSpPr/>
          <p:nvPr/>
        </p:nvSpPr>
        <p:spPr bwMode="auto">
          <a:xfrm rot="0" flipH="0" flipV="0">
            <a:off x="2859069" y="19624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63446310" name=""/>
          <p:cNvGrpSpPr/>
          <p:nvPr/>
        </p:nvGrpSpPr>
        <p:grpSpPr bwMode="auto">
          <a:xfrm>
            <a:off x="3227064" y="2004454"/>
            <a:ext cx="5928256" cy="3755189"/>
            <a:chOff x="0" y="0"/>
            <a:chExt cx="5928256" cy="3755189"/>
          </a:xfrm>
        </p:grpSpPr>
        <p:sp>
          <p:nvSpPr>
            <p:cNvPr id="406112845" name="Freeform 30"/>
            <p:cNvSpPr/>
            <p:nvPr/>
          </p:nvSpPr>
          <p:spPr bwMode="auto">
            <a:xfrm rot="0" flipH="0" flipV="0">
              <a:off x="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349115" name="TextBox 31"/>
            <p:cNvSpPr txBox="1"/>
            <p:nvPr/>
          </p:nvSpPr>
          <p:spPr bwMode="auto">
            <a:xfrm rot="0" flipH="0" flipV="0">
              <a:off x="0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2702759" name="AutoShape 32"/>
            <p:cNvSpPr/>
            <p:nvPr/>
          </p:nvSpPr>
          <p:spPr bwMode="auto">
            <a:xfrm rot="0" flipH="0" flipV="0">
              <a:off x="2963955" y="71997"/>
              <a:ext cx="0" cy="368319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4829998" name="Freeform 34"/>
            <p:cNvSpPr/>
            <p:nvPr/>
          </p:nvSpPr>
          <p:spPr bwMode="auto">
            <a:xfrm rot="0" flipH="0" flipV="0">
              <a:off x="362118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916957619" name="Freeform 37"/>
            <p:cNvSpPr/>
            <p:nvPr/>
          </p:nvSpPr>
          <p:spPr bwMode="auto">
            <a:xfrm rot="0" flipH="0" flipV="0">
              <a:off x="3621180" y="164283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6400223" name="TextBox 40"/>
            <p:cNvSpPr txBox="1"/>
            <p:nvPr/>
          </p:nvSpPr>
          <p:spPr bwMode="auto">
            <a:xfrm rot="0" flipH="0" flipV="0"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929353228" name="TextBox 41"/>
            <p:cNvSpPr txBox="1"/>
            <p:nvPr/>
          </p:nvSpPr>
          <p:spPr bwMode="auto">
            <a:xfrm rot="0" flipH="0" flipV="0">
              <a:off x="3662497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210060542" name=""/>
            <p:cNvGrpSpPr/>
            <p:nvPr/>
          </p:nvGrpSpPr>
          <p:grpSpPr bwMode="auto">
            <a:xfrm rot="0" flipH="0" flipV="0">
              <a:off x="3621718" y="508155"/>
              <a:ext cx="2306538" cy="1852941"/>
              <a:chOff x="0" y="0"/>
              <a:chExt cx="2306538" cy="1852940"/>
            </a:xfrm>
          </p:grpSpPr>
          <p:sp>
            <p:nvSpPr>
              <p:cNvPr id="1792357661" name="TextBox 35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57 814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14816395" name="TextBox 38"/>
              <p:cNvSpPr txBox="1"/>
              <p:nvPr/>
            </p:nvSpPr>
            <p:spPr bwMode="auto">
              <a:xfrm rot="0" flipH="0" flipV="0">
                <a:off x="0" y="96591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390 987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2580618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67297" y="391372"/>
            <a:ext cx="11857404" cy="60752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4859171" name="Freeform 77"/>
          <p:cNvSpPr/>
          <p:nvPr/>
        </p:nvSpPr>
        <p:spPr bwMode="auto">
          <a:xfrm>
            <a:off x="8882796" y="3662071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7411870" name="AutoShape 78"/>
          <p:cNvSpPr/>
          <p:nvPr/>
        </p:nvSpPr>
        <p:spPr bwMode="auto">
          <a:xfrm flipH="0" flipV="0">
            <a:off x="4570637" y="1890117"/>
            <a:ext cx="4312155" cy="221402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120496" name="AutoShape 80"/>
          <p:cNvSpPr/>
          <p:nvPr/>
        </p:nvSpPr>
        <p:spPr bwMode="auto">
          <a:xfrm flipV="1">
            <a:off x="5297598" y="446892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1366678" name="TextBox 81"/>
          <p:cNvSpPr txBox="1"/>
          <p:nvPr/>
        </p:nvSpPr>
        <p:spPr bwMode="auto">
          <a:xfrm flipH="0" flipV="0">
            <a:off x="7586908" y="5455345"/>
            <a:ext cx="399496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Pemilik umum dari semua UTXO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972521092" name=""/>
          <p:cNvGrpSpPr/>
          <p:nvPr/>
        </p:nvGrpSpPr>
        <p:grpSpPr bwMode="auto">
          <a:xfrm>
            <a:off x="686526" y="467132"/>
            <a:ext cx="4976049" cy="6045651"/>
            <a:chOff x="0" y="0"/>
            <a:chExt cx="4976049" cy="6045651"/>
          </a:xfrm>
        </p:grpSpPr>
        <p:sp>
          <p:nvSpPr>
            <p:cNvPr id="1663124744" name="AutoShape 32"/>
            <p:cNvSpPr/>
            <p:nvPr/>
          </p:nvSpPr>
          <p:spPr bwMode="auto">
            <a:xfrm flipH="1">
              <a:off x="2115991" y="724390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8047580" name="TextBox 39"/>
            <p:cNvSpPr txBox="1"/>
            <p:nvPr/>
          </p:nvSpPr>
          <p:spPr bwMode="auto">
            <a:xfrm flipH="0" flipV="0">
              <a:off x="0" y="226719"/>
              <a:ext cx="4409519" cy="2795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66725242" name="TextBox 40"/>
            <p:cNvSpPr txBox="1"/>
            <p:nvPr/>
          </p:nvSpPr>
          <p:spPr bwMode="auto">
            <a:xfrm>
              <a:off x="349196" y="667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10485207" name="TextBox 41"/>
            <p:cNvSpPr txBox="1"/>
            <p:nvPr/>
          </p:nvSpPr>
          <p:spPr bwMode="auto">
            <a:xfrm>
              <a:off x="2538275" y="667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5985874" name="AutoShape 48"/>
            <p:cNvSpPr/>
            <p:nvPr/>
          </p:nvSpPr>
          <p:spPr bwMode="auto">
            <a:xfrm>
              <a:off x="2822467" y="3644183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4381794" name="TextBox 55"/>
            <p:cNvSpPr txBox="1"/>
            <p:nvPr/>
          </p:nvSpPr>
          <p:spPr bwMode="auto">
            <a:xfrm>
              <a:off x="950085" y="3295339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824839916" name="TextBox 56"/>
            <p:cNvSpPr txBox="1"/>
            <p:nvPr/>
          </p:nvSpPr>
          <p:spPr bwMode="auto">
            <a:xfrm>
              <a:off x="1055675" y="3587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8094777" name="TextBox 57"/>
            <p:cNvSpPr txBox="1"/>
            <p:nvPr/>
          </p:nvSpPr>
          <p:spPr bwMode="auto">
            <a:xfrm>
              <a:off x="3244753" y="3587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50641145" name="Rectangle: Rounded Corners 12"/>
            <p:cNvSpPr/>
            <p:nvPr/>
          </p:nvSpPr>
          <p:spPr bwMode="auto">
            <a:xfrm>
              <a:off x="0" y="0"/>
              <a:ext cx="4408080" cy="260441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46372002" name="Rectangle: Rounded Corners 12"/>
            <p:cNvSpPr/>
            <p:nvPr/>
          </p:nvSpPr>
          <p:spPr bwMode="auto">
            <a:xfrm>
              <a:off x="723028" y="3079161"/>
              <a:ext cx="4253022" cy="296649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959381561" name=""/>
            <p:cNvSpPr txBox="1"/>
            <p:nvPr/>
          </p:nvSpPr>
          <p:spPr bwMode="auto">
            <a:xfrm rot="0" flipH="0" flipV="0">
              <a:off x="2425629" y="1096248"/>
              <a:ext cx="1549936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82685800" name=""/>
            <p:cNvSpPr txBox="1"/>
            <p:nvPr/>
          </p:nvSpPr>
          <p:spPr bwMode="auto">
            <a:xfrm rot="0" flipH="0" flipV="0">
              <a:off x="2429200" y="1620717"/>
              <a:ext cx="1550655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75528806" name=""/>
            <p:cNvSpPr txBox="1"/>
            <p:nvPr/>
          </p:nvSpPr>
          <p:spPr bwMode="auto">
            <a:xfrm rot="0" flipH="0" flipV="0">
              <a:off x="349195" y="1125972"/>
              <a:ext cx="1551373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bc1q...0q5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15125700" name=""/>
            <p:cNvSpPr txBox="1"/>
            <p:nvPr/>
          </p:nvSpPr>
          <p:spPr bwMode="auto">
            <a:xfrm rot="0" flipH="0" flipV="0">
              <a:off x="3091186" y="4003662"/>
              <a:ext cx="1551733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55033581" name=""/>
            <p:cNvSpPr txBox="1"/>
            <p:nvPr/>
          </p:nvSpPr>
          <p:spPr bwMode="auto">
            <a:xfrm rot="0" flipH="0" flipV="0">
              <a:off x="3094758" y="4528132"/>
              <a:ext cx="155209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bc1q...54u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571596745" name=""/>
            <p:cNvSpPr txBox="1"/>
            <p:nvPr/>
          </p:nvSpPr>
          <p:spPr bwMode="auto">
            <a:xfrm rot="0" flipH="0" flipV="0">
              <a:off x="3098329" y="5052601"/>
              <a:ext cx="155245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bc1q...7xv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13694761" name=""/>
            <p:cNvSpPr txBox="1"/>
            <p:nvPr/>
          </p:nvSpPr>
          <p:spPr bwMode="auto">
            <a:xfrm rot="0" flipH="0" flipV="0">
              <a:off x="943893" y="4014376"/>
              <a:ext cx="1553171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bc1q...j5w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525889987" name=""/>
          <p:cNvGrpSpPr/>
          <p:nvPr/>
        </p:nvGrpSpPr>
        <p:grpSpPr bwMode="auto">
          <a:xfrm>
            <a:off x="6730444" y="315587"/>
            <a:ext cx="4408078" cy="3230707"/>
            <a:chOff x="0" y="0"/>
            <a:chExt cx="4408078" cy="3230707"/>
          </a:xfrm>
        </p:grpSpPr>
        <p:sp>
          <p:nvSpPr>
            <p:cNvPr id="557642523" name="AutoShape 67"/>
            <p:cNvSpPr/>
            <p:nvPr/>
          </p:nvSpPr>
          <p:spPr bwMode="auto">
            <a:xfrm>
              <a:off x="2215373" y="573784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8647591" name="TextBox 74"/>
            <p:cNvSpPr txBox="1"/>
            <p:nvPr/>
          </p:nvSpPr>
          <p:spPr bwMode="auto">
            <a:xfrm>
              <a:off x="342988" y="224940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35879630" name="TextBox 75"/>
            <p:cNvSpPr txBox="1"/>
            <p:nvPr/>
          </p:nvSpPr>
          <p:spPr bwMode="auto">
            <a:xfrm>
              <a:off x="448579" y="517183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75558487" name="TextBox 76"/>
            <p:cNvSpPr txBox="1"/>
            <p:nvPr/>
          </p:nvSpPr>
          <p:spPr bwMode="auto">
            <a:xfrm>
              <a:off x="2637657" y="517183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861531782" name="AutoShape 79"/>
            <p:cNvSpPr/>
            <p:nvPr/>
          </p:nvSpPr>
          <p:spPr bwMode="auto">
            <a:xfrm flipH="1">
              <a:off x="3076528" y="1957592"/>
              <a:ext cx="199334" cy="1273115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0134764" name="Rectangle: Rounded Corners 12"/>
            <p:cNvSpPr/>
            <p:nvPr/>
          </p:nvSpPr>
          <p:spPr bwMode="auto">
            <a:xfrm>
              <a:off x="0" y="0"/>
              <a:ext cx="4408079" cy="247762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2116012412" name=""/>
            <p:cNvSpPr txBox="1"/>
            <p:nvPr/>
          </p:nvSpPr>
          <p:spPr bwMode="auto">
            <a:xfrm rot="0" flipH="0" flipV="0">
              <a:off x="363896" y="959149"/>
              <a:ext cx="1550655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bc1q...zmk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64308114" name=""/>
            <p:cNvSpPr txBox="1"/>
            <p:nvPr/>
          </p:nvSpPr>
          <p:spPr bwMode="auto">
            <a:xfrm rot="0" flipH="0" flipV="0">
              <a:off x="2535455" y="1461822"/>
              <a:ext cx="1551014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304363623" name=""/>
            <p:cNvSpPr txBox="1"/>
            <p:nvPr/>
          </p:nvSpPr>
          <p:spPr bwMode="auto">
            <a:xfrm rot="0" flipH="0" flipV="0">
              <a:off x="2539026" y="944495"/>
              <a:ext cx="1551733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bc1q...40l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24006244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751905373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Sistem Uang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Elektronik Peer-to-Peer, Bagian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10: Privasi. Tersedia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di: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2045461100" name=""/>
          <p:cNvSpPr/>
          <p:nvPr/>
        </p:nvSpPr>
        <p:spPr bwMode="auto">
          <a:xfrm rot="0" flipH="0" flipV="0">
            <a:off x="2206029" y="4520819"/>
            <a:ext cx="8188654" cy="55444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7121274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73030" y="201872"/>
            <a:ext cx="11419063" cy="64542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2889392" name="Freeform 77"/>
          <p:cNvSpPr/>
          <p:nvPr/>
        </p:nvSpPr>
        <p:spPr bwMode="auto">
          <a:xfrm>
            <a:off x="8861960" y="3703743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9122913" name="AutoShape 78"/>
          <p:cNvSpPr/>
          <p:nvPr/>
        </p:nvSpPr>
        <p:spPr bwMode="auto">
          <a:xfrm>
            <a:off x="5044717" y="2740167"/>
            <a:ext cx="3817242" cy="14643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6702261" name="AutoShape 80"/>
          <p:cNvSpPr/>
          <p:nvPr/>
        </p:nvSpPr>
        <p:spPr bwMode="auto">
          <a:xfrm flipV="1">
            <a:off x="5719743" y="4544849"/>
            <a:ext cx="3142216" cy="3187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6687574" name="TextBox 81"/>
          <p:cNvSpPr txBox="1"/>
          <p:nvPr/>
        </p:nvSpPr>
        <p:spPr bwMode="auto">
          <a:xfrm>
            <a:off x="7795930" y="5310276"/>
            <a:ext cx="3548214" cy="746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Pengirim umum untuk semua transaksi?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885996380" name=""/>
          <p:cNvGrpSpPr/>
          <p:nvPr/>
        </p:nvGrpSpPr>
        <p:grpSpPr bwMode="auto">
          <a:xfrm>
            <a:off x="664377" y="626806"/>
            <a:ext cx="4857712" cy="5855829"/>
            <a:chOff x="0" y="0"/>
            <a:chExt cx="4857712" cy="5855829"/>
          </a:xfrm>
        </p:grpSpPr>
        <p:sp>
          <p:nvSpPr>
            <p:cNvPr id="2009815205" name="Freeform 30"/>
            <p:cNvSpPr/>
            <p:nvPr/>
          </p:nvSpPr>
          <p:spPr bwMode="auto">
            <a:xfrm rot="0" flipH="0" flipV="0">
              <a:off x="325531" y="97207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767893" name="TextBox 31"/>
            <p:cNvSpPr txBox="1"/>
            <p:nvPr/>
          </p:nvSpPr>
          <p:spPr bwMode="auto">
            <a:xfrm rot="0" flipH="0" flipV="0">
              <a:off x="325531" y="91378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65683822" name="AutoShape 32"/>
            <p:cNvSpPr/>
            <p:nvPr/>
          </p:nvSpPr>
          <p:spPr bwMode="auto">
            <a:xfrm flipH="1">
              <a:off x="2117305" y="606388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773782" name="Freeform 34"/>
            <p:cNvSpPr/>
            <p:nvPr/>
          </p:nvSpPr>
          <p:spPr bwMode="auto">
            <a:xfrm rot="0" flipH="0" flipV="0">
              <a:off x="2514610" y="97207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1318600" name="TextBox 35"/>
            <p:cNvSpPr txBox="1"/>
            <p:nvPr/>
          </p:nvSpPr>
          <p:spPr bwMode="auto">
            <a:xfrm rot="0" flipH="0" flipV="0">
              <a:off x="2514610" y="91378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883371969" name="Freeform 37"/>
            <p:cNvSpPr/>
            <p:nvPr/>
          </p:nvSpPr>
          <p:spPr bwMode="auto">
            <a:xfrm rot="0" flipH="0" flipV="0">
              <a:off x="2514610" y="155598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992608" name="TextBox 38"/>
            <p:cNvSpPr txBox="1"/>
            <p:nvPr/>
          </p:nvSpPr>
          <p:spPr bwMode="auto">
            <a:xfrm rot="0" flipH="0" flipV="0">
              <a:off x="2514610" y="149769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435538102" name="TextBox 39"/>
            <p:cNvSpPr txBox="1"/>
            <p:nvPr/>
          </p:nvSpPr>
          <p:spPr bwMode="auto">
            <a:xfrm>
              <a:off x="244919" y="257544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1091453382" name="TextBox 40"/>
            <p:cNvSpPr txBox="1"/>
            <p:nvPr/>
          </p:nvSpPr>
          <p:spPr bwMode="auto">
            <a:xfrm>
              <a:off x="350510" y="549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874264407" name="TextBox 41"/>
            <p:cNvSpPr txBox="1"/>
            <p:nvPr/>
          </p:nvSpPr>
          <p:spPr bwMode="auto">
            <a:xfrm>
              <a:off x="2539588" y="549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839864436" name="Freeform 46"/>
            <p:cNvSpPr/>
            <p:nvPr/>
          </p:nvSpPr>
          <p:spPr bwMode="auto">
            <a:xfrm rot="0" flipH="0" flipV="0">
              <a:off x="1032009" y="3891870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3206450" name="TextBox 47"/>
            <p:cNvSpPr txBox="1"/>
            <p:nvPr/>
          </p:nvSpPr>
          <p:spPr bwMode="auto">
            <a:xfrm rot="0" flipH="0" flipV="0">
              <a:off x="1032009" y="383357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488043123" name="AutoShape 48"/>
            <p:cNvSpPr/>
            <p:nvPr/>
          </p:nvSpPr>
          <p:spPr bwMode="auto">
            <a:xfrm>
              <a:off x="2823781" y="3526180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551693" name="Freeform 50"/>
            <p:cNvSpPr/>
            <p:nvPr/>
          </p:nvSpPr>
          <p:spPr bwMode="auto">
            <a:xfrm rot="0" flipH="0" flipV="0">
              <a:off x="3221085" y="3891870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9530085" name="TextBox 51"/>
            <p:cNvSpPr txBox="1"/>
            <p:nvPr/>
          </p:nvSpPr>
          <p:spPr bwMode="auto">
            <a:xfrm rot="0" flipH="0" flipV="0">
              <a:off x="3221085" y="383357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811943784" name="Freeform 53"/>
            <p:cNvSpPr/>
            <p:nvPr/>
          </p:nvSpPr>
          <p:spPr bwMode="auto">
            <a:xfrm rot="0" flipH="0" flipV="0">
              <a:off x="3221085" y="4475784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86434630" name="TextBox 54"/>
            <p:cNvSpPr txBox="1"/>
            <p:nvPr/>
          </p:nvSpPr>
          <p:spPr bwMode="auto">
            <a:xfrm rot="0" flipH="0" flipV="0">
              <a:off x="3221085" y="4417486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75312367" name="TextBox 55"/>
            <p:cNvSpPr txBox="1"/>
            <p:nvPr/>
          </p:nvSpPr>
          <p:spPr bwMode="auto">
            <a:xfrm>
              <a:off x="951397" y="317733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1892614056" name="TextBox 56"/>
            <p:cNvSpPr txBox="1"/>
            <p:nvPr/>
          </p:nvSpPr>
          <p:spPr bwMode="auto">
            <a:xfrm>
              <a:off x="1056988" y="3469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529141483" name="TextBox 57"/>
            <p:cNvSpPr txBox="1"/>
            <p:nvPr/>
          </p:nvSpPr>
          <p:spPr bwMode="auto">
            <a:xfrm>
              <a:off x="3246067" y="3469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226431307" name="Freeform 59"/>
            <p:cNvSpPr/>
            <p:nvPr/>
          </p:nvSpPr>
          <p:spPr bwMode="auto">
            <a:xfrm rot="0" flipH="0" flipV="0">
              <a:off x="3221085" y="506238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7486488" name="TextBox 60"/>
            <p:cNvSpPr txBox="1"/>
            <p:nvPr/>
          </p:nvSpPr>
          <p:spPr bwMode="auto">
            <a:xfrm rot="0" flipH="0" flipV="0">
              <a:off x="3221085" y="5004091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10363960" name="AutoShape 82"/>
            <p:cNvSpPr/>
            <p:nvPr/>
          </p:nvSpPr>
          <p:spPr bwMode="auto">
            <a:xfrm>
              <a:off x="1022708" y="1406283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2151523" name="TextBox 83"/>
            <p:cNvSpPr txBox="1"/>
            <p:nvPr/>
          </p:nvSpPr>
          <p:spPr bwMode="auto">
            <a:xfrm>
              <a:off x="224003" y="1579247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58228992" name="AutoShape 86"/>
            <p:cNvSpPr/>
            <p:nvPr/>
          </p:nvSpPr>
          <p:spPr bwMode="auto">
            <a:xfrm flipH="1">
              <a:off x="1729186" y="4325169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9515347" name="TextBox 87"/>
            <p:cNvSpPr txBox="1"/>
            <p:nvPr/>
          </p:nvSpPr>
          <p:spPr bwMode="auto">
            <a:xfrm>
              <a:off x="930481" y="4498134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5473240" name="Rectangle: Rounded Corners 12"/>
            <p:cNvSpPr/>
            <p:nvPr/>
          </p:nvSpPr>
          <p:spPr bwMode="auto">
            <a:xfrm>
              <a:off x="0" y="0"/>
              <a:ext cx="4208718" cy="260441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769833900" name="Rectangle: Rounded Corners 12"/>
            <p:cNvSpPr/>
            <p:nvPr/>
          </p:nvSpPr>
          <p:spPr bwMode="auto">
            <a:xfrm>
              <a:off x="819592" y="3032050"/>
              <a:ext cx="4038120" cy="282377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  <p:grpSp>
        <p:nvGrpSpPr>
          <p:cNvPr id="1656126075" name=""/>
          <p:cNvGrpSpPr/>
          <p:nvPr/>
        </p:nvGrpSpPr>
        <p:grpSpPr bwMode="auto">
          <a:xfrm>
            <a:off x="6797590" y="336182"/>
            <a:ext cx="4208716" cy="3280604"/>
            <a:chOff x="0" y="0"/>
            <a:chExt cx="4208716" cy="3280604"/>
          </a:xfrm>
        </p:grpSpPr>
        <p:sp>
          <p:nvSpPr>
            <p:cNvPr id="1373378584" name="Freeform 65"/>
            <p:cNvSpPr/>
            <p:nvPr/>
          </p:nvSpPr>
          <p:spPr bwMode="auto">
            <a:xfrm rot="0" flipH="0" flipV="0">
              <a:off x="335619" y="960552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0647795" name="TextBox 66"/>
            <p:cNvSpPr txBox="1"/>
            <p:nvPr/>
          </p:nvSpPr>
          <p:spPr bwMode="auto">
            <a:xfrm rot="0" flipH="0" flipV="0">
              <a:off x="335619" y="902254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137329217" name="AutoShape 67"/>
            <p:cNvSpPr/>
            <p:nvPr/>
          </p:nvSpPr>
          <p:spPr bwMode="auto">
            <a:xfrm>
              <a:off x="2127391" y="594860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563795" name="Freeform 69"/>
            <p:cNvSpPr/>
            <p:nvPr/>
          </p:nvSpPr>
          <p:spPr bwMode="auto">
            <a:xfrm rot="0" flipH="0" flipV="0">
              <a:off x="2524695" y="960552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2832747" name="TextBox 70"/>
            <p:cNvSpPr txBox="1"/>
            <p:nvPr/>
          </p:nvSpPr>
          <p:spPr bwMode="auto">
            <a:xfrm rot="0" flipH="0" flipV="0">
              <a:off x="2524695" y="902254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764939123" name="Freeform 72"/>
            <p:cNvSpPr/>
            <p:nvPr/>
          </p:nvSpPr>
          <p:spPr bwMode="auto">
            <a:xfrm rot="0" flipH="0" flipV="0">
              <a:off x="2524695" y="1544465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8915464" name="TextBox 73"/>
            <p:cNvSpPr txBox="1"/>
            <p:nvPr/>
          </p:nvSpPr>
          <p:spPr bwMode="auto">
            <a:xfrm rot="0" flipH="0" flipV="0">
              <a:off x="2524695" y="1486167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895011526" name="TextBox 74"/>
            <p:cNvSpPr txBox="1"/>
            <p:nvPr/>
          </p:nvSpPr>
          <p:spPr bwMode="auto">
            <a:xfrm>
              <a:off x="255006" y="24601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33485352" name="TextBox 75"/>
            <p:cNvSpPr txBox="1"/>
            <p:nvPr/>
          </p:nvSpPr>
          <p:spPr bwMode="auto">
            <a:xfrm>
              <a:off x="360597" y="538258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662808809" name="TextBox 76"/>
            <p:cNvSpPr txBox="1"/>
            <p:nvPr/>
          </p:nvSpPr>
          <p:spPr bwMode="auto">
            <a:xfrm>
              <a:off x="2549675" y="538258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583397168" name="AutoShape 79"/>
            <p:cNvSpPr/>
            <p:nvPr/>
          </p:nvSpPr>
          <p:spPr bwMode="auto">
            <a:xfrm>
              <a:off x="2360147" y="2335476"/>
              <a:ext cx="234910" cy="94512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0344576" name="AutoShape 84"/>
            <p:cNvSpPr/>
            <p:nvPr/>
          </p:nvSpPr>
          <p:spPr bwMode="auto">
            <a:xfrm flipH="1">
              <a:off x="1032796" y="1395009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5176625" name="TextBox 85"/>
            <p:cNvSpPr txBox="1"/>
            <p:nvPr/>
          </p:nvSpPr>
          <p:spPr bwMode="auto">
            <a:xfrm>
              <a:off x="234089" y="1567973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4617986" name="Rectangle: Rounded Corners 12"/>
            <p:cNvSpPr/>
            <p:nvPr/>
          </p:nvSpPr>
          <p:spPr bwMode="auto">
            <a:xfrm>
              <a:off x="0" y="0"/>
              <a:ext cx="4208717" cy="260441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19166672" name=""/>
          <p:cNvGrpSpPr/>
          <p:nvPr/>
        </p:nvGrpSpPr>
        <p:grpSpPr bwMode="auto">
          <a:xfrm>
            <a:off x="565929" y="658648"/>
            <a:ext cx="10572166" cy="5651955"/>
            <a:chOff x="0" y="0"/>
            <a:chExt cx="10572166" cy="5651955"/>
          </a:xfrm>
        </p:grpSpPr>
        <p:sp>
          <p:nvSpPr>
            <p:cNvPr id="1216726200" name="TextBox 32"/>
            <p:cNvSpPr txBox="1"/>
            <p:nvPr/>
          </p:nvSpPr>
          <p:spPr bwMode="auto">
            <a:xfrm flipH="0" flipV="0">
              <a:off x="3903948" y="343968"/>
              <a:ext cx="6668218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1947707609" name="TextBox 33"/>
            <p:cNvSpPr txBox="1"/>
            <p:nvPr/>
          </p:nvSpPr>
          <p:spPr bwMode="auto">
            <a:xfrm>
              <a:off x="4356747" y="105064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687589927" name="AutoShape 34"/>
            <p:cNvSpPr/>
            <p:nvPr/>
          </p:nvSpPr>
          <p:spPr bwMode="auto">
            <a:xfrm>
              <a:off x="7279380" y="1122637"/>
              <a:ext cx="0" cy="434093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5601102" name="TextBox 38"/>
            <p:cNvSpPr txBox="1"/>
            <p:nvPr/>
          </p:nvSpPr>
          <p:spPr bwMode="auto">
            <a:xfrm>
              <a:off x="7977924" y="105064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92260850" name="Freeform 48"/>
            <p:cNvSpPr/>
            <p:nvPr/>
          </p:nvSpPr>
          <p:spPr bwMode="auto">
            <a:xfrm>
              <a:off x="2560591" y="1243787"/>
              <a:ext cx="931060" cy="4138050"/>
            </a:xfrm>
            <a:custGeom>
              <a:avLst/>
              <a:gdLst/>
              <a:ahLst/>
              <a:cxnLst/>
              <a:rect l="l" t="t" r="r" b="b"/>
              <a:pathLst>
                <a:path w="931062" h="4138052" fill="norm" stroke="1" extrusionOk="0">
                  <a:moveTo>
                    <a:pt x="0" y="0"/>
                  </a:moveTo>
                  <a:lnTo>
                    <a:pt x="931062" y="0"/>
                  </a:lnTo>
                  <a:lnTo>
                    <a:pt x="931062" y="4138053"/>
                  </a:lnTo>
                  <a:lnTo>
                    <a:pt x="0" y="41380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9403491" name="TextBox 49"/>
            <p:cNvSpPr txBox="1"/>
            <p:nvPr/>
          </p:nvSpPr>
          <p:spPr bwMode="auto">
            <a:xfrm>
              <a:off x="0" y="2614140"/>
              <a:ext cx="2430837" cy="14633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ct val="100000"/>
                </a:lnSpc>
                <a:defRPr/>
              </a:pPr>
              <a:r>
                <a:rPr lang="en-US" sz="2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Common Input Ownership Heuristic</a:t>
              </a:r>
              <a:endParaRPr lang="en-US" sz="2600" b="1" i="1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ct val="100000"/>
                </a:lnSpc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23606690" name="Rectangle: Rounded Corners 12"/>
            <p:cNvSpPr/>
            <p:nvPr/>
          </p:nvSpPr>
          <p:spPr bwMode="auto">
            <a:xfrm>
              <a:off x="3903948" y="0"/>
              <a:ext cx="6667499" cy="565195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404244252" name=""/>
            <p:cNvGrpSpPr/>
            <p:nvPr/>
          </p:nvGrpSpPr>
          <p:grpSpPr bwMode="auto">
            <a:xfrm>
              <a:off x="4283245" y="1681581"/>
              <a:ext cx="5915720" cy="3729737"/>
              <a:chOff x="0" y="0"/>
              <a:chExt cx="5915720" cy="3729737"/>
            </a:xfrm>
          </p:grpSpPr>
          <p:sp>
            <p:nvSpPr>
              <p:cNvPr id="629231680" name="Rectangle 1100602255"/>
              <p:cNvSpPr txBox="1"/>
              <p:nvPr/>
            </p:nvSpPr>
            <p:spPr bwMode="auto">
              <a:xfrm rot="0" flipH="0" flipV="0">
                <a:off x="0" y="0"/>
                <a:ext cx="232668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266107183" name="Rectangle 1100602255"/>
              <p:cNvSpPr txBox="1"/>
              <p:nvPr/>
            </p:nvSpPr>
            <p:spPr bwMode="auto">
              <a:xfrm rot="0" flipH="0" flipV="0">
                <a:off x="3571" y="970954"/>
                <a:ext cx="232740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27229816" name="Rectangle 1100602255"/>
              <p:cNvSpPr txBox="1"/>
              <p:nvPr/>
            </p:nvSpPr>
            <p:spPr bwMode="auto">
              <a:xfrm rot="0" flipH="0" flipV="0">
                <a:off x="7142" y="1941908"/>
                <a:ext cx="232812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4007692" name="Rectangle 1100602255"/>
              <p:cNvSpPr txBox="1"/>
              <p:nvPr/>
            </p:nvSpPr>
            <p:spPr bwMode="auto">
              <a:xfrm rot="0" flipH="0" flipV="0">
                <a:off x="10713" y="2912862"/>
                <a:ext cx="232884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985039765" name="Rectangle 1100602255"/>
              <p:cNvSpPr txBox="1"/>
              <p:nvPr/>
            </p:nvSpPr>
            <p:spPr bwMode="auto">
              <a:xfrm rot="0" flipH="0" flipV="0">
                <a:off x="3586160" y="14285"/>
                <a:ext cx="232956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8 928 864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706786" name=""/>
          <p:cNvGrpSpPr/>
          <p:nvPr/>
        </p:nvGrpSpPr>
        <p:grpSpPr bwMode="auto">
          <a:xfrm>
            <a:off x="915984" y="139482"/>
            <a:ext cx="10041120" cy="6609783"/>
            <a:chOff x="0" y="0"/>
            <a:chExt cx="10041120" cy="6609783"/>
          </a:xfrm>
        </p:grpSpPr>
        <p:sp>
          <p:nvSpPr>
            <p:cNvPr id="107392216" name="Freeform 60"/>
            <p:cNvSpPr/>
            <p:nvPr/>
          </p:nvSpPr>
          <p:spPr bwMode="auto">
            <a:xfrm>
              <a:off x="1846584" y="1503127"/>
              <a:ext cx="1049656" cy="4665146"/>
            </a:xfrm>
            <a:custGeom>
              <a:avLst/>
              <a:gdLst/>
              <a:ahLst/>
              <a:cxnLst/>
              <a:rect l="l" t="t" r="r" b="b"/>
              <a:pathLst>
                <a:path w="1049658" h="4665148" fill="norm" stroke="1" extrusionOk="0">
                  <a:moveTo>
                    <a:pt x="0" y="0"/>
                  </a:moveTo>
                  <a:lnTo>
                    <a:pt x="1049658" y="0"/>
                  </a:lnTo>
                  <a:lnTo>
                    <a:pt x="1049658" y="4665148"/>
                  </a:lnTo>
                  <a:lnTo>
                    <a:pt x="0" y="46651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6509302" name="Freeform 61"/>
            <p:cNvSpPr/>
            <p:nvPr/>
          </p:nvSpPr>
          <p:spPr bwMode="auto">
            <a:xfrm>
              <a:off x="0" y="3528506"/>
              <a:ext cx="602867" cy="614387"/>
            </a:xfrm>
            <a:custGeom>
              <a:avLst/>
              <a:gdLst/>
              <a:ahLst/>
              <a:cxnLst/>
              <a:rect l="l" t="t" r="r" b="b"/>
              <a:pathLst>
                <a:path w="602869" h="614389" fill="norm" stroke="1" extrusionOk="0">
                  <a:moveTo>
                    <a:pt x="0" y="0"/>
                  </a:moveTo>
                  <a:lnTo>
                    <a:pt x="602869" y="0"/>
                  </a:lnTo>
                  <a:lnTo>
                    <a:pt x="602869" y="614390"/>
                  </a:lnTo>
                  <a:lnTo>
                    <a:pt x="0" y="6143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4394610" name="TextBox 62"/>
            <p:cNvSpPr txBox="1"/>
            <p:nvPr/>
          </p:nvSpPr>
          <p:spPr bwMode="auto">
            <a:xfrm flipH="0" flipV="0">
              <a:off x="3283579" y="384395"/>
              <a:ext cx="6757541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0503271" name="TextBox 63"/>
            <p:cNvSpPr txBox="1"/>
            <p:nvPr/>
          </p:nvSpPr>
          <p:spPr bwMode="auto">
            <a:xfrm>
              <a:off x="3882852" y="1239895"/>
              <a:ext cx="2224982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7812891" name="TextBox 64"/>
            <p:cNvSpPr txBox="1"/>
            <p:nvPr/>
          </p:nvSpPr>
          <p:spPr bwMode="auto">
            <a:xfrm>
              <a:off x="7280787" y="1239895"/>
              <a:ext cx="2224982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79538263" name="TextBox 65"/>
            <p:cNvSpPr txBox="1"/>
            <p:nvPr/>
          </p:nvSpPr>
          <p:spPr bwMode="auto">
            <a:xfrm>
              <a:off x="764793" y="3582972"/>
              <a:ext cx="92094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1403786288" name="Rectangle: Rounded Corners 12"/>
            <p:cNvSpPr/>
            <p:nvPr/>
          </p:nvSpPr>
          <p:spPr bwMode="auto">
            <a:xfrm>
              <a:off x="3283580" y="0"/>
              <a:ext cx="6756102" cy="660978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45524528" name=""/>
            <p:cNvGrpSpPr/>
            <p:nvPr/>
          </p:nvGrpSpPr>
          <p:grpSpPr bwMode="auto">
            <a:xfrm>
              <a:off x="3808452" y="1948170"/>
              <a:ext cx="5771542" cy="4428561"/>
              <a:chOff x="0" y="0"/>
              <a:chExt cx="5771542" cy="4428561"/>
            </a:xfrm>
          </p:grpSpPr>
          <p:sp>
            <p:nvSpPr>
              <p:cNvPr id="1243198938" name="AutoShape 32"/>
              <p:cNvSpPr/>
              <p:nvPr/>
            </p:nvSpPr>
            <p:spPr bwMode="auto">
              <a:xfrm flipH="0" flipV="0">
                <a:off x="2848203" y="54822"/>
                <a:ext cx="0" cy="4293389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091736964" name="Rectangle 1100602255"/>
              <p:cNvSpPr txBox="1"/>
              <p:nvPr/>
            </p:nvSpPr>
            <p:spPr bwMode="auto">
              <a:xfrm rot="0" flipH="0" flipV="0">
                <a:off x="0" y="0"/>
                <a:ext cx="232740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083519365" name="Rectangle 1100602255"/>
              <p:cNvSpPr txBox="1"/>
              <p:nvPr/>
            </p:nvSpPr>
            <p:spPr bwMode="auto">
              <a:xfrm rot="0" flipH="0" flipV="0">
                <a:off x="3571" y="896539"/>
                <a:ext cx="232812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102 000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828828254" name="Rectangle 1100602255"/>
              <p:cNvSpPr txBox="1"/>
              <p:nvPr/>
            </p:nvSpPr>
            <p:spPr bwMode="auto">
              <a:xfrm rot="0" flipH="0" flipV="0">
                <a:off x="7142" y="1793079"/>
                <a:ext cx="232884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02749907" name="Rectangle 1100602255"/>
              <p:cNvSpPr txBox="1"/>
              <p:nvPr/>
            </p:nvSpPr>
            <p:spPr bwMode="auto">
              <a:xfrm rot="0" flipH="0" flipV="0">
                <a:off x="10713" y="2715147"/>
                <a:ext cx="232956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102 000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483728921" name="Rectangle 1100602255"/>
              <p:cNvSpPr txBox="1"/>
              <p:nvPr/>
            </p:nvSpPr>
            <p:spPr bwMode="auto">
              <a:xfrm rot="0" flipH="0" flipV="0">
                <a:off x="14284" y="3611686"/>
                <a:ext cx="233028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54223354" name="Rectangle 1100602255"/>
              <p:cNvSpPr txBox="1"/>
              <p:nvPr/>
            </p:nvSpPr>
            <p:spPr bwMode="auto">
              <a:xfrm rot="0" flipH="0" flipV="0">
                <a:off x="3437331" y="2689861"/>
                <a:ext cx="233028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40925399" name="Rectangle 1100602255"/>
              <p:cNvSpPr txBox="1"/>
              <p:nvPr/>
            </p:nvSpPr>
            <p:spPr bwMode="auto">
              <a:xfrm rot="0" flipH="0" flipV="0">
                <a:off x="3440902" y="3586401"/>
                <a:ext cx="233064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310990157" name="Rectangle 1100602255"/>
              <p:cNvSpPr txBox="1"/>
              <p:nvPr/>
            </p:nvSpPr>
            <p:spPr bwMode="auto">
              <a:xfrm rot="0" flipH="0" flipV="0">
                <a:off x="3426617" y="21375"/>
                <a:ext cx="232776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11030365" name="Rectangle 1100602255"/>
              <p:cNvSpPr txBox="1"/>
              <p:nvPr/>
            </p:nvSpPr>
            <p:spPr bwMode="auto">
              <a:xfrm rot="0" flipH="0" flipV="0">
                <a:off x="3430189" y="896539"/>
                <a:ext cx="232884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040782126" name="Rectangle 1100602255"/>
              <p:cNvSpPr txBox="1"/>
              <p:nvPr/>
            </p:nvSpPr>
            <p:spPr bwMode="auto">
              <a:xfrm rot="0" flipH="0" flipV="0">
                <a:off x="3433761" y="1793079"/>
                <a:ext cx="232920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18284381" name=""/>
          <p:cNvGrpSpPr/>
          <p:nvPr/>
        </p:nvGrpSpPr>
        <p:grpSpPr bwMode="auto">
          <a:xfrm>
            <a:off x="484616" y="417627"/>
            <a:ext cx="11123151" cy="6275200"/>
            <a:chOff x="0" y="0"/>
            <a:chExt cx="11123151" cy="6275200"/>
          </a:xfrm>
        </p:grpSpPr>
        <p:sp>
          <p:nvSpPr>
            <p:cNvPr id="491878585" name="AutoShape 32"/>
            <p:cNvSpPr/>
            <p:nvPr/>
          </p:nvSpPr>
          <p:spPr bwMode="auto">
            <a:xfrm>
              <a:off x="8855312" y="957804"/>
              <a:ext cx="0" cy="27738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29131" name="Freeform 60"/>
            <p:cNvSpPr/>
            <p:nvPr/>
          </p:nvSpPr>
          <p:spPr bwMode="auto">
            <a:xfrm>
              <a:off x="6553800" y="4735344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6127955" name="AutoShape 61"/>
            <p:cNvSpPr/>
            <p:nvPr/>
          </p:nvSpPr>
          <p:spPr bwMode="auto">
            <a:xfrm>
              <a:off x="5282406" y="2712889"/>
              <a:ext cx="1680884" cy="6636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019697" name="AutoShape 62"/>
            <p:cNvSpPr/>
            <p:nvPr/>
          </p:nvSpPr>
          <p:spPr bwMode="auto">
            <a:xfrm>
              <a:off x="2375692" y="2159565"/>
              <a:ext cx="4585680" cy="2713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2634170" name="AutoShape 63"/>
            <p:cNvSpPr/>
            <p:nvPr/>
          </p:nvSpPr>
          <p:spPr bwMode="auto">
            <a:xfrm>
              <a:off x="4052934" y="1023273"/>
              <a:ext cx="2935017" cy="44328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2191622" name="AutoShape 64"/>
            <p:cNvSpPr/>
            <p:nvPr/>
          </p:nvSpPr>
          <p:spPr bwMode="auto">
            <a:xfrm flipV="1">
              <a:off x="3687751" y="3497609"/>
              <a:ext cx="3285316" cy="32657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5199411" name="TextBox 65"/>
            <p:cNvSpPr txBox="1"/>
            <p:nvPr/>
          </p:nvSpPr>
          <p:spPr bwMode="auto">
            <a:xfrm flipH="0" flipV="0">
              <a:off x="6553800" y="303647"/>
              <a:ext cx="4569352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600"/>
            </a:p>
          </p:txBody>
        </p:sp>
        <p:sp>
          <p:nvSpPr>
            <p:cNvPr id="235478865" name="TextBox 66"/>
            <p:cNvSpPr txBox="1"/>
            <p:nvPr/>
          </p:nvSpPr>
          <p:spPr bwMode="auto">
            <a:xfrm flipH="0" flipV="0">
              <a:off x="6987732" y="910216"/>
              <a:ext cx="1592418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42809746" name="TextBox 67"/>
            <p:cNvSpPr txBox="1"/>
            <p:nvPr/>
          </p:nvSpPr>
          <p:spPr bwMode="auto">
            <a:xfrm flipH="0" flipV="0">
              <a:off x="9187120" y="910216"/>
              <a:ext cx="1537808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3070038" name="AutoShape 68"/>
            <p:cNvSpPr/>
            <p:nvPr/>
          </p:nvSpPr>
          <p:spPr bwMode="auto">
            <a:xfrm>
              <a:off x="5282406" y="4169651"/>
              <a:ext cx="1271394" cy="86067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187052" name="Rectangle: Rounded Corners 12"/>
            <p:cNvSpPr/>
            <p:nvPr/>
          </p:nvSpPr>
          <p:spPr bwMode="auto">
            <a:xfrm>
              <a:off x="6553798" y="74541"/>
              <a:ext cx="4568634" cy="4095106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22324752" name=""/>
            <p:cNvGrpSpPr/>
            <p:nvPr/>
          </p:nvGrpSpPr>
          <p:grpSpPr bwMode="auto">
            <a:xfrm>
              <a:off x="7014826" y="1299847"/>
              <a:ext cx="3844566" cy="2301223"/>
              <a:chOff x="0" y="0"/>
              <a:chExt cx="3844566" cy="2301223"/>
            </a:xfrm>
          </p:grpSpPr>
          <p:sp>
            <p:nvSpPr>
              <p:cNvPr id="855765366" name=""/>
              <p:cNvSpPr txBox="1"/>
              <p:nvPr/>
            </p:nvSpPr>
            <p:spPr bwMode="auto">
              <a:xfrm rot="0" flipH="0" flipV="0">
                <a:off x="0" y="0"/>
                <a:ext cx="1669182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5335215" name=""/>
              <p:cNvSpPr txBox="1"/>
              <p:nvPr/>
            </p:nvSpPr>
            <p:spPr bwMode="auto">
              <a:xfrm rot="0" flipH="0" flipV="0">
                <a:off x="3570" y="524468"/>
                <a:ext cx="1669955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5512759" name=""/>
              <p:cNvSpPr txBox="1"/>
              <p:nvPr/>
            </p:nvSpPr>
            <p:spPr bwMode="auto">
              <a:xfrm rot="0" flipH="0" flipV="0">
                <a:off x="7140" y="1048938"/>
                <a:ext cx="1670728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628828350" name=""/>
              <p:cNvSpPr txBox="1"/>
              <p:nvPr/>
            </p:nvSpPr>
            <p:spPr bwMode="auto">
              <a:xfrm rot="0" flipH="0" flipV="0">
                <a:off x="10711" y="1871065"/>
                <a:ext cx="1671501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62354328" name=""/>
              <p:cNvSpPr txBox="1"/>
              <p:nvPr/>
            </p:nvSpPr>
            <p:spPr bwMode="auto">
              <a:xfrm rot="0" flipH="0" flipV="0">
                <a:off x="2172291" y="14285"/>
                <a:ext cx="1672274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8 928 864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85209415" name=""/>
            <p:cNvGrpSpPr/>
            <p:nvPr/>
          </p:nvGrpSpPr>
          <p:grpSpPr bwMode="auto">
            <a:xfrm>
              <a:off x="0" y="0"/>
              <a:ext cx="6125169" cy="4944730"/>
              <a:chOff x="0" y="0"/>
              <a:chExt cx="6125169" cy="4944730"/>
            </a:xfrm>
          </p:grpSpPr>
          <p:sp>
            <p:nvSpPr>
              <p:cNvPr id="261187345" name="Freeform 46"/>
              <p:cNvSpPr/>
              <p:nvPr/>
            </p:nvSpPr>
            <p:spPr bwMode="auto">
              <a:xfrm rot="0" flipH="0" flipV="0">
                <a:off x="0" y="0"/>
                <a:ext cx="6125170" cy="4944731"/>
              </a:xfrm>
              <a:custGeom>
                <a:avLst/>
                <a:gdLst/>
                <a:ahLst/>
                <a:cxnLst/>
                <a:rect l="l" t="t" r="r" b="b"/>
                <a:pathLst>
                  <a:path w="2419822" h="1953475" fill="norm" stroke="1" extrusionOk="0">
                    <a:moveTo>
                      <a:pt x="1209911" y="0"/>
                    </a:moveTo>
                    <a:cubicBezTo>
                      <a:pt x="541696" y="0"/>
                      <a:pt x="0" y="437300"/>
                      <a:pt x="0" y="976737"/>
                    </a:cubicBezTo>
                    <a:cubicBezTo>
                      <a:pt x="0" y="1516175"/>
                      <a:pt x="541696" y="1953475"/>
                      <a:pt x="1209911" y="1953475"/>
                    </a:cubicBezTo>
                    <a:cubicBezTo>
                      <a:pt x="1878126" y="1953475"/>
                      <a:pt x="2419822" y="1516175"/>
                      <a:pt x="2419822" y="976737"/>
                    </a:cubicBezTo>
                    <a:cubicBezTo>
                      <a:pt x="2419822" y="437300"/>
                      <a:pt x="1878126" y="0"/>
                      <a:pt x="1209911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28575" cap="sq">
                <a:solidFill>
                  <a:srgbClr val="FF5C00"/>
                </a:solidFill>
                <a:prstDash val="dash"/>
                <a:miter/>
              </a:ln>
            </p:spPr>
          </p:sp>
          <p:sp>
            <p:nvSpPr>
              <p:cNvPr id="649614819" name="TextBox 47"/>
              <p:cNvSpPr txBox="1"/>
              <p:nvPr/>
            </p:nvSpPr>
            <p:spPr bwMode="auto">
              <a:xfrm rot="0" flipH="0" flipV="0">
                <a:off x="574229" y="367122"/>
                <a:ext cx="4976699" cy="411403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065941108" name="Freeform 49"/>
              <p:cNvSpPr/>
              <p:nvPr/>
            </p:nvSpPr>
            <p:spPr bwMode="auto">
              <a:xfrm rot="0" flipH="0" flipV="0">
                <a:off x="2279602" y="632028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84911783" name="TextBox 50"/>
              <p:cNvSpPr txBox="1"/>
              <p:nvPr/>
            </p:nvSpPr>
            <p:spPr bwMode="auto">
              <a:xfrm rot="0" flipH="0" flipV="0">
                <a:off x="2279602" y="539589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680229428" name="Freeform 52"/>
              <p:cNvSpPr/>
              <p:nvPr/>
            </p:nvSpPr>
            <p:spPr bwMode="auto">
              <a:xfrm rot="0" flipH="0" flipV="0">
                <a:off x="602361" y="1896989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14328697" name="TextBox 53"/>
              <p:cNvSpPr txBox="1"/>
              <p:nvPr/>
            </p:nvSpPr>
            <p:spPr bwMode="auto">
              <a:xfrm rot="0" flipH="0" flipV="0">
                <a:off x="602361" y="1804550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661759949" name="Freeform 55"/>
              <p:cNvSpPr/>
              <p:nvPr/>
            </p:nvSpPr>
            <p:spPr bwMode="auto">
              <a:xfrm rot="0" flipH="0" flipV="0">
                <a:off x="3509074" y="2420550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306167298" name="TextBox 56"/>
              <p:cNvSpPr txBox="1"/>
              <p:nvPr/>
            </p:nvSpPr>
            <p:spPr bwMode="auto">
              <a:xfrm rot="0" flipH="0" flipV="0">
                <a:off x="3509074" y="2328110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103541374" name="Freeform 58"/>
              <p:cNvSpPr/>
              <p:nvPr/>
            </p:nvSpPr>
            <p:spPr bwMode="auto">
              <a:xfrm rot="0" flipH="0" flipV="0">
                <a:off x="1914422" y="3654994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43228943" name="TextBox 59"/>
              <p:cNvSpPr txBox="1"/>
              <p:nvPr/>
            </p:nvSpPr>
            <p:spPr bwMode="auto">
              <a:xfrm rot="0" flipH="0" flipV="0">
                <a:off x="1914422" y="3562555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90055916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907320206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Sistem Uang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Elektronik Peer-to-Peer, Bagian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10: Privasi. Tersedia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di: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722621469" name=""/>
          <p:cNvSpPr/>
          <p:nvPr/>
        </p:nvSpPr>
        <p:spPr bwMode="auto">
          <a:xfrm rot="0" flipH="0" flipV="0">
            <a:off x="2206030" y="4862014"/>
            <a:ext cx="8188656" cy="909850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6749401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414778" y="91144"/>
            <a:ext cx="9623532" cy="667571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9374781" name="Freeform 26"/>
          <p:cNvSpPr/>
          <p:nvPr/>
        </p:nvSpPr>
        <p:spPr bwMode="auto">
          <a:xfrm rot="-10799952">
            <a:off x="7702132" y="629021"/>
            <a:ext cx="721670" cy="3207431"/>
          </a:xfrm>
          <a:custGeom>
            <a:avLst/>
            <a:gdLst/>
            <a:ahLst/>
            <a:cxnLst/>
            <a:rect l="l" t="t" r="r" b="b"/>
            <a:pathLst>
              <a:path w="721672" h="3207433" fill="norm" stroke="1" extrusionOk="0">
                <a:moveTo>
                  <a:pt x="0" y="0"/>
                </a:moveTo>
                <a:lnTo>
                  <a:pt x="721672" y="0"/>
                </a:lnTo>
                <a:lnTo>
                  <a:pt x="721672" y="3207433"/>
                </a:lnTo>
                <a:lnTo>
                  <a:pt x="0" y="320743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4073027" name="Freeform 28"/>
          <p:cNvSpPr/>
          <p:nvPr/>
        </p:nvSpPr>
        <p:spPr bwMode="auto">
          <a:xfrm rot="0" flipH="0" flipV="0">
            <a:off x="8911858" y="1426946"/>
            <a:ext cx="2026386" cy="161157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299371130" name="TextBox 29"/>
          <p:cNvSpPr txBox="1"/>
          <p:nvPr/>
        </p:nvSpPr>
        <p:spPr bwMode="auto">
          <a:xfrm rot="0" flipH="0" flipV="0">
            <a:off x="8911858" y="1398868"/>
            <a:ext cx="2026386" cy="163966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970007124" name="Freeform 30"/>
          <p:cNvSpPr/>
          <p:nvPr/>
        </p:nvSpPr>
        <p:spPr bwMode="auto">
          <a:xfrm>
            <a:off x="1025747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5212734" name="Freeform 31"/>
          <p:cNvSpPr/>
          <p:nvPr/>
        </p:nvSpPr>
        <p:spPr bwMode="auto">
          <a:xfrm>
            <a:off x="970180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3827681" name="Freeform 32"/>
          <p:cNvSpPr/>
          <p:nvPr/>
        </p:nvSpPr>
        <p:spPr bwMode="auto">
          <a:xfrm>
            <a:off x="914192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71379" name="Freeform 33"/>
          <p:cNvSpPr/>
          <p:nvPr/>
        </p:nvSpPr>
        <p:spPr bwMode="auto">
          <a:xfrm>
            <a:off x="1025747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9009720" name="Freeform 34"/>
          <p:cNvSpPr/>
          <p:nvPr/>
        </p:nvSpPr>
        <p:spPr bwMode="auto">
          <a:xfrm>
            <a:off x="970180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5230505" name="Freeform 35"/>
          <p:cNvSpPr/>
          <p:nvPr/>
        </p:nvSpPr>
        <p:spPr bwMode="auto">
          <a:xfrm>
            <a:off x="914192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642753" name="Freeform 36"/>
          <p:cNvSpPr/>
          <p:nvPr/>
        </p:nvSpPr>
        <p:spPr bwMode="auto">
          <a:xfrm>
            <a:off x="9794541" y="4651699"/>
            <a:ext cx="1114539" cy="1223088"/>
          </a:xfrm>
          <a:custGeom>
            <a:avLst/>
            <a:gdLst/>
            <a:ahLst/>
            <a:cxnLst/>
            <a:rect l="l" t="t" r="r" b="b"/>
            <a:pathLst>
              <a:path w="1114541" h="1223090" fill="norm" stroke="1" extrusionOk="0">
                <a:moveTo>
                  <a:pt x="0" y="0"/>
                </a:moveTo>
                <a:lnTo>
                  <a:pt x="1114541" y="0"/>
                </a:lnTo>
                <a:lnTo>
                  <a:pt x="1114541" y="1223089"/>
                </a:lnTo>
                <a:lnTo>
                  <a:pt x="0" y="122308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7463058" name="Freeform 37"/>
          <p:cNvSpPr/>
          <p:nvPr/>
        </p:nvSpPr>
        <p:spPr bwMode="auto">
          <a:xfrm>
            <a:off x="10153327" y="4778734"/>
            <a:ext cx="396967" cy="352803"/>
          </a:xfrm>
          <a:custGeom>
            <a:avLst/>
            <a:gdLst/>
            <a:ahLst/>
            <a:cxnLst/>
            <a:rect l="l" t="t" r="r" b="b"/>
            <a:pathLst>
              <a:path w="396969" h="352806" fill="norm" stroke="1" extrusionOk="0">
                <a:moveTo>
                  <a:pt x="0" y="0"/>
                </a:moveTo>
                <a:lnTo>
                  <a:pt x="396969" y="0"/>
                </a:lnTo>
                <a:lnTo>
                  <a:pt x="396969" y="352806"/>
                </a:lnTo>
                <a:lnTo>
                  <a:pt x="0" y="35280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1943257" name="Freeform 39"/>
          <p:cNvSpPr/>
          <p:nvPr/>
        </p:nvSpPr>
        <p:spPr bwMode="auto">
          <a:xfrm rot="-5225546" flipH="1">
            <a:off x="1003360" y="371033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1880165" name="Freeform 40"/>
          <p:cNvSpPr/>
          <p:nvPr/>
        </p:nvSpPr>
        <p:spPr bwMode="auto">
          <a:xfrm>
            <a:off x="8836483" y="5150917"/>
            <a:ext cx="579819" cy="347890"/>
          </a:xfrm>
          <a:custGeom>
            <a:avLst/>
            <a:gdLst/>
            <a:ahLst/>
            <a:cxnLst/>
            <a:rect l="l" t="t" r="r" b="b"/>
            <a:pathLst>
              <a:path w="579821" h="347892" fill="norm" stroke="1" extrusionOk="0">
                <a:moveTo>
                  <a:pt x="0" y="0"/>
                </a:moveTo>
                <a:lnTo>
                  <a:pt x="579821" y="0"/>
                </a:lnTo>
                <a:lnTo>
                  <a:pt x="579821" y="347893"/>
                </a:lnTo>
                <a:lnTo>
                  <a:pt x="0" y="34789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495936" name="Freeform 42"/>
          <p:cNvSpPr/>
          <p:nvPr/>
        </p:nvSpPr>
        <p:spPr bwMode="auto">
          <a:xfrm rot="0" flipH="0" flipV="0">
            <a:off x="1800373" y="310571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86862951" name="TextBox 43"/>
          <p:cNvSpPr txBox="1"/>
          <p:nvPr/>
        </p:nvSpPr>
        <p:spPr bwMode="auto">
          <a:xfrm rot="0" flipH="0" flipV="0">
            <a:off x="1800373" y="305140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 ... 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35518107" name="Freeform 45"/>
          <p:cNvSpPr/>
          <p:nvPr/>
        </p:nvSpPr>
        <p:spPr bwMode="auto">
          <a:xfrm rot="0" flipH="0" flipV="0">
            <a:off x="1112374" y="629020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33511211" name="TextBox 46"/>
          <p:cNvSpPr txBox="1"/>
          <p:nvPr/>
        </p:nvSpPr>
        <p:spPr bwMode="auto">
          <a:xfrm rot="0" flipH="0" flipV="0">
            <a:off x="1112374" y="574709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 ... s3u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83880929" name="Freeform 48"/>
          <p:cNvSpPr/>
          <p:nvPr/>
        </p:nvSpPr>
        <p:spPr bwMode="auto">
          <a:xfrm rot="0" flipH="0" flipV="0">
            <a:off x="1021238" y="196513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48358128" name="TextBox 49"/>
          <p:cNvSpPr txBox="1"/>
          <p:nvPr/>
        </p:nvSpPr>
        <p:spPr bwMode="auto">
          <a:xfrm rot="0" flipH="0" flipV="0">
            <a:off x="1021238" y="191082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 rlt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4640394" name="AutoShape 50"/>
          <p:cNvSpPr/>
          <p:nvPr/>
        </p:nvSpPr>
        <p:spPr bwMode="auto">
          <a:xfrm flipH="0" flipV="1">
            <a:off x="1684541" y="1033535"/>
            <a:ext cx="63541" cy="93159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6870068" name="AutoShape 51"/>
          <p:cNvSpPr/>
          <p:nvPr/>
        </p:nvSpPr>
        <p:spPr bwMode="auto">
          <a:xfrm flipH="0" flipV="0">
            <a:off x="1808909" y="2369648"/>
            <a:ext cx="460656" cy="67436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9125019" name="Freeform 53"/>
          <p:cNvSpPr/>
          <p:nvPr/>
        </p:nvSpPr>
        <p:spPr bwMode="auto">
          <a:xfrm rot="0" flipH="0" flipV="0">
            <a:off x="1191870" y="4500844"/>
            <a:ext cx="5211244" cy="1962733"/>
          </a:xfrm>
          <a:custGeom>
            <a:avLst/>
            <a:gdLst/>
            <a:ahLst/>
            <a:cxnLst/>
            <a:rect l="l" t="t" r="r" b="b"/>
            <a:pathLst>
              <a:path w="1299920" h="489595" fill="norm" stroke="1" extrusionOk="0">
                <a:moveTo>
                  <a:pt x="22284" y="0"/>
                </a:moveTo>
                <a:lnTo>
                  <a:pt x="1277635" y="0"/>
                </a:lnTo>
                <a:cubicBezTo>
                  <a:pt x="1283546" y="0"/>
                  <a:pt x="1289214" y="2348"/>
                  <a:pt x="1293393" y="6527"/>
                </a:cubicBezTo>
                <a:cubicBezTo>
                  <a:pt x="1297572" y="10706"/>
                  <a:pt x="1299920" y="16374"/>
                  <a:pt x="1299920" y="22284"/>
                </a:cubicBezTo>
                <a:lnTo>
                  <a:pt x="1299920" y="467310"/>
                </a:lnTo>
                <a:cubicBezTo>
                  <a:pt x="1299920" y="473221"/>
                  <a:pt x="1297572" y="478889"/>
                  <a:pt x="1293393" y="483068"/>
                </a:cubicBezTo>
                <a:cubicBezTo>
                  <a:pt x="1289214" y="487247"/>
                  <a:pt x="1283546" y="489595"/>
                  <a:pt x="1277635" y="489595"/>
                </a:cubicBezTo>
                <a:lnTo>
                  <a:pt x="22284" y="489595"/>
                </a:lnTo>
                <a:cubicBezTo>
                  <a:pt x="16374" y="489595"/>
                  <a:pt x="10706" y="487247"/>
                  <a:pt x="6527" y="483068"/>
                </a:cubicBezTo>
                <a:cubicBezTo>
                  <a:pt x="2348" y="478889"/>
                  <a:pt x="0" y="473221"/>
                  <a:pt x="0" y="467310"/>
                </a:cubicBezTo>
                <a:lnTo>
                  <a:pt x="0" y="22284"/>
                </a:lnTo>
                <a:cubicBezTo>
                  <a:pt x="0" y="16374"/>
                  <a:pt x="2348" y="10706"/>
                  <a:pt x="6527" y="6527"/>
                </a:cubicBezTo>
                <a:cubicBezTo>
                  <a:pt x="10706" y="2348"/>
                  <a:pt x="16374" y="0"/>
                  <a:pt x="22284" y="0"/>
                </a:cubicBezTo>
                <a:close/>
              </a:path>
            </a:pathLst>
          </a:custGeom>
          <a:blipFill>
            <a:blip r:embed="rId14"/>
            <a:srcRect l="0" t="2549" r="0" b="2549"/>
            <a:stretch/>
          </a:blipFill>
        </p:spPr>
        <p:txBody>
          <a:bodyPr/>
          <a:p/>
        </p:txBody>
      </p:sp>
      <p:sp>
        <p:nvSpPr>
          <p:cNvPr id="679035900" name="Freeform 56"/>
          <p:cNvSpPr/>
          <p:nvPr/>
        </p:nvSpPr>
        <p:spPr bwMode="auto">
          <a:xfrm rot="0" flipH="0" flipV="0">
            <a:off x="2050998" y="123794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76192737" name="TextBox 57"/>
          <p:cNvSpPr txBox="1"/>
          <p:nvPr/>
        </p:nvSpPr>
        <p:spPr bwMode="auto">
          <a:xfrm rot="0" flipH="0" flipV="0">
            <a:off x="2050998" y="118363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 ... ygr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474029" name="Freeform 59"/>
          <p:cNvSpPr/>
          <p:nvPr/>
        </p:nvSpPr>
        <p:spPr bwMode="auto">
          <a:xfrm rot="0" flipH="0" flipV="0">
            <a:off x="2833012" y="2043729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6284407" name="TextBox 60"/>
          <p:cNvSpPr txBox="1"/>
          <p:nvPr/>
        </p:nvSpPr>
        <p:spPr bwMode="auto">
          <a:xfrm rot="0" flipH="0" flipV="0">
            <a:off x="2833012" y="1989418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 ... zr9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5181746" name="AutoShape 61"/>
          <p:cNvSpPr/>
          <p:nvPr/>
        </p:nvSpPr>
        <p:spPr bwMode="auto">
          <a:xfrm flipH="1" flipV="0">
            <a:off x="2499531" y="1642457"/>
            <a:ext cx="173830" cy="12954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854611" name="AutoShape 62"/>
          <p:cNvSpPr/>
          <p:nvPr/>
        </p:nvSpPr>
        <p:spPr bwMode="auto">
          <a:xfrm flipH="1" flipV="0">
            <a:off x="2776609" y="2448246"/>
            <a:ext cx="509239" cy="5957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6661376" name="AutoShape 63"/>
          <p:cNvSpPr/>
          <p:nvPr/>
        </p:nvSpPr>
        <p:spPr bwMode="auto">
          <a:xfrm flipH="0" flipV="1">
            <a:off x="3007101" y="2737680"/>
            <a:ext cx="1289453" cy="40053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8944226" name="Freeform 65"/>
          <p:cNvSpPr/>
          <p:nvPr/>
        </p:nvSpPr>
        <p:spPr bwMode="auto">
          <a:xfrm rot="0" flipH="0" flipV="0">
            <a:off x="4385331" y="231824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96124614" name="TextBox 66"/>
          <p:cNvSpPr txBox="1"/>
          <p:nvPr/>
        </p:nvSpPr>
        <p:spPr bwMode="auto">
          <a:xfrm rot="0" flipH="0" flipV="0">
            <a:off x="4385331" y="226393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 ... wxu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48718949" name="Freeform 68"/>
          <p:cNvSpPr/>
          <p:nvPr/>
        </p:nvSpPr>
        <p:spPr bwMode="auto">
          <a:xfrm rot="0" flipH="0" flipV="0">
            <a:off x="3910857" y="97540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30698309" name="TextBox 69"/>
          <p:cNvSpPr txBox="1"/>
          <p:nvPr/>
        </p:nvSpPr>
        <p:spPr bwMode="auto">
          <a:xfrm rot="0" flipH="0" flipV="0">
            <a:off x="3910857" y="92109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 sgq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57484319" name="Freeform 71"/>
          <p:cNvSpPr/>
          <p:nvPr/>
        </p:nvSpPr>
        <p:spPr bwMode="auto">
          <a:xfrm rot="0" flipH="0" flipV="0">
            <a:off x="6058010" y="1874784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8576179" name="TextBox 72"/>
          <p:cNvSpPr txBox="1"/>
          <p:nvPr/>
        </p:nvSpPr>
        <p:spPr bwMode="auto">
          <a:xfrm rot="0" flipH="0" flipV="0">
            <a:off x="6058010" y="1820473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 qrc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54389908" name="Freeform 74"/>
          <p:cNvSpPr/>
          <p:nvPr/>
        </p:nvSpPr>
        <p:spPr bwMode="auto">
          <a:xfrm rot="0" flipH="0" flipV="0">
            <a:off x="6403115" y="318465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443286" name="TextBox 75"/>
          <p:cNvSpPr txBox="1"/>
          <p:nvPr/>
        </p:nvSpPr>
        <p:spPr bwMode="auto">
          <a:xfrm rot="0" flipH="0" flipV="0">
            <a:off x="6403115" y="313034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 ... ce0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4754443" name="AutoShape 76"/>
          <p:cNvSpPr/>
          <p:nvPr/>
        </p:nvSpPr>
        <p:spPr bwMode="auto">
          <a:xfrm flipH="0" flipV="0">
            <a:off x="5037815" y="1377653"/>
            <a:ext cx="1001611" cy="38959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0914286" name="AutoShape 77"/>
          <p:cNvSpPr/>
          <p:nvPr/>
        </p:nvSpPr>
        <p:spPr bwMode="auto">
          <a:xfrm flipH="1" flipV="1">
            <a:off x="4641077" y="1442999"/>
            <a:ext cx="322291" cy="87524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2839997" name="AutoShape 78"/>
          <p:cNvSpPr/>
          <p:nvPr/>
        </p:nvSpPr>
        <p:spPr bwMode="auto">
          <a:xfrm flipH="0" flipV="0">
            <a:off x="6760807" y="2279299"/>
            <a:ext cx="190588" cy="82641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3560628" name="Freeform 80"/>
          <p:cNvSpPr/>
          <p:nvPr/>
        </p:nvSpPr>
        <p:spPr bwMode="auto">
          <a:xfrm rot="0" flipH="0" flipV="0">
            <a:off x="4560363" y="313821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8196327" name="TextBox 81"/>
          <p:cNvSpPr txBox="1"/>
          <p:nvPr/>
        </p:nvSpPr>
        <p:spPr bwMode="auto">
          <a:xfrm rot="0" flipH="0" flipV="0">
            <a:off x="4560363" y="308390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 ... wxe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57039829" name="AutoShape 82"/>
          <p:cNvSpPr/>
          <p:nvPr/>
        </p:nvSpPr>
        <p:spPr bwMode="auto">
          <a:xfrm flipH="0" flipV="0">
            <a:off x="5078014" y="2722757"/>
            <a:ext cx="88680" cy="321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298215" name="Freeform 84"/>
          <p:cNvSpPr/>
          <p:nvPr/>
        </p:nvSpPr>
        <p:spPr bwMode="auto">
          <a:xfrm rot="0" flipH="0" flipV="0">
            <a:off x="5920548" y="773147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2214058" name="TextBox 85"/>
          <p:cNvSpPr txBox="1"/>
          <p:nvPr/>
        </p:nvSpPr>
        <p:spPr bwMode="auto">
          <a:xfrm rot="0" flipH="0" flipV="0">
            <a:off x="5920548" y="718836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 ... 6tr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37024625" name="AutoShape 86"/>
          <p:cNvSpPr/>
          <p:nvPr/>
        </p:nvSpPr>
        <p:spPr bwMode="auto">
          <a:xfrm flipH="1" flipV="1">
            <a:off x="6595293" y="1177663"/>
            <a:ext cx="86986" cy="697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961695" name="Freeform 87"/>
          <p:cNvSpPr/>
          <p:nvPr/>
        </p:nvSpPr>
        <p:spPr bwMode="auto">
          <a:xfrm rot="5399942">
            <a:off x="10290112" y="3675450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0" y="0"/>
                </a:moveTo>
                <a:lnTo>
                  <a:pt x="981041" y="0"/>
                </a:lnTo>
                <a:lnTo>
                  <a:pt x="981041" y="350722"/>
                </a:lnTo>
                <a:lnTo>
                  <a:pt x="0" y="350722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1018066" name="Freeform 88"/>
          <p:cNvSpPr/>
          <p:nvPr/>
        </p:nvSpPr>
        <p:spPr bwMode="auto">
          <a:xfrm rot="10402106" flipH="1">
            <a:off x="6562105" y="596944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948473507" name=""/>
          <p:cNvGrpSpPr/>
          <p:nvPr/>
        </p:nvGrpSpPr>
        <p:grpSpPr bwMode="auto">
          <a:xfrm>
            <a:off x="7088838" y="4651698"/>
            <a:ext cx="1625715" cy="1223087"/>
            <a:chOff x="0" y="0"/>
            <a:chExt cx="1625715" cy="1223087"/>
          </a:xfrm>
        </p:grpSpPr>
        <p:sp>
          <p:nvSpPr>
            <p:cNvPr id="700402326" name="Freeform 38"/>
            <p:cNvSpPr/>
            <p:nvPr/>
          </p:nvSpPr>
          <p:spPr bwMode="auto">
            <a:xfrm>
              <a:off x="254864" y="0"/>
              <a:ext cx="1114539" cy="1223088"/>
            </a:xfrm>
            <a:custGeom>
              <a:avLst/>
              <a:gdLst/>
              <a:ahLst/>
              <a:cxnLst/>
              <a:rect l="l" t="t" r="r" b="b"/>
              <a:pathLst>
                <a:path w="1114541" h="1223090" fill="norm" stroke="1" extrusionOk="0">
                  <a:moveTo>
                    <a:pt x="0" y="0"/>
                  </a:moveTo>
                  <a:lnTo>
                    <a:pt x="1114541" y="0"/>
                  </a:lnTo>
                  <a:lnTo>
                    <a:pt x="1114541" y="1223089"/>
                  </a:lnTo>
                  <a:lnTo>
                    <a:pt x="0" y="12230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4266549" name="TextBox 54"/>
            <p:cNvSpPr txBox="1"/>
            <p:nvPr/>
          </p:nvSpPr>
          <p:spPr bwMode="auto">
            <a:xfrm>
              <a:off x="0" y="693500"/>
              <a:ext cx="1625715" cy="4141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57"/>
                </a:lnSpc>
                <a:defRPr/>
              </a:pPr>
              <a:r>
                <a:rPr lang="en-US" sz="2200" b="1" i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Loïc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33477741" name=""/>
          <p:cNvPicPr>
            <a:picLocks noChangeAspect="1"/>
          </p:cNvPicPr>
          <p:nvPr/>
        </p:nvPicPr>
        <p:blipFill>
          <a:blip r:embed="rId3"/>
          <a:srcRect l="0" t="7561" r="0" b="7096"/>
          <a:stretch/>
        </p:blipFill>
        <p:spPr bwMode="auto">
          <a:xfrm flipH="0" flipV="0">
            <a:off x="6093" y="518583"/>
            <a:ext cx="12179808" cy="585258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6486346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32212" y="1360256"/>
            <a:ext cx="7210073" cy="39880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1007503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8252502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0894294" name="TextBox 32"/>
          <p:cNvSpPr txBox="1"/>
          <p:nvPr/>
        </p:nvSpPr>
        <p:spPr bwMode="auto">
          <a:xfrm flipH="0" flipV="0">
            <a:off x="2605719" y="598293"/>
            <a:ext cx="6978333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Transaksi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7179427" name="Rectangle: Rounded Corners 12"/>
          <p:cNvSpPr/>
          <p:nvPr/>
        </p:nvSpPr>
        <p:spPr bwMode="auto">
          <a:xfrm>
            <a:off x="2605720" y="250237"/>
            <a:ext cx="6977614" cy="638827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08015980" name=""/>
          <p:cNvGrpSpPr/>
          <p:nvPr/>
        </p:nvGrpSpPr>
        <p:grpSpPr bwMode="auto">
          <a:xfrm>
            <a:off x="3065979" y="1900276"/>
            <a:ext cx="6055725" cy="3412885"/>
            <a:chOff x="0" y="0"/>
            <a:chExt cx="6055725" cy="3412885"/>
          </a:xfrm>
        </p:grpSpPr>
        <p:sp>
          <p:nvSpPr>
            <p:cNvPr id="377423585" name="TextBox 33"/>
            <p:cNvSpPr txBox="1"/>
            <p:nvPr/>
          </p:nvSpPr>
          <p:spPr bwMode="auto">
            <a:xfrm flipH="0" flipV="0">
              <a:off x="0" y="0"/>
              <a:ext cx="2361552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24565941" name="AutoShape 34"/>
            <p:cNvSpPr/>
            <p:nvPr/>
          </p:nvSpPr>
          <p:spPr bwMode="auto">
            <a:xfrm flipH="0" flipV="0">
              <a:off x="2922634" y="71997"/>
              <a:ext cx="0" cy="334088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421248" name="TextBox 35"/>
            <p:cNvSpPr txBox="1"/>
            <p:nvPr/>
          </p:nvSpPr>
          <p:spPr bwMode="auto">
            <a:xfrm flipH="0" flipV="0">
              <a:off x="3569249" y="0"/>
              <a:ext cx="2329920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8151567" name="Rectangle 1100602255"/>
            <p:cNvSpPr txBox="1"/>
            <p:nvPr/>
          </p:nvSpPr>
          <p:spPr bwMode="auto">
            <a:xfrm rot="0" flipH="0" flipV="0">
              <a:off x="32351" y="786260"/>
              <a:ext cx="23284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ScriptSig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51905177" name="Rectangle 1100602255"/>
            <p:cNvSpPr txBox="1"/>
            <p:nvPr/>
          </p:nvSpPr>
          <p:spPr bwMode="auto">
            <a:xfrm rot="0" flipH="0" flipV="0">
              <a:off x="3569249" y="801632"/>
              <a:ext cx="232920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ScriptPubKey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17854884" name="Freeform 40"/>
            <p:cNvSpPr/>
            <p:nvPr/>
          </p:nvSpPr>
          <p:spPr bwMode="auto">
            <a:xfrm>
              <a:off x="2063155" y="484201"/>
              <a:ext cx="445806" cy="700676"/>
            </a:xfrm>
            <a:custGeom>
              <a:avLst/>
              <a:gdLst/>
              <a:ahLst/>
              <a:cxnLst/>
              <a:rect l="l" t="t" r="r" b="b"/>
              <a:pathLst>
                <a:path w="445807" h="700679" fill="norm" stroke="1" extrusionOk="0">
                  <a:moveTo>
                    <a:pt x="0" y="0"/>
                  </a:moveTo>
                  <a:lnTo>
                    <a:pt x="445807" y="0"/>
                  </a:lnTo>
                  <a:lnTo>
                    <a:pt x="445807" y="700679"/>
                  </a:lnTo>
                  <a:lnTo>
                    <a:pt x="0" y="7006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8650678" name="Freeform 39"/>
            <p:cNvSpPr/>
            <p:nvPr/>
          </p:nvSpPr>
          <p:spPr bwMode="auto">
            <a:xfrm>
              <a:off x="5609919" y="550280"/>
              <a:ext cx="445806" cy="634599"/>
            </a:xfrm>
            <a:custGeom>
              <a:avLst/>
              <a:gdLst/>
              <a:ahLst/>
              <a:cxnLst/>
              <a:rect l="l" t="t" r="r" b="b"/>
              <a:pathLst>
                <a:path w="445807" h="634601" fill="norm" stroke="1" extrusionOk="0">
                  <a:moveTo>
                    <a:pt x="0" y="0"/>
                  </a:moveTo>
                  <a:lnTo>
                    <a:pt x="445807" y="0"/>
                  </a:lnTo>
                  <a:lnTo>
                    <a:pt x="445807" y="634601"/>
                  </a:lnTo>
                  <a:lnTo>
                    <a:pt x="0" y="6346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3306019" name="Rectangle 867144088"/>
          <p:cNvSpPr txBox="1"/>
          <p:nvPr/>
        </p:nvSpPr>
        <p:spPr bwMode="auto">
          <a:xfrm rot="0" flipH="0" flipV="0">
            <a:off x="402673" y="2360750"/>
            <a:ext cx="3694860" cy="1068479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Kunci publik pengeluaran klasik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grpSp>
        <p:nvGrpSpPr>
          <p:cNvPr id="1318762257" name=""/>
          <p:cNvGrpSpPr/>
          <p:nvPr/>
        </p:nvGrpSpPr>
        <p:grpSpPr bwMode="auto">
          <a:xfrm>
            <a:off x="4333218" y="2377753"/>
            <a:ext cx="7254777" cy="3911154"/>
            <a:chOff x="0" y="0"/>
            <a:chExt cx="7254777" cy="3911154"/>
          </a:xfrm>
        </p:grpSpPr>
        <p:sp>
          <p:nvSpPr>
            <p:cNvPr id="769108029" name="AutoShape 29"/>
            <p:cNvSpPr/>
            <p:nvPr/>
          </p:nvSpPr>
          <p:spPr bwMode="auto">
            <a:xfrm flipV="1">
              <a:off x="776945" y="3113767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62434063" name="AutoShape 39"/>
            <p:cNvSpPr/>
            <p:nvPr/>
          </p:nvSpPr>
          <p:spPr bwMode="auto">
            <a:xfrm flipV="1">
              <a:off x="2677172" y="3113767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95320742" name="AutoShape 46"/>
            <p:cNvSpPr/>
            <p:nvPr/>
          </p:nvSpPr>
          <p:spPr bwMode="auto">
            <a:xfrm flipV="1">
              <a:off x="776945" y="2231762"/>
              <a:ext cx="940754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80837341" name="AutoShape 47"/>
            <p:cNvSpPr/>
            <p:nvPr/>
          </p:nvSpPr>
          <p:spPr bwMode="auto">
            <a:xfrm flipH="1" flipV="1">
              <a:off x="1717701" y="2231762"/>
              <a:ext cx="959467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87584634" name="AutoShape 48"/>
            <p:cNvSpPr/>
            <p:nvPr/>
          </p:nvSpPr>
          <p:spPr bwMode="auto">
            <a:xfrm flipH="0" flipV="1">
              <a:off x="1717700" y="1159602"/>
              <a:ext cx="1636698" cy="47140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6753798" name="AutoShape 52"/>
            <p:cNvSpPr/>
            <p:nvPr/>
          </p:nvSpPr>
          <p:spPr bwMode="auto">
            <a:xfrm flipH="1" flipV="1">
              <a:off x="4579151" y="3113767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82824036" name="AutoShape 62"/>
            <p:cNvSpPr/>
            <p:nvPr/>
          </p:nvSpPr>
          <p:spPr bwMode="auto">
            <a:xfrm flipV="1">
              <a:off x="6479377" y="3113767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15770541" name="AutoShape 66"/>
            <p:cNvSpPr/>
            <p:nvPr/>
          </p:nvSpPr>
          <p:spPr bwMode="auto">
            <a:xfrm flipV="1">
              <a:off x="4579151" y="2231762"/>
              <a:ext cx="940754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2921482" name="AutoShape 67"/>
            <p:cNvSpPr/>
            <p:nvPr/>
          </p:nvSpPr>
          <p:spPr bwMode="auto">
            <a:xfrm flipH="1" flipV="1">
              <a:off x="5519908" y="2231762"/>
              <a:ext cx="959467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1374381" name="AutoShape 68"/>
            <p:cNvSpPr/>
            <p:nvPr/>
          </p:nvSpPr>
          <p:spPr bwMode="auto">
            <a:xfrm flipH="1" flipV="1">
              <a:off x="3962378" y="1159602"/>
              <a:ext cx="1557526" cy="47140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822095" name="Rectangle 867144088"/>
            <p:cNvSpPr txBox="1"/>
            <p:nvPr/>
          </p:nvSpPr>
          <p:spPr bwMode="auto">
            <a:xfrm rot="0" flipH="0" flipV="0">
              <a:off x="1643455" y="0"/>
              <a:ext cx="3695580" cy="1068479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360000" rIns="91440" bIns="360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Merkle Root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36084147" name=""/>
            <p:cNvSpPr txBox="1"/>
            <p:nvPr/>
          </p:nvSpPr>
          <p:spPr bwMode="auto">
            <a:xfrm rot="0" flipH="0" flipV="0">
              <a:off x="925772" y="1631011"/>
              <a:ext cx="1552811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(A,B)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25167536" name=""/>
            <p:cNvSpPr txBox="1"/>
            <p:nvPr/>
          </p:nvSpPr>
          <p:spPr bwMode="auto">
            <a:xfrm rot="0" flipH="0" flipV="0">
              <a:off x="4798875" y="1634584"/>
              <a:ext cx="1553530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(C,D)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20400118" name=""/>
            <p:cNvSpPr txBox="1"/>
            <p:nvPr/>
          </p:nvSpPr>
          <p:spPr bwMode="auto">
            <a:xfrm rot="0" flipH="0" flipV="0">
              <a:off x="0" y="2581147"/>
              <a:ext cx="1554249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92232431" name=""/>
            <p:cNvSpPr txBox="1"/>
            <p:nvPr/>
          </p:nvSpPr>
          <p:spPr bwMode="auto">
            <a:xfrm rot="0" flipH="0" flipV="0">
              <a:off x="1899682" y="2581147"/>
              <a:ext cx="155532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(B)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717185277" name=""/>
            <p:cNvSpPr txBox="1"/>
            <p:nvPr/>
          </p:nvSpPr>
          <p:spPr bwMode="auto">
            <a:xfrm rot="0" flipH="0" flipV="0">
              <a:off x="18452" y="3507633"/>
              <a:ext cx="155496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A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13012428" name=""/>
            <p:cNvSpPr txBox="1"/>
            <p:nvPr/>
          </p:nvSpPr>
          <p:spPr bwMode="auto">
            <a:xfrm rot="0" flipH="0" flipV="0">
              <a:off x="1882376" y="3511204"/>
              <a:ext cx="155604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B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67981260" name=""/>
            <p:cNvSpPr txBox="1"/>
            <p:nvPr/>
          </p:nvSpPr>
          <p:spPr bwMode="auto">
            <a:xfrm rot="0" flipH="0" flipV="0">
              <a:off x="3798687" y="2584718"/>
              <a:ext cx="155532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03206378" name=""/>
            <p:cNvSpPr txBox="1"/>
            <p:nvPr/>
          </p:nvSpPr>
          <p:spPr bwMode="auto">
            <a:xfrm rot="0" flipH="0" flipV="0">
              <a:off x="5698370" y="2584718"/>
              <a:ext cx="155640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(D)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24255784" name=""/>
            <p:cNvSpPr txBox="1"/>
            <p:nvPr/>
          </p:nvSpPr>
          <p:spPr bwMode="auto">
            <a:xfrm rot="0" flipH="0" flipV="0">
              <a:off x="3817141" y="3511204"/>
              <a:ext cx="155604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C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35145414" name=""/>
            <p:cNvSpPr txBox="1"/>
            <p:nvPr/>
          </p:nvSpPr>
          <p:spPr bwMode="auto">
            <a:xfrm rot="0" flipH="0" flipV="0">
              <a:off x="5681064" y="3514774"/>
              <a:ext cx="1557126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D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676874226" name=""/>
          <p:cNvGrpSpPr/>
          <p:nvPr/>
        </p:nvGrpSpPr>
        <p:grpSpPr bwMode="auto">
          <a:xfrm>
            <a:off x="1993090" y="557284"/>
            <a:ext cx="5976459" cy="1708268"/>
            <a:chOff x="0" y="0"/>
            <a:chExt cx="5976459" cy="1708268"/>
          </a:xfrm>
        </p:grpSpPr>
        <p:sp>
          <p:nvSpPr>
            <p:cNvPr id="2109627148" name="AutoShape 75"/>
            <p:cNvSpPr/>
            <p:nvPr/>
          </p:nvSpPr>
          <p:spPr bwMode="auto">
            <a:xfrm flipH="0" flipV="1">
              <a:off x="0" y="1236884"/>
              <a:ext cx="2674901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08141315" name="AutoShape 76"/>
            <p:cNvSpPr/>
            <p:nvPr/>
          </p:nvSpPr>
          <p:spPr bwMode="auto">
            <a:xfrm flipH="1" flipV="1">
              <a:off x="3303146" y="1236884"/>
              <a:ext cx="2673313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44990304" name=""/>
            <p:cNvSpPr txBox="1"/>
            <p:nvPr/>
          </p:nvSpPr>
          <p:spPr bwMode="auto">
            <a:xfrm rot="0" flipH="0" flipV="0">
              <a:off x="491729" y="0"/>
              <a:ext cx="4832186" cy="94267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720000" tIns="288000" rIns="720000" bIns="288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Tweaked public key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46216658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872422982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Sistem Uang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Elektronik Peer-to-Peer, Bagian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10: Privasi. Tersedia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di: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822950331" name=""/>
          <p:cNvSpPr/>
          <p:nvPr/>
        </p:nvSpPr>
        <p:spPr bwMode="auto">
          <a:xfrm rot="0" flipH="0" flipV="0">
            <a:off x="2206029" y="4606119"/>
            <a:ext cx="8188654" cy="483357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5679718" name="Freeform 77"/>
          <p:cNvSpPr/>
          <p:nvPr/>
        </p:nvSpPr>
        <p:spPr bwMode="auto">
          <a:xfrm>
            <a:off x="8861960" y="3735240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2018105" name="AutoShape 78"/>
          <p:cNvSpPr/>
          <p:nvPr/>
        </p:nvSpPr>
        <p:spPr bwMode="auto">
          <a:xfrm>
            <a:off x="4340760" y="2064588"/>
            <a:ext cx="4521198" cy="211272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040049" name="AutoShape 79"/>
          <p:cNvSpPr/>
          <p:nvPr/>
        </p:nvSpPr>
        <p:spPr bwMode="auto">
          <a:xfrm flipH="1">
            <a:off x="9786138" y="2346351"/>
            <a:ext cx="199334" cy="127311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4436749" name="AutoShape 80"/>
          <p:cNvSpPr/>
          <p:nvPr/>
        </p:nvSpPr>
        <p:spPr bwMode="auto">
          <a:xfrm flipV="1">
            <a:off x="5276763" y="454209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4184470" name="TextBox 81"/>
          <p:cNvSpPr txBox="1"/>
          <p:nvPr/>
        </p:nvSpPr>
        <p:spPr bwMode="auto">
          <a:xfrm flipH="0" flipV="0">
            <a:off x="7421113" y="5341772"/>
            <a:ext cx="4325403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Pemilik umum dari semua UTXO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934642749" name=""/>
          <p:cNvGrpSpPr/>
          <p:nvPr/>
        </p:nvGrpSpPr>
        <p:grpSpPr bwMode="auto">
          <a:xfrm>
            <a:off x="664377" y="555963"/>
            <a:ext cx="4937047" cy="6045948"/>
            <a:chOff x="0" y="0"/>
            <a:chExt cx="4937047" cy="6045948"/>
          </a:xfrm>
        </p:grpSpPr>
        <p:sp>
          <p:nvSpPr>
            <p:cNvPr id="808362757" name="Freeform 30"/>
            <p:cNvSpPr/>
            <p:nvPr/>
          </p:nvSpPr>
          <p:spPr bwMode="auto">
            <a:xfrm rot="0" flipH="0" flipV="0">
              <a:off x="325531" y="1074417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5925431" name="TextBox 31"/>
            <p:cNvSpPr txBox="1"/>
            <p:nvPr/>
          </p:nvSpPr>
          <p:spPr bwMode="auto">
            <a:xfrm rot="0" flipH="0" flipV="0">
              <a:off x="325531" y="101612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bc1q...0q5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17733346" name="AutoShape 32"/>
            <p:cNvSpPr/>
            <p:nvPr/>
          </p:nvSpPr>
          <p:spPr bwMode="auto">
            <a:xfrm flipH="1">
              <a:off x="2117305" y="708727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94850067" name="Freeform 34"/>
            <p:cNvSpPr/>
            <p:nvPr/>
          </p:nvSpPr>
          <p:spPr bwMode="auto">
            <a:xfrm rot="0" flipH="0" flipV="0">
              <a:off x="2514610" y="1074417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261020" name="TextBox 35"/>
            <p:cNvSpPr txBox="1"/>
            <p:nvPr/>
          </p:nvSpPr>
          <p:spPr bwMode="auto">
            <a:xfrm rot="0" flipH="0" flipV="0">
              <a:off x="2514610" y="101612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72041907" name="Freeform 37"/>
            <p:cNvSpPr/>
            <p:nvPr/>
          </p:nvSpPr>
          <p:spPr bwMode="auto">
            <a:xfrm rot="0" flipH="0" flipV="0">
              <a:off x="2514610" y="165832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399892" name="TextBox 38"/>
            <p:cNvSpPr txBox="1"/>
            <p:nvPr/>
          </p:nvSpPr>
          <p:spPr bwMode="auto">
            <a:xfrm rot="0" flipH="0" flipV="0">
              <a:off x="2514610" y="160003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8437562" name="TextBox 39"/>
            <p:cNvSpPr txBox="1"/>
            <p:nvPr/>
          </p:nvSpPr>
          <p:spPr bwMode="auto">
            <a:xfrm>
              <a:off x="266118" y="359884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4628243" name="TextBox 40"/>
            <p:cNvSpPr txBox="1"/>
            <p:nvPr/>
          </p:nvSpPr>
          <p:spPr bwMode="auto">
            <a:xfrm>
              <a:off x="371710" y="65212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559834554" name="TextBox 41"/>
            <p:cNvSpPr txBox="1"/>
            <p:nvPr/>
          </p:nvSpPr>
          <p:spPr bwMode="auto">
            <a:xfrm>
              <a:off x="2560789" y="65212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0509916" name="Freeform 46"/>
            <p:cNvSpPr/>
            <p:nvPr/>
          </p:nvSpPr>
          <p:spPr bwMode="auto">
            <a:xfrm rot="0" flipH="0" flipV="0">
              <a:off x="1032009" y="399420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5085172" name="TextBox 47"/>
            <p:cNvSpPr txBox="1"/>
            <p:nvPr/>
          </p:nvSpPr>
          <p:spPr bwMode="auto">
            <a:xfrm rot="0" flipH="0" flipV="0">
              <a:off x="1032009" y="3935913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bc1q...j5w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0772595" name="AutoShape 48"/>
            <p:cNvSpPr/>
            <p:nvPr/>
          </p:nvSpPr>
          <p:spPr bwMode="auto">
            <a:xfrm>
              <a:off x="2823781" y="3628517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8561772" name="Freeform 50"/>
            <p:cNvSpPr/>
            <p:nvPr/>
          </p:nvSpPr>
          <p:spPr bwMode="auto">
            <a:xfrm rot="0" flipH="0" flipV="0">
              <a:off x="3221085" y="399420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33145133" name="TextBox 51"/>
            <p:cNvSpPr txBox="1"/>
            <p:nvPr/>
          </p:nvSpPr>
          <p:spPr bwMode="auto">
            <a:xfrm rot="0" flipH="0" flipV="0">
              <a:off x="3221085" y="3935913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22864174" name="Freeform 53"/>
            <p:cNvSpPr/>
            <p:nvPr/>
          </p:nvSpPr>
          <p:spPr bwMode="auto">
            <a:xfrm rot="0" flipH="0" flipV="0">
              <a:off x="3221085" y="4578123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2953396" name="TextBox 54"/>
            <p:cNvSpPr txBox="1"/>
            <p:nvPr/>
          </p:nvSpPr>
          <p:spPr bwMode="auto">
            <a:xfrm rot="0" flipH="0" flipV="0">
              <a:off x="3221085" y="4519827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bc1q...54u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7409562" name="TextBox 55"/>
            <p:cNvSpPr txBox="1"/>
            <p:nvPr/>
          </p:nvSpPr>
          <p:spPr bwMode="auto">
            <a:xfrm>
              <a:off x="972596" y="327967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84507527" name="TextBox 56"/>
            <p:cNvSpPr txBox="1"/>
            <p:nvPr/>
          </p:nvSpPr>
          <p:spPr bwMode="auto">
            <a:xfrm>
              <a:off x="1078187" y="3571920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928704454" name="TextBox 57"/>
            <p:cNvSpPr txBox="1"/>
            <p:nvPr/>
          </p:nvSpPr>
          <p:spPr bwMode="auto">
            <a:xfrm>
              <a:off x="3267264" y="3571920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2042353812" name="Freeform 59"/>
            <p:cNvSpPr/>
            <p:nvPr/>
          </p:nvSpPr>
          <p:spPr bwMode="auto">
            <a:xfrm rot="0" flipH="0" flipV="0">
              <a:off x="3221085" y="516472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3530081" name="TextBox 60"/>
            <p:cNvSpPr txBox="1"/>
            <p:nvPr/>
          </p:nvSpPr>
          <p:spPr bwMode="auto">
            <a:xfrm rot="0" flipH="0" flipV="0">
              <a:off x="3221085" y="5106431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bc1q...7xv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9156791" name="Rectangle: Rounded Corners 12"/>
            <p:cNvSpPr/>
            <p:nvPr/>
          </p:nvSpPr>
          <p:spPr bwMode="auto">
            <a:xfrm>
              <a:off x="0" y="0"/>
              <a:ext cx="4275173" cy="252148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720014500" name="Rectangle: Rounded Corners 12"/>
            <p:cNvSpPr/>
            <p:nvPr/>
          </p:nvSpPr>
          <p:spPr bwMode="auto">
            <a:xfrm>
              <a:off x="708836" y="2990406"/>
              <a:ext cx="4228211" cy="30555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  <p:grpSp>
        <p:nvGrpSpPr>
          <p:cNvPr id="1300748824" name=""/>
          <p:cNvGrpSpPr/>
          <p:nvPr/>
        </p:nvGrpSpPr>
        <p:grpSpPr bwMode="auto">
          <a:xfrm>
            <a:off x="6911005" y="292808"/>
            <a:ext cx="4075812" cy="2521482"/>
            <a:chOff x="0" y="0"/>
            <a:chExt cx="4075812" cy="2521482"/>
          </a:xfrm>
        </p:grpSpPr>
        <p:sp>
          <p:nvSpPr>
            <p:cNvPr id="374828168" name="Freeform 65"/>
            <p:cNvSpPr/>
            <p:nvPr/>
          </p:nvSpPr>
          <p:spPr bwMode="auto">
            <a:xfrm rot="0" flipH="0" flipV="0">
              <a:off x="222204" y="103541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9447489" name="TextBox 66"/>
            <p:cNvSpPr txBox="1"/>
            <p:nvPr/>
          </p:nvSpPr>
          <p:spPr bwMode="auto">
            <a:xfrm rot="0" flipH="0" flipV="0">
              <a:off x="222204" y="97712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bc1q...zmk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74554452" name="AutoShape 67"/>
            <p:cNvSpPr/>
            <p:nvPr/>
          </p:nvSpPr>
          <p:spPr bwMode="auto">
            <a:xfrm flipH="1">
              <a:off x="2013976" y="669732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0880138" name="Freeform 69"/>
            <p:cNvSpPr/>
            <p:nvPr/>
          </p:nvSpPr>
          <p:spPr bwMode="auto">
            <a:xfrm rot="0" flipH="0" flipV="0">
              <a:off x="2411280" y="103541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29248051" name="TextBox 70"/>
            <p:cNvSpPr txBox="1"/>
            <p:nvPr/>
          </p:nvSpPr>
          <p:spPr bwMode="auto">
            <a:xfrm rot="0" flipH="0" flipV="0">
              <a:off x="2411280" y="97712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bc1q...40l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4696100" name="Freeform 72"/>
            <p:cNvSpPr/>
            <p:nvPr/>
          </p:nvSpPr>
          <p:spPr bwMode="auto">
            <a:xfrm rot="0" flipH="0" flipV="0">
              <a:off x="2411280" y="1619335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87200447" name="TextBox 73"/>
            <p:cNvSpPr txBox="1"/>
            <p:nvPr/>
          </p:nvSpPr>
          <p:spPr bwMode="auto">
            <a:xfrm rot="0" flipH="0" flipV="0">
              <a:off x="2411280" y="1561038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1097892" name="TextBox 74"/>
            <p:cNvSpPr txBox="1"/>
            <p:nvPr/>
          </p:nvSpPr>
          <p:spPr bwMode="auto">
            <a:xfrm>
              <a:off x="162790" y="320888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487793495" name="TextBox 75"/>
            <p:cNvSpPr txBox="1"/>
            <p:nvPr/>
          </p:nvSpPr>
          <p:spPr bwMode="auto">
            <a:xfrm>
              <a:off x="268383" y="61313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8668420" name="TextBox 76"/>
            <p:cNvSpPr txBox="1"/>
            <p:nvPr/>
          </p:nvSpPr>
          <p:spPr bwMode="auto">
            <a:xfrm>
              <a:off x="2436259" y="61313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389370" name="Rectangle: Rounded Corners 12"/>
            <p:cNvSpPr/>
            <p:nvPr/>
          </p:nvSpPr>
          <p:spPr bwMode="auto">
            <a:xfrm>
              <a:off x="0" y="0"/>
              <a:ext cx="4075812" cy="252148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2672148" name="TextBox 39"/>
          <p:cNvSpPr txBox="1"/>
          <p:nvPr/>
        </p:nvSpPr>
        <p:spPr bwMode="auto">
          <a:xfrm flipH="0" flipV="0">
            <a:off x="2635830" y="593447"/>
            <a:ext cx="675682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Penggunaan kembali alamat internal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6511448" name="Rectangle: Rounded Corners 12"/>
          <p:cNvSpPr/>
          <p:nvPr/>
        </p:nvSpPr>
        <p:spPr bwMode="auto">
          <a:xfrm>
            <a:off x="2635831" y="256467"/>
            <a:ext cx="6756103" cy="634396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44661198" name=""/>
          <p:cNvGrpSpPr/>
          <p:nvPr/>
        </p:nvGrpSpPr>
        <p:grpSpPr bwMode="auto">
          <a:xfrm>
            <a:off x="3003824" y="1821015"/>
            <a:ext cx="5927717" cy="3998161"/>
            <a:chOff x="0" y="0"/>
            <a:chExt cx="5927717" cy="3998161"/>
          </a:xfrm>
        </p:grpSpPr>
        <p:sp>
          <p:nvSpPr>
            <p:cNvPr id="570560900" name="Freeform 30"/>
            <p:cNvSpPr/>
            <p:nvPr/>
          </p:nvSpPr>
          <p:spPr bwMode="auto">
            <a:xfrm rot="0" flipH="0" flipV="0">
              <a:off x="0" y="67692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2831326" name="TextBox 31"/>
            <p:cNvSpPr txBox="1"/>
            <p:nvPr/>
          </p:nvSpPr>
          <p:spPr bwMode="auto">
            <a:xfrm rot="0" flipH="0" flipV="0">
              <a:off x="0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802784" name="AutoShape 32"/>
            <p:cNvSpPr/>
            <p:nvPr/>
          </p:nvSpPr>
          <p:spPr bwMode="auto">
            <a:xfrm flipH="0" flipV="0">
              <a:off x="2963953" y="72000"/>
              <a:ext cx="0" cy="392616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9527347" name="Freeform 34"/>
            <p:cNvSpPr/>
            <p:nvPr/>
          </p:nvSpPr>
          <p:spPr bwMode="auto">
            <a:xfrm rot="0" flipH="0" flipV="0">
              <a:off x="3621178" y="67692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095404" name="TextBox 35"/>
            <p:cNvSpPr txBox="1"/>
            <p:nvPr/>
          </p:nvSpPr>
          <p:spPr bwMode="auto">
            <a:xfrm rot="0" flipH="0" flipV="0">
              <a:off x="3621178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2915135" name="Freeform 37"/>
            <p:cNvSpPr/>
            <p:nvPr/>
          </p:nvSpPr>
          <p:spPr bwMode="auto">
            <a:xfrm rot="0" flipH="0" flipV="0">
              <a:off x="3621178" y="164283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5869423" name="TextBox 38"/>
            <p:cNvSpPr txBox="1"/>
            <p:nvPr/>
          </p:nvSpPr>
          <p:spPr bwMode="auto">
            <a:xfrm rot="0" flipH="0" flipV="0">
              <a:off x="3621178" y="147406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6803264" name="TextBox 40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5174361" name="TextBox 41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882447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453896"/>
            <a:ext cx="12191999" cy="59502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94592" name="Freeform 29"/>
          <p:cNvSpPr/>
          <p:nvPr/>
        </p:nvSpPr>
        <p:spPr bwMode="auto">
          <a:xfrm>
            <a:off x="5088981" y="303807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511106" name="Freeform 30"/>
          <p:cNvSpPr/>
          <p:nvPr/>
        </p:nvSpPr>
        <p:spPr bwMode="auto">
          <a:xfrm>
            <a:off x="7590807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8735500" name="Freeform 31"/>
          <p:cNvSpPr/>
          <p:nvPr/>
        </p:nvSpPr>
        <p:spPr bwMode="auto">
          <a:xfrm>
            <a:off x="7933513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289046" name="Freeform 32"/>
          <p:cNvSpPr/>
          <p:nvPr/>
        </p:nvSpPr>
        <p:spPr bwMode="auto">
          <a:xfrm>
            <a:off x="7590807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792065" name="Freeform 33"/>
          <p:cNvSpPr/>
          <p:nvPr/>
        </p:nvSpPr>
        <p:spPr bwMode="auto">
          <a:xfrm>
            <a:off x="7933513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0941830" name="Freeform 34"/>
          <p:cNvSpPr/>
          <p:nvPr/>
        </p:nvSpPr>
        <p:spPr bwMode="auto">
          <a:xfrm>
            <a:off x="7590807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2188779" name="Freeform 35"/>
          <p:cNvSpPr/>
          <p:nvPr/>
        </p:nvSpPr>
        <p:spPr bwMode="auto">
          <a:xfrm>
            <a:off x="7933513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1317263" name="AutoShape 36"/>
          <p:cNvSpPr/>
          <p:nvPr/>
        </p:nvSpPr>
        <p:spPr bwMode="auto">
          <a:xfrm flipH="1">
            <a:off x="3658661" y="3493564"/>
            <a:ext cx="1270770" cy="0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4290025" name="AutoShape 37"/>
          <p:cNvSpPr/>
          <p:nvPr/>
        </p:nvSpPr>
        <p:spPr bwMode="auto">
          <a:xfrm flipH="1" flipV="1">
            <a:off x="5774391" y="3493564"/>
            <a:ext cx="1816416" cy="717462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502623" name="AutoShape 38"/>
          <p:cNvSpPr/>
          <p:nvPr/>
        </p:nvSpPr>
        <p:spPr bwMode="auto">
          <a:xfrm flipH="1">
            <a:off x="5774391" y="1764406"/>
            <a:ext cx="1816416" cy="1729157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2408949" name="AutoShape 39"/>
          <p:cNvSpPr/>
          <p:nvPr/>
        </p:nvSpPr>
        <p:spPr bwMode="auto">
          <a:xfrm flipH="1">
            <a:off x="5774391" y="2989699"/>
            <a:ext cx="1816416" cy="503865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7779744" name="Freeform 40"/>
          <p:cNvSpPr/>
          <p:nvPr/>
        </p:nvSpPr>
        <p:spPr bwMode="auto">
          <a:xfrm>
            <a:off x="7590807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592594" name="Freeform 41"/>
          <p:cNvSpPr/>
          <p:nvPr/>
        </p:nvSpPr>
        <p:spPr bwMode="auto">
          <a:xfrm>
            <a:off x="7933513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519301" name="AutoShape 42"/>
          <p:cNvSpPr/>
          <p:nvPr/>
        </p:nvSpPr>
        <p:spPr bwMode="auto">
          <a:xfrm flipH="1">
            <a:off x="8921243" y="5436321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7275349" name="TextBox 43"/>
          <p:cNvSpPr txBox="1"/>
          <p:nvPr/>
        </p:nvSpPr>
        <p:spPr bwMode="auto">
          <a:xfrm>
            <a:off x="10250306" y="519969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560171871" name="AutoShape 44"/>
          <p:cNvSpPr/>
          <p:nvPr/>
        </p:nvSpPr>
        <p:spPr bwMode="auto">
          <a:xfrm flipH="1">
            <a:off x="8921243" y="4211029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7218526" name="TextBox 45"/>
          <p:cNvSpPr txBox="1"/>
          <p:nvPr/>
        </p:nvSpPr>
        <p:spPr bwMode="auto">
          <a:xfrm>
            <a:off x="10250306" y="3974401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809345237" name="AutoShape 46"/>
          <p:cNvSpPr/>
          <p:nvPr/>
        </p:nvSpPr>
        <p:spPr bwMode="auto">
          <a:xfrm flipH="1">
            <a:off x="8921243" y="2985300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7898664" name="TextBox 47"/>
          <p:cNvSpPr txBox="1"/>
          <p:nvPr/>
        </p:nvSpPr>
        <p:spPr bwMode="auto">
          <a:xfrm>
            <a:off x="10250306" y="274867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944122551" name="AutoShape 48"/>
          <p:cNvSpPr/>
          <p:nvPr/>
        </p:nvSpPr>
        <p:spPr bwMode="auto">
          <a:xfrm flipH="1">
            <a:off x="8921243" y="1764406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0120099" name="TextBox 49"/>
          <p:cNvSpPr txBox="1"/>
          <p:nvPr/>
        </p:nvSpPr>
        <p:spPr bwMode="auto">
          <a:xfrm>
            <a:off x="10250306" y="1527779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988641016" name="AutoShape 50"/>
          <p:cNvSpPr/>
          <p:nvPr/>
        </p:nvSpPr>
        <p:spPr bwMode="auto">
          <a:xfrm flipH="1" flipV="1">
            <a:off x="5774391" y="3493564"/>
            <a:ext cx="1816416" cy="1942758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3571799" name=""/>
          <p:cNvSpPr txBox="1"/>
          <p:nvPr/>
        </p:nvSpPr>
        <p:spPr bwMode="auto">
          <a:xfrm rot="0" flipH="0" flipV="0">
            <a:off x="433125" y="2158644"/>
            <a:ext cx="3025394" cy="2508153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0" rIns="91440" bIns="720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800" b="0" i="0" u="none" lang="en-US">
                <a:solidFill>
                  <a:schemeClr val="bg1"/>
                </a:solidFill>
                <a:latin typeface="Arial"/>
              </a:rPr>
              <a:t>kelinci satoshi pizza matematika senyum senyum lembah telur piano liburan musim gugur halo bukit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93904164" name=""/>
          <p:cNvGrpSpPr/>
          <p:nvPr/>
        </p:nvGrpSpPr>
        <p:grpSpPr bwMode="auto">
          <a:xfrm>
            <a:off x="538194" y="934035"/>
            <a:ext cx="11086213" cy="4944730"/>
            <a:chOff x="0" y="0"/>
            <a:chExt cx="11086213" cy="4944730"/>
          </a:xfrm>
        </p:grpSpPr>
        <p:sp>
          <p:nvSpPr>
            <p:cNvPr id="1260228525" name="AutoShape 32"/>
            <p:cNvSpPr/>
            <p:nvPr/>
          </p:nvSpPr>
          <p:spPr bwMode="auto">
            <a:xfrm>
              <a:off x="8855311" y="1228488"/>
              <a:ext cx="0" cy="27738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71567279" name="Freeform 34"/>
            <p:cNvSpPr/>
            <p:nvPr/>
          </p:nvSpPr>
          <p:spPr bwMode="auto">
            <a:xfrm rot="0" flipH="0" flipV="0">
              <a:off x="0" y="0"/>
              <a:ext cx="6125170" cy="4944731"/>
            </a:xfrm>
            <a:custGeom>
              <a:avLst/>
              <a:gdLst/>
              <a:ahLst/>
              <a:cxnLst/>
              <a:rect l="l" t="t" r="r" b="b"/>
              <a:pathLst>
                <a:path w="2419822" h="1953475" fill="norm" stroke="1" extrusionOk="0">
                  <a:moveTo>
                    <a:pt x="1209911" y="0"/>
                  </a:moveTo>
                  <a:cubicBezTo>
                    <a:pt x="541696" y="0"/>
                    <a:pt x="0" y="437300"/>
                    <a:pt x="0" y="976737"/>
                  </a:cubicBezTo>
                  <a:cubicBezTo>
                    <a:pt x="0" y="1516175"/>
                    <a:pt x="541696" y="1953475"/>
                    <a:pt x="1209911" y="1953475"/>
                  </a:cubicBezTo>
                  <a:cubicBezTo>
                    <a:pt x="1878126" y="1953475"/>
                    <a:pt x="2419822" y="1516175"/>
                    <a:pt x="2419822" y="976737"/>
                  </a:cubicBezTo>
                  <a:cubicBezTo>
                    <a:pt x="2419822" y="437300"/>
                    <a:pt x="1878126" y="0"/>
                    <a:pt x="120991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5C00"/>
              </a:solidFill>
              <a:prstDash val="dash"/>
              <a:miter/>
            </a:ln>
          </p:spPr>
        </p:sp>
        <p:sp>
          <p:nvSpPr>
            <p:cNvPr id="1412158746" name="TextBox 35"/>
            <p:cNvSpPr txBox="1"/>
            <p:nvPr/>
          </p:nvSpPr>
          <p:spPr bwMode="auto">
            <a:xfrm rot="0" flipH="0" flipV="0">
              <a:off x="574228" y="367122"/>
              <a:ext cx="4976699" cy="41140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976913050" name="AutoShape 48"/>
            <p:cNvSpPr/>
            <p:nvPr/>
          </p:nvSpPr>
          <p:spPr bwMode="auto">
            <a:xfrm flipH="0" flipV="0">
              <a:off x="4985846" y="1161242"/>
              <a:ext cx="1890270" cy="515898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2753995" name="TextBox 49"/>
            <p:cNvSpPr txBox="1"/>
            <p:nvPr/>
          </p:nvSpPr>
          <p:spPr bwMode="auto">
            <a:xfrm flipH="0" flipV="0">
              <a:off x="6676695" y="723159"/>
              <a:ext cx="4409519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668183930" name="TextBox 50"/>
            <p:cNvSpPr txBox="1"/>
            <p:nvPr/>
          </p:nvSpPr>
          <p:spPr bwMode="auto">
            <a:xfrm flipH="0" flipV="0">
              <a:off x="6987733" y="1180901"/>
              <a:ext cx="1597753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82545845" name="TextBox 51"/>
            <p:cNvSpPr txBox="1"/>
            <p:nvPr/>
          </p:nvSpPr>
          <p:spPr bwMode="auto">
            <a:xfrm>
              <a:off x="9301684" y="1180902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965062" name="TextBox 55"/>
            <p:cNvSpPr txBox="1"/>
            <p:nvPr/>
          </p:nvSpPr>
          <p:spPr bwMode="auto">
            <a:xfrm>
              <a:off x="2203744" y="212472"/>
              <a:ext cx="1718769" cy="32027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84716186" name="AutoShape 68"/>
            <p:cNvSpPr/>
            <p:nvPr/>
          </p:nvSpPr>
          <p:spPr bwMode="auto">
            <a:xfrm flipH="1" flipV="0">
              <a:off x="4690909" y="2658411"/>
              <a:ext cx="4679501" cy="142883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7867704" name="Rectangle: Rounded Corners 12"/>
            <p:cNvSpPr/>
            <p:nvPr/>
          </p:nvSpPr>
          <p:spPr bwMode="auto">
            <a:xfrm>
              <a:off x="6676695" y="462375"/>
              <a:ext cx="4408080" cy="390616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34429689" name=""/>
            <p:cNvGrpSpPr/>
            <p:nvPr/>
          </p:nvGrpSpPr>
          <p:grpSpPr bwMode="auto">
            <a:xfrm>
              <a:off x="7105658" y="1659272"/>
              <a:ext cx="3805081" cy="958196"/>
              <a:chOff x="0" y="0"/>
              <a:chExt cx="3805081" cy="958196"/>
            </a:xfrm>
          </p:grpSpPr>
          <p:sp>
            <p:nvSpPr>
              <p:cNvPr id="610192571" name=""/>
              <p:cNvSpPr txBox="1"/>
              <p:nvPr/>
            </p:nvSpPr>
            <p:spPr bwMode="auto">
              <a:xfrm rot="0" flipH="0" flipV="0">
                <a:off x="0" y="0"/>
                <a:ext cx="1479106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6928740" name=""/>
              <p:cNvSpPr txBox="1"/>
              <p:nvPr/>
            </p:nvSpPr>
            <p:spPr bwMode="auto">
              <a:xfrm rot="0" flipH="0" flipV="0">
                <a:off x="2161578" y="3569"/>
                <a:ext cx="1643502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249 400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824161872" name=""/>
              <p:cNvSpPr txBox="1"/>
              <p:nvPr/>
            </p:nvSpPr>
            <p:spPr bwMode="auto">
              <a:xfrm rot="0" flipH="0" flipV="0">
                <a:off x="2165149" y="528039"/>
                <a:ext cx="1639212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2990609" name=""/>
            <p:cNvGrpSpPr/>
            <p:nvPr/>
          </p:nvGrpSpPr>
          <p:grpSpPr bwMode="auto">
            <a:xfrm>
              <a:off x="474318" y="845448"/>
              <a:ext cx="5366966" cy="3523091"/>
              <a:chOff x="0" y="0"/>
              <a:chExt cx="5366966" cy="3523091"/>
            </a:xfrm>
          </p:grpSpPr>
          <p:sp>
            <p:nvSpPr>
              <p:cNvPr id="1141834351" name=""/>
              <p:cNvSpPr txBox="1"/>
              <p:nvPr/>
            </p:nvSpPr>
            <p:spPr bwMode="auto">
              <a:xfrm rot="0" flipH="0" flipV="0">
                <a:off x="2468408" y="3092934"/>
                <a:ext cx="1637031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249 400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192108625" name=""/>
              <p:cNvSpPr txBox="1"/>
              <p:nvPr/>
            </p:nvSpPr>
            <p:spPr bwMode="auto">
              <a:xfrm rot="0" flipH="0" flipV="0">
                <a:off x="666154" y="2605374"/>
                <a:ext cx="1637750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190 000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827724743" name=""/>
              <p:cNvSpPr txBox="1"/>
              <p:nvPr/>
            </p:nvSpPr>
            <p:spPr bwMode="auto">
              <a:xfrm rot="0" flipH="0" flipV="0">
                <a:off x="0" y="1492734"/>
                <a:ext cx="1638470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101 784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61630081" name=""/>
              <p:cNvSpPr txBox="1"/>
              <p:nvPr/>
            </p:nvSpPr>
            <p:spPr bwMode="auto">
              <a:xfrm rot="0" flipH="0" flipV="0">
                <a:off x="301225" y="156850"/>
                <a:ext cx="1639189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02484007" name=""/>
              <p:cNvSpPr txBox="1"/>
              <p:nvPr/>
            </p:nvSpPr>
            <p:spPr bwMode="auto">
              <a:xfrm rot="0" flipH="0" flipV="0">
                <a:off x="1867494" y="830150"/>
                <a:ext cx="1639908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977364773" name=""/>
              <p:cNvSpPr txBox="1"/>
              <p:nvPr/>
            </p:nvSpPr>
            <p:spPr bwMode="auto">
              <a:xfrm rot="0" flipH="0" flipV="0">
                <a:off x="2605838" y="2071720"/>
                <a:ext cx="1640627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75 041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94395180" name=""/>
              <p:cNvSpPr txBox="1"/>
              <p:nvPr/>
            </p:nvSpPr>
            <p:spPr bwMode="auto">
              <a:xfrm rot="0" flipH="0" flipV="0">
                <a:off x="3725620" y="1331151"/>
                <a:ext cx="1641346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59775194" name=""/>
              <p:cNvSpPr txBox="1"/>
              <p:nvPr/>
            </p:nvSpPr>
            <p:spPr bwMode="auto">
              <a:xfrm rot="0" flipH="0" flipV="0">
                <a:off x="2776692" y="0"/>
                <a:ext cx="1642785" cy="446346"/>
              </a:xfrm>
              <a:prstGeom prst="flowChartAlternateProcess">
                <a:avLst/>
              </a:prstGeom>
              <a:solidFill>
                <a:srgbClr val="FFAE8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lnSpc>
                    <a:spcPts val="2034"/>
                  </a:lnSpc>
                  <a:defRPr/>
                </a:pPr>
                <a:r>
                  <a:rPr lang="en-US" sz="1600" b="1" i="0" u="none" strike="noStrike" cap="none" spc="0">
                    <a:solidFill>
                      <a:srgbClr val="FFFFFF">
                        <a:alpha val="49804"/>
                      </a:srgbClr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449645" name="Freeform 45"/>
          <p:cNvSpPr/>
          <p:nvPr/>
        </p:nvSpPr>
        <p:spPr bwMode="auto">
          <a:xfrm rot="0" flipH="0" flipV="0">
            <a:off x="2372289" y="1837708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31184258" name="TextBox 46"/>
          <p:cNvSpPr txBox="1"/>
          <p:nvPr/>
        </p:nvSpPr>
        <p:spPr bwMode="auto">
          <a:xfrm rot="0" flipH="0" flipV="0">
            <a:off x="2372289" y="1741271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Uang kembalian untuk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pembelian sofa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7580694" name="Freeform 48"/>
          <p:cNvSpPr/>
          <p:nvPr/>
        </p:nvSpPr>
        <p:spPr bwMode="auto">
          <a:xfrm rot="0" flipH="0" flipV="0">
            <a:off x="2372289" y="264913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67745878" name="TextBox 49"/>
          <p:cNvSpPr txBox="1"/>
          <p:nvPr/>
        </p:nvSpPr>
        <p:spPr bwMode="auto">
          <a:xfrm rot="0" flipH="0" flipV="0">
            <a:off x="2372289" y="2552699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Penarikan Exchange.com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7569403" name="Freeform 51"/>
          <p:cNvSpPr/>
          <p:nvPr/>
        </p:nvSpPr>
        <p:spPr bwMode="auto">
          <a:xfrm rot="0" flipH="0" flipV="0">
            <a:off x="2372289" y="346220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3419722" name="TextBox 52"/>
          <p:cNvSpPr txBox="1"/>
          <p:nvPr/>
        </p:nvSpPr>
        <p:spPr bwMode="auto">
          <a:xfrm rot="0" flipH="0" flipV="0">
            <a:off x="2372289" y="3365770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Pembayaran klien </a:t>
            </a:r>
            <a:r>
              <a:rPr sz="1400" b="1" i="1" lang="en-US">
                <a:solidFill>
                  <a:srgbClr val="FFFFFF"/>
                </a:solidFill>
                <a:latin typeface="IBM Plex Sans"/>
              </a:rPr>
              <a:t>David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8648207" name="Freeform 54"/>
          <p:cNvSpPr/>
          <p:nvPr/>
        </p:nvSpPr>
        <p:spPr bwMode="auto">
          <a:xfrm rot="0" flipH="0" flipV="0">
            <a:off x="2372289" y="4275277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0980147" name="TextBox 55"/>
          <p:cNvSpPr txBox="1"/>
          <p:nvPr/>
        </p:nvSpPr>
        <p:spPr bwMode="auto">
          <a:xfrm rot="0" flipH="0" flipV="0">
            <a:off x="2372289" y="4178840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Pembelian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komputer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9756304" name="Freeform 57"/>
          <p:cNvSpPr/>
          <p:nvPr/>
        </p:nvSpPr>
        <p:spPr bwMode="auto">
          <a:xfrm rot="0" flipH="0" flipV="0">
            <a:off x="2372289" y="5088348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02828748" name="TextBox 58"/>
          <p:cNvSpPr txBox="1"/>
          <p:nvPr/>
        </p:nvSpPr>
        <p:spPr bwMode="auto">
          <a:xfrm rot="0" flipH="0" flipV="0">
            <a:off x="2372289" y="4991912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Pembelian P2P dari Charles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7424162" name="AutoShape 59"/>
          <p:cNvSpPr/>
          <p:nvPr/>
        </p:nvSpPr>
        <p:spPr bwMode="auto">
          <a:xfrm flipV="1">
            <a:off x="5960068" y="2033911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7014576" name="AutoShape 60"/>
          <p:cNvSpPr/>
          <p:nvPr/>
        </p:nvSpPr>
        <p:spPr bwMode="auto">
          <a:xfrm flipV="1">
            <a:off x="5960068" y="2845337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1585011" name="AutoShape 61"/>
          <p:cNvSpPr/>
          <p:nvPr/>
        </p:nvSpPr>
        <p:spPr bwMode="auto">
          <a:xfrm flipV="1">
            <a:off x="5960068" y="3658409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0468040" name="AutoShape 62"/>
          <p:cNvSpPr/>
          <p:nvPr/>
        </p:nvSpPr>
        <p:spPr bwMode="auto">
          <a:xfrm flipV="1">
            <a:off x="5960068" y="4471480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7176123" name="AutoShape 63"/>
          <p:cNvSpPr/>
          <p:nvPr/>
        </p:nvSpPr>
        <p:spPr bwMode="auto">
          <a:xfrm flipV="1">
            <a:off x="5960068" y="5284551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1427972" name="TextBox 64"/>
          <p:cNvSpPr txBox="1"/>
          <p:nvPr/>
        </p:nvSpPr>
        <p:spPr bwMode="auto">
          <a:xfrm flipH="0" flipV="0">
            <a:off x="2614280" y="470817"/>
            <a:ext cx="697354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Dompet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9797158" name="TextBox 65"/>
          <p:cNvSpPr txBox="1"/>
          <p:nvPr/>
        </p:nvSpPr>
        <p:spPr bwMode="auto">
          <a:xfrm flipH="0" flipV="0">
            <a:off x="2686450" y="1223956"/>
            <a:ext cx="3275057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Label</a:t>
            </a:r>
            <a:endParaRPr/>
          </a:p>
        </p:txBody>
      </p:sp>
      <p:sp>
        <p:nvSpPr>
          <p:cNvPr id="245178550" name="TextBox 66"/>
          <p:cNvSpPr txBox="1"/>
          <p:nvPr/>
        </p:nvSpPr>
        <p:spPr bwMode="auto">
          <a:xfrm flipH="0" flipV="0">
            <a:off x="6313506" y="1223956"/>
            <a:ext cx="3275042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44421289" name="Freeform 71"/>
          <p:cNvSpPr/>
          <p:nvPr/>
        </p:nvSpPr>
        <p:spPr bwMode="auto">
          <a:xfrm rot="0" flipH="0" flipV="0">
            <a:off x="2372289" y="5901420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8912239" name="TextBox 72"/>
          <p:cNvSpPr txBox="1"/>
          <p:nvPr/>
        </p:nvSpPr>
        <p:spPr bwMode="auto">
          <a:xfrm rot="0" flipH="0" flipV="0">
            <a:off x="2372289" y="5804982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Pembelian P2P dari Alice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12176622" name="AutoShape 73"/>
          <p:cNvSpPr/>
          <p:nvPr/>
        </p:nvSpPr>
        <p:spPr bwMode="auto">
          <a:xfrm flipV="1">
            <a:off x="5960068" y="6097620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6608452" name="Rectangle: Rounded Corners 12"/>
          <p:cNvSpPr/>
          <p:nvPr/>
        </p:nvSpPr>
        <p:spPr bwMode="auto">
          <a:xfrm flipH="0" flipV="0">
            <a:off x="1992766" y="246398"/>
            <a:ext cx="8219414" cy="643432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329211321" name=""/>
          <p:cNvSpPr/>
          <p:nvPr/>
        </p:nvSpPr>
        <p:spPr bwMode="auto">
          <a:xfrm rot="0" flipH="0" flipV="0">
            <a:off x="2755486" y="3565286"/>
            <a:ext cx="3048211" cy="26669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2096958423" name="TextBox 55"/>
          <p:cNvSpPr txBox="1"/>
          <p:nvPr/>
        </p:nvSpPr>
        <p:spPr bwMode="auto">
          <a:xfrm flipH="0" flipV="0">
            <a:off x="2866235" y="3576170"/>
            <a:ext cx="2634353" cy="197616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Pembayaran kepada klien David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095534739" name=""/>
          <p:cNvGrpSpPr/>
          <p:nvPr/>
        </p:nvGrpSpPr>
        <p:grpSpPr bwMode="auto">
          <a:xfrm>
            <a:off x="6313505" y="1547619"/>
            <a:ext cx="3273601" cy="4867524"/>
            <a:chOff x="0" y="0"/>
            <a:chExt cx="3273601" cy="4867524"/>
          </a:xfrm>
        </p:grpSpPr>
        <p:sp>
          <p:nvSpPr>
            <p:cNvPr id="1839033302" name="Freeform 30"/>
            <p:cNvSpPr/>
            <p:nvPr/>
          </p:nvSpPr>
          <p:spPr bwMode="auto">
            <a:xfrm rot="0" flipH="0" flipV="0">
              <a:off x="0" y="168764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7844880" name="TextBox 31"/>
            <p:cNvSpPr txBox="1"/>
            <p:nvPr/>
          </p:nvSpPr>
          <p:spPr bwMode="auto">
            <a:xfrm rot="0" flipH="0" flipV="0">
              <a:off x="0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58586095" name="Freeform 33"/>
            <p:cNvSpPr/>
            <p:nvPr/>
          </p:nvSpPr>
          <p:spPr bwMode="auto">
            <a:xfrm rot="0" flipH="0" flipV="0">
              <a:off x="0" y="980190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31411174" name="TextBox 34"/>
            <p:cNvSpPr txBox="1"/>
            <p:nvPr/>
          </p:nvSpPr>
          <p:spPr bwMode="auto">
            <a:xfrm rot="0" flipH="0" flipV="0">
              <a:off x="0" y="811425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37125576" name="Freeform 36"/>
            <p:cNvSpPr/>
            <p:nvPr/>
          </p:nvSpPr>
          <p:spPr bwMode="auto">
            <a:xfrm rot="0" flipH="0" flipV="0">
              <a:off x="0" y="179326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134265768" name="TextBox 37"/>
            <p:cNvSpPr txBox="1"/>
            <p:nvPr/>
          </p:nvSpPr>
          <p:spPr bwMode="auto">
            <a:xfrm rot="0" flipH="0" flipV="0">
              <a:off x="0" y="162449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2418358" name="Freeform 39"/>
            <p:cNvSpPr/>
            <p:nvPr/>
          </p:nvSpPr>
          <p:spPr bwMode="auto">
            <a:xfrm rot="0" flipH="0" flipV="0">
              <a:off x="0" y="260633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67767283" name="TextBox 40"/>
            <p:cNvSpPr txBox="1"/>
            <p:nvPr/>
          </p:nvSpPr>
          <p:spPr bwMode="auto">
            <a:xfrm rot="0" flipH="0" flipV="0">
              <a:off x="0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72589800" name="Freeform 42"/>
            <p:cNvSpPr/>
            <p:nvPr/>
          </p:nvSpPr>
          <p:spPr bwMode="auto">
            <a:xfrm rot="0" flipH="0" flipV="0">
              <a:off x="0" y="341940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45522934" name="TextBox 43"/>
            <p:cNvSpPr txBox="1"/>
            <p:nvPr/>
          </p:nvSpPr>
          <p:spPr bwMode="auto">
            <a:xfrm rot="0" flipH="0" flipV="0">
              <a:off x="0" y="325063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38303706" name="Freeform 68"/>
            <p:cNvSpPr/>
            <p:nvPr/>
          </p:nvSpPr>
          <p:spPr bwMode="auto">
            <a:xfrm rot="0" flipH="0" flipV="0">
              <a:off x="0" y="423247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97149068" name="TextBox 69"/>
            <p:cNvSpPr txBox="1"/>
            <p:nvPr/>
          </p:nvSpPr>
          <p:spPr bwMode="auto">
            <a:xfrm rot="0" flipH="0" flipV="0">
              <a:off x="0" y="406371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879508" name="Freeform 45"/>
          <p:cNvSpPr/>
          <p:nvPr/>
        </p:nvSpPr>
        <p:spPr bwMode="auto">
          <a:xfrm rot="0" flipH="0" flipV="0">
            <a:off x="2458280" y="184659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47595026" name="TextBox 46"/>
          <p:cNvSpPr txBox="1"/>
          <p:nvPr/>
        </p:nvSpPr>
        <p:spPr bwMode="auto">
          <a:xfrm rot="0" flipH="0" flipV="0">
            <a:off x="2458280" y="175016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TANPA KYC - Kembalian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untuk pembelian sofa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53093586" name="Freeform 48"/>
          <p:cNvSpPr/>
          <p:nvPr/>
        </p:nvSpPr>
        <p:spPr bwMode="auto">
          <a:xfrm rot="0" flipH="0" flipV="0">
            <a:off x="2458280" y="265802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0082901" name="TextBox 49"/>
          <p:cNvSpPr txBox="1"/>
          <p:nvPr/>
        </p:nvSpPr>
        <p:spPr bwMode="auto">
          <a:xfrm rot="0" flipH="0" flipV="0">
            <a:off x="2458280" y="256159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Penarikan Exchange.com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22330119" name="Freeform 51"/>
          <p:cNvSpPr/>
          <p:nvPr/>
        </p:nvSpPr>
        <p:spPr bwMode="auto">
          <a:xfrm rot="0" flipH="0" flipV="0">
            <a:off x="2458280" y="3471097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8156214" name="TextBox 52"/>
          <p:cNvSpPr txBox="1"/>
          <p:nvPr/>
        </p:nvSpPr>
        <p:spPr bwMode="auto">
          <a:xfrm rot="0" flipH="0" flipV="0">
            <a:off x="2458280" y="3374662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Pembayaran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Klien David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73573120" name="Freeform 54"/>
          <p:cNvSpPr/>
          <p:nvPr/>
        </p:nvSpPr>
        <p:spPr bwMode="auto">
          <a:xfrm rot="0" flipH="0" flipV="0">
            <a:off x="2458280" y="4284170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19548586" name="TextBox 55"/>
          <p:cNvSpPr txBox="1"/>
          <p:nvPr/>
        </p:nvSpPr>
        <p:spPr bwMode="auto">
          <a:xfrm rot="0" flipH="0" flipV="0">
            <a:off x="2458280" y="418773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TANPA 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Pembelian komputer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02619005" name="Freeform 57"/>
          <p:cNvSpPr/>
          <p:nvPr/>
        </p:nvSpPr>
        <p:spPr bwMode="auto">
          <a:xfrm rot="0" flipH="0" flipV="0">
            <a:off x="2458280" y="5097240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30167238" name="TextBox 58"/>
          <p:cNvSpPr txBox="1"/>
          <p:nvPr/>
        </p:nvSpPr>
        <p:spPr bwMode="auto">
          <a:xfrm rot="0" flipH="0" flipV="0">
            <a:off x="2458280" y="5000804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TANPA KYC - Pembelian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P2P dari Charles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80855325" name="TextBox 64"/>
          <p:cNvSpPr txBox="1"/>
          <p:nvPr/>
        </p:nvSpPr>
        <p:spPr bwMode="auto">
          <a:xfrm flipH="0" flipV="0">
            <a:off x="2749881" y="479711"/>
            <a:ext cx="698219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Dompet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43374011" name="TextBox 65"/>
          <p:cNvSpPr txBox="1"/>
          <p:nvPr/>
        </p:nvSpPr>
        <p:spPr bwMode="auto">
          <a:xfrm flipH="0" flipV="0">
            <a:off x="2410782" y="1232847"/>
            <a:ext cx="365718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Label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19530908" name="TextBox 66"/>
          <p:cNvSpPr txBox="1"/>
          <p:nvPr/>
        </p:nvSpPr>
        <p:spPr bwMode="auto">
          <a:xfrm flipH="0" flipV="0">
            <a:off x="6419959" y="1232848"/>
            <a:ext cx="331067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021334987" name="Freeform 71"/>
          <p:cNvSpPr/>
          <p:nvPr/>
        </p:nvSpPr>
        <p:spPr bwMode="auto">
          <a:xfrm rot="0" flipH="0" flipV="0">
            <a:off x="2458280" y="5910313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13387291" name="TextBox 72"/>
          <p:cNvSpPr txBox="1"/>
          <p:nvPr/>
        </p:nvSpPr>
        <p:spPr bwMode="auto">
          <a:xfrm rot="0" flipH="0" flipV="0">
            <a:off x="2458280" y="5813874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TANPA KYC -Pembelian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P2P dari Alice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44728492" name="Rectangle: Rounded Corners 12"/>
          <p:cNvSpPr/>
          <p:nvPr/>
        </p:nvSpPr>
        <p:spPr bwMode="auto">
          <a:xfrm flipH="0" flipV="0">
            <a:off x="2083716" y="214972"/>
            <a:ext cx="8219413" cy="647402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716542886" name=""/>
          <p:cNvSpPr/>
          <p:nvPr/>
        </p:nvSpPr>
        <p:spPr bwMode="auto">
          <a:xfrm rot="0" flipH="0" flipV="0">
            <a:off x="2904262" y="3568212"/>
            <a:ext cx="2792634" cy="20954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762470740" name="TextBox 55"/>
          <p:cNvSpPr txBox="1"/>
          <p:nvPr/>
        </p:nvSpPr>
        <p:spPr bwMode="auto">
          <a:xfrm flipH="0" flipV="0">
            <a:off x="2762130" y="3467303"/>
            <a:ext cx="2869781" cy="420744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Pembayaran kepada klien David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25453045" name=""/>
          <p:cNvGrpSpPr/>
          <p:nvPr/>
        </p:nvGrpSpPr>
        <p:grpSpPr bwMode="auto">
          <a:xfrm>
            <a:off x="6066524" y="1556510"/>
            <a:ext cx="3627040" cy="4867526"/>
            <a:chOff x="0" y="0"/>
            <a:chExt cx="3627040" cy="4867526"/>
          </a:xfrm>
        </p:grpSpPr>
        <p:sp>
          <p:nvSpPr>
            <p:cNvPr id="1829630538" name="Freeform 30"/>
            <p:cNvSpPr/>
            <p:nvPr/>
          </p:nvSpPr>
          <p:spPr bwMode="auto">
            <a:xfrm rot="0" flipH="0" flipV="0">
              <a:off x="353439" y="16876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45980440" name="TextBox 31"/>
            <p:cNvSpPr txBox="1"/>
            <p:nvPr/>
          </p:nvSpPr>
          <p:spPr bwMode="auto">
            <a:xfrm rot="0" flipH="0" flipV="0">
              <a:off x="353439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42194145" name="Freeform 33"/>
            <p:cNvSpPr/>
            <p:nvPr/>
          </p:nvSpPr>
          <p:spPr bwMode="auto">
            <a:xfrm rot="0" flipH="0" flipV="0">
              <a:off x="353439" y="98019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727888647" name="TextBox 34"/>
            <p:cNvSpPr txBox="1"/>
            <p:nvPr/>
          </p:nvSpPr>
          <p:spPr bwMode="auto">
            <a:xfrm rot="0" flipH="0" flipV="0">
              <a:off x="353439" y="81142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6567225" name="Freeform 36"/>
            <p:cNvSpPr/>
            <p:nvPr/>
          </p:nvSpPr>
          <p:spPr bwMode="auto">
            <a:xfrm rot="0" flipH="0" flipV="0">
              <a:off x="353439" y="179326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423814907" name="TextBox 37"/>
            <p:cNvSpPr txBox="1"/>
            <p:nvPr/>
          </p:nvSpPr>
          <p:spPr bwMode="auto">
            <a:xfrm rot="0" flipH="0" flipV="0">
              <a:off x="353439" y="162449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83062420" name="Freeform 39"/>
            <p:cNvSpPr/>
            <p:nvPr/>
          </p:nvSpPr>
          <p:spPr bwMode="auto">
            <a:xfrm rot="0" flipH="0" flipV="0">
              <a:off x="353439" y="260633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05049058" name="TextBox 40"/>
            <p:cNvSpPr txBox="1"/>
            <p:nvPr/>
          </p:nvSpPr>
          <p:spPr bwMode="auto">
            <a:xfrm rot="0" flipH="0" flipV="0">
              <a:off x="353439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38387036" name="Freeform 42"/>
            <p:cNvSpPr/>
            <p:nvPr/>
          </p:nvSpPr>
          <p:spPr bwMode="auto">
            <a:xfrm rot="0" flipH="0" flipV="0">
              <a:off x="353439" y="341940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514149887" name="TextBox 43"/>
            <p:cNvSpPr txBox="1"/>
            <p:nvPr/>
          </p:nvSpPr>
          <p:spPr bwMode="auto">
            <a:xfrm rot="0" flipH="0" flipV="0">
              <a:off x="353439" y="325064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14130042" name="AutoShape 59"/>
            <p:cNvSpPr/>
            <p:nvPr/>
          </p:nvSpPr>
          <p:spPr bwMode="auto">
            <a:xfrm flipV="1">
              <a:off x="0" y="486291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46747730" name="AutoShape 60"/>
            <p:cNvSpPr/>
            <p:nvPr/>
          </p:nvSpPr>
          <p:spPr bwMode="auto">
            <a:xfrm flipV="1">
              <a:off x="0" y="1297717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18735572" name="AutoShape 61"/>
            <p:cNvSpPr/>
            <p:nvPr/>
          </p:nvSpPr>
          <p:spPr bwMode="auto">
            <a:xfrm flipV="1">
              <a:off x="0" y="211079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53420701" name="AutoShape 62"/>
            <p:cNvSpPr/>
            <p:nvPr/>
          </p:nvSpPr>
          <p:spPr bwMode="auto">
            <a:xfrm flipV="1">
              <a:off x="0" y="292386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6267123" name="AutoShape 63"/>
            <p:cNvSpPr/>
            <p:nvPr/>
          </p:nvSpPr>
          <p:spPr bwMode="auto">
            <a:xfrm flipV="1">
              <a:off x="0" y="373693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70249898" name="Freeform 68"/>
            <p:cNvSpPr/>
            <p:nvPr/>
          </p:nvSpPr>
          <p:spPr bwMode="auto">
            <a:xfrm rot="0" flipH="0" flipV="0">
              <a:off x="353439" y="4232477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2107002275" name="TextBox 69"/>
            <p:cNvSpPr txBox="1"/>
            <p:nvPr/>
          </p:nvSpPr>
          <p:spPr bwMode="auto">
            <a:xfrm rot="0" flipH="0" flipV="0">
              <a:off x="353439" y="406371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53155411" name="AutoShape 73"/>
            <p:cNvSpPr/>
            <p:nvPr/>
          </p:nvSpPr>
          <p:spPr bwMode="auto">
            <a:xfrm flipV="1">
              <a:off x="0" y="455000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1808359" name="Freeform 26"/>
          <p:cNvSpPr/>
          <p:nvPr/>
        </p:nvSpPr>
        <p:spPr bwMode="auto">
          <a:xfrm>
            <a:off x="809951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775769" name="Freeform 28"/>
          <p:cNvSpPr/>
          <p:nvPr/>
        </p:nvSpPr>
        <p:spPr bwMode="auto">
          <a:xfrm>
            <a:off x="9935368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971654" name="AutoShape 29"/>
          <p:cNvSpPr/>
          <p:nvPr/>
        </p:nvSpPr>
        <p:spPr bwMode="auto">
          <a:xfrm>
            <a:off x="1757240" y="1517410"/>
            <a:ext cx="841761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3150272" name="AutoShape 30"/>
          <p:cNvSpPr/>
          <p:nvPr/>
        </p:nvSpPr>
        <p:spPr bwMode="auto">
          <a:xfrm>
            <a:off x="1996731" y="4856376"/>
            <a:ext cx="793863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8037359" name="Freeform 31"/>
          <p:cNvSpPr/>
          <p:nvPr/>
        </p:nvSpPr>
        <p:spPr bwMode="auto">
          <a:xfrm>
            <a:off x="5523324" y="375957"/>
            <a:ext cx="884278" cy="884278"/>
          </a:xfrm>
          <a:custGeom>
            <a:avLst/>
            <a:gdLst/>
            <a:ahLst/>
            <a:cxnLst/>
            <a:rect l="l" t="t" r="r" b="b"/>
            <a:pathLst>
              <a:path w="884280" h="884280" fill="norm" stroke="1" extrusionOk="0">
                <a:moveTo>
                  <a:pt x="0" y="0"/>
                </a:moveTo>
                <a:lnTo>
                  <a:pt x="884280" y="0"/>
                </a:lnTo>
                <a:lnTo>
                  <a:pt x="884280" y="884280"/>
                </a:lnTo>
                <a:lnTo>
                  <a:pt x="0" y="88428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946026" name="Freeform 32"/>
          <p:cNvSpPr/>
          <p:nvPr/>
        </p:nvSpPr>
        <p:spPr bwMode="auto">
          <a:xfrm>
            <a:off x="1049442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2874390" name="Freeform 33"/>
          <p:cNvSpPr/>
          <p:nvPr/>
        </p:nvSpPr>
        <p:spPr bwMode="auto">
          <a:xfrm>
            <a:off x="10174858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6257726" name="AutoShape 34"/>
          <p:cNvSpPr/>
          <p:nvPr/>
        </p:nvSpPr>
        <p:spPr bwMode="auto">
          <a:xfrm>
            <a:off x="1403341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026748" name="AutoShape 35"/>
          <p:cNvSpPr/>
          <p:nvPr/>
        </p:nvSpPr>
        <p:spPr bwMode="auto">
          <a:xfrm flipH="1">
            <a:off x="10528758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4937891" name="Freeform 36"/>
          <p:cNvSpPr/>
          <p:nvPr/>
        </p:nvSpPr>
        <p:spPr bwMode="auto">
          <a:xfrm>
            <a:off x="10303010" y="4599813"/>
            <a:ext cx="451494" cy="145041"/>
          </a:xfrm>
          <a:custGeom>
            <a:avLst/>
            <a:gdLst/>
            <a:ahLst/>
            <a:cxnLst/>
            <a:rect l="l" t="t" r="r" b="b"/>
            <a:pathLst>
              <a:path w="451495" h="145043" fill="norm" stroke="1" extrusionOk="0">
                <a:moveTo>
                  <a:pt x="0" y="0"/>
                </a:moveTo>
                <a:lnTo>
                  <a:pt x="451496" y="0"/>
                </a:lnTo>
                <a:lnTo>
                  <a:pt x="451496" y="145043"/>
                </a:lnTo>
                <a:lnTo>
                  <a:pt x="0" y="1450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8032140" name="AutoShape 37"/>
          <p:cNvSpPr/>
          <p:nvPr/>
        </p:nvSpPr>
        <p:spPr bwMode="auto">
          <a:xfrm>
            <a:off x="1757240" y="1646902"/>
            <a:ext cx="8178125" cy="299235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5044707" name="Freeform 38"/>
          <p:cNvSpPr/>
          <p:nvPr/>
        </p:nvSpPr>
        <p:spPr bwMode="auto">
          <a:xfrm>
            <a:off x="5531224" y="2456811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420294024" name=""/>
          <p:cNvPicPr>
            <a:picLocks noChangeAspect="1"/>
          </p:cNvPicPr>
          <p:nvPr/>
        </p:nvPicPr>
        <p:blipFill>
          <a:blip r:embed="rId10"/>
          <a:srcRect l="0" t="22164" r="4849" b="29991"/>
          <a:stretch/>
        </p:blipFill>
        <p:spPr bwMode="auto">
          <a:xfrm rot="2570643" flipH="0" flipV="0">
            <a:off x="4990909" y="5407566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2453002" name="Freeform 26"/>
          <p:cNvSpPr/>
          <p:nvPr/>
        </p:nvSpPr>
        <p:spPr bwMode="auto">
          <a:xfrm>
            <a:off x="2524730" y="2111025"/>
            <a:ext cx="810803" cy="3603577"/>
          </a:xfrm>
          <a:custGeom>
            <a:avLst/>
            <a:gdLst/>
            <a:ahLst/>
            <a:cxnLst/>
            <a:rect l="l" t="t" r="r" b="b"/>
            <a:pathLst>
              <a:path w="810806" h="3603580" fill="norm" stroke="1" extrusionOk="0">
                <a:moveTo>
                  <a:pt x="0" y="0"/>
                </a:moveTo>
                <a:lnTo>
                  <a:pt x="810806" y="0"/>
                </a:lnTo>
                <a:lnTo>
                  <a:pt x="810806" y="3603580"/>
                </a:lnTo>
                <a:lnTo>
                  <a:pt x="0" y="36035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326730" name="Freeform 27"/>
          <p:cNvSpPr/>
          <p:nvPr/>
        </p:nvSpPr>
        <p:spPr bwMode="auto">
          <a:xfrm>
            <a:off x="702434" y="3142886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220413449" name=""/>
          <p:cNvGrpSpPr/>
          <p:nvPr/>
        </p:nvGrpSpPr>
        <p:grpSpPr bwMode="auto">
          <a:xfrm>
            <a:off x="3637528" y="460326"/>
            <a:ext cx="7577029" cy="5923904"/>
            <a:chOff x="0" y="0"/>
            <a:chExt cx="7577029" cy="5923904"/>
          </a:xfrm>
        </p:grpSpPr>
        <p:sp>
          <p:nvSpPr>
            <p:cNvPr id="336299039" name="AutoShape 34"/>
            <p:cNvSpPr/>
            <p:nvPr/>
          </p:nvSpPr>
          <p:spPr bwMode="auto">
            <a:xfrm>
              <a:off x="3708598" y="1345504"/>
              <a:ext cx="0" cy="43260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7292934" name="TextBox 47"/>
            <p:cNvSpPr txBox="1"/>
            <p:nvPr/>
          </p:nvSpPr>
          <p:spPr bwMode="auto">
            <a:xfrm>
              <a:off x="621929" y="345303"/>
              <a:ext cx="6174415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628750" name="TextBox 48"/>
            <p:cNvSpPr txBox="1"/>
            <p:nvPr/>
          </p:nvSpPr>
          <p:spPr bwMode="auto">
            <a:xfrm>
              <a:off x="795996" y="1273558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48205246" name="TextBox 49"/>
            <p:cNvSpPr txBox="1"/>
            <p:nvPr/>
          </p:nvSpPr>
          <p:spPr bwMode="auto">
            <a:xfrm>
              <a:off x="4404742" y="1294322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533037791" name="Rectangle: Rounded Corners 12"/>
            <p:cNvSpPr/>
            <p:nvPr/>
          </p:nvSpPr>
          <p:spPr bwMode="auto">
            <a:xfrm>
              <a:off x="0" y="0"/>
              <a:ext cx="7577030" cy="592390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60998110" name=""/>
            <p:cNvGrpSpPr/>
            <p:nvPr/>
          </p:nvGrpSpPr>
          <p:grpSpPr bwMode="auto">
            <a:xfrm>
              <a:off x="754821" y="1824952"/>
              <a:ext cx="5907362" cy="3747741"/>
              <a:chOff x="0" y="0"/>
              <a:chExt cx="5907362" cy="3747741"/>
            </a:xfrm>
          </p:grpSpPr>
          <p:sp>
            <p:nvSpPr>
              <p:cNvPr id="1077671625" name="Freeform 32"/>
              <p:cNvSpPr/>
              <p:nvPr/>
            </p:nvSpPr>
            <p:spPr bwMode="auto">
              <a:xfrm rot="0" flipH="0" flipV="0">
                <a:off x="0" y="144164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854469286" name="TextBox 33"/>
              <p:cNvSpPr txBox="1"/>
              <p:nvPr/>
            </p:nvSpPr>
            <p:spPr bwMode="auto">
              <a:xfrm rot="0" flipH="0" flipV="0">
                <a:off x="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54551642" name="Freeform 36"/>
              <p:cNvSpPr/>
              <p:nvPr/>
            </p:nvSpPr>
            <p:spPr bwMode="auto">
              <a:xfrm rot="0" flipH="0" flipV="0">
                <a:off x="0" y="1106759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97144335" name="TextBox 37"/>
              <p:cNvSpPr txBox="1"/>
              <p:nvPr/>
            </p:nvSpPr>
            <p:spPr bwMode="auto">
              <a:xfrm rot="0" flipH="0" flipV="0">
                <a:off x="0" y="96259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39790401" name="Freeform 39"/>
              <p:cNvSpPr/>
              <p:nvPr/>
            </p:nvSpPr>
            <p:spPr bwMode="auto">
              <a:xfrm rot="0" flipH="0" flipV="0">
                <a:off x="184" y="206935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404539674" name="TextBox 40"/>
              <p:cNvSpPr txBox="1"/>
              <p:nvPr/>
            </p:nvSpPr>
            <p:spPr bwMode="auto">
              <a:xfrm rot="0" flipH="0" flipV="0">
                <a:off x="184" y="1925188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565752471" name="Freeform 42"/>
              <p:cNvSpPr/>
              <p:nvPr/>
            </p:nvSpPr>
            <p:spPr bwMode="auto">
              <a:xfrm rot="0" flipH="0" flipV="0">
                <a:off x="184" y="3031949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689117497" name="TextBox 43"/>
              <p:cNvSpPr txBox="1"/>
              <p:nvPr/>
            </p:nvSpPr>
            <p:spPr bwMode="auto">
              <a:xfrm rot="0" flipH="0" flipV="0">
                <a:off x="184" y="288778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81800784" name="Freeform 45"/>
              <p:cNvSpPr/>
              <p:nvPr/>
            </p:nvSpPr>
            <p:spPr bwMode="auto">
              <a:xfrm rot="0" flipH="0" flipV="0">
                <a:off x="3608743" y="144164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661339358" name="TextBox 46"/>
              <p:cNvSpPr txBox="1"/>
              <p:nvPr/>
            </p:nvSpPr>
            <p:spPr bwMode="auto">
              <a:xfrm rot="0" flipH="0" flipV="0">
                <a:off x="3608743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9109215" name="Freeform 51"/>
              <p:cNvSpPr/>
              <p:nvPr/>
            </p:nvSpPr>
            <p:spPr bwMode="auto">
              <a:xfrm rot="0" flipH="0" flipV="0">
                <a:off x="3608743" y="109995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139150590" name="TextBox 52"/>
              <p:cNvSpPr txBox="1"/>
              <p:nvPr/>
            </p:nvSpPr>
            <p:spPr bwMode="auto">
              <a:xfrm rot="0" flipH="0" flipV="0">
                <a:off x="3608743" y="955793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0950119" name=""/>
          <p:cNvGrpSpPr/>
          <p:nvPr/>
        </p:nvGrpSpPr>
        <p:grpSpPr bwMode="auto">
          <a:xfrm>
            <a:off x="538196" y="384886"/>
            <a:ext cx="11106927" cy="6275199"/>
            <a:chOff x="0" y="0"/>
            <a:chExt cx="11106927" cy="6275199"/>
          </a:xfrm>
        </p:grpSpPr>
        <p:sp>
          <p:nvSpPr>
            <p:cNvPr id="987541237" name="AutoShape 32"/>
            <p:cNvSpPr/>
            <p:nvPr/>
          </p:nvSpPr>
          <p:spPr bwMode="auto">
            <a:xfrm flipH="0" flipV="0">
              <a:off x="8929723" y="1181045"/>
              <a:ext cx="0" cy="255660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0803732" name="Freeform 46"/>
            <p:cNvSpPr/>
            <p:nvPr/>
          </p:nvSpPr>
          <p:spPr bwMode="auto">
            <a:xfrm rot="0" flipH="0" flipV="0">
              <a:off x="1823295" y="632025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4477369" name="TextBox 47"/>
            <p:cNvSpPr txBox="1"/>
            <p:nvPr/>
          </p:nvSpPr>
          <p:spPr bwMode="auto">
            <a:xfrm rot="0" flipH="0" flipV="0">
              <a:off x="1823295" y="539586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1793970635" name="Freeform 49"/>
            <p:cNvSpPr/>
            <p:nvPr/>
          </p:nvSpPr>
          <p:spPr bwMode="auto">
            <a:xfrm rot="0" flipH="0" flipV="0">
              <a:off x="146051" y="1896987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43700327" name="TextBox 50"/>
            <p:cNvSpPr txBox="1"/>
            <p:nvPr/>
          </p:nvSpPr>
          <p:spPr bwMode="auto">
            <a:xfrm rot="0" flipH="0" flipV="0">
              <a:off x="146051" y="1804548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307416580" name="Freeform 52"/>
            <p:cNvSpPr/>
            <p:nvPr/>
          </p:nvSpPr>
          <p:spPr bwMode="auto">
            <a:xfrm rot="0" flipH="0" flipV="0">
              <a:off x="3052767" y="2420548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212181" name="TextBox 53"/>
            <p:cNvSpPr txBox="1"/>
            <p:nvPr/>
          </p:nvSpPr>
          <p:spPr bwMode="auto">
            <a:xfrm rot="0" flipH="0" flipV="0">
              <a:off x="3052767" y="2328109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995001547" name="Freeform 55"/>
            <p:cNvSpPr/>
            <p:nvPr/>
          </p:nvSpPr>
          <p:spPr bwMode="auto">
            <a:xfrm rot="0" flipH="0" flipV="0">
              <a:off x="1458111" y="3654992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7354933" name="TextBox 56"/>
            <p:cNvSpPr txBox="1"/>
            <p:nvPr/>
          </p:nvSpPr>
          <p:spPr bwMode="auto">
            <a:xfrm rot="0" flipH="0" flipV="0">
              <a:off x="1458111" y="3562553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1028206115" name="Freeform 57"/>
            <p:cNvSpPr/>
            <p:nvPr/>
          </p:nvSpPr>
          <p:spPr bwMode="auto">
            <a:xfrm>
              <a:off x="6553800" y="4735343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826603" name="AutoShape 58"/>
            <p:cNvSpPr/>
            <p:nvPr/>
          </p:nvSpPr>
          <p:spPr bwMode="auto">
            <a:xfrm>
              <a:off x="5282404" y="2712888"/>
              <a:ext cx="1680884" cy="6636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5206201" name="AutoShape 59"/>
            <p:cNvSpPr/>
            <p:nvPr/>
          </p:nvSpPr>
          <p:spPr bwMode="auto">
            <a:xfrm>
              <a:off x="2375692" y="2159564"/>
              <a:ext cx="4585680" cy="2713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4058749" name="AutoShape 60"/>
            <p:cNvSpPr/>
            <p:nvPr/>
          </p:nvSpPr>
          <p:spPr bwMode="auto">
            <a:xfrm>
              <a:off x="4052932" y="1023271"/>
              <a:ext cx="2935017" cy="44328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5283819" name="AutoShape 61"/>
            <p:cNvSpPr/>
            <p:nvPr/>
          </p:nvSpPr>
          <p:spPr bwMode="auto">
            <a:xfrm flipV="1">
              <a:off x="3687750" y="3497607"/>
              <a:ext cx="3285316" cy="32657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4033632" name="TextBox 62"/>
            <p:cNvSpPr txBox="1"/>
            <p:nvPr/>
          </p:nvSpPr>
          <p:spPr bwMode="auto">
            <a:xfrm>
              <a:off x="6876119" y="601302"/>
              <a:ext cx="3959822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2200"/>
            </a:p>
          </p:txBody>
        </p:sp>
        <p:sp>
          <p:nvSpPr>
            <p:cNvPr id="847034035" name="TextBox 63"/>
            <p:cNvSpPr txBox="1"/>
            <p:nvPr/>
          </p:nvSpPr>
          <p:spPr bwMode="auto">
            <a:xfrm>
              <a:off x="7062147" y="1133458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/>
            </a:p>
          </p:txBody>
        </p:sp>
        <p:sp>
          <p:nvSpPr>
            <p:cNvPr id="722702297" name="TextBox 64"/>
            <p:cNvSpPr txBox="1"/>
            <p:nvPr/>
          </p:nvSpPr>
          <p:spPr bwMode="auto">
            <a:xfrm>
              <a:off x="9301682" y="1133458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2202512" name="AutoShape 65"/>
            <p:cNvSpPr/>
            <p:nvPr/>
          </p:nvSpPr>
          <p:spPr bwMode="auto">
            <a:xfrm>
              <a:off x="5282404" y="4169649"/>
              <a:ext cx="1271394" cy="86067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7521930" name="Freeform 67"/>
            <p:cNvSpPr/>
            <p:nvPr/>
          </p:nvSpPr>
          <p:spPr bwMode="auto">
            <a:xfrm rot="0" flipH="0" flipV="0">
              <a:off x="0" y="0"/>
              <a:ext cx="6125170" cy="4944731"/>
            </a:xfrm>
            <a:custGeom>
              <a:avLst/>
              <a:gdLst/>
              <a:ahLst/>
              <a:cxnLst/>
              <a:rect l="l" t="t" r="r" b="b"/>
              <a:pathLst>
                <a:path w="2419822" h="1953475" fill="norm" stroke="1" extrusionOk="0">
                  <a:moveTo>
                    <a:pt x="1209911" y="0"/>
                  </a:moveTo>
                  <a:cubicBezTo>
                    <a:pt x="541696" y="0"/>
                    <a:pt x="0" y="437300"/>
                    <a:pt x="0" y="976737"/>
                  </a:cubicBezTo>
                  <a:cubicBezTo>
                    <a:pt x="0" y="1516175"/>
                    <a:pt x="541696" y="1953475"/>
                    <a:pt x="1209911" y="1953475"/>
                  </a:cubicBezTo>
                  <a:cubicBezTo>
                    <a:pt x="1878126" y="1953475"/>
                    <a:pt x="2419822" y="1516175"/>
                    <a:pt x="2419822" y="976737"/>
                  </a:cubicBezTo>
                  <a:cubicBezTo>
                    <a:pt x="2419822" y="437300"/>
                    <a:pt x="1878126" y="0"/>
                    <a:pt x="120991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5C00"/>
              </a:solidFill>
              <a:prstDash val="dash"/>
              <a:miter/>
            </a:ln>
          </p:spPr>
          <p:txBody>
            <a:bodyPr/>
            <a:p>
              <a:pPr>
                <a:defRPr/>
              </a:pPr>
              <a:endParaRPr/>
            </a:p>
          </p:txBody>
        </p:sp>
        <p:sp>
          <p:nvSpPr>
            <p:cNvPr id="523388977" name="Rectangle: Rounded Corners 12"/>
            <p:cNvSpPr/>
            <p:nvPr/>
          </p:nvSpPr>
          <p:spPr bwMode="auto">
            <a:xfrm>
              <a:off x="6654544" y="223181"/>
              <a:ext cx="4452382" cy="386957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121441036" name=""/>
            <p:cNvGrpSpPr/>
            <p:nvPr/>
          </p:nvGrpSpPr>
          <p:grpSpPr bwMode="auto">
            <a:xfrm>
              <a:off x="7035743" y="1505971"/>
              <a:ext cx="3713425" cy="2372268"/>
              <a:chOff x="0" y="0"/>
              <a:chExt cx="3713425" cy="2372268"/>
            </a:xfrm>
          </p:grpSpPr>
          <p:sp>
            <p:nvSpPr>
              <p:cNvPr id="1733468421" name="Freeform 30"/>
              <p:cNvSpPr/>
              <p:nvPr/>
            </p:nvSpPr>
            <p:spPr bwMode="auto">
              <a:xfrm rot="0" flipH="0" flipV="0">
                <a:off x="0" y="61623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502327741" name="TextBox 31"/>
              <p:cNvSpPr txBox="1"/>
              <p:nvPr/>
            </p:nvSpPr>
            <p:spPr bwMode="auto">
              <a:xfrm rot="0" flipH="0" flipV="0">
                <a:off x="0" y="0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191685038" name="Freeform 34"/>
              <p:cNvSpPr/>
              <p:nvPr/>
            </p:nvSpPr>
            <p:spPr bwMode="auto">
              <a:xfrm rot="0" flipH="0" flipV="0">
                <a:off x="0" y="678844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56073496" name="TextBox 35"/>
              <p:cNvSpPr txBox="1"/>
              <p:nvPr/>
            </p:nvSpPr>
            <p:spPr bwMode="auto">
              <a:xfrm rot="0" flipH="0" flipV="0">
                <a:off x="0" y="617221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9540909" name="Freeform 37"/>
              <p:cNvSpPr/>
              <p:nvPr/>
            </p:nvSpPr>
            <p:spPr bwMode="auto">
              <a:xfrm rot="0" flipH="0" flipV="0">
                <a:off x="117" y="1296067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041084323" name="TextBox 38"/>
              <p:cNvSpPr txBox="1"/>
              <p:nvPr/>
            </p:nvSpPr>
            <p:spPr bwMode="auto">
              <a:xfrm rot="0" flipH="0" flipV="0">
                <a:off x="117" y="1234442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26235541" name="Freeform 40"/>
              <p:cNvSpPr/>
              <p:nvPr/>
            </p:nvSpPr>
            <p:spPr bwMode="auto">
              <a:xfrm rot="0" flipH="0" flipV="0">
                <a:off x="117" y="1913289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5466420" name="TextBox 41"/>
              <p:cNvSpPr txBox="1"/>
              <p:nvPr/>
            </p:nvSpPr>
            <p:spPr bwMode="auto">
              <a:xfrm rot="0" flipH="0" flipV="0">
                <a:off x="117" y="1851666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5638069" name="Freeform 43"/>
              <p:cNvSpPr/>
              <p:nvPr/>
            </p:nvSpPr>
            <p:spPr bwMode="auto">
              <a:xfrm rot="0" flipH="0" flipV="0">
                <a:off x="2239536" y="61623"/>
                <a:ext cx="1473889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12506320" name="TextBox 44"/>
              <p:cNvSpPr txBox="1"/>
              <p:nvPr/>
            </p:nvSpPr>
            <p:spPr bwMode="auto">
              <a:xfrm rot="0" flipH="0" flipV="0">
                <a:off x="2239536" y="0"/>
                <a:ext cx="1473889" cy="5206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383980002" name="Freeform 70"/>
              <p:cNvSpPr/>
              <p:nvPr/>
            </p:nvSpPr>
            <p:spPr bwMode="auto">
              <a:xfrm rot="0" flipH="0" flipV="0">
                <a:off x="2239536" y="674483"/>
                <a:ext cx="1473889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61599959" name="TextBox 71"/>
              <p:cNvSpPr txBox="1"/>
              <p:nvPr/>
            </p:nvSpPr>
            <p:spPr bwMode="auto">
              <a:xfrm rot="0" flipH="0" flipV="0">
                <a:off x="2239536" y="612860"/>
                <a:ext cx="1473889" cy="5206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49911735" name=""/>
          <p:cNvGrpSpPr/>
          <p:nvPr/>
        </p:nvGrpSpPr>
        <p:grpSpPr bwMode="auto">
          <a:xfrm>
            <a:off x="182858" y="158094"/>
            <a:ext cx="9912335" cy="5952796"/>
            <a:chOff x="0" y="0"/>
            <a:chExt cx="9912335" cy="5952796"/>
          </a:xfrm>
        </p:grpSpPr>
        <p:sp>
          <p:nvSpPr>
            <p:cNvPr id="1590968088" name="AutoShape 32"/>
            <p:cNvSpPr/>
            <p:nvPr/>
          </p:nvSpPr>
          <p:spPr bwMode="auto">
            <a:xfrm>
              <a:off x="7388086" y="766648"/>
              <a:ext cx="0" cy="305096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2524006" name="Freeform 40"/>
            <p:cNvSpPr/>
            <p:nvPr/>
          </p:nvSpPr>
          <p:spPr bwMode="auto">
            <a:xfrm rot="0" flipH="0" flipV="0">
              <a:off x="1201662" y="1163374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66096319" name="TextBox 41"/>
            <p:cNvSpPr txBox="1"/>
            <p:nvPr/>
          </p:nvSpPr>
          <p:spPr bwMode="auto">
            <a:xfrm rot="0" flipH="0" flipV="0">
              <a:off x="1201662" y="1061700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Bisq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47139620" name="Freeform 43"/>
            <p:cNvSpPr/>
            <p:nvPr/>
          </p:nvSpPr>
          <p:spPr bwMode="auto">
            <a:xfrm rot="0" flipH="0" flipV="0">
              <a:off x="1201662" y="1835271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2483039" name="TextBox 44"/>
            <p:cNvSpPr txBox="1"/>
            <p:nvPr/>
          </p:nvSpPr>
          <p:spPr bwMode="auto">
            <a:xfrm rot="0" flipH="0" flipV="0">
              <a:off x="1201662" y="1733598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Exchange.kyc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32487231" name="Freeform 45"/>
            <p:cNvSpPr/>
            <p:nvPr/>
          </p:nvSpPr>
          <p:spPr bwMode="auto">
            <a:xfrm>
              <a:off x="1405216" y="4259119"/>
              <a:ext cx="1543365" cy="1693677"/>
            </a:xfrm>
            <a:custGeom>
              <a:avLst/>
              <a:gdLst/>
              <a:ahLst/>
              <a:cxnLst/>
              <a:rect l="l" t="t" r="r" b="b"/>
              <a:pathLst>
                <a:path w="1543365" h="1693679" fill="norm" stroke="1" extrusionOk="0">
                  <a:moveTo>
                    <a:pt x="0" y="0"/>
                  </a:moveTo>
                  <a:lnTo>
                    <a:pt x="1543366" y="0"/>
                  </a:lnTo>
                  <a:lnTo>
                    <a:pt x="1543366" y="1693680"/>
                  </a:lnTo>
                  <a:lnTo>
                    <a:pt x="0" y="16936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1870154" name="AutoShape 46"/>
            <p:cNvSpPr/>
            <p:nvPr/>
          </p:nvSpPr>
          <p:spPr bwMode="auto">
            <a:xfrm>
              <a:off x="3152137" y="2119492"/>
              <a:ext cx="2152774" cy="262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9361352" name="AutoShape 47"/>
            <p:cNvSpPr/>
            <p:nvPr/>
          </p:nvSpPr>
          <p:spPr bwMode="auto">
            <a:xfrm flipV="1">
              <a:off x="3152137" y="1444672"/>
              <a:ext cx="2152773" cy="11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6358337" name="TextBox 48"/>
            <p:cNvSpPr txBox="1"/>
            <p:nvPr/>
          </p:nvSpPr>
          <p:spPr bwMode="auto">
            <a:xfrm>
              <a:off x="5211185" y="378339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800"/>
            </a:p>
          </p:txBody>
        </p:sp>
        <p:sp>
          <p:nvSpPr>
            <p:cNvPr id="481200022" name="TextBox 49"/>
            <p:cNvSpPr txBox="1"/>
            <p:nvPr/>
          </p:nvSpPr>
          <p:spPr bwMode="auto">
            <a:xfrm>
              <a:off x="5333948" y="71811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79251796" name="TextBox 50"/>
            <p:cNvSpPr txBox="1"/>
            <p:nvPr/>
          </p:nvSpPr>
          <p:spPr bwMode="auto">
            <a:xfrm>
              <a:off x="7879048" y="71811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6779563" name="AutoShape 51"/>
            <p:cNvSpPr/>
            <p:nvPr/>
          </p:nvSpPr>
          <p:spPr bwMode="auto">
            <a:xfrm flipH="1">
              <a:off x="2176899" y="2401338"/>
              <a:ext cx="0" cy="172736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2658024" name="AutoShape 55"/>
            <p:cNvSpPr/>
            <p:nvPr/>
          </p:nvSpPr>
          <p:spPr bwMode="auto">
            <a:xfrm flipH="1">
              <a:off x="103531" y="1446407"/>
              <a:ext cx="109813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28826225" name="TextBox 56"/>
            <p:cNvSpPr txBox="1"/>
            <p:nvPr/>
          </p:nvSpPr>
          <p:spPr bwMode="auto">
            <a:xfrm>
              <a:off x="0" y="756064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52873874" name="AutoShape 57"/>
            <p:cNvSpPr/>
            <p:nvPr/>
          </p:nvSpPr>
          <p:spPr bwMode="auto">
            <a:xfrm>
              <a:off x="103531" y="5105959"/>
              <a:ext cx="1301684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0233727" name="AutoShape 58"/>
            <p:cNvSpPr/>
            <p:nvPr/>
          </p:nvSpPr>
          <p:spPr bwMode="auto">
            <a:xfrm>
              <a:off x="103531" y="1446407"/>
              <a:ext cx="0" cy="365955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6711770" name="Rectangle: Rounded Corners 12"/>
            <p:cNvSpPr/>
            <p:nvPr/>
          </p:nvSpPr>
          <p:spPr bwMode="auto">
            <a:xfrm>
              <a:off x="4795418" y="0"/>
              <a:ext cx="5116917" cy="425911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56206735" name=""/>
            <p:cNvGrpSpPr/>
            <p:nvPr/>
          </p:nvGrpSpPr>
          <p:grpSpPr bwMode="auto">
            <a:xfrm>
              <a:off x="5304910" y="1124032"/>
              <a:ext cx="4459493" cy="1251482"/>
              <a:chOff x="0" y="0"/>
              <a:chExt cx="4459493" cy="1251482"/>
            </a:xfrm>
          </p:grpSpPr>
          <p:sp>
            <p:nvSpPr>
              <p:cNvPr id="1954140277" name="Freeform 30"/>
              <p:cNvSpPr/>
              <p:nvPr/>
            </p:nvSpPr>
            <p:spPr bwMode="auto">
              <a:xfrm rot="0" flipH="0" flipV="0">
                <a:off x="0" y="67777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019993458" name="TextBox 31"/>
              <p:cNvSpPr txBox="1"/>
              <p:nvPr/>
            </p:nvSpPr>
            <p:spPr bwMode="auto">
              <a:xfrm rot="0" flipH="0" flipV="0">
                <a:off x="0" y="0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428019791" name="Freeform 34"/>
              <p:cNvSpPr/>
              <p:nvPr/>
            </p:nvSpPr>
            <p:spPr bwMode="auto">
              <a:xfrm rot="0" flipH="0" flipV="0">
                <a:off x="0" y="746656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5113394" name="TextBox 35"/>
              <p:cNvSpPr txBox="1"/>
              <p:nvPr/>
            </p:nvSpPr>
            <p:spPr bwMode="auto">
              <a:xfrm rot="0" flipH="0" flipV="0">
                <a:off x="0" y="678878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259239213" name="Freeform 37"/>
              <p:cNvSpPr/>
              <p:nvPr/>
            </p:nvSpPr>
            <p:spPr bwMode="auto">
              <a:xfrm rot="0" flipH="0" flipV="0">
                <a:off x="2545097" y="67777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74452803" name="TextBox 38"/>
              <p:cNvSpPr txBox="1"/>
              <p:nvPr/>
            </p:nvSpPr>
            <p:spPr bwMode="auto">
              <a:xfrm rot="0" flipH="0" flipV="0">
                <a:off x="2545097" y="0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6819551" name="Freeform 53"/>
              <p:cNvSpPr/>
              <p:nvPr/>
            </p:nvSpPr>
            <p:spPr bwMode="auto">
              <a:xfrm rot="0" flipH="0" flipV="0">
                <a:off x="2545097" y="741859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323986938" name="TextBox 54"/>
              <p:cNvSpPr txBox="1"/>
              <p:nvPr/>
            </p:nvSpPr>
            <p:spPr bwMode="auto">
              <a:xfrm rot="0" flipH="0" flipV="0">
                <a:off x="2545097" y="674081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4849624" name="Freeform 28"/>
          <p:cNvSpPr/>
          <p:nvPr/>
        </p:nvSpPr>
        <p:spPr bwMode="auto">
          <a:xfrm rot="0" flipH="0" flipV="0">
            <a:off x="1939563" y="169831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20954455" name="TextBox 29"/>
          <p:cNvSpPr txBox="1"/>
          <p:nvPr/>
        </p:nvSpPr>
        <p:spPr bwMode="auto">
          <a:xfrm rot="0" flipH="0" flipV="0">
            <a:off x="1983436" y="171476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5295293" name="Freeform 30"/>
          <p:cNvSpPr/>
          <p:nvPr/>
        </p:nvSpPr>
        <p:spPr bwMode="auto">
          <a:xfrm rot="0" flipH="0" flipV="0">
            <a:off x="2000327" y="175907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92165530" name="AutoShape 31"/>
          <p:cNvSpPr/>
          <p:nvPr/>
        </p:nvSpPr>
        <p:spPr bwMode="auto">
          <a:xfrm flipH="1" flipV="1">
            <a:off x="2871247" y="1163607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334322" name="Freeform 34"/>
          <p:cNvSpPr/>
          <p:nvPr/>
        </p:nvSpPr>
        <p:spPr bwMode="auto">
          <a:xfrm rot="0" flipH="0" flipV="0">
            <a:off x="2558743" y="927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93410497" name="TextBox 35"/>
          <p:cNvSpPr txBox="1"/>
          <p:nvPr/>
        </p:nvSpPr>
        <p:spPr bwMode="auto">
          <a:xfrm rot="0" flipH="0" flipV="0">
            <a:off x="2588040" y="938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41743220" name="Freeform 36"/>
          <p:cNvSpPr/>
          <p:nvPr/>
        </p:nvSpPr>
        <p:spPr bwMode="auto">
          <a:xfrm rot="0" flipH="0" flipV="0">
            <a:off x="2599317" y="968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430073023" name="AutoShape 37"/>
          <p:cNvSpPr/>
          <p:nvPr/>
        </p:nvSpPr>
        <p:spPr bwMode="auto">
          <a:xfrm flipV="1">
            <a:off x="4574666" y="1287770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542069" name="Freeform 40"/>
          <p:cNvSpPr/>
          <p:nvPr/>
        </p:nvSpPr>
        <p:spPr bwMode="auto">
          <a:xfrm rot="0" flipH="0" flipV="0">
            <a:off x="4106676" y="16792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35828586" name="TextBox 41"/>
          <p:cNvSpPr txBox="1"/>
          <p:nvPr/>
        </p:nvSpPr>
        <p:spPr bwMode="auto">
          <a:xfrm rot="0" flipH="0" flipV="0">
            <a:off x="4150549" y="16956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65740263" name="Freeform 42"/>
          <p:cNvSpPr/>
          <p:nvPr/>
        </p:nvSpPr>
        <p:spPr bwMode="auto">
          <a:xfrm rot="0" flipH="0" flipV="0">
            <a:off x="4167440" y="17399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55960672" name="Freeform 45"/>
          <p:cNvSpPr/>
          <p:nvPr/>
        </p:nvSpPr>
        <p:spPr bwMode="auto">
          <a:xfrm rot="0" flipH="0" flipV="0">
            <a:off x="5127768" y="10073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5263502" name="TextBox 46"/>
          <p:cNvSpPr txBox="1"/>
          <p:nvPr/>
        </p:nvSpPr>
        <p:spPr bwMode="auto">
          <a:xfrm rot="0" flipH="0" flipV="0">
            <a:off x="5157065" y="10183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63083497" name="Freeform 47"/>
          <p:cNvSpPr/>
          <p:nvPr/>
        </p:nvSpPr>
        <p:spPr bwMode="auto">
          <a:xfrm rot="0" flipH="0" flipV="0">
            <a:off x="5168342" y="10479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479007431" name="AutoShape 48"/>
          <p:cNvSpPr/>
          <p:nvPr/>
        </p:nvSpPr>
        <p:spPr bwMode="auto">
          <a:xfrm flipH="1">
            <a:off x="2322889" y="1240149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1467289" name="Freeform 51"/>
          <p:cNvSpPr/>
          <p:nvPr/>
        </p:nvSpPr>
        <p:spPr bwMode="auto">
          <a:xfrm rot="0" flipH="0" flipV="0">
            <a:off x="1548551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2785801" name="TextBox 52"/>
          <p:cNvSpPr txBox="1"/>
          <p:nvPr/>
        </p:nvSpPr>
        <p:spPr bwMode="auto">
          <a:xfrm rot="0" flipH="0" flipV="0">
            <a:off x="1577847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5325248" name="Freeform 53"/>
          <p:cNvSpPr/>
          <p:nvPr/>
        </p:nvSpPr>
        <p:spPr bwMode="auto">
          <a:xfrm rot="0" flipH="0" flipV="0">
            <a:off x="1589126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997276202" name="AutoShape 54"/>
          <p:cNvSpPr/>
          <p:nvPr/>
        </p:nvSpPr>
        <p:spPr bwMode="auto">
          <a:xfrm>
            <a:off x="1782755" y="1148945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1753090" name="Freeform 57"/>
          <p:cNvSpPr/>
          <p:nvPr/>
        </p:nvSpPr>
        <p:spPr bwMode="auto">
          <a:xfrm rot="0" flipH="0" flipV="0">
            <a:off x="991530" y="10328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77594417" name="TextBox 58"/>
          <p:cNvSpPr txBox="1"/>
          <p:nvPr/>
        </p:nvSpPr>
        <p:spPr bwMode="auto">
          <a:xfrm rot="0" flipH="0" flipV="0">
            <a:off x="1020827" y="10437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8177259" name="Freeform 59"/>
          <p:cNvSpPr/>
          <p:nvPr/>
        </p:nvSpPr>
        <p:spPr bwMode="auto">
          <a:xfrm rot="0" flipH="0" flipV="0">
            <a:off x="1032104" y="10733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274410521" name="AutoShape 60"/>
          <p:cNvSpPr/>
          <p:nvPr/>
        </p:nvSpPr>
        <p:spPr bwMode="auto">
          <a:xfrm>
            <a:off x="1304035" y="1302271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8604609" name="Freeform 63"/>
          <p:cNvSpPr/>
          <p:nvPr/>
        </p:nvSpPr>
        <p:spPr bwMode="auto">
          <a:xfrm rot="0" flipH="0" flipV="0">
            <a:off x="991530" y="169831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7989559" name="TextBox 64"/>
          <p:cNvSpPr txBox="1"/>
          <p:nvPr/>
        </p:nvSpPr>
        <p:spPr bwMode="auto">
          <a:xfrm rot="0" flipH="0" flipV="0">
            <a:off x="1020827" y="170930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39925606" name="Freeform 65"/>
          <p:cNvSpPr/>
          <p:nvPr/>
        </p:nvSpPr>
        <p:spPr bwMode="auto">
          <a:xfrm rot="0" flipH="0" flipV="0">
            <a:off x="1032104" y="173888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187816441" name="AutoShape 66"/>
          <p:cNvSpPr/>
          <p:nvPr/>
        </p:nvSpPr>
        <p:spPr bwMode="auto">
          <a:xfrm>
            <a:off x="1304035" y="1866407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7359492" name="AutoShape 67"/>
          <p:cNvSpPr/>
          <p:nvPr/>
        </p:nvSpPr>
        <p:spPr bwMode="auto">
          <a:xfrm flipH="1">
            <a:off x="1833164" y="2166303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4303662" name="Freeform 70"/>
          <p:cNvSpPr/>
          <p:nvPr/>
        </p:nvSpPr>
        <p:spPr bwMode="auto">
          <a:xfrm rot="0" flipH="0" flipV="0">
            <a:off x="1548551" y="350591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27942893" name="TextBox 71"/>
          <p:cNvSpPr txBox="1"/>
          <p:nvPr/>
        </p:nvSpPr>
        <p:spPr bwMode="auto">
          <a:xfrm rot="0" flipH="0" flipV="0">
            <a:off x="1592424" y="352237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66409251" name="Freeform 72"/>
          <p:cNvSpPr/>
          <p:nvPr/>
        </p:nvSpPr>
        <p:spPr bwMode="auto">
          <a:xfrm rot="0" flipH="0" flipV="0">
            <a:off x="1609315" y="356668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96330604" name="AutoShape 73"/>
          <p:cNvSpPr/>
          <p:nvPr/>
        </p:nvSpPr>
        <p:spPr bwMode="auto">
          <a:xfrm flipV="1">
            <a:off x="2016540" y="3638378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6597244" name="Freeform 76"/>
          <p:cNvSpPr/>
          <p:nvPr/>
        </p:nvSpPr>
        <p:spPr bwMode="auto">
          <a:xfrm rot="0" flipH="0" flipV="0">
            <a:off x="4410087" y="339534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45679758" name="TextBox 77"/>
          <p:cNvSpPr txBox="1"/>
          <p:nvPr/>
        </p:nvSpPr>
        <p:spPr bwMode="auto">
          <a:xfrm rot="0" flipH="0" flipV="0">
            <a:off x="4453960" y="341179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18809734" name="Freeform 78"/>
          <p:cNvSpPr/>
          <p:nvPr/>
        </p:nvSpPr>
        <p:spPr bwMode="auto">
          <a:xfrm rot="0" flipH="0" flipV="0">
            <a:off x="4470851" y="345610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99854986" name="Freeform 81"/>
          <p:cNvSpPr/>
          <p:nvPr/>
        </p:nvSpPr>
        <p:spPr bwMode="auto">
          <a:xfrm rot="0" flipH="0" flipV="0">
            <a:off x="2796408" y="266263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81331111" name="TextBox 82"/>
          <p:cNvSpPr txBox="1"/>
          <p:nvPr/>
        </p:nvSpPr>
        <p:spPr bwMode="auto">
          <a:xfrm rot="0" flipH="0" flipV="0">
            <a:off x="2825704" y="267361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21063374" name="Freeform 83"/>
          <p:cNvSpPr/>
          <p:nvPr/>
        </p:nvSpPr>
        <p:spPr bwMode="auto">
          <a:xfrm rot="0" flipH="0" flipV="0">
            <a:off x="2836981" y="270320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482033490" name="AutoShape 84"/>
          <p:cNvSpPr/>
          <p:nvPr/>
        </p:nvSpPr>
        <p:spPr bwMode="auto">
          <a:xfrm flipV="1">
            <a:off x="2016540" y="2941874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7285403" name="Freeform 87"/>
          <p:cNvSpPr/>
          <p:nvPr/>
        </p:nvSpPr>
        <p:spPr bwMode="auto">
          <a:xfrm rot="0" flipH="0" flipV="0">
            <a:off x="3799755" y="2506379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27386731" name="TextBox 88"/>
          <p:cNvSpPr txBox="1"/>
          <p:nvPr/>
        </p:nvSpPr>
        <p:spPr bwMode="auto">
          <a:xfrm rot="0" flipH="0" flipV="0">
            <a:off x="3829052" y="2517366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6927587" name="Freeform 89"/>
          <p:cNvSpPr/>
          <p:nvPr/>
        </p:nvSpPr>
        <p:spPr bwMode="auto">
          <a:xfrm rot="0" flipH="0" flipV="0">
            <a:off x="3840329" y="2546953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244924046" name="AutoShape 90"/>
          <p:cNvSpPr/>
          <p:nvPr/>
        </p:nvSpPr>
        <p:spPr bwMode="auto">
          <a:xfrm flipH="1" flipV="1">
            <a:off x="4067223" y="2818882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907961" name="Freeform 93"/>
          <p:cNvSpPr/>
          <p:nvPr/>
        </p:nvSpPr>
        <p:spPr bwMode="auto">
          <a:xfrm rot="0" flipH="0" flipV="0">
            <a:off x="5915098" y="144658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01385327" name="TextBox 94"/>
          <p:cNvSpPr txBox="1"/>
          <p:nvPr/>
        </p:nvSpPr>
        <p:spPr bwMode="auto">
          <a:xfrm rot="0" flipH="0" flipV="0">
            <a:off x="5958971" y="146303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71075760" name="Freeform 95"/>
          <p:cNvSpPr/>
          <p:nvPr/>
        </p:nvSpPr>
        <p:spPr bwMode="auto">
          <a:xfrm rot="0" flipH="0" flipV="0">
            <a:off x="5975861" y="150734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486049920" name="AutoShape 96"/>
          <p:cNvSpPr/>
          <p:nvPr/>
        </p:nvSpPr>
        <p:spPr bwMode="auto">
          <a:xfrm flipV="1">
            <a:off x="4824795" y="1914575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8764457" name="Freeform 99"/>
          <p:cNvSpPr/>
          <p:nvPr/>
        </p:nvSpPr>
        <p:spPr bwMode="auto">
          <a:xfrm rot="0" flipH="0" flipV="0">
            <a:off x="6610848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6121234" name="TextBox 100"/>
          <p:cNvSpPr txBox="1"/>
          <p:nvPr/>
        </p:nvSpPr>
        <p:spPr bwMode="auto">
          <a:xfrm rot="0" flipH="0" flipV="0">
            <a:off x="6640144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2219060" name="Freeform 101"/>
          <p:cNvSpPr/>
          <p:nvPr/>
        </p:nvSpPr>
        <p:spPr bwMode="auto">
          <a:xfrm rot="0" flipH="0" flipV="0">
            <a:off x="6651423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364210164" name="AutoShape 102"/>
          <p:cNvSpPr/>
          <p:nvPr/>
        </p:nvSpPr>
        <p:spPr bwMode="auto">
          <a:xfrm flipV="1">
            <a:off x="6359318" y="1148945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7168993" name="Freeform 105"/>
          <p:cNvSpPr/>
          <p:nvPr/>
        </p:nvSpPr>
        <p:spPr bwMode="auto">
          <a:xfrm rot="0" flipH="0" flipV="0">
            <a:off x="6923351" y="14324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3742372" name="TextBox 106"/>
          <p:cNvSpPr txBox="1"/>
          <p:nvPr/>
        </p:nvSpPr>
        <p:spPr bwMode="auto">
          <a:xfrm rot="0" flipH="0" flipV="0">
            <a:off x="6952647" y="14433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5964668" name="Freeform 107"/>
          <p:cNvSpPr/>
          <p:nvPr/>
        </p:nvSpPr>
        <p:spPr bwMode="auto">
          <a:xfrm rot="0" flipH="0" flipV="0">
            <a:off x="6963926" y="14729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497485660" name="AutoShape 108"/>
          <p:cNvSpPr/>
          <p:nvPr/>
        </p:nvSpPr>
        <p:spPr bwMode="auto">
          <a:xfrm flipV="1">
            <a:off x="6383088" y="1604091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4530183" name="Freeform 111"/>
          <p:cNvSpPr/>
          <p:nvPr/>
        </p:nvSpPr>
        <p:spPr bwMode="auto">
          <a:xfrm rot="0" flipH="0" flipV="0">
            <a:off x="6767100" y="2294101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7956305" name="TextBox 112"/>
          <p:cNvSpPr txBox="1"/>
          <p:nvPr/>
        </p:nvSpPr>
        <p:spPr bwMode="auto">
          <a:xfrm rot="0" flipH="0" flipV="0">
            <a:off x="6796396" y="230508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43299530" name="Freeform 113"/>
          <p:cNvSpPr/>
          <p:nvPr/>
        </p:nvSpPr>
        <p:spPr bwMode="auto">
          <a:xfrm rot="0" flipH="0" flipV="0">
            <a:off x="6807673" y="233467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859242646" name="AutoShape 114"/>
          <p:cNvSpPr/>
          <p:nvPr/>
        </p:nvSpPr>
        <p:spPr bwMode="auto">
          <a:xfrm>
            <a:off x="6383088" y="1913219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9295530" name="Freeform 117"/>
          <p:cNvSpPr/>
          <p:nvPr/>
        </p:nvSpPr>
        <p:spPr bwMode="auto">
          <a:xfrm rot="0" flipH="0" flipV="0">
            <a:off x="6299110" y="325257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97181702" name="TextBox 118"/>
          <p:cNvSpPr txBox="1"/>
          <p:nvPr/>
        </p:nvSpPr>
        <p:spPr bwMode="auto">
          <a:xfrm rot="0" flipH="0" flipV="0">
            <a:off x="6342983" y="3269031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7328149" name="Freeform 119"/>
          <p:cNvSpPr/>
          <p:nvPr/>
        </p:nvSpPr>
        <p:spPr bwMode="auto">
          <a:xfrm rot="0" flipH="0" flipV="0">
            <a:off x="6359874" y="3313342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423417481" name="AutoShape 120"/>
          <p:cNvSpPr/>
          <p:nvPr/>
        </p:nvSpPr>
        <p:spPr bwMode="auto">
          <a:xfrm>
            <a:off x="6198848" y="1914575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7243550" name="Freeform 121"/>
          <p:cNvSpPr/>
          <p:nvPr/>
        </p:nvSpPr>
        <p:spPr bwMode="auto">
          <a:xfrm rot="-10799952">
            <a:off x="7321580" y="683757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381627" name="Freeform 123"/>
          <p:cNvSpPr/>
          <p:nvPr/>
        </p:nvSpPr>
        <p:spPr bwMode="auto">
          <a:xfrm rot="0" flipH="0" flipV="0">
            <a:off x="8620092" y="1540246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818669387" name="TextBox 124"/>
          <p:cNvSpPr txBox="1"/>
          <p:nvPr/>
        </p:nvSpPr>
        <p:spPr bwMode="auto">
          <a:xfrm rot="0" flipH="0" flipV="0">
            <a:off x="8620092" y="1510107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158190994" name="Freeform 125"/>
          <p:cNvSpPr/>
          <p:nvPr/>
        </p:nvSpPr>
        <p:spPr bwMode="auto">
          <a:xfrm>
            <a:off x="10064465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121641" name="Freeform 126"/>
          <p:cNvSpPr/>
          <p:nvPr/>
        </p:nvSpPr>
        <p:spPr bwMode="auto">
          <a:xfrm>
            <a:off x="9468013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7434999" name="Freeform 127"/>
          <p:cNvSpPr/>
          <p:nvPr/>
        </p:nvSpPr>
        <p:spPr bwMode="auto">
          <a:xfrm>
            <a:off x="8867041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2967682" name="Freeform 128"/>
          <p:cNvSpPr/>
          <p:nvPr/>
        </p:nvSpPr>
        <p:spPr bwMode="auto">
          <a:xfrm>
            <a:off x="10064465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9900913" name="Freeform 129"/>
          <p:cNvSpPr/>
          <p:nvPr/>
        </p:nvSpPr>
        <p:spPr bwMode="auto">
          <a:xfrm>
            <a:off x="9468013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229779" name="Freeform 130"/>
          <p:cNvSpPr/>
          <p:nvPr/>
        </p:nvSpPr>
        <p:spPr bwMode="auto">
          <a:xfrm>
            <a:off x="8867041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0890654" name="Freeform 131"/>
          <p:cNvSpPr/>
          <p:nvPr/>
        </p:nvSpPr>
        <p:spPr bwMode="auto">
          <a:xfrm rot="7235047">
            <a:off x="8271563" y="4302133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0917653" name="Freeform 132"/>
          <p:cNvSpPr/>
          <p:nvPr/>
        </p:nvSpPr>
        <p:spPr bwMode="auto">
          <a:xfrm>
            <a:off x="6340267" y="4688568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5573982" name="Freeform 133"/>
          <p:cNvSpPr/>
          <p:nvPr/>
        </p:nvSpPr>
        <p:spPr bwMode="auto">
          <a:xfrm>
            <a:off x="6874587" y="4877754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1457336" name="Freeform 28"/>
          <p:cNvSpPr/>
          <p:nvPr/>
        </p:nvSpPr>
        <p:spPr bwMode="auto">
          <a:xfrm rot="0" flipH="0" flipV="0">
            <a:off x="2642716" y="21518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78232142" name="TextBox 29"/>
          <p:cNvSpPr txBox="1"/>
          <p:nvPr/>
        </p:nvSpPr>
        <p:spPr bwMode="auto">
          <a:xfrm rot="0" flipH="0" flipV="0">
            <a:off x="2684734" y="21676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72064499" name="Freeform 30"/>
          <p:cNvSpPr/>
          <p:nvPr/>
        </p:nvSpPr>
        <p:spPr bwMode="auto">
          <a:xfrm rot="0" flipH="0" flipV="0">
            <a:off x="2700910" y="22100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435065708" name="AutoShape 31"/>
          <p:cNvSpPr/>
          <p:nvPr/>
        </p:nvSpPr>
        <p:spPr bwMode="auto">
          <a:xfrm flipV="1">
            <a:off x="1274186" y="953010"/>
            <a:ext cx="1069241" cy="8058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1274329" name="Freeform 34"/>
          <p:cNvSpPr/>
          <p:nvPr/>
        </p:nvSpPr>
        <p:spPr bwMode="auto">
          <a:xfrm rot="0" flipH="0" flipV="0">
            <a:off x="2343427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02203576" name="TextBox 35"/>
          <p:cNvSpPr txBox="1"/>
          <p:nvPr/>
        </p:nvSpPr>
        <p:spPr bwMode="auto">
          <a:xfrm rot="0" flipH="0" flipV="0">
            <a:off x="2371485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61557039" name="Freeform 36"/>
          <p:cNvSpPr/>
          <p:nvPr/>
        </p:nvSpPr>
        <p:spPr bwMode="auto">
          <a:xfrm rot="0" flipH="0" flipV="0">
            <a:off x="2382287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79425273" name="Freeform 39"/>
          <p:cNvSpPr/>
          <p:nvPr/>
        </p:nvSpPr>
        <p:spPr bwMode="auto">
          <a:xfrm rot="0" flipH="0" flipV="0">
            <a:off x="825985" y="17036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2400139" name="TextBox 40"/>
          <p:cNvSpPr txBox="1"/>
          <p:nvPr/>
        </p:nvSpPr>
        <p:spPr bwMode="auto">
          <a:xfrm rot="0" flipH="0" flipV="0">
            <a:off x="868003" y="17194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48534708" name="Freeform 41"/>
          <p:cNvSpPr/>
          <p:nvPr/>
        </p:nvSpPr>
        <p:spPr bwMode="auto">
          <a:xfrm rot="0" flipH="0" flipV="0">
            <a:off x="884179" y="17618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19920054" name="AutoShape 42"/>
          <p:cNvSpPr/>
          <p:nvPr/>
        </p:nvSpPr>
        <p:spPr bwMode="auto">
          <a:xfrm>
            <a:off x="2529489" y="989868"/>
            <a:ext cx="282789" cy="116201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920880" name="Freeform 45"/>
          <p:cNvSpPr/>
          <p:nvPr/>
        </p:nvSpPr>
        <p:spPr bwMode="auto">
          <a:xfrm rot="0" flipH="0" flipV="0">
            <a:off x="4571779" y="1095603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23062608" name="TextBox 46"/>
          <p:cNvSpPr txBox="1"/>
          <p:nvPr/>
        </p:nvSpPr>
        <p:spPr bwMode="auto">
          <a:xfrm rot="0" flipH="0" flipV="0">
            <a:off x="4599837" y="1106125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18660875" name="Freeform 47"/>
          <p:cNvSpPr/>
          <p:nvPr/>
        </p:nvSpPr>
        <p:spPr bwMode="auto">
          <a:xfrm rot="0" flipH="0" flipV="0">
            <a:off x="4610639" y="1134463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854500520" name="AutoShape 48"/>
          <p:cNvSpPr/>
          <p:nvPr/>
        </p:nvSpPr>
        <p:spPr bwMode="auto">
          <a:xfrm flipH="1">
            <a:off x="3090916" y="1336485"/>
            <a:ext cx="1480862" cy="90287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2550479" name="Freeform 51"/>
          <p:cNvSpPr/>
          <p:nvPr/>
        </p:nvSpPr>
        <p:spPr bwMode="auto">
          <a:xfrm rot="0" flipH="0" flipV="0">
            <a:off x="4011156" y="58717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84147933" name="TextBox 52"/>
          <p:cNvSpPr txBox="1"/>
          <p:nvPr/>
        </p:nvSpPr>
        <p:spPr bwMode="auto">
          <a:xfrm rot="0" flipH="0" flipV="0">
            <a:off x="4039213" y="59769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02836892" name="Freeform 53"/>
          <p:cNvSpPr/>
          <p:nvPr/>
        </p:nvSpPr>
        <p:spPr bwMode="auto">
          <a:xfrm rot="0" flipH="0" flipV="0">
            <a:off x="4050015" y="62603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626146520" name="AutoShape 54"/>
          <p:cNvSpPr/>
          <p:nvPr/>
        </p:nvSpPr>
        <p:spPr bwMode="auto">
          <a:xfrm flipH="1">
            <a:off x="3043724" y="886464"/>
            <a:ext cx="998943" cy="126542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373669" name="Freeform 57"/>
          <p:cNvSpPr/>
          <p:nvPr/>
        </p:nvSpPr>
        <p:spPr bwMode="auto">
          <a:xfrm rot="0" flipH="0" flipV="0">
            <a:off x="3200932" y="49418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69322123" name="TextBox 58"/>
          <p:cNvSpPr txBox="1"/>
          <p:nvPr/>
        </p:nvSpPr>
        <p:spPr bwMode="auto">
          <a:xfrm rot="0" flipH="0" flipV="0">
            <a:off x="3228990" y="50470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7936240" name="Freeform 59"/>
          <p:cNvSpPr/>
          <p:nvPr/>
        </p:nvSpPr>
        <p:spPr bwMode="auto">
          <a:xfrm rot="0" flipH="0" flipV="0">
            <a:off x="3239792" y="53304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616364199" name="AutoShape 60"/>
          <p:cNvSpPr/>
          <p:nvPr/>
        </p:nvSpPr>
        <p:spPr bwMode="auto">
          <a:xfrm flipH="1">
            <a:off x="2929403" y="793475"/>
            <a:ext cx="379377" cy="135841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1110960" name="AutoShape 61"/>
          <p:cNvSpPr/>
          <p:nvPr/>
        </p:nvSpPr>
        <p:spPr bwMode="auto">
          <a:xfrm>
            <a:off x="3090916" y="2461839"/>
            <a:ext cx="1406406" cy="5387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2187405" name="Freeform 64"/>
          <p:cNvSpPr/>
          <p:nvPr/>
        </p:nvSpPr>
        <p:spPr bwMode="auto">
          <a:xfrm rot="0" flipH="0" flipV="0">
            <a:off x="4497323" y="286236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68998017" name="TextBox 65"/>
          <p:cNvSpPr txBox="1"/>
          <p:nvPr/>
        </p:nvSpPr>
        <p:spPr bwMode="auto">
          <a:xfrm rot="0" flipH="0" flipV="0">
            <a:off x="4539341" y="2878125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06583261" name="Freeform 66"/>
          <p:cNvSpPr/>
          <p:nvPr/>
        </p:nvSpPr>
        <p:spPr bwMode="auto">
          <a:xfrm rot="0" flipH="0" flipV="0">
            <a:off x="4555517" y="2920561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2136810717" name="AutoShape 67"/>
          <p:cNvSpPr/>
          <p:nvPr/>
        </p:nvSpPr>
        <p:spPr bwMode="auto">
          <a:xfrm flipV="1">
            <a:off x="4841615" y="1445030"/>
            <a:ext cx="760153" cy="141733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8909622" name="Freeform 70"/>
          <p:cNvSpPr/>
          <p:nvPr/>
        </p:nvSpPr>
        <p:spPr bwMode="auto">
          <a:xfrm rot="0" flipH="0" flipV="0">
            <a:off x="5497859" y="996831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54095086" name="TextBox 71"/>
          <p:cNvSpPr txBox="1"/>
          <p:nvPr/>
        </p:nvSpPr>
        <p:spPr bwMode="auto">
          <a:xfrm rot="0" flipH="0" flipV="0">
            <a:off x="5539877" y="1012587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60439669" name="Freeform 72"/>
          <p:cNvSpPr/>
          <p:nvPr/>
        </p:nvSpPr>
        <p:spPr bwMode="auto">
          <a:xfrm rot="0" flipH="0" flipV="0">
            <a:off x="5556052" y="1055023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259831591" name="Freeform 75"/>
          <p:cNvSpPr/>
          <p:nvPr/>
        </p:nvSpPr>
        <p:spPr bwMode="auto">
          <a:xfrm rot="0" flipH="0" flipV="0">
            <a:off x="5527648" y="3000618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8259335" name="TextBox 76"/>
          <p:cNvSpPr txBox="1"/>
          <p:nvPr/>
        </p:nvSpPr>
        <p:spPr bwMode="auto">
          <a:xfrm rot="0" flipH="0" flipV="0">
            <a:off x="5555706" y="3011140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6995408" name="Freeform 77"/>
          <p:cNvSpPr/>
          <p:nvPr/>
        </p:nvSpPr>
        <p:spPr bwMode="auto">
          <a:xfrm rot="0" flipH="0" flipV="0">
            <a:off x="5566508" y="3039478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628589744" name="AutoShape 78"/>
          <p:cNvSpPr/>
          <p:nvPr/>
        </p:nvSpPr>
        <p:spPr bwMode="auto">
          <a:xfrm>
            <a:off x="4945523" y="3101426"/>
            <a:ext cx="582125" cy="388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3308368" name="Freeform 81"/>
          <p:cNvSpPr/>
          <p:nvPr/>
        </p:nvSpPr>
        <p:spPr bwMode="auto">
          <a:xfrm rot="0" flipH="0" flipV="0">
            <a:off x="6697518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9560950" name="TextBox 82"/>
          <p:cNvSpPr txBox="1"/>
          <p:nvPr/>
        </p:nvSpPr>
        <p:spPr bwMode="auto">
          <a:xfrm rot="0" flipH="0" flipV="0">
            <a:off x="6725576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71531499" name="Freeform 83"/>
          <p:cNvSpPr/>
          <p:nvPr/>
        </p:nvSpPr>
        <p:spPr bwMode="auto">
          <a:xfrm rot="0" flipH="0" flipV="0">
            <a:off x="6736378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946266227" name="AutoShape 84"/>
          <p:cNvSpPr/>
          <p:nvPr/>
        </p:nvSpPr>
        <p:spPr bwMode="auto">
          <a:xfrm flipV="1">
            <a:off x="5946059" y="890856"/>
            <a:ext cx="751458" cy="254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0666198" name="Freeform 87"/>
          <p:cNvSpPr/>
          <p:nvPr/>
        </p:nvSpPr>
        <p:spPr bwMode="auto">
          <a:xfrm rot="0" flipH="0" flipV="0">
            <a:off x="6623064" y="2048584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73436989" name="TextBox 88"/>
          <p:cNvSpPr txBox="1"/>
          <p:nvPr/>
        </p:nvSpPr>
        <p:spPr bwMode="auto">
          <a:xfrm rot="0" flipH="0" flipV="0">
            <a:off x="6665081" y="2064341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41506649" name="Freeform 89"/>
          <p:cNvSpPr/>
          <p:nvPr/>
        </p:nvSpPr>
        <p:spPr bwMode="auto">
          <a:xfrm rot="0" flipH="0" flipV="0">
            <a:off x="6681256" y="2106777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595928253" name="AutoShape 90"/>
          <p:cNvSpPr/>
          <p:nvPr/>
        </p:nvSpPr>
        <p:spPr bwMode="auto">
          <a:xfrm>
            <a:off x="5946059" y="1430402"/>
            <a:ext cx="677003" cy="63280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2323533" name="Freeform 93"/>
          <p:cNvSpPr/>
          <p:nvPr/>
        </p:nvSpPr>
        <p:spPr bwMode="auto">
          <a:xfrm rot="0" flipH="0" flipV="0">
            <a:off x="7690234" y="89085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8897940" name="TextBox 94"/>
          <p:cNvSpPr txBox="1"/>
          <p:nvPr/>
        </p:nvSpPr>
        <p:spPr bwMode="auto">
          <a:xfrm rot="0" flipH="0" flipV="0">
            <a:off x="7718292" y="90137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70560" name="Freeform 95"/>
          <p:cNvSpPr/>
          <p:nvPr/>
        </p:nvSpPr>
        <p:spPr bwMode="auto">
          <a:xfrm rot="0" flipH="0" flipV="0">
            <a:off x="7729094" y="929715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237363738" name="AutoShape 96"/>
          <p:cNvSpPr/>
          <p:nvPr/>
        </p:nvSpPr>
        <p:spPr bwMode="auto">
          <a:xfrm flipV="1">
            <a:off x="7027711" y="1190145"/>
            <a:ext cx="691605" cy="858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9694997" name="Freeform 99"/>
          <p:cNvSpPr/>
          <p:nvPr/>
        </p:nvSpPr>
        <p:spPr bwMode="auto">
          <a:xfrm rot="0" flipH="0" flipV="0">
            <a:off x="7989522" y="1394892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0056319" name="TextBox 100"/>
          <p:cNvSpPr txBox="1"/>
          <p:nvPr/>
        </p:nvSpPr>
        <p:spPr bwMode="auto">
          <a:xfrm rot="0" flipH="0" flipV="0">
            <a:off x="8017580" y="140541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58367135" name="Freeform 101"/>
          <p:cNvSpPr/>
          <p:nvPr/>
        </p:nvSpPr>
        <p:spPr bwMode="auto">
          <a:xfrm rot="0" flipH="0" flipV="0">
            <a:off x="8028382" y="143375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495138183" name="AutoShape 102"/>
          <p:cNvSpPr/>
          <p:nvPr/>
        </p:nvSpPr>
        <p:spPr bwMode="auto">
          <a:xfrm flipV="1">
            <a:off x="7071264" y="1628872"/>
            <a:ext cx="918258" cy="5175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1476710" name="Freeform 105"/>
          <p:cNvSpPr/>
          <p:nvPr/>
        </p:nvSpPr>
        <p:spPr bwMode="auto">
          <a:xfrm rot="0" flipH="0" flipV="0">
            <a:off x="8075529" y="225811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48116987" name="TextBox 106"/>
          <p:cNvSpPr txBox="1"/>
          <p:nvPr/>
        </p:nvSpPr>
        <p:spPr bwMode="auto">
          <a:xfrm rot="0" flipH="0" flipV="0">
            <a:off x="8103586" y="226863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72223546" name="Freeform 107"/>
          <p:cNvSpPr/>
          <p:nvPr/>
        </p:nvSpPr>
        <p:spPr bwMode="auto">
          <a:xfrm rot="0" flipH="0" flipV="0">
            <a:off x="8114388" y="229697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414228436" name="AutoShape 108"/>
          <p:cNvSpPr/>
          <p:nvPr/>
        </p:nvSpPr>
        <p:spPr bwMode="auto">
          <a:xfrm>
            <a:off x="7071264" y="2294652"/>
            <a:ext cx="1004265" cy="9843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8934789" name="Freeform 111"/>
          <p:cNvSpPr/>
          <p:nvPr/>
        </p:nvSpPr>
        <p:spPr bwMode="auto">
          <a:xfrm rot="0" flipH="0" flipV="0">
            <a:off x="7627330" y="2975672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75249026" name="TextBox 112"/>
          <p:cNvSpPr txBox="1"/>
          <p:nvPr/>
        </p:nvSpPr>
        <p:spPr bwMode="auto">
          <a:xfrm rot="0" flipH="0" flipV="0">
            <a:off x="7669348" y="2991428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92511352" name="Freeform 113"/>
          <p:cNvSpPr/>
          <p:nvPr/>
        </p:nvSpPr>
        <p:spPr bwMode="auto">
          <a:xfrm rot="0" flipH="0" flipV="0">
            <a:off x="7685524" y="3033865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725270110" name="AutoShape 114"/>
          <p:cNvSpPr/>
          <p:nvPr/>
        </p:nvSpPr>
        <p:spPr bwMode="auto">
          <a:xfrm>
            <a:off x="7071264" y="2479562"/>
            <a:ext cx="556065" cy="51333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5994630" name="Freeform 115"/>
          <p:cNvSpPr/>
          <p:nvPr/>
        </p:nvSpPr>
        <p:spPr bwMode="auto">
          <a:xfrm rot="-10799952">
            <a:off x="8302898" y="609496"/>
            <a:ext cx="741879" cy="3297241"/>
          </a:xfrm>
          <a:custGeom>
            <a:avLst/>
            <a:gdLst/>
            <a:ahLst/>
            <a:cxnLst/>
            <a:rect l="l" t="t" r="r" b="b"/>
            <a:pathLst>
              <a:path w="741880" h="3297243" fill="norm" stroke="1" extrusionOk="0">
                <a:moveTo>
                  <a:pt x="0" y="0"/>
                </a:moveTo>
                <a:lnTo>
                  <a:pt x="741879" y="0"/>
                </a:lnTo>
                <a:lnTo>
                  <a:pt x="741879" y="3297243"/>
                </a:lnTo>
                <a:lnTo>
                  <a:pt x="0" y="3297243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0102374" name="Freeform 117"/>
          <p:cNvSpPr/>
          <p:nvPr/>
        </p:nvSpPr>
        <p:spPr bwMode="auto">
          <a:xfrm rot="0" flipH="0" flipV="0">
            <a:off x="9394318" y="1429764"/>
            <a:ext cx="2083123" cy="1656702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660057763" name="TextBox 118"/>
          <p:cNvSpPr txBox="1"/>
          <p:nvPr/>
        </p:nvSpPr>
        <p:spPr bwMode="auto">
          <a:xfrm rot="0" flipH="0" flipV="0">
            <a:off x="9394318" y="1400900"/>
            <a:ext cx="2083123" cy="168557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1552220117" name="Freeform 119"/>
          <p:cNvSpPr/>
          <p:nvPr/>
        </p:nvSpPr>
        <p:spPr bwMode="auto">
          <a:xfrm>
            <a:off x="1077761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2500222" name="Freeform 120"/>
          <p:cNvSpPr/>
          <p:nvPr/>
        </p:nvSpPr>
        <p:spPr bwMode="auto">
          <a:xfrm>
            <a:off x="1020638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9379443" name="Freeform 121"/>
          <p:cNvSpPr/>
          <p:nvPr/>
        </p:nvSpPr>
        <p:spPr bwMode="auto">
          <a:xfrm>
            <a:off x="9630823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8111296" name="Freeform 122"/>
          <p:cNvSpPr/>
          <p:nvPr/>
        </p:nvSpPr>
        <p:spPr bwMode="auto">
          <a:xfrm>
            <a:off x="1077761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1916495" name="Freeform 123"/>
          <p:cNvSpPr/>
          <p:nvPr/>
        </p:nvSpPr>
        <p:spPr bwMode="auto">
          <a:xfrm>
            <a:off x="1020638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8513973" name="Freeform 124"/>
          <p:cNvSpPr/>
          <p:nvPr/>
        </p:nvSpPr>
        <p:spPr bwMode="auto">
          <a:xfrm>
            <a:off x="9630823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6170636" name="Freeform 125"/>
          <p:cNvSpPr/>
          <p:nvPr/>
        </p:nvSpPr>
        <p:spPr bwMode="auto">
          <a:xfrm rot="7235047">
            <a:off x="9060527" y="4074855"/>
            <a:ext cx="1899915" cy="679218"/>
          </a:xfrm>
          <a:custGeom>
            <a:avLst/>
            <a:gdLst/>
            <a:ahLst/>
            <a:cxnLst/>
            <a:rect l="l" t="t" r="r" b="b"/>
            <a:pathLst>
              <a:path w="1899917" h="679220" fill="norm" stroke="1" extrusionOk="0">
                <a:moveTo>
                  <a:pt x="0" y="0"/>
                </a:moveTo>
                <a:lnTo>
                  <a:pt x="1899917" y="0"/>
                </a:lnTo>
                <a:lnTo>
                  <a:pt x="1899917" y="679221"/>
                </a:lnTo>
                <a:lnTo>
                  <a:pt x="0" y="67922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3881543" name="Freeform 126"/>
          <p:cNvSpPr/>
          <p:nvPr/>
        </p:nvSpPr>
        <p:spPr bwMode="auto">
          <a:xfrm>
            <a:off x="7210904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600252" name="Freeform 127"/>
          <p:cNvSpPr/>
          <p:nvPr/>
        </p:nvSpPr>
        <p:spPr bwMode="auto">
          <a:xfrm>
            <a:off x="7722628" y="4626134"/>
            <a:ext cx="566181" cy="503193"/>
          </a:xfrm>
          <a:custGeom>
            <a:avLst/>
            <a:gdLst/>
            <a:ahLst/>
            <a:cxnLst/>
            <a:rect l="l" t="t" r="r" b="b"/>
            <a:pathLst>
              <a:path w="566183" h="503195" fill="norm" stroke="1" extrusionOk="0">
                <a:moveTo>
                  <a:pt x="0" y="0"/>
                </a:moveTo>
                <a:lnTo>
                  <a:pt x="566183" y="0"/>
                </a:lnTo>
                <a:lnTo>
                  <a:pt x="566183" y="503196"/>
                </a:lnTo>
                <a:lnTo>
                  <a:pt x="0" y="503196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1841387" name="Freeform 128"/>
          <p:cNvSpPr/>
          <p:nvPr/>
        </p:nvSpPr>
        <p:spPr bwMode="auto">
          <a:xfrm>
            <a:off x="3910651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5871667" name="Freeform 129"/>
          <p:cNvSpPr/>
          <p:nvPr/>
        </p:nvSpPr>
        <p:spPr bwMode="auto">
          <a:xfrm>
            <a:off x="5946059" y="5069082"/>
            <a:ext cx="826977" cy="496185"/>
          </a:xfrm>
          <a:custGeom>
            <a:avLst/>
            <a:gdLst/>
            <a:ahLst/>
            <a:cxnLst/>
            <a:rect l="l" t="t" r="r" b="b"/>
            <a:pathLst>
              <a:path w="826979" h="496187" fill="norm" stroke="1" extrusionOk="0">
                <a:moveTo>
                  <a:pt x="0" y="0"/>
                </a:moveTo>
                <a:lnTo>
                  <a:pt x="826979" y="0"/>
                </a:lnTo>
                <a:lnTo>
                  <a:pt x="826979" y="496187"/>
                </a:lnTo>
                <a:lnTo>
                  <a:pt x="0" y="496187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1722905" name="TextBox 130"/>
          <p:cNvSpPr txBox="1"/>
          <p:nvPr/>
        </p:nvSpPr>
        <p:spPr bwMode="auto">
          <a:xfrm>
            <a:off x="3857893" y="6203593"/>
            <a:ext cx="1670833" cy="357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1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Bob</a:t>
            </a:r>
            <a:endParaRPr/>
          </a:p>
        </p:txBody>
      </p:sp>
      <p:sp>
        <p:nvSpPr>
          <p:cNvPr id="64130918" name="Freeform 132"/>
          <p:cNvSpPr/>
          <p:nvPr/>
        </p:nvSpPr>
        <p:spPr bwMode="auto">
          <a:xfrm rot="0" flipH="0" flipV="0">
            <a:off x="606944" y="5008284"/>
            <a:ext cx="886279" cy="617778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4823" y="0"/>
                </a:moveTo>
                <a:lnTo>
                  <a:pt x="260774" y="0"/>
                </a:lnTo>
                <a:cubicBezTo>
                  <a:pt x="318666" y="0"/>
                  <a:pt x="365597" y="46931"/>
                  <a:pt x="365597" y="104823"/>
                </a:cubicBezTo>
                <a:lnTo>
                  <a:pt x="365597" y="150015"/>
                </a:lnTo>
                <a:cubicBezTo>
                  <a:pt x="365597" y="177816"/>
                  <a:pt x="354553" y="204478"/>
                  <a:pt x="334895" y="224137"/>
                </a:cubicBezTo>
                <a:cubicBezTo>
                  <a:pt x="315237" y="243795"/>
                  <a:pt x="288574" y="254839"/>
                  <a:pt x="260774" y="254839"/>
                </a:cubicBezTo>
                <a:lnTo>
                  <a:pt x="104823" y="254839"/>
                </a:lnTo>
                <a:cubicBezTo>
                  <a:pt x="77022" y="254839"/>
                  <a:pt x="50360" y="243795"/>
                  <a:pt x="30702" y="224137"/>
                </a:cubicBezTo>
                <a:cubicBezTo>
                  <a:pt x="11044" y="204478"/>
                  <a:pt x="0" y="177816"/>
                  <a:pt x="0" y="150015"/>
                </a:cubicBezTo>
                <a:lnTo>
                  <a:pt x="0" y="104823"/>
                </a:lnTo>
                <a:cubicBezTo>
                  <a:pt x="0" y="77022"/>
                  <a:pt x="11044" y="50360"/>
                  <a:pt x="30702" y="30702"/>
                </a:cubicBezTo>
                <a:cubicBezTo>
                  <a:pt x="50360" y="11044"/>
                  <a:pt x="77022" y="0"/>
                  <a:pt x="10482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4864207" name="TextBox 133"/>
          <p:cNvSpPr txBox="1"/>
          <p:nvPr/>
        </p:nvSpPr>
        <p:spPr bwMode="auto">
          <a:xfrm rot="0" flipH="0" flipV="0">
            <a:off x="606944" y="4846654"/>
            <a:ext cx="886279" cy="77941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KYC</a:t>
            </a:r>
            <a:endParaRPr/>
          </a:p>
        </p:txBody>
      </p:sp>
      <p:sp>
        <p:nvSpPr>
          <p:cNvPr id="945166553" name="AutoShape 134"/>
          <p:cNvSpPr/>
          <p:nvPr/>
        </p:nvSpPr>
        <p:spPr bwMode="auto">
          <a:xfrm flipH="1">
            <a:off x="1050086" y="2151890"/>
            <a:ext cx="0" cy="2856393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7357258" name="AutoShape 135"/>
          <p:cNvSpPr/>
          <p:nvPr/>
        </p:nvSpPr>
        <p:spPr bwMode="auto">
          <a:xfrm flipH="1" flipV="1">
            <a:off x="1493228" y="5317174"/>
            <a:ext cx="2417422" cy="0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0758504" name="Freeform 88"/>
          <p:cNvSpPr/>
          <p:nvPr/>
        </p:nvSpPr>
        <p:spPr bwMode="auto">
          <a:xfrm rot="0" flipH="0" flipV="0">
            <a:off x="7616418" y="1088253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629016818" name="TextBox 89"/>
          <p:cNvSpPr txBox="1"/>
          <p:nvPr/>
        </p:nvSpPr>
        <p:spPr bwMode="auto">
          <a:xfrm rot="0" flipH="0" flipV="0">
            <a:off x="7643219" y="1098304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20999214" name="Freeform 90"/>
          <p:cNvSpPr/>
          <p:nvPr/>
        </p:nvSpPr>
        <p:spPr bwMode="auto">
          <a:xfrm rot="0" flipH="0" flipV="0">
            <a:off x="7653537" y="1125371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710401856" name="AutoShape 91"/>
          <p:cNvSpPr/>
          <p:nvPr/>
        </p:nvSpPr>
        <p:spPr bwMode="auto">
          <a:xfrm flipV="1">
            <a:off x="6983570" y="1374136"/>
            <a:ext cx="660628" cy="819990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5093876" name="Freeform 94"/>
          <p:cNvSpPr/>
          <p:nvPr/>
        </p:nvSpPr>
        <p:spPr bwMode="auto">
          <a:xfrm rot="0" flipH="0" flipV="0">
            <a:off x="7902301" y="1569711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399916332" name="TextBox 95"/>
          <p:cNvSpPr txBox="1"/>
          <p:nvPr/>
        </p:nvSpPr>
        <p:spPr bwMode="auto">
          <a:xfrm rot="0" flipH="0" flipV="0">
            <a:off x="7929102" y="1579762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17925226" name="Freeform 96"/>
          <p:cNvSpPr/>
          <p:nvPr/>
        </p:nvSpPr>
        <p:spPr bwMode="auto">
          <a:xfrm rot="0" flipH="0" flipV="0">
            <a:off x="7939418" y="1606829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976593311" name="AutoShape 97"/>
          <p:cNvSpPr/>
          <p:nvPr/>
        </p:nvSpPr>
        <p:spPr bwMode="auto">
          <a:xfrm flipV="1">
            <a:off x="7025171" y="1793213"/>
            <a:ext cx="877131" cy="494334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850834" name="Freeform 100"/>
          <p:cNvSpPr/>
          <p:nvPr/>
        </p:nvSpPr>
        <p:spPr bwMode="auto">
          <a:xfrm rot="0" flipH="0" flipV="0">
            <a:off x="7984454" y="2394274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785802934" name="TextBox 101"/>
          <p:cNvSpPr txBox="1"/>
          <p:nvPr/>
        </p:nvSpPr>
        <p:spPr bwMode="auto">
          <a:xfrm rot="0" flipH="0" flipV="0">
            <a:off x="8011255" y="2404325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03330724" name="Freeform 102"/>
          <p:cNvSpPr/>
          <p:nvPr/>
        </p:nvSpPr>
        <p:spPr bwMode="auto">
          <a:xfrm rot="0" flipH="0" flipV="0">
            <a:off x="8021572" y="2431392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945429632" name="AutoShape 103"/>
          <p:cNvSpPr/>
          <p:nvPr/>
        </p:nvSpPr>
        <p:spPr bwMode="auto">
          <a:xfrm>
            <a:off x="7025171" y="2429172"/>
            <a:ext cx="959283" cy="94032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783374" name="Freeform 106"/>
          <p:cNvSpPr/>
          <p:nvPr/>
        </p:nvSpPr>
        <p:spPr bwMode="auto">
          <a:xfrm rot="0" flipH="0" flipV="0">
            <a:off x="7556330" y="3079689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1557110114" name="TextBox 107"/>
          <p:cNvSpPr txBox="1"/>
          <p:nvPr/>
        </p:nvSpPr>
        <p:spPr bwMode="auto">
          <a:xfrm rot="0" flipH="0" flipV="0">
            <a:off x="7596466" y="3094741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997622647" name="Freeform 108"/>
          <p:cNvSpPr/>
          <p:nvPr/>
        </p:nvSpPr>
        <p:spPr bwMode="auto">
          <a:xfrm rot="0" flipH="0" flipV="0">
            <a:off x="7611917" y="3135276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398133569" name="AutoShape 109"/>
          <p:cNvSpPr/>
          <p:nvPr/>
        </p:nvSpPr>
        <p:spPr bwMode="auto">
          <a:xfrm>
            <a:off x="7025171" y="2605800"/>
            <a:ext cx="531158" cy="490338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193882" name="Freeform 110"/>
          <p:cNvSpPr/>
          <p:nvPr/>
        </p:nvSpPr>
        <p:spPr bwMode="auto">
          <a:xfrm rot="-10799952">
            <a:off x="8201640" y="819494"/>
            <a:ext cx="708651" cy="3149556"/>
          </a:xfrm>
          <a:custGeom>
            <a:avLst/>
            <a:gdLst/>
            <a:ahLst/>
            <a:cxnLst/>
            <a:rect l="l" t="t" r="r" b="b"/>
            <a:pathLst>
              <a:path w="708651" h="3149558" fill="norm" stroke="1" extrusionOk="0">
                <a:moveTo>
                  <a:pt x="0" y="0"/>
                </a:moveTo>
                <a:lnTo>
                  <a:pt x="708650" y="0"/>
                </a:lnTo>
                <a:lnTo>
                  <a:pt x="708650" y="3149558"/>
                </a:lnTo>
                <a:lnTo>
                  <a:pt x="0" y="314955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7432222" name="Freeform 112"/>
          <p:cNvSpPr/>
          <p:nvPr/>
        </p:nvSpPr>
        <p:spPr bwMode="auto">
          <a:xfrm rot="0" flipH="0" flipV="0">
            <a:off x="9244174" y="1603022"/>
            <a:ext cx="1989819" cy="158249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2137176009" name="TextBox 113"/>
          <p:cNvSpPr txBox="1"/>
          <p:nvPr/>
        </p:nvSpPr>
        <p:spPr bwMode="auto">
          <a:xfrm rot="0" flipH="0" flipV="0">
            <a:off x="9244174" y="1575451"/>
            <a:ext cx="1989819" cy="161007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580"/>
              </a:lnSpc>
              <a:defRPr/>
            </a:pPr>
            <a:endParaRPr/>
          </a:p>
        </p:txBody>
      </p:sp>
      <p:sp>
        <p:nvSpPr>
          <p:cNvPr id="1232254325" name="Freeform 114"/>
          <p:cNvSpPr/>
          <p:nvPr/>
        </p:nvSpPr>
        <p:spPr bwMode="auto">
          <a:xfrm>
            <a:off x="10565507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5801109" name="Freeform 115"/>
          <p:cNvSpPr/>
          <p:nvPr/>
        </p:nvSpPr>
        <p:spPr bwMode="auto">
          <a:xfrm>
            <a:off x="10019864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755801" name="Freeform 116"/>
          <p:cNvSpPr/>
          <p:nvPr/>
        </p:nvSpPr>
        <p:spPr bwMode="auto">
          <a:xfrm>
            <a:off x="9470086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037367" name="Freeform 117"/>
          <p:cNvSpPr/>
          <p:nvPr/>
        </p:nvSpPr>
        <p:spPr bwMode="auto">
          <a:xfrm>
            <a:off x="10565507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3626951" name="Freeform 118"/>
          <p:cNvSpPr/>
          <p:nvPr/>
        </p:nvSpPr>
        <p:spPr bwMode="auto">
          <a:xfrm>
            <a:off x="10019864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0348320" name="Freeform 119"/>
          <p:cNvSpPr/>
          <p:nvPr/>
        </p:nvSpPr>
        <p:spPr bwMode="auto">
          <a:xfrm>
            <a:off x="9470086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1165269" name="Freeform 120"/>
          <p:cNvSpPr/>
          <p:nvPr/>
        </p:nvSpPr>
        <p:spPr bwMode="auto">
          <a:xfrm rot="7235047">
            <a:off x="8925334" y="4129641"/>
            <a:ext cx="1814817" cy="648796"/>
          </a:xfrm>
          <a:custGeom>
            <a:avLst/>
            <a:gdLst/>
            <a:ahLst/>
            <a:cxnLst/>
            <a:rect l="l" t="t" r="r" b="b"/>
            <a:pathLst>
              <a:path w="1814819" h="648798" fill="norm" stroke="1" extrusionOk="0">
                <a:moveTo>
                  <a:pt x="0" y="0"/>
                </a:moveTo>
                <a:lnTo>
                  <a:pt x="1814819" y="0"/>
                </a:lnTo>
                <a:lnTo>
                  <a:pt x="1814819" y="648798"/>
                </a:lnTo>
                <a:lnTo>
                  <a:pt x="0" y="648798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8397460" name="Freeform 121"/>
          <p:cNvSpPr/>
          <p:nvPr/>
        </p:nvSpPr>
        <p:spPr bwMode="auto">
          <a:xfrm>
            <a:off x="7158557" y="4483157"/>
            <a:ext cx="1518430" cy="1666315"/>
          </a:xfrm>
          <a:custGeom>
            <a:avLst/>
            <a:gdLst/>
            <a:ahLst/>
            <a:cxnLst/>
            <a:rect l="l" t="t" r="r" b="b"/>
            <a:pathLst>
              <a:path w="1518432" h="1666317" fill="norm" stroke="1" extrusionOk="0">
                <a:moveTo>
                  <a:pt x="0" y="0"/>
                </a:moveTo>
                <a:lnTo>
                  <a:pt x="1518431" y="0"/>
                </a:lnTo>
                <a:lnTo>
                  <a:pt x="1518431" y="1666317"/>
                </a:lnTo>
                <a:lnTo>
                  <a:pt x="0" y="1666317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487392" name="Freeform 122"/>
          <p:cNvSpPr/>
          <p:nvPr/>
        </p:nvSpPr>
        <p:spPr bwMode="auto">
          <a:xfrm>
            <a:off x="7647361" y="4656227"/>
            <a:ext cx="540822" cy="480654"/>
          </a:xfrm>
          <a:custGeom>
            <a:avLst/>
            <a:gdLst/>
            <a:ahLst/>
            <a:cxnLst/>
            <a:rect l="l" t="t" r="r" b="b"/>
            <a:pathLst>
              <a:path w="540824" h="480657" fill="norm" stroke="1" extrusionOk="0">
                <a:moveTo>
                  <a:pt x="0" y="0"/>
                </a:moveTo>
                <a:lnTo>
                  <a:pt x="540823" y="0"/>
                </a:lnTo>
                <a:lnTo>
                  <a:pt x="540823" y="480657"/>
                </a:lnTo>
                <a:lnTo>
                  <a:pt x="0" y="480657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828111343" name=""/>
          <p:cNvGrpSpPr/>
          <p:nvPr/>
        </p:nvGrpSpPr>
        <p:grpSpPr bwMode="auto">
          <a:xfrm>
            <a:off x="850392" y="709349"/>
            <a:ext cx="6174774" cy="5786551"/>
            <a:chOff x="0" y="0"/>
            <a:chExt cx="6174774" cy="5786551"/>
          </a:xfrm>
        </p:grpSpPr>
        <p:sp>
          <p:nvSpPr>
            <p:cNvPr id="272686784" name="AutoShape 26"/>
            <p:cNvSpPr/>
            <p:nvPr/>
          </p:nvSpPr>
          <p:spPr bwMode="auto">
            <a:xfrm flipV="1">
              <a:off x="637354" y="438273"/>
              <a:ext cx="1021349" cy="76978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1522775" name="Freeform 29"/>
            <p:cNvSpPr/>
            <p:nvPr/>
          </p:nvSpPr>
          <p:spPr bwMode="auto">
            <a:xfrm rot="0" flipH="0" flipV="0">
              <a:off x="1658704" y="18759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655822" name="TextBox 30"/>
            <p:cNvSpPr txBox="1"/>
            <p:nvPr/>
          </p:nvSpPr>
          <p:spPr bwMode="auto">
            <a:xfrm rot="0" flipH="0" flipV="0">
              <a:off x="1685505" y="19764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346380641" name="Freeform 31"/>
            <p:cNvSpPr/>
            <p:nvPr/>
          </p:nvSpPr>
          <p:spPr bwMode="auto">
            <a:xfrm rot="0" flipH="0" flipV="0">
              <a:off x="1695822" y="224715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</p:sp>
        <p:sp>
          <p:nvSpPr>
            <p:cNvPr id="906702395" name="Freeform 34"/>
            <p:cNvSpPr/>
            <p:nvPr/>
          </p:nvSpPr>
          <p:spPr bwMode="auto">
            <a:xfrm rot="0" flipH="0" flipV="0">
              <a:off x="209232" y="1155328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0414185" name="TextBox 35"/>
            <p:cNvSpPr txBox="1"/>
            <p:nvPr/>
          </p:nvSpPr>
          <p:spPr bwMode="auto">
            <a:xfrm rot="0" flipH="0" flipV="0">
              <a:off x="249366" y="1170380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1703945643" name="Freeform 36"/>
            <p:cNvSpPr/>
            <p:nvPr/>
          </p:nvSpPr>
          <p:spPr bwMode="auto">
            <a:xfrm rot="0" flipH="0" flipV="0">
              <a:off x="264817" y="1210914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</p:sp>
        <p:sp>
          <p:nvSpPr>
            <p:cNvPr id="388168600" name="AutoShape 37"/>
            <p:cNvSpPr/>
            <p:nvPr/>
          </p:nvSpPr>
          <p:spPr bwMode="auto">
            <a:xfrm>
              <a:off x="1920520" y="473481"/>
              <a:ext cx="525105" cy="631425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4151804" name="Freeform 40"/>
            <p:cNvSpPr/>
            <p:nvPr/>
          </p:nvSpPr>
          <p:spPr bwMode="auto">
            <a:xfrm rot="0" flipH="0" flipV="0">
              <a:off x="3671451" y="44377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4713874" name="TextBox 41"/>
            <p:cNvSpPr txBox="1"/>
            <p:nvPr/>
          </p:nvSpPr>
          <p:spPr bwMode="auto">
            <a:xfrm rot="0" flipH="0" flipV="0">
              <a:off x="3698250" y="45382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735619366" name="Freeform 42"/>
            <p:cNvSpPr/>
            <p:nvPr/>
          </p:nvSpPr>
          <p:spPr bwMode="auto">
            <a:xfrm rot="0" flipH="0" flipV="0">
              <a:off x="3708567" y="48089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</p:sp>
        <p:sp>
          <p:nvSpPr>
            <p:cNvPr id="1695559890" name="AutoShape 43"/>
            <p:cNvSpPr/>
            <p:nvPr/>
          </p:nvSpPr>
          <p:spPr bwMode="auto">
            <a:xfrm flipH="1">
              <a:off x="2974252" y="674882"/>
              <a:ext cx="697196" cy="43002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1085634" name="Freeform 46"/>
            <p:cNvSpPr/>
            <p:nvPr/>
          </p:nvSpPr>
          <p:spPr bwMode="auto">
            <a:xfrm rot="0" flipH="0" flipV="0">
              <a:off x="3251733" y="8882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8278682" name="TextBox 47"/>
            <p:cNvSpPr txBox="1"/>
            <p:nvPr/>
          </p:nvSpPr>
          <p:spPr bwMode="auto">
            <a:xfrm rot="0" flipH="0" flipV="0">
              <a:off x="3278534" y="9887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24101471" name="Freeform 48"/>
            <p:cNvSpPr/>
            <p:nvPr/>
          </p:nvSpPr>
          <p:spPr bwMode="auto">
            <a:xfrm rot="0" flipH="0" flipV="0">
              <a:off x="3288852" y="12594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</p:sp>
        <p:sp>
          <p:nvSpPr>
            <p:cNvPr id="1769888747" name="AutoShape 49"/>
            <p:cNvSpPr/>
            <p:nvPr/>
          </p:nvSpPr>
          <p:spPr bwMode="auto">
            <a:xfrm flipH="1">
              <a:off x="2777243" y="374707"/>
              <a:ext cx="516350" cy="73019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8379127" name="Freeform 52"/>
            <p:cNvSpPr/>
            <p:nvPr/>
          </p:nvSpPr>
          <p:spPr bwMode="auto">
            <a:xfrm rot="0" flipH="0" flipV="0">
              <a:off x="2477799" y="0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04113325" name="TextBox 53"/>
            <p:cNvSpPr txBox="1"/>
            <p:nvPr/>
          </p:nvSpPr>
          <p:spPr bwMode="auto">
            <a:xfrm rot="0" flipH="0" flipV="0">
              <a:off x="2504601" y="10050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289018496" name="Freeform 54"/>
            <p:cNvSpPr/>
            <p:nvPr/>
          </p:nvSpPr>
          <p:spPr bwMode="auto">
            <a:xfrm rot="0" flipH="0" flipV="0">
              <a:off x="2514916" y="37118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</p:sp>
        <p:sp>
          <p:nvSpPr>
            <p:cNvPr id="1292799287" name="AutoShape 55"/>
            <p:cNvSpPr/>
            <p:nvPr/>
          </p:nvSpPr>
          <p:spPr bwMode="auto">
            <a:xfrm>
              <a:off x="2621241" y="285883"/>
              <a:ext cx="2854" cy="81902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435813" name="AutoShape 56"/>
            <p:cNvSpPr/>
            <p:nvPr/>
          </p:nvSpPr>
          <p:spPr bwMode="auto">
            <a:xfrm>
              <a:off x="2868250" y="1535926"/>
              <a:ext cx="847874" cy="750713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6830473" name="Freeform 59"/>
            <p:cNvSpPr/>
            <p:nvPr/>
          </p:nvSpPr>
          <p:spPr bwMode="auto">
            <a:xfrm rot="0" flipH="0" flipV="0">
              <a:off x="3716127" y="2262110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2125436754" name="TextBox 60"/>
            <p:cNvSpPr txBox="1"/>
            <p:nvPr/>
          </p:nvSpPr>
          <p:spPr bwMode="auto">
            <a:xfrm rot="0" flipH="0" flipV="0">
              <a:off x="3756261" y="2277162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697429390" name="Freeform 61"/>
            <p:cNvSpPr/>
            <p:nvPr/>
          </p:nvSpPr>
          <p:spPr bwMode="auto">
            <a:xfrm rot="0" flipH="0" flipV="0">
              <a:off x="3771712" y="2317698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>
                <a:alphaModFix amt="15000"/>
              </a:blip>
              <a:stretch/>
            </a:blipFill>
          </p:spPr>
        </p:sp>
        <p:sp>
          <p:nvSpPr>
            <p:cNvPr id="854330437" name="AutoShape 62"/>
            <p:cNvSpPr/>
            <p:nvPr/>
          </p:nvSpPr>
          <p:spPr bwMode="auto">
            <a:xfrm flipV="1">
              <a:off x="4044996" y="908255"/>
              <a:ext cx="726105" cy="1353854"/>
            </a:xfrm>
            <a:prstGeom prst="line">
              <a:avLst/>
            </a:prstGeom>
            <a:grpFill/>
            <a:ln w="47625" cap="flat">
              <a:solidFill>
                <a:srgbClr val="FF5C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40055071" name="Freeform 65"/>
            <p:cNvSpPr/>
            <p:nvPr/>
          </p:nvSpPr>
          <p:spPr bwMode="auto">
            <a:xfrm rot="0" flipH="0" flipV="0">
              <a:off x="4671846" y="480130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1569747599" name="TextBox 66"/>
            <p:cNvSpPr txBox="1"/>
            <p:nvPr/>
          </p:nvSpPr>
          <p:spPr bwMode="auto">
            <a:xfrm rot="0" flipH="0" flipV="0">
              <a:off x="4711982" y="495182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569184111" name="Freeform 67"/>
            <p:cNvSpPr/>
            <p:nvPr/>
          </p:nvSpPr>
          <p:spPr bwMode="auto">
            <a:xfrm rot="0" flipH="0" flipV="0">
              <a:off x="4727432" y="535716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>
                <a:alphaModFix amt="15000"/>
              </a:blip>
              <a:stretch/>
            </a:blipFill>
          </p:spPr>
        </p:sp>
        <p:sp>
          <p:nvSpPr>
            <p:cNvPr id="1009077700" name="Freeform 70"/>
            <p:cNvSpPr/>
            <p:nvPr/>
          </p:nvSpPr>
          <p:spPr bwMode="auto">
            <a:xfrm rot="0" flipH="0" flipV="0">
              <a:off x="4700304" y="239416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14902"/>
              </a:srgbClr>
            </a:solidFill>
          </p:spPr>
        </p:sp>
        <p:sp>
          <p:nvSpPr>
            <p:cNvPr id="1116857459" name="TextBox 71"/>
            <p:cNvSpPr txBox="1"/>
            <p:nvPr/>
          </p:nvSpPr>
          <p:spPr bwMode="auto">
            <a:xfrm rot="0" flipH="0" flipV="0">
              <a:off x="4727103" y="240421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823907674" name="Freeform 72"/>
            <p:cNvSpPr/>
            <p:nvPr/>
          </p:nvSpPr>
          <p:spPr bwMode="auto">
            <a:xfrm rot="0" flipH="0" flipV="0">
              <a:off x="4737420" y="2431286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>
                <a:alphaModFix amt="15000"/>
              </a:blip>
              <a:stretch/>
            </a:blipFill>
          </p:spPr>
        </p:sp>
        <p:sp>
          <p:nvSpPr>
            <p:cNvPr id="683075848" name="AutoShape 73"/>
            <p:cNvSpPr/>
            <p:nvPr/>
          </p:nvSpPr>
          <p:spPr bwMode="auto">
            <a:xfrm>
              <a:off x="4144251" y="2490459"/>
              <a:ext cx="556051" cy="37108"/>
            </a:xfrm>
            <a:prstGeom prst="line">
              <a:avLst/>
            </a:prstGeom>
            <a:grpFill/>
            <a:ln w="19050" cap="flat">
              <a:solidFill>
                <a:srgbClr val="0000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5138473" name="Freeform 76"/>
            <p:cNvSpPr/>
            <p:nvPr/>
          </p:nvSpPr>
          <p:spPr bwMode="auto">
            <a:xfrm rot="0" flipH="0" flipV="0">
              <a:off x="5817773" y="18759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14902"/>
              </a:srgbClr>
            </a:solidFill>
          </p:spPr>
        </p:sp>
        <p:sp>
          <p:nvSpPr>
            <p:cNvPr id="1993434949" name="TextBox 77"/>
            <p:cNvSpPr txBox="1"/>
            <p:nvPr/>
          </p:nvSpPr>
          <p:spPr bwMode="auto">
            <a:xfrm rot="0" flipH="0" flipV="0">
              <a:off x="5844574" y="19764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82356488" name="Freeform 78"/>
            <p:cNvSpPr/>
            <p:nvPr/>
          </p:nvSpPr>
          <p:spPr bwMode="auto">
            <a:xfrm rot="0" flipH="0" flipV="0">
              <a:off x="5854890" y="224715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>
                <a:alphaModFix amt="15000"/>
              </a:blip>
              <a:stretch/>
            </a:blipFill>
          </p:spPr>
        </p:sp>
        <p:sp>
          <p:nvSpPr>
            <p:cNvPr id="187340794" name="AutoShape 79"/>
            <p:cNvSpPr/>
            <p:nvPr/>
          </p:nvSpPr>
          <p:spPr bwMode="auto">
            <a:xfrm flipV="1">
              <a:off x="5099972" y="378903"/>
              <a:ext cx="717800" cy="242862"/>
            </a:xfrm>
            <a:prstGeom prst="line">
              <a:avLst/>
            </a:prstGeom>
            <a:grpFill/>
            <a:ln w="19050" cap="flat">
              <a:solidFill>
                <a:srgbClr val="0000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4724882" name="Freeform 82"/>
            <p:cNvSpPr/>
            <p:nvPr/>
          </p:nvSpPr>
          <p:spPr bwMode="auto">
            <a:xfrm rot="0" flipH="0" flipV="0">
              <a:off x="5746653" y="1484775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1368767637" name="TextBox 83"/>
            <p:cNvSpPr txBox="1"/>
            <p:nvPr/>
          </p:nvSpPr>
          <p:spPr bwMode="auto">
            <a:xfrm rot="0" flipH="0" flipV="0">
              <a:off x="5786789" y="1499827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1507617420" name="Freeform 84"/>
            <p:cNvSpPr/>
            <p:nvPr/>
          </p:nvSpPr>
          <p:spPr bwMode="auto">
            <a:xfrm rot="0" flipH="0" flipV="0">
              <a:off x="5802239" y="1540362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>
                <a:alphaModFix amt="15000"/>
              </a:blip>
              <a:stretch/>
            </a:blipFill>
          </p:spPr>
        </p:sp>
        <p:sp>
          <p:nvSpPr>
            <p:cNvPr id="440328764" name="AutoShape 85"/>
            <p:cNvSpPr/>
            <p:nvPr/>
          </p:nvSpPr>
          <p:spPr bwMode="auto">
            <a:xfrm>
              <a:off x="5099972" y="894283"/>
              <a:ext cx="646679" cy="604467"/>
            </a:xfrm>
            <a:prstGeom prst="line">
              <a:avLst/>
            </a:prstGeom>
            <a:grpFill/>
            <a:ln w="47625" cap="flat">
              <a:solidFill>
                <a:srgbClr val="FF5C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0885524" name="Freeform 123"/>
            <p:cNvSpPr/>
            <p:nvPr/>
          </p:nvSpPr>
          <p:spPr bwMode="auto">
            <a:xfrm>
              <a:off x="3155729" y="3773806"/>
              <a:ext cx="1518430" cy="1666315"/>
            </a:xfrm>
            <a:custGeom>
              <a:avLst/>
              <a:gdLst/>
              <a:ahLst/>
              <a:cxnLst/>
              <a:rect l="l" t="t" r="r" b="b"/>
              <a:pathLst>
                <a:path w="1518432" h="1666317" fill="norm" stroke="1" extrusionOk="0">
                  <a:moveTo>
                    <a:pt x="0" y="0"/>
                  </a:moveTo>
                  <a:lnTo>
                    <a:pt x="1518432" y="0"/>
                  </a:lnTo>
                  <a:lnTo>
                    <a:pt x="1518432" y="1666317"/>
                  </a:lnTo>
                  <a:lnTo>
                    <a:pt x="0" y="16663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6969170" name="Freeform 124"/>
            <p:cNvSpPr/>
            <p:nvPr/>
          </p:nvSpPr>
          <p:spPr bwMode="auto">
            <a:xfrm>
              <a:off x="5099972" y="4369982"/>
              <a:ext cx="789936" cy="473961"/>
            </a:xfrm>
            <a:custGeom>
              <a:avLst/>
              <a:gdLst/>
              <a:ahLst/>
              <a:cxnLst/>
              <a:rect l="l" t="t" r="r" b="b"/>
              <a:pathLst>
                <a:path w="789938" h="473963" fill="norm" stroke="1" extrusionOk="0">
                  <a:moveTo>
                    <a:pt x="0" y="0"/>
                  </a:moveTo>
                  <a:lnTo>
                    <a:pt x="789938" y="0"/>
                  </a:lnTo>
                  <a:lnTo>
                    <a:pt x="789938" y="473963"/>
                  </a:lnTo>
                  <a:lnTo>
                    <a:pt x="0" y="4739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654129" name="Freeform 126"/>
            <p:cNvSpPr/>
            <p:nvPr/>
          </p:nvSpPr>
          <p:spPr bwMode="auto">
            <a:xfrm rot="0" flipH="0" flipV="0">
              <a:off x="0" y="4311906"/>
              <a:ext cx="846585" cy="590108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9739" y="0"/>
                  </a:moveTo>
                  <a:lnTo>
                    <a:pt x="255858" y="0"/>
                  </a:lnTo>
                  <a:cubicBezTo>
                    <a:pt x="316465" y="0"/>
                    <a:pt x="365597" y="49132"/>
                    <a:pt x="365597" y="109739"/>
                  </a:cubicBezTo>
                  <a:lnTo>
                    <a:pt x="365597" y="145100"/>
                  </a:lnTo>
                  <a:cubicBezTo>
                    <a:pt x="365597" y="174205"/>
                    <a:pt x="354035" y="202117"/>
                    <a:pt x="333455" y="222697"/>
                  </a:cubicBezTo>
                  <a:cubicBezTo>
                    <a:pt x="312875" y="243277"/>
                    <a:pt x="284963" y="254839"/>
                    <a:pt x="255858" y="254839"/>
                  </a:cubicBezTo>
                  <a:lnTo>
                    <a:pt x="109739" y="254839"/>
                  </a:lnTo>
                  <a:cubicBezTo>
                    <a:pt x="80634" y="254839"/>
                    <a:pt x="52722" y="243277"/>
                    <a:pt x="32142" y="222697"/>
                  </a:cubicBezTo>
                  <a:cubicBezTo>
                    <a:pt x="11562" y="202117"/>
                    <a:pt x="0" y="174205"/>
                    <a:pt x="0" y="145100"/>
                  </a:cubicBezTo>
                  <a:lnTo>
                    <a:pt x="0" y="109739"/>
                  </a:lnTo>
                  <a:cubicBezTo>
                    <a:pt x="0" y="80634"/>
                    <a:pt x="11562" y="52722"/>
                    <a:pt x="32142" y="32142"/>
                  </a:cubicBezTo>
                  <a:cubicBezTo>
                    <a:pt x="52722" y="11562"/>
                    <a:pt x="80634" y="0"/>
                    <a:pt x="1097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9371933" name="TextBox 127"/>
            <p:cNvSpPr txBox="1"/>
            <p:nvPr/>
          </p:nvSpPr>
          <p:spPr bwMode="auto">
            <a:xfrm rot="0" flipH="0" flipV="0">
              <a:off x="0" y="4157516"/>
              <a:ext cx="846585" cy="74450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19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/>
            </a:p>
          </p:txBody>
        </p:sp>
        <p:sp>
          <p:nvSpPr>
            <p:cNvPr id="143835757" name="AutoShape 128"/>
            <p:cNvSpPr/>
            <p:nvPr/>
          </p:nvSpPr>
          <p:spPr bwMode="auto">
            <a:xfrm>
              <a:off x="423292" y="1583454"/>
              <a:ext cx="0" cy="272845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998628" name="AutoShape 129"/>
            <p:cNvSpPr/>
            <p:nvPr/>
          </p:nvSpPr>
          <p:spPr bwMode="auto">
            <a:xfrm flipH="1">
              <a:off x="846586" y="4606965"/>
              <a:ext cx="230914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0954150" name="Freeform 131"/>
            <p:cNvSpPr/>
            <p:nvPr/>
          </p:nvSpPr>
          <p:spPr bwMode="auto">
            <a:xfrm rot="0" flipH="0" flipV="0">
              <a:off x="1230855" y="1104905"/>
              <a:ext cx="1924871" cy="431019"/>
            </a:xfrm>
            <a:custGeom>
              <a:avLst/>
              <a:gdLst/>
              <a:ahLst/>
              <a:cxnLst/>
              <a:rect l="l" t="t" r="r" b="b"/>
              <a:pathLst>
                <a:path w="458522" h="186135" fill="norm" stroke="1" extrusionOk="0">
                  <a:moveTo>
                    <a:pt x="87499" y="0"/>
                  </a:moveTo>
                  <a:lnTo>
                    <a:pt x="371024" y="0"/>
                  </a:lnTo>
                  <a:cubicBezTo>
                    <a:pt x="419348" y="0"/>
                    <a:pt x="458522" y="39174"/>
                    <a:pt x="458522" y="87499"/>
                  </a:cubicBezTo>
                  <a:lnTo>
                    <a:pt x="458522" y="98636"/>
                  </a:lnTo>
                  <a:cubicBezTo>
                    <a:pt x="458522" y="146960"/>
                    <a:pt x="419348" y="186135"/>
                    <a:pt x="371024" y="186135"/>
                  </a:cubicBezTo>
                  <a:lnTo>
                    <a:pt x="87499" y="186135"/>
                  </a:lnTo>
                  <a:cubicBezTo>
                    <a:pt x="39174" y="186135"/>
                    <a:pt x="0" y="146960"/>
                    <a:pt x="0" y="98636"/>
                  </a:cubicBezTo>
                  <a:lnTo>
                    <a:pt x="0" y="87499"/>
                  </a:lnTo>
                  <a:cubicBezTo>
                    <a:pt x="0" y="39174"/>
                    <a:pt x="39174" y="0"/>
                    <a:pt x="8749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8701675" name="TextBox 132"/>
            <p:cNvSpPr txBox="1"/>
            <p:nvPr/>
          </p:nvSpPr>
          <p:spPr bwMode="auto">
            <a:xfrm rot="0" flipH="0" flipV="0">
              <a:off x="1230855" y="1016685"/>
              <a:ext cx="1924871" cy="519248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400"/>
            </a:p>
          </p:txBody>
        </p:sp>
        <p:sp>
          <p:nvSpPr>
            <p:cNvPr id="1880343056" name="Freeform 135"/>
            <p:cNvSpPr/>
            <p:nvPr/>
          </p:nvSpPr>
          <p:spPr bwMode="auto">
            <a:xfrm rot="0" flipH="0" flipV="0">
              <a:off x="3759112" y="106077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7863833" name="TextBox 136"/>
            <p:cNvSpPr txBox="1"/>
            <p:nvPr/>
          </p:nvSpPr>
          <p:spPr bwMode="auto">
            <a:xfrm rot="0" flipH="0" flipV="0">
              <a:off x="3785913" y="107082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909237054" name="Freeform 137"/>
            <p:cNvSpPr/>
            <p:nvPr/>
          </p:nvSpPr>
          <p:spPr bwMode="auto">
            <a:xfrm rot="0" flipH="0" flipV="0">
              <a:off x="3796230" y="109789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</p:sp>
        <p:sp>
          <p:nvSpPr>
            <p:cNvPr id="840550895" name="AutoShape 138"/>
            <p:cNvSpPr/>
            <p:nvPr/>
          </p:nvSpPr>
          <p:spPr bwMode="auto">
            <a:xfrm flipH="1">
              <a:off x="3155729" y="1216777"/>
              <a:ext cx="603380" cy="5513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8485928" name="Freeform 141"/>
            <p:cNvSpPr/>
            <p:nvPr/>
          </p:nvSpPr>
          <p:spPr bwMode="auto">
            <a:xfrm rot="0" flipH="0" flipV="0">
              <a:off x="2715201" y="2340222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9911072" name="TextBox 142"/>
            <p:cNvSpPr txBox="1"/>
            <p:nvPr/>
          </p:nvSpPr>
          <p:spPr bwMode="auto">
            <a:xfrm rot="0" flipH="0" flipV="0">
              <a:off x="2742000" y="2350273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913945719" name="Freeform 143"/>
            <p:cNvSpPr/>
            <p:nvPr/>
          </p:nvSpPr>
          <p:spPr bwMode="auto">
            <a:xfrm rot="0" flipH="0" flipV="0">
              <a:off x="2752317" y="2377341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</p:sp>
        <p:sp>
          <p:nvSpPr>
            <p:cNvPr id="1433978222" name="AutoShape 144"/>
            <p:cNvSpPr/>
            <p:nvPr/>
          </p:nvSpPr>
          <p:spPr bwMode="auto">
            <a:xfrm flipH="1" flipV="1">
              <a:off x="2668088" y="1535926"/>
              <a:ext cx="161372" cy="80429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3530621" name="Freeform 147"/>
            <p:cNvSpPr/>
            <p:nvPr/>
          </p:nvSpPr>
          <p:spPr bwMode="auto">
            <a:xfrm rot="0" flipH="0" flipV="0">
              <a:off x="1868067" y="2330526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9469008" name="TextBox 148"/>
            <p:cNvSpPr txBox="1"/>
            <p:nvPr/>
          </p:nvSpPr>
          <p:spPr bwMode="auto">
            <a:xfrm rot="0" flipH="0" flipV="0">
              <a:off x="1894869" y="2340577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01589201" name="Freeform 149"/>
            <p:cNvSpPr/>
            <p:nvPr/>
          </p:nvSpPr>
          <p:spPr bwMode="auto">
            <a:xfrm rot="0" flipH="0" flipV="0">
              <a:off x="1905185" y="2367644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</p:sp>
        <p:sp>
          <p:nvSpPr>
            <p:cNvPr id="1596929558" name="AutoShape 150"/>
            <p:cNvSpPr/>
            <p:nvPr/>
          </p:nvSpPr>
          <p:spPr bwMode="auto">
            <a:xfrm flipV="1">
              <a:off x="2087104" y="1535926"/>
              <a:ext cx="423013" cy="794601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3865747" name="Freeform 153"/>
            <p:cNvSpPr/>
            <p:nvPr/>
          </p:nvSpPr>
          <p:spPr bwMode="auto">
            <a:xfrm rot="0" flipH="0" flipV="0">
              <a:off x="1364343" y="2100906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635470" name="TextBox 154"/>
            <p:cNvSpPr txBox="1"/>
            <p:nvPr/>
          </p:nvSpPr>
          <p:spPr bwMode="auto">
            <a:xfrm rot="0" flipH="0" flipV="0">
              <a:off x="1391144" y="2110957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30132254" name="Freeform 155"/>
            <p:cNvSpPr/>
            <p:nvPr/>
          </p:nvSpPr>
          <p:spPr bwMode="auto">
            <a:xfrm rot="0" flipH="0" flipV="0">
              <a:off x="1401461" y="2138024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</p:sp>
        <p:sp>
          <p:nvSpPr>
            <p:cNvPr id="535577564" name="AutoShape 156"/>
            <p:cNvSpPr/>
            <p:nvPr/>
          </p:nvSpPr>
          <p:spPr bwMode="auto">
            <a:xfrm flipV="1">
              <a:off x="1650224" y="1535926"/>
              <a:ext cx="713804" cy="58980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9590607" name="Freeform 159"/>
            <p:cNvSpPr/>
            <p:nvPr/>
          </p:nvSpPr>
          <p:spPr bwMode="auto">
            <a:xfrm rot="0" flipH="0" flipV="0">
              <a:off x="2338965" y="2902655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6875690" name="TextBox 160"/>
            <p:cNvSpPr txBox="1"/>
            <p:nvPr/>
          </p:nvSpPr>
          <p:spPr bwMode="auto">
            <a:xfrm rot="0" flipH="0" flipV="0">
              <a:off x="2365767" y="2912706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036362981" name="Freeform 161"/>
            <p:cNvSpPr/>
            <p:nvPr/>
          </p:nvSpPr>
          <p:spPr bwMode="auto">
            <a:xfrm rot="0" flipH="0" flipV="0">
              <a:off x="2376083" y="2939771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</p:sp>
        <p:sp>
          <p:nvSpPr>
            <p:cNvPr id="1032508164" name="AutoShape 162"/>
            <p:cNvSpPr/>
            <p:nvPr/>
          </p:nvSpPr>
          <p:spPr bwMode="auto">
            <a:xfrm flipV="1">
              <a:off x="2493750" y="1535926"/>
              <a:ext cx="113240" cy="136672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0068970" name="Freeform 163"/>
            <p:cNvSpPr/>
            <p:nvPr/>
          </p:nvSpPr>
          <p:spPr bwMode="auto">
            <a:xfrm>
              <a:off x="3118827" y="1698838"/>
              <a:ext cx="345458" cy="345458"/>
            </a:xfrm>
            <a:custGeom>
              <a:avLst/>
              <a:gdLst/>
              <a:ahLst/>
              <a:cxnLst/>
              <a:rect l="l" t="t" r="r" b="b"/>
              <a:pathLst>
                <a:path w="345460" h="345460" fill="norm" stroke="1" extrusionOk="0">
                  <a:moveTo>
                    <a:pt x="0" y="0"/>
                  </a:moveTo>
                  <a:lnTo>
                    <a:pt x="345461" y="0"/>
                  </a:lnTo>
                  <a:lnTo>
                    <a:pt x="345461" y="345461"/>
                  </a:lnTo>
                  <a:lnTo>
                    <a:pt x="0" y="3454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5457073" name="TextBox 164"/>
            <p:cNvSpPr txBox="1"/>
            <p:nvPr/>
          </p:nvSpPr>
          <p:spPr bwMode="auto">
            <a:xfrm>
              <a:off x="3105335" y="5461072"/>
              <a:ext cx="1596405" cy="32547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9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4229971" name="Freeform 26"/>
          <p:cNvSpPr/>
          <p:nvPr/>
        </p:nvSpPr>
        <p:spPr bwMode="auto">
          <a:xfrm>
            <a:off x="2003294" y="4021492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0761389" name="Freeform 28"/>
          <p:cNvSpPr/>
          <p:nvPr/>
        </p:nvSpPr>
        <p:spPr bwMode="auto">
          <a:xfrm rot="0" flipH="0" flipV="0">
            <a:off x="5090049" y="62263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865376974" name="Freeform 29"/>
          <p:cNvSpPr/>
          <p:nvPr/>
        </p:nvSpPr>
        <p:spPr bwMode="auto">
          <a:xfrm rot="0" flipH="0" flipV="0">
            <a:off x="5939478" y="711014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96419538" name="Freeform 30"/>
          <p:cNvSpPr/>
          <p:nvPr/>
        </p:nvSpPr>
        <p:spPr bwMode="auto">
          <a:xfrm>
            <a:off x="9535916" y="3714781"/>
            <a:ext cx="545177" cy="613422"/>
          </a:xfrm>
          <a:custGeom>
            <a:avLst/>
            <a:gdLst/>
            <a:ahLst/>
            <a:cxnLst/>
            <a:rect l="l" t="t" r="r" b="b"/>
            <a:pathLst>
              <a:path w="545179" h="613422" fill="norm" stroke="1" extrusionOk="0">
                <a:moveTo>
                  <a:pt x="0" y="0"/>
                </a:moveTo>
                <a:lnTo>
                  <a:pt x="545179" y="0"/>
                </a:lnTo>
                <a:lnTo>
                  <a:pt x="545179" y="613422"/>
                </a:lnTo>
                <a:lnTo>
                  <a:pt x="0" y="61342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592152" name="Freeform 32"/>
          <p:cNvSpPr/>
          <p:nvPr/>
        </p:nvSpPr>
        <p:spPr bwMode="auto">
          <a:xfrm rot="0" flipH="0" flipV="0">
            <a:off x="8176803" y="402149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270841977" name="Freeform 33"/>
          <p:cNvSpPr/>
          <p:nvPr/>
        </p:nvSpPr>
        <p:spPr bwMode="auto">
          <a:xfrm rot="0" flipH="0" flipV="0">
            <a:off x="8945971" y="4094122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528484047" name="AutoShape 34"/>
          <p:cNvSpPr/>
          <p:nvPr/>
        </p:nvSpPr>
        <p:spPr bwMode="auto">
          <a:xfrm flipH="1" flipV="1">
            <a:off x="6994341" y="2690110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5460561" name="Freeform 35"/>
          <p:cNvSpPr/>
          <p:nvPr/>
        </p:nvSpPr>
        <p:spPr bwMode="auto">
          <a:xfrm>
            <a:off x="7832270" y="2347755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995528" name="AutoShape 36"/>
          <p:cNvSpPr/>
          <p:nvPr/>
        </p:nvSpPr>
        <p:spPr bwMode="auto">
          <a:xfrm>
            <a:off x="3662858" y="4932090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185061" name="Freeform 37"/>
          <p:cNvSpPr/>
          <p:nvPr/>
        </p:nvSpPr>
        <p:spPr bwMode="auto">
          <a:xfrm>
            <a:off x="5613705" y="511888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94665811" name=""/>
          <p:cNvGrpSpPr/>
          <p:nvPr/>
        </p:nvGrpSpPr>
        <p:grpSpPr bwMode="auto">
          <a:xfrm>
            <a:off x="2370366" y="1041932"/>
            <a:ext cx="2719679" cy="2612920"/>
            <a:chOff x="0" y="0"/>
            <a:chExt cx="2719679" cy="2612920"/>
          </a:xfrm>
        </p:grpSpPr>
        <p:sp>
          <p:nvSpPr>
            <p:cNvPr id="385490098" name="AutoShape 38"/>
            <p:cNvSpPr/>
            <p:nvPr/>
          </p:nvSpPr>
          <p:spPr bwMode="auto">
            <a:xfrm flipV="1">
              <a:off x="462708" y="491296"/>
              <a:ext cx="0" cy="2121624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4957280" name="AutoShape 39"/>
            <p:cNvSpPr/>
            <p:nvPr/>
          </p:nvSpPr>
          <p:spPr bwMode="auto">
            <a:xfrm>
              <a:off x="462708" y="491296"/>
              <a:ext cx="2256971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6965766" name="Freeform 41"/>
            <p:cNvSpPr/>
            <p:nvPr/>
          </p:nvSpPr>
          <p:spPr bwMode="auto">
            <a:xfrm rot="0" flipH="0" flipV="0">
              <a:off x="0" y="168765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8578461" name="TextBox 42"/>
            <p:cNvSpPr txBox="1"/>
            <p:nvPr/>
          </p:nvSpPr>
          <p:spPr bwMode="auto">
            <a:xfrm rot="0" flipH="0" flipV="0">
              <a:off x="0" y="0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1217591" name="Freeform 26"/>
          <p:cNvSpPr/>
          <p:nvPr/>
        </p:nvSpPr>
        <p:spPr bwMode="auto">
          <a:xfrm>
            <a:off x="2005722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5535366" name="Freeform 28"/>
          <p:cNvSpPr/>
          <p:nvPr/>
        </p:nvSpPr>
        <p:spPr bwMode="auto">
          <a:xfrm rot="0" flipH="0" flipV="0">
            <a:off x="5092476" y="6970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80586159" name="AutoShape 30"/>
          <p:cNvSpPr/>
          <p:nvPr/>
        </p:nvSpPr>
        <p:spPr bwMode="auto">
          <a:xfrm flipH="1" flipV="1">
            <a:off x="6996768" y="27645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4572829" name="Freeform 31"/>
          <p:cNvSpPr/>
          <p:nvPr/>
        </p:nvSpPr>
        <p:spPr bwMode="auto">
          <a:xfrm>
            <a:off x="7834700" y="24221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906272" name="AutoShape 32"/>
          <p:cNvSpPr/>
          <p:nvPr/>
        </p:nvSpPr>
        <p:spPr bwMode="auto">
          <a:xfrm>
            <a:off x="3665288" y="50065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1993651" name="Freeform 33"/>
          <p:cNvSpPr/>
          <p:nvPr/>
        </p:nvSpPr>
        <p:spPr bwMode="auto">
          <a:xfrm>
            <a:off x="5616133" y="5193293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0321543" name="AutoShape 34"/>
          <p:cNvSpPr/>
          <p:nvPr/>
        </p:nvSpPr>
        <p:spPr bwMode="auto">
          <a:xfrm flipV="1">
            <a:off x="2835503" y="16076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195109" name="Freeform 39"/>
          <p:cNvSpPr/>
          <p:nvPr/>
        </p:nvSpPr>
        <p:spPr bwMode="auto">
          <a:xfrm>
            <a:off x="8419104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664291" name="Freeform 40"/>
          <p:cNvSpPr/>
          <p:nvPr/>
        </p:nvSpPr>
        <p:spPr bwMode="auto">
          <a:xfrm>
            <a:off x="4936716" y="40465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656785189" name=""/>
          <p:cNvGrpSpPr/>
          <p:nvPr/>
        </p:nvGrpSpPr>
        <p:grpSpPr bwMode="auto">
          <a:xfrm>
            <a:off x="2372796" y="785428"/>
            <a:ext cx="3774540" cy="1144746"/>
            <a:chOff x="0" y="0"/>
            <a:chExt cx="3774540" cy="1144746"/>
          </a:xfrm>
        </p:grpSpPr>
        <p:sp>
          <p:nvSpPr>
            <p:cNvPr id="363000965" name="Freeform 29"/>
            <p:cNvSpPr/>
            <p:nvPr/>
          </p:nvSpPr>
          <p:spPr bwMode="auto">
            <a:xfrm rot="0" flipH="0" flipV="0">
              <a:off x="3569108" y="0"/>
              <a:ext cx="205431" cy="328691"/>
            </a:xfrm>
            <a:custGeom>
              <a:avLst/>
              <a:gdLst/>
              <a:ahLst/>
              <a:cxnLst/>
              <a:rect l="l" t="t" r="r" b="b"/>
              <a:pathLst>
                <a:path w="273910" h="438255" fill="norm" stroke="1" extrusionOk="0">
                  <a:moveTo>
                    <a:pt x="0" y="0"/>
                  </a:moveTo>
                  <a:lnTo>
                    <a:pt x="273910" y="0"/>
                  </a:lnTo>
                  <a:lnTo>
                    <a:pt x="273910" y="438255"/>
                  </a:lnTo>
                  <a:lnTo>
                    <a:pt x="0" y="4382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</p:sp>
        <p:sp>
          <p:nvSpPr>
            <p:cNvPr id="883121899" name="AutoShape 35"/>
            <p:cNvSpPr/>
            <p:nvPr/>
          </p:nvSpPr>
          <p:spPr bwMode="auto">
            <a:xfrm>
              <a:off x="462706" y="822214"/>
              <a:ext cx="2256971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451206" name="Freeform 37"/>
            <p:cNvSpPr/>
            <p:nvPr/>
          </p:nvSpPr>
          <p:spPr bwMode="auto">
            <a:xfrm rot="0" flipH="0" flipV="0">
              <a:off x="0" y="499683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82377" name="TextBox 38"/>
            <p:cNvSpPr txBox="1"/>
            <p:nvPr/>
          </p:nvSpPr>
          <p:spPr bwMode="auto">
            <a:xfrm rot="0" flipH="0" flipV="0">
              <a:off x="0" y="330917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7220744" name="Freeform 26"/>
          <p:cNvSpPr/>
          <p:nvPr/>
        </p:nvSpPr>
        <p:spPr bwMode="auto">
          <a:xfrm>
            <a:off x="1020606" y="2326023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045737" name="AutoShape 27"/>
          <p:cNvSpPr/>
          <p:nvPr/>
        </p:nvSpPr>
        <p:spPr bwMode="auto">
          <a:xfrm flipH="1">
            <a:off x="3636928" y="3192287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4957643" name="Freeform 28"/>
          <p:cNvSpPr/>
          <p:nvPr/>
        </p:nvSpPr>
        <p:spPr bwMode="auto">
          <a:xfrm>
            <a:off x="5401167" y="1698564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7267006" name="AutoShape 29"/>
          <p:cNvSpPr/>
          <p:nvPr/>
        </p:nvSpPr>
        <p:spPr bwMode="auto">
          <a:xfrm flipV="1">
            <a:off x="3636928" y="3983520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0860161" name="Freeform 30"/>
          <p:cNvSpPr/>
          <p:nvPr/>
        </p:nvSpPr>
        <p:spPr bwMode="auto">
          <a:xfrm>
            <a:off x="5549039" y="4360100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2629934" name="Freeform 31"/>
          <p:cNvSpPr/>
          <p:nvPr/>
        </p:nvSpPr>
        <p:spPr bwMode="auto">
          <a:xfrm>
            <a:off x="9070135" y="2326023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482330" name="Freeform 26"/>
          <p:cNvSpPr/>
          <p:nvPr/>
        </p:nvSpPr>
        <p:spPr bwMode="auto">
          <a:xfrm>
            <a:off x="1020605" y="2326021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6186662" name="AutoShape 27"/>
          <p:cNvSpPr/>
          <p:nvPr/>
        </p:nvSpPr>
        <p:spPr bwMode="auto">
          <a:xfrm flipH="1">
            <a:off x="3636928" y="3192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9574939" name="Freeform 28"/>
          <p:cNvSpPr/>
          <p:nvPr/>
        </p:nvSpPr>
        <p:spPr bwMode="auto">
          <a:xfrm>
            <a:off x="5401166" y="1698563"/>
            <a:ext cx="1371348" cy="1074791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1976624" name="AutoShape 29"/>
          <p:cNvSpPr/>
          <p:nvPr/>
        </p:nvSpPr>
        <p:spPr bwMode="auto">
          <a:xfrm flipV="1">
            <a:off x="3636928" y="3983519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9089578" name="Freeform 30"/>
          <p:cNvSpPr/>
          <p:nvPr/>
        </p:nvSpPr>
        <p:spPr bwMode="auto">
          <a:xfrm>
            <a:off x="5549038" y="436009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1654204" name="Freeform 31"/>
          <p:cNvSpPr/>
          <p:nvPr/>
        </p:nvSpPr>
        <p:spPr bwMode="auto">
          <a:xfrm>
            <a:off x="9070134" y="2326021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4349439" name="Freeform 26"/>
          <p:cNvSpPr/>
          <p:nvPr/>
        </p:nvSpPr>
        <p:spPr bwMode="auto">
          <a:xfrm>
            <a:off x="993466" y="2355788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953833" name="AutoShape 27"/>
          <p:cNvSpPr/>
          <p:nvPr/>
        </p:nvSpPr>
        <p:spPr bwMode="auto">
          <a:xfrm flipH="1">
            <a:off x="3609789" y="3222053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205421" name="Freeform 28"/>
          <p:cNvSpPr/>
          <p:nvPr/>
        </p:nvSpPr>
        <p:spPr bwMode="auto">
          <a:xfrm>
            <a:off x="5374027" y="1728330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8" y="0"/>
                </a:lnTo>
                <a:lnTo>
                  <a:pt x="1371348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571745" name="AutoShape 29"/>
          <p:cNvSpPr/>
          <p:nvPr/>
        </p:nvSpPr>
        <p:spPr bwMode="auto">
          <a:xfrm>
            <a:off x="3609789" y="4013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9207105" name="Freeform 30"/>
          <p:cNvSpPr/>
          <p:nvPr/>
        </p:nvSpPr>
        <p:spPr bwMode="auto">
          <a:xfrm>
            <a:off x="5521898" y="43898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0218223" name="Freeform 31"/>
          <p:cNvSpPr/>
          <p:nvPr/>
        </p:nvSpPr>
        <p:spPr bwMode="auto">
          <a:xfrm>
            <a:off x="9066926" y="2355788"/>
            <a:ext cx="2000081" cy="2285807"/>
          </a:xfrm>
          <a:custGeom>
            <a:avLst/>
            <a:gdLst/>
            <a:ahLst/>
            <a:cxnLst/>
            <a:rect l="l" t="t" r="r" b="b"/>
            <a:pathLst>
              <a:path w="2000083" h="2285809" fill="norm" stroke="1" extrusionOk="0">
                <a:moveTo>
                  <a:pt x="0" y="0"/>
                </a:moveTo>
                <a:lnTo>
                  <a:pt x="2000084" y="0"/>
                </a:lnTo>
                <a:lnTo>
                  <a:pt x="200008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6322540" name="Freeform 27"/>
          <p:cNvSpPr/>
          <p:nvPr/>
        </p:nvSpPr>
        <p:spPr bwMode="auto">
          <a:xfrm rot="0" flipH="0" flipV="0">
            <a:off x="3580861" y="1267921"/>
            <a:ext cx="2057400" cy="4091214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05373737" name="TextBox 28"/>
          <p:cNvSpPr txBox="1"/>
          <p:nvPr/>
        </p:nvSpPr>
        <p:spPr bwMode="auto">
          <a:xfrm rot="0" flipH="0" flipV="0">
            <a:off x="3580861" y="1171486"/>
            <a:ext cx="2057400" cy="418765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32559239" name="Freeform 30"/>
          <p:cNvSpPr/>
          <p:nvPr/>
        </p:nvSpPr>
        <p:spPr bwMode="auto">
          <a:xfrm rot="0" flipH="0" flipV="0">
            <a:off x="6640767" y="761592"/>
            <a:ext cx="2057400" cy="4597544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63893847" name="TextBox 31"/>
          <p:cNvSpPr txBox="1"/>
          <p:nvPr/>
        </p:nvSpPr>
        <p:spPr bwMode="auto">
          <a:xfrm rot="0" flipH="0" flipV="0">
            <a:off x="6640767" y="665157"/>
            <a:ext cx="2057400" cy="469398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03518401" name="TextBox 32"/>
          <p:cNvSpPr txBox="1"/>
          <p:nvPr/>
        </p:nvSpPr>
        <p:spPr bwMode="auto">
          <a:xfrm>
            <a:off x="3580862" y="7330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00891135" name="TextBox 33"/>
          <p:cNvSpPr txBox="1"/>
          <p:nvPr/>
        </p:nvSpPr>
        <p:spPr bwMode="auto">
          <a:xfrm>
            <a:off x="6640767" y="226423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80374779" name="Freeform 34"/>
          <p:cNvSpPr/>
          <p:nvPr/>
        </p:nvSpPr>
        <p:spPr bwMode="auto">
          <a:xfrm>
            <a:off x="4071758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8638563" name="Freeform 35"/>
          <p:cNvSpPr/>
          <p:nvPr/>
        </p:nvSpPr>
        <p:spPr bwMode="auto">
          <a:xfrm>
            <a:off x="7131663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9418764" name="Freeform 37"/>
          <p:cNvSpPr/>
          <p:nvPr/>
        </p:nvSpPr>
        <p:spPr bwMode="auto">
          <a:xfrm rot="0" flipH="0" flipV="0">
            <a:off x="458065" y="253747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855664197" name="Freeform 38"/>
          <p:cNvSpPr/>
          <p:nvPr/>
        </p:nvSpPr>
        <p:spPr bwMode="auto">
          <a:xfrm rot="0" flipH="0" flipV="0">
            <a:off x="1227233" y="2610107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98148134" name="AutoShape 39"/>
          <p:cNvSpPr/>
          <p:nvPr/>
        </p:nvSpPr>
        <p:spPr bwMode="auto">
          <a:xfrm flipH="0" flipV="1">
            <a:off x="2362357" y="3448073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154964" name="AutoShape 40"/>
          <p:cNvSpPr/>
          <p:nvPr/>
        </p:nvSpPr>
        <p:spPr bwMode="auto">
          <a:xfrm flipH="1" flipV="1">
            <a:off x="8795916" y="3481669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1397104" name="Freeform 41"/>
          <p:cNvSpPr/>
          <p:nvPr/>
        </p:nvSpPr>
        <p:spPr bwMode="auto">
          <a:xfrm>
            <a:off x="9916669" y="257106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7814865" name="TextBox 42"/>
          <p:cNvSpPr txBox="1"/>
          <p:nvPr/>
        </p:nvSpPr>
        <p:spPr bwMode="auto">
          <a:xfrm>
            <a:off x="9717751" y="44573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7192130" name="Freeform 26"/>
          <p:cNvSpPr/>
          <p:nvPr/>
        </p:nvSpPr>
        <p:spPr bwMode="auto">
          <a:xfrm>
            <a:off x="1856894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2421947" name="Freeform 28"/>
          <p:cNvSpPr/>
          <p:nvPr/>
        </p:nvSpPr>
        <p:spPr bwMode="auto">
          <a:xfrm rot="0" flipH="0" flipV="0">
            <a:off x="4943648" y="54821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961895428" name="Freeform 29"/>
          <p:cNvSpPr/>
          <p:nvPr/>
        </p:nvSpPr>
        <p:spPr bwMode="auto">
          <a:xfrm rot="0" flipH="0" flipV="0">
            <a:off x="5793078" y="636600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276270782" name="AutoShape 30"/>
          <p:cNvSpPr/>
          <p:nvPr/>
        </p:nvSpPr>
        <p:spPr bwMode="auto">
          <a:xfrm flipH="1" flipV="1">
            <a:off x="6847940" y="2615696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468127" name="Freeform 31"/>
          <p:cNvSpPr/>
          <p:nvPr/>
        </p:nvSpPr>
        <p:spPr bwMode="auto">
          <a:xfrm>
            <a:off x="7685872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1137768" name="AutoShape 32"/>
          <p:cNvSpPr/>
          <p:nvPr/>
        </p:nvSpPr>
        <p:spPr bwMode="auto">
          <a:xfrm>
            <a:off x="3516460" y="4857676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1987097" name="Freeform 33"/>
          <p:cNvSpPr/>
          <p:nvPr/>
        </p:nvSpPr>
        <p:spPr bwMode="auto">
          <a:xfrm>
            <a:off x="5467305" y="504446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5947931" name="Freeform 34"/>
          <p:cNvSpPr/>
          <p:nvPr/>
        </p:nvSpPr>
        <p:spPr bwMode="auto">
          <a:xfrm>
            <a:off x="8270275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744373" name="AutoShape 35"/>
          <p:cNvSpPr/>
          <p:nvPr/>
        </p:nvSpPr>
        <p:spPr bwMode="auto">
          <a:xfrm flipH="1">
            <a:off x="3516460" y="2615696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5297427" name="Freeform 36"/>
          <p:cNvSpPr/>
          <p:nvPr/>
        </p:nvSpPr>
        <p:spPr bwMode="auto">
          <a:xfrm>
            <a:off x="3022886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8951346" name="Freeform 26"/>
          <p:cNvSpPr/>
          <p:nvPr/>
        </p:nvSpPr>
        <p:spPr bwMode="auto">
          <a:xfrm>
            <a:off x="1959555" y="401789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409837" name="Freeform 28"/>
          <p:cNvSpPr/>
          <p:nvPr/>
        </p:nvSpPr>
        <p:spPr bwMode="auto">
          <a:xfrm rot="0" flipH="0" flipV="0">
            <a:off x="5046309" y="61903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59837691" name="Freeform 29"/>
          <p:cNvSpPr/>
          <p:nvPr/>
        </p:nvSpPr>
        <p:spPr bwMode="auto">
          <a:xfrm rot="0" flipH="0" flipV="0">
            <a:off x="5895739" y="707421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456450271" name="AutoShape 30"/>
          <p:cNvSpPr/>
          <p:nvPr/>
        </p:nvSpPr>
        <p:spPr bwMode="auto">
          <a:xfrm flipH="1" flipV="1">
            <a:off x="6950602" y="2686517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772787" name="Freeform 31"/>
          <p:cNvSpPr/>
          <p:nvPr/>
        </p:nvSpPr>
        <p:spPr bwMode="auto">
          <a:xfrm>
            <a:off x="7788531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1662681" name="AutoShape 32"/>
          <p:cNvSpPr/>
          <p:nvPr/>
        </p:nvSpPr>
        <p:spPr bwMode="auto">
          <a:xfrm>
            <a:off x="3619119" y="4928497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1925692" name="Freeform 33"/>
          <p:cNvSpPr/>
          <p:nvPr/>
        </p:nvSpPr>
        <p:spPr bwMode="auto">
          <a:xfrm>
            <a:off x="5569966" y="542013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0788089" name="AutoShape 34"/>
          <p:cNvSpPr/>
          <p:nvPr/>
        </p:nvSpPr>
        <p:spPr bwMode="auto">
          <a:xfrm flipH="1">
            <a:off x="3619119" y="2686517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2323786" name="Freeform 35"/>
          <p:cNvSpPr/>
          <p:nvPr/>
        </p:nvSpPr>
        <p:spPr bwMode="auto">
          <a:xfrm>
            <a:off x="3125547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9" y="0"/>
                </a:lnTo>
                <a:lnTo>
                  <a:pt x="1092609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8048644" name="Freeform 36"/>
          <p:cNvSpPr/>
          <p:nvPr/>
        </p:nvSpPr>
        <p:spPr bwMode="auto">
          <a:xfrm>
            <a:off x="5496491" y="4428961"/>
            <a:ext cx="999072" cy="999072"/>
          </a:xfrm>
          <a:custGeom>
            <a:avLst/>
            <a:gdLst/>
            <a:ahLst/>
            <a:cxnLst/>
            <a:rect l="l" t="t" r="r" b="b"/>
            <a:pathLst>
              <a:path w="999072" h="999072" fill="norm" stroke="1" extrusionOk="0">
                <a:moveTo>
                  <a:pt x="0" y="0"/>
                </a:moveTo>
                <a:lnTo>
                  <a:pt x="999072" y="0"/>
                </a:lnTo>
                <a:lnTo>
                  <a:pt x="999072" y="999072"/>
                </a:lnTo>
                <a:lnTo>
                  <a:pt x="0" y="99907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188949" name="Freeform 37"/>
          <p:cNvSpPr/>
          <p:nvPr/>
        </p:nvSpPr>
        <p:spPr bwMode="auto">
          <a:xfrm>
            <a:off x="8382460" y="4017899"/>
            <a:ext cx="1593544" cy="1821195"/>
          </a:xfrm>
          <a:custGeom>
            <a:avLst/>
            <a:gdLst/>
            <a:ahLst/>
            <a:cxnLst/>
            <a:rect l="l" t="t" r="r" b="b"/>
            <a:pathLst>
              <a:path w="1593546" h="1821195" fill="norm" stroke="1" extrusionOk="0">
                <a:moveTo>
                  <a:pt x="0" y="0"/>
                </a:moveTo>
                <a:lnTo>
                  <a:pt x="1593546" y="0"/>
                </a:lnTo>
                <a:lnTo>
                  <a:pt x="1593546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9855650" name="Freeform 26"/>
          <p:cNvSpPr/>
          <p:nvPr/>
        </p:nvSpPr>
        <p:spPr bwMode="auto">
          <a:xfrm>
            <a:off x="834885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969259" name="Freeform 28"/>
          <p:cNvSpPr/>
          <p:nvPr/>
        </p:nvSpPr>
        <p:spPr bwMode="auto">
          <a:xfrm rot="0" flipH="0" flipV="0">
            <a:off x="5091486" y="386953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694155012" name="Freeform 29"/>
          <p:cNvSpPr/>
          <p:nvPr/>
        </p:nvSpPr>
        <p:spPr bwMode="auto">
          <a:xfrm rot="0" flipH="0" flipV="0">
            <a:off x="5940916" y="475335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950951858" name="AutoShape 30"/>
          <p:cNvSpPr/>
          <p:nvPr/>
        </p:nvSpPr>
        <p:spPr bwMode="auto">
          <a:xfrm flipH="1" flipV="1">
            <a:off x="6995778" y="1824259"/>
            <a:ext cx="2393271" cy="132390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0924102" name="Freeform 31"/>
          <p:cNvSpPr/>
          <p:nvPr/>
        </p:nvSpPr>
        <p:spPr bwMode="auto">
          <a:xfrm>
            <a:off x="7995904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5340917" name="Freeform 32"/>
          <p:cNvSpPr/>
          <p:nvPr/>
        </p:nvSpPr>
        <p:spPr bwMode="auto">
          <a:xfrm>
            <a:off x="8231531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4066279" name="Freeform 33"/>
          <p:cNvSpPr/>
          <p:nvPr/>
        </p:nvSpPr>
        <p:spPr bwMode="auto">
          <a:xfrm>
            <a:off x="9589941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3434602" name="Freeform 34"/>
          <p:cNvSpPr/>
          <p:nvPr/>
        </p:nvSpPr>
        <p:spPr bwMode="auto">
          <a:xfrm>
            <a:off x="5110591" y="4491431"/>
            <a:ext cx="1835277" cy="633392"/>
          </a:xfrm>
          <a:custGeom>
            <a:avLst/>
            <a:gdLst/>
            <a:ahLst/>
            <a:cxnLst/>
            <a:rect l="l" t="t" r="r" b="b"/>
            <a:pathLst>
              <a:path w="1835279" h="633395" fill="norm" stroke="1" extrusionOk="0">
                <a:moveTo>
                  <a:pt x="0" y="0"/>
                </a:moveTo>
                <a:lnTo>
                  <a:pt x="1835279" y="0"/>
                </a:lnTo>
                <a:lnTo>
                  <a:pt x="1835279" y="633395"/>
                </a:lnTo>
                <a:lnTo>
                  <a:pt x="0" y="6333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4648103" name="AutoShape 35"/>
          <p:cNvSpPr/>
          <p:nvPr/>
        </p:nvSpPr>
        <p:spPr bwMode="auto">
          <a:xfrm flipH="1">
            <a:off x="2704024" y="1825175"/>
            <a:ext cx="2387460" cy="132299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594164" name="Freeform 36"/>
          <p:cNvSpPr/>
          <p:nvPr/>
        </p:nvSpPr>
        <p:spPr bwMode="auto">
          <a:xfrm>
            <a:off x="2988839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9603262" name="Freeform 37"/>
          <p:cNvSpPr/>
          <p:nvPr/>
        </p:nvSpPr>
        <p:spPr bwMode="auto">
          <a:xfrm>
            <a:off x="5000931" y="5045114"/>
            <a:ext cx="2106491" cy="865458"/>
          </a:xfrm>
          <a:custGeom>
            <a:avLst/>
            <a:gdLst/>
            <a:ahLst/>
            <a:cxnLst/>
            <a:rect l="l" t="t" r="r" b="b"/>
            <a:pathLst>
              <a:path w="2106493" h="865459" fill="norm" stroke="1" extrusionOk="0">
                <a:moveTo>
                  <a:pt x="0" y="0"/>
                </a:moveTo>
                <a:lnTo>
                  <a:pt x="2106493" y="0"/>
                </a:lnTo>
                <a:lnTo>
                  <a:pt x="2106493" y="865458"/>
                </a:lnTo>
                <a:lnTo>
                  <a:pt x="0" y="8654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531632" name="AutoShape 39"/>
          <p:cNvSpPr/>
          <p:nvPr/>
        </p:nvSpPr>
        <p:spPr bwMode="auto">
          <a:xfrm flipV="1">
            <a:off x="7107424" y="4082581"/>
            <a:ext cx="2281626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8376989" name="AutoShape 40"/>
          <p:cNvSpPr/>
          <p:nvPr/>
        </p:nvSpPr>
        <p:spPr bwMode="auto">
          <a:xfrm>
            <a:off x="2704024" y="4082581"/>
            <a:ext cx="2296903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329931" name="Freeform 41"/>
          <p:cNvSpPr/>
          <p:nvPr/>
        </p:nvSpPr>
        <p:spPr bwMode="auto">
          <a:xfrm>
            <a:off x="3051812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873417976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110590" y="5866741"/>
            <a:ext cx="1996830" cy="629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4782431" name="Freeform 26"/>
          <p:cNvSpPr/>
          <p:nvPr/>
        </p:nvSpPr>
        <p:spPr bwMode="auto">
          <a:xfrm>
            <a:off x="2080136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361731" name="Freeform 28"/>
          <p:cNvSpPr/>
          <p:nvPr/>
        </p:nvSpPr>
        <p:spPr bwMode="auto">
          <a:xfrm rot="0" flipH="0" flipV="0">
            <a:off x="5166891" y="7992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310338266" name="Freeform 29"/>
          <p:cNvSpPr/>
          <p:nvPr/>
        </p:nvSpPr>
        <p:spPr bwMode="auto">
          <a:xfrm rot="0" flipH="0" flipV="0">
            <a:off x="6016320" y="887628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82179502" name="AutoShape 30"/>
          <p:cNvSpPr/>
          <p:nvPr/>
        </p:nvSpPr>
        <p:spPr bwMode="auto">
          <a:xfrm flipH="1" flipV="1">
            <a:off x="7071183" y="28667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246081" name="Freeform 31"/>
          <p:cNvSpPr/>
          <p:nvPr/>
        </p:nvSpPr>
        <p:spPr bwMode="auto">
          <a:xfrm>
            <a:off x="7909115" y="25243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335538" name="AutoShape 32"/>
          <p:cNvSpPr/>
          <p:nvPr/>
        </p:nvSpPr>
        <p:spPr bwMode="auto">
          <a:xfrm>
            <a:off x="3739702" y="51087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4958352" name="Freeform 33"/>
          <p:cNvSpPr/>
          <p:nvPr/>
        </p:nvSpPr>
        <p:spPr bwMode="auto">
          <a:xfrm>
            <a:off x="5690547" y="5295494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7987411" name="AutoShape 34"/>
          <p:cNvSpPr/>
          <p:nvPr/>
        </p:nvSpPr>
        <p:spPr bwMode="auto">
          <a:xfrm flipV="1">
            <a:off x="2909917" y="17098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3496828" name="AutoShape 35"/>
          <p:cNvSpPr/>
          <p:nvPr/>
        </p:nvSpPr>
        <p:spPr bwMode="auto">
          <a:xfrm>
            <a:off x="2909917" y="1709844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5345579" name="Freeform 39"/>
          <p:cNvSpPr/>
          <p:nvPr/>
        </p:nvSpPr>
        <p:spPr bwMode="auto">
          <a:xfrm>
            <a:off x="8493517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063730" name="Freeform 40"/>
          <p:cNvSpPr/>
          <p:nvPr/>
        </p:nvSpPr>
        <p:spPr bwMode="auto">
          <a:xfrm>
            <a:off x="5011129" y="41487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69690503" name=""/>
          <p:cNvGrpSpPr/>
          <p:nvPr/>
        </p:nvGrpSpPr>
        <p:grpSpPr bwMode="auto">
          <a:xfrm>
            <a:off x="2447208" y="1218546"/>
            <a:ext cx="925416" cy="813827"/>
            <a:chOff x="0" y="0"/>
            <a:chExt cx="925416" cy="813827"/>
          </a:xfrm>
        </p:grpSpPr>
        <p:sp>
          <p:nvSpPr>
            <p:cNvPr id="393983788" name="Freeform 37"/>
            <p:cNvSpPr/>
            <p:nvPr/>
          </p:nvSpPr>
          <p:spPr bwMode="auto">
            <a:xfrm rot="0" flipH="0" flipV="0">
              <a:off x="0" y="168765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7028264" name="TextBox 38"/>
            <p:cNvSpPr txBox="1"/>
            <p:nvPr/>
          </p:nvSpPr>
          <p:spPr bwMode="auto">
            <a:xfrm rot="0" flipH="0" flipV="0">
              <a:off x="0" y="0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2470294" name="Freeform 27"/>
          <p:cNvSpPr/>
          <p:nvPr/>
        </p:nvSpPr>
        <p:spPr bwMode="auto">
          <a:xfrm rot="0" flipH="0" flipV="0">
            <a:off x="3580860" y="1267920"/>
            <a:ext cx="2057400" cy="4091213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58053587" name="TextBox 28"/>
          <p:cNvSpPr txBox="1"/>
          <p:nvPr/>
        </p:nvSpPr>
        <p:spPr bwMode="auto">
          <a:xfrm rot="0" flipH="0" flipV="0">
            <a:off x="3580860" y="1171485"/>
            <a:ext cx="2057400" cy="418765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92627741" name="Freeform 30"/>
          <p:cNvSpPr/>
          <p:nvPr/>
        </p:nvSpPr>
        <p:spPr bwMode="auto">
          <a:xfrm rot="0" flipH="0" flipV="0">
            <a:off x="6640767" y="761590"/>
            <a:ext cx="2057400" cy="4597543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4747814" name="TextBox 31"/>
          <p:cNvSpPr txBox="1"/>
          <p:nvPr/>
        </p:nvSpPr>
        <p:spPr bwMode="auto">
          <a:xfrm rot="0" flipH="0" flipV="0">
            <a:off x="6640767" y="665156"/>
            <a:ext cx="2057400" cy="4693987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397415359" name="TextBox 32"/>
          <p:cNvSpPr txBox="1"/>
          <p:nvPr/>
        </p:nvSpPr>
        <p:spPr bwMode="auto">
          <a:xfrm>
            <a:off x="3580862" y="7330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1436183" name="TextBox 33"/>
          <p:cNvSpPr txBox="1"/>
          <p:nvPr/>
        </p:nvSpPr>
        <p:spPr bwMode="auto">
          <a:xfrm>
            <a:off x="6640767" y="226422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49012658" name="Freeform 34"/>
          <p:cNvSpPr/>
          <p:nvPr/>
        </p:nvSpPr>
        <p:spPr bwMode="auto">
          <a:xfrm>
            <a:off x="4071758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931263" name="Freeform 35"/>
          <p:cNvSpPr/>
          <p:nvPr/>
        </p:nvSpPr>
        <p:spPr bwMode="auto">
          <a:xfrm>
            <a:off x="7131663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960760" name="Freeform 37"/>
          <p:cNvSpPr/>
          <p:nvPr/>
        </p:nvSpPr>
        <p:spPr bwMode="auto">
          <a:xfrm rot="0" flipH="0" flipV="0">
            <a:off x="458064" y="2537475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604531609" name="Freeform 38"/>
          <p:cNvSpPr/>
          <p:nvPr/>
        </p:nvSpPr>
        <p:spPr bwMode="auto">
          <a:xfrm rot="0" flipH="0" flipV="0">
            <a:off x="1227232" y="2610106"/>
            <a:ext cx="365951" cy="365950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622674487" name="AutoShape 39"/>
          <p:cNvSpPr/>
          <p:nvPr/>
        </p:nvSpPr>
        <p:spPr bwMode="auto">
          <a:xfrm flipH="0" flipV="1">
            <a:off x="2362356" y="3448072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7413532" name="AutoShape 40"/>
          <p:cNvSpPr/>
          <p:nvPr/>
        </p:nvSpPr>
        <p:spPr bwMode="auto">
          <a:xfrm flipH="1" flipV="1">
            <a:off x="8795916" y="3481668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0904816" name="Freeform 41"/>
          <p:cNvSpPr/>
          <p:nvPr/>
        </p:nvSpPr>
        <p:spPr bwMode="auto">
          <a:xfrm>
            <a:off x="9916669" y="2571068"/>
            <a:ext cx="1659560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8061028" name="TextBox 42"/>
          <p:cNvSpPr txBox="1"/>
          <p:nvPr/>
        </p:nvSpPr>
        <p:spPr bwMode="auto">
          <a:xfrm>
            <a:off x="9717751" y="44573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07060" name="Freeform 26"/>
          <p:cNvSpPr/>
          <p:nvPr/>
        </p:nvSpPr>
        <p:spPr bwMode="auto">
          <a:xfrm flipH="0" flipV="0">
            <a:off x="1086919" y="1417979"/>
            <a:ext cx="3273756" cy="1129844"/>
          </a:xfrm>
          <a:custGeom>
            <a:avLst/>
            <a:gdLst/>
            <a:ahLst/>
            <a:cxnLst/>
            <a:rect l="l" t="t" r="r" b="b"/>
            <a:pathLst>
              <a:path w="4078640" h="140762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407629"/>
                </a:lnTo>
                <a:lnTo>
                  <a:pt x="0" y="14076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604507" name="Freeform 27"/>
          <p:cNvSpPr/>
          <p:nvPr/>
        </p:nvSpPr>
        <p:spPr bwMode="auto">
          <a:xfrm flipH="0" flipV="0">
            <a:off x="6969912" y="4675924"/>
            <a:ext cx="3381095" cy="1053846"/>
          </a:xfrm>
          <a:custGeom>
            <a:avLst/>
            <a:gdLst/>
            <a:ahLst/>
            <a:cxnLst/>
            <a:rect l="l" t="t" r="r" b="b"/>
            <a:pathLst>
              <a:path w="4212368" h="1312946" fill="norm" stroke="1" extrusionOk="0">
                <a:moveTo>
                  <a:pt x="0" y="0"/>
                </a:moveTo>
                <a:lnTo>
                  <a:pt x="4212369" y="0"/>
                </a:lnTo>
                <a:lnTo>
                  <a:pt x="4212369" y="1312946"/>
                </a:lnTo>
                <a:lnTo>
                  <a:pt x="0" y="13129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7528" t="18407" r="8114" b="1759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291229" name="Freeform 29"/>
          <p:cNvSpPr/>
          <p:nvPr/>
        </p:nvSpPr>
        <p:spPr bwMode="auto">
          <a:xfrm flipH="0" flipV="0">
            <a:off x="1442329" y="4623476"/>
            <a:ext cx="3273756" cy="1106294"/>
          </a:xfrm>
          <a:custGeom>
            <a:avLst/>
            <a:gdLst/>
            <a:ahLst/>
            <a:cxnLst/>
            <a:rect l="l" t="t" r="r" b="b"/>
            <a:pathLst>
              <a:path w="4078640" h="137828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378287"/>
                </a:lnTo>
                <a:lnTo>
                  <a:pt x="0" y="137828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28448" r="0" b="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9109834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884453" y="2668925"/>
            <a:ext cx="1860239" cy="1860239"/>
          </a:xfrm>
          <a:prstGeom prst="rect">
            <a:avLst/>
          </a:prstGeom>
        </p:spPr>
      </p:pic>
      <p:pic>
        <p:nvPicPr>
          <p:cNvPr id="155785983" name="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 flipH="0" flipV="0">
            <a:off x="6913047" y="1602754"/>
            <a:ext cx="3381094" cy="106616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811652" name="Freeform 26"/>
          <p:cNvSpPr/>
          <p:nvPr/>
        </p:nvSpPr>
        <p:spPr bwMode="auto">
          <a:xfrm>
            <a:off x="1006850" y="2266491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3186536" name="AutoShape 27"/>
          <p:cNvSpPr/>
          <p:nvPr/>
        </p:nvSpPr>
        <p:spPr bwMode="auto">
          <a:xfrm flipH="1">
            <a:off x="3623172" y="3132756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9877139" name="Freeform 28"/>
          <p:cNvSpPr/>
          <p:nvPr/>
        </p:nvSpPr>
        <p:spPr bwMode="auto">
          <a:xfrm>
            <a:off x="5387412" y="1639032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2130985" name="AutoShape 29"/>
          <p:cNvSpPr/>
          <p:nvPr/>
        </p:nvSpPr>
        <p:spPr bwMode="auto">
          <a:xfrm flipV="1">
            <a:off x="3623172" y="3923988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6870903" name="Freeform 30"/>
          <p:cNvSpPr/>
          <p:nvPr/>
        </p:nvSpPr>
        <p:spPr bwMode="auto">
          <a:xfrm>
            <a:off x="5535283" y="4300569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359623" name="Freeform 31"/>
          <p:cNvSpPr/>
          <p:nvPr/>
        </p:nvSpPr>
        <p:spPr bwMode="auto">
          <a:xfrm>
            <a:off x="9080311" y="2266491"/>
            <a:ext cx="1997226" cy="2285807"/>
          </a:xfrm>
          <a:custGeom>
            <a:avLst/>
            <a:gdLst/>
            <a:ahLst/>
            <a:cxnLst/>
            <a:rect l="l" t="t" r="r" b="b"/>
            <a:pathLst>
              <a:path w="1997226" h="2285809" fill="norm" stroke="1" extrusionOk="0">
                <a:moveTo>
                  <a:pt x="0" y="0"/>
                </a:moveTo>
                <a:lnTo>
                  <a:pt x="1997226" y="0"/>
                </a:lnTo>
                <a:lnTo>
                  <a:pt x="1997226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6972627" name="Freeform 32"/>
          <p:cNvSpPr/>
          <p:nvPr/>
        </p:nvSpPr>
        <p:spPr bwMode="auto">
          <a:xfrm>
            <a:off x="10098438" y="4018997"/>
            <a:ext cx="482545" cy="482545"/>
          </a:xfrm>
          <a:custGeom>
            <a:avLst/>
            <a:gdLst/>
            <a:ahLst/>
            <a:cxnLst/>
            <a:rect l="l" t="t" r="r" b="b"/>
            <a:pathLst>
              <a:path w="482548" h="482548" fill="norm" stroke="1" extrusionOk="0">
                <a:moveTo>
                  <a:pt x="0" y="0"/>
                </a:moveTo>
                <a:lnTo>
                  <a:pt x="482548" y="0"/>
                </a:lnTo>
                <a:lnTo>
                  <a:pt x="482548" y="482548"/>
                </a:lnTo>
                <a:lnTo>
                  <a:pt x="0" y="48254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1940597" name="Freeform 28"/>
          <p:cNvSpPr/>
          <p:nvPr/>
        </p:nvSpPr>
        <p:spPr bwMode="auto">
          <a:xfrm>
            <a:off x="3416593" y="5122185"/>
            <a:ext cx="4966213" cy="1212582"/>
          </a:xfrm>
          <a:custGeom>
            <a:avLst/>
            <a:gdLst/>
            <a:ahLst/>
            <a:cxnLst/>
            <a:rect l="l" t="t" r="r" b="b"/>
            <a:pathLst>
              <a:path w="4966215" h="1212584" fill="norm" stroke="1" extrusionOk="0">
                <a:moveTo>
                  <a:pt x="0" y="0"/>
                </a:moveTo>
                <a:lnTo>
                  <a:pt x="4966215" y="0"/>
                </a:lnTo>
                <a:lnTo>
                  <a:pt x="4966215" y="1212585"/>
                </a:lnTo>
                <a:lnTo>
                  <a:pt x="0" y="12125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352206463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944160" y="490182"/>
            <a:ext cx="1911078" cy="1911078"/>
          </a:xfrm>
          <a:prstGeom prst="rect">
            <a:avLst/>
          </a:prstGeom>
        </p:spPr>
      </p:pic>
      <p:pic>
        <p:nvPicPr>
          <p:cNvPr id="88623865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3342033" y="2672515"/>
            <a:ext cx="5196440" cy="19888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41172995" name=""/>
          <p:cNvGrpSpPr/>
          <p:nvPr/>
        </p:nvGrpSpPr>
        <p:grpSpPr bwMode="auto">
          <a:xfrm>
            <a:off x="1018013" y="1356846"/>
            <a:ext cx="9994032" cy="4097914"/>
            <a:chOff x="0" y="0"/>
            <a:chExt cx="9994032" cy="4097914"/>
          </a:xfrm>
        </p:grpSpPr>
        <p:sp>
          <p:nvSpPr>
            <p:cNvPr id="1936703638" name="TextBox 32"/>
            <p:cNvSpPr txBox="1"/>
            <p:nvPr/>
          </p:nvSpPr>
          <p:spPr bwMode="auto">
            <a:xfrm>
              <a:off x="108550" y="291775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A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9080606" name="TextBox 33"/>
            <p:cNvSpPr txBox="1"/>
            <p:nvPr/>
          </p:nvSpPr>
          <p:spPr bwMode="auto">
            <a:xfrm>
              <a:off x="223614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481226036" name="AutoShape 34"/>
            <p:cNvSpPr/>
            <p:nvPr/>
          </p:nvSpPr>
          <p:spPr bwMode="auto">
            <a:xfrm>
              <a:off x="2148897" y="797418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3383217" name="TextBox 35"/>
            <p:cNvSpPr txBox="1"/>
            <p:nvPr/>
          </p:nvSpPr>
          <p:spPr bwMode="auto">
            <a:xfrm>
              <a:off x="2609062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13990236" name="TextBox 49"/>
            <p:cNvSpPr txBox="1"/>
            <p:nvPr/>
          </p:nvSpPr>
          <p:spPr bwMode="auto">
            <a:xfrm>
              <a:off x="5814437" y="291775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B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99063656" name="TextBox 50"/>
            <p:cNvSpPr txBox="1"/>
            <p:nvPr/>
          </p:nvSpPr>
          <p:spPr bwMode="auto">
            <a:xfrm>
              <a:off x="5929499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6136039" name="AutoShape 51"/>
            <p:cNvSpPr/>
            <p:nvPr/>
          </p:nvSpPr>
          <p:spPr bwMode="auto">
            <a:xfrm>
              <a:off x="7855142" y="797418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1817828" name="TextBox 52"/>
            <p:cNvSpPr txBox="1"/>
            <p:nvPr/>
          </p:nvSpPr>
          <p:spPr bwMode="auto">
            <a:xfrm>
              <a:off x="8314947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19132950" name="Rectangle: Rounded Corners 12"/>
            <p:cNvSpPr/>
            <p:nvPr/>
          </p:nvSpPr>
          <p:spPr bwMode="auto">
            <a:xfrm>
              <a:off x="0" y="0"/>
              <a:ext cx="4317133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17645393" name="Rectangle: Rounded Corners 12"/>
            <p:cNvSpPr/>
            <p:nvPr/>
          </p:nvSpPr>
          <p:spPr bwMode="auto">
            <a:xfrm>
              <a:off x="5676900" y="0"/>
              <a:ext cx="4317132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93572274" name=""/>
            <p:cNvGrpSpPr/>
            <p:nvPr/>
          </p:nvGrpSpPr>
          <p:grpSpPr bwMode="auto">
            <a:xfrm>
              <a:off x="196394" y="1132385"/>
              <a:ext cx="9611120" cy="1160425"/>
              <a:chOff x="0" y="0"/>
              <a:chExt cx="9611120" cy="1160425"/>
            </a:xfrm>
          </p:grpSpPr>
          <p:sp>
            <p:nvSpPr>
              <p:cNvPr id="1752553401" name="Freeform 30"/>
              <p:cNvSpPr/>
              <p:nvPr/>
            </p:nvSpPr>
            <p:spPr bwMode="auto">
              <a:xfrm rot="0" flipH="0" flipV="0">
                <a:off x="0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0606665" name="TextBox 31"/>
              <p:cNvSpPr txBox="1"/>
              <p:nvPr/>
            </p:nvSpPr>
            <p:spPr bwMode="auto">
              <a:xfrm rot="0" flipH="0" flipV="0">
                <a:off x="0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23054930" name="Freeform 37"/>
              <p:cNvSpPr/>
              <p:nvPr/>
            </p:nvSpPr>
            <p:spPr bwMode="auto">
              <a:xfrm rot="0" flipH="0" flipV="0">
                <a:off x="2385446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22983184" name="TextBox 38"/>
              <p:cNvSpPr txBox="1"/>
              <p:nvPr/>
            </p:nvSpPr>
            <p:spPr bwMode="auto">
              <a:xfrm rot="0" flipH="0" flipV="0">
                <a:off x="2385446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198 006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72356952" name="Freeform 47"/>
              <p:cNvSpPr/>
              <p:nvPr/>
            </p:nvSpPr>
            <p:spPr bwMode="auto">
              <a:xfrm rot="0" flipH="0" flipV="0">
                <a:off x="5706244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86963125" name="TextBox 48"/>
              <p:cNvSpPr txBox="1"/>
              <p:nvPr/>
            </p:nvSpPr>
            <p:spPr bwMode="auto">
              <a:xfrm rot="0" flipH="0" flipV="0">
                <a:off x="5706244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43710885" name="Freeform 54"/>
              <p:cNvSpPr/>
              <p:nvPr/>
            </p:nvSpPr>
            <p:spPr bwMode="auto">
              <a:xfrm rot="0" flipH="0" flipV="0">
                <a:off x="8091691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63999741" name="TextBox 55"/>
              <p:cNvSpPr txBox="1"/>
              <p:nvPr/>
            </p:nvSpPr>
            <p:spPr bwMode="auto">
              <a:xfrm rot="0" flipH="0" flipV="0">
                <a:off x="8091691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175 000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79939877" name="Freeform 57"/>
              <p:cNvSpPr/>
              <p:nvPr/>
            </p:nvSpPr>
            <p:spPr bwMode="auto">
              <a:xfrm rot="0" flipH="0" flipV="0">
                <a:off x="8091691" y="687267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83537698" name="TextBox 58"/>
              <p:cNvSpPr txBox="1"/>
              <p:nvPr/>
            </p:nvSpPr>
            <p:spPr bwMode="auto">
              <a:xfrm rot="0" flipH="0" flipV="0">
                <a:off x="8091691" y="62374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22 360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92405600" name="Freeform 64"/>
              <p:cNvSpPr/>
              <p:nvPr/>
            </p:nvSpPr>
            <p:spPr bwMode="auto">
              <a:xfrm rot="0" flipH="0" flipV="0">
                <a:off x="5705926" y="687267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112963724" name="TextBox 65"/>
              <p:cNvSpPr txBox="1"/>
              <p:nvPr/>
            </p:nvSpPr>
            <p:spPr bwMode="auto">
              <a:xfrm rot="0" flipH="0" flipV="0">
                <a:off x="5705926" y="62374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145172685" name=""/>
            <p:cNvGrpSpPr/>
            <p:nvPr/>
          </p:nvGrpSpPr>
          <p:grpSpPr bwMode="auto">
            <a:xfrm>
              <a:off x="1389179" y="3247027"/>
              <a:ext cx="7225672" cy="850887"/>
              <a:chOff x="0" y="0"/>
              <a:chExt cx="7225672" cy="850887"/>
            </a:xfrm>
          </p:grpSpPr>
          <p:sp>
            <p:nvSpPr>
              <p:cNvPr id="474101732" name="AutoShape 39"/>
              <p:cNvSpPr/>
              <p:nvPr/>
            </p:nvSpPr>
            <p:spPr bwMode="auto">
              <a:xfrm>
                <a:off x="759717" y="0"/>
                <a:ext cx="0" cy="37773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90372980" name="Freeform 41"/>
              <p:cNvSpPr/>
              <p:nvPr/>
            </p:nvSpPr>
            <p:spPr bwMode="auto">
              <a:xfrm rot="0" flipH="0" flipV="0">
                <a:off x="0" y="377728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30577244" name="TextBox 42"/>
              <p:cNvSpPr txBox="1"/>
              <p:nvPr/>
            </p:nvSpPr>
            <p:spPr bwMode="auto">
              <a:xfrm rot="0" flipH="0" flipV="0">
                <a:off x="0" y="314201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1 994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326744215" name="AutoShape 59"/>
              <p:cNvSpPr/>
              <p:nvPr/>
            </p:nvSpPr>
            <p:spPr bwMode="auto">
              <a:xfrm>
                <a:off x="6465961" y="0"/>
                <a:ext cx="0" cy="37773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904292381" name="Freeform 61"/>
              <p:cNvSpPr/>
              <p:nvPr/>
            </p:nvSpPr>
            <p:spPr bwMode="auto">
              <a:xfrm rot="0" flipH="0" flipV="0">
                <a:off x="5706243" y="377728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202422157" name="TextBox 62"/>
              <p:cNvSpPr txBox="1"/>
              <p:nvPr/>
            </p:nvSpPr>
            <p:spPr bwMode="auto">
              <a:xfrm rot="0" flipH="0" flipV="0">
                <a:off x="5706243" y="314201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2 640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19262035" name=""/>
          <p:cNvGrpSpPr/>
          <p:nvPr/>
        </p:nvGrpSpPr>
        <p:grpSpPr bwMode="auto">
          <a:xfrm>
            <a:off x="1077610" y="900772"/>
            <a:ext cx="10134597" cy="4905984"/>
            <a:chOff x="0" y="0"/>
            <a:chExt cx="10134597" cy="4905984"/>
          </a:xfrm>
        </p:grpSpPr>
        <p:sp>
          <p:nvSpPr>
            <p:cNvPr id="788814718" name="TextBox 32"/>
            <p:cNvSpPr txBox="1"/>
            <p:nvPr/>
          </p:nvSpPr>
          <p:spPr bwMode="auto">
            <a:xfrm>
              <a:off x="165340" y="245697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A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01805025" name="TextBox 33"/>
            <p:cNvSpPr txBox="1"/>
            <p:nvPr/>
          </p:nvSpPr>
          <p:spPr bwMode="auto">
            <a:xfrm>
              <a:off x="280404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416718129" name="AutoShape 34"/>
            <p:cNvSpPr/>
            <p:nvPr/>
          </p:nvSpPr>
          <p:spPr bwMode="auto">
            <a:xfrm>
              <a:off x="2206047" y="751341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9462409" name="TextBox 35"/>
            <p:cNvSpPr txBox="1"/>
            <p:nvPr/>
          </p:nvSpPr>
          <p:spPr bwMode="auto">
            <a:xfrm>
              <a:off x="2665852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60132172" name="AutoShape 39"/>
            <p:cNvSpPr/>
            <p:nvPr/>
          </p:nvSpPr>
          <p:spPr bwMode="auto">
            <a:xfrm>
              <a:off x="2206047" y="3200951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1035717" name="TextBox 49"/>
            <p:cNvSpPr txBox="1"/>
            <p:nvPr/>
          </p:nvSpPr>
          <p:spPr bwMode="auto">
            <a:xfrm>
              <a:off x="5871587" y="245697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B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51822070" name="TextBox 50"/>
            <p:cNvSpPr txBox="1"/>
            <p:nvPr/>
          </p:nvSpPr>
          <p:spPr bwMode="auto">
            <a:xfrm>
              <a:off x="5986649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524221511" name="AutoShape 51"/>
            <p:cNvSpPr/>
            <p:nvPr/>
          </p:nvSpPr>
          <p:spPr bwMode="auto">
            <a:xfrm>
              <a:off x="7912292" y="751341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6572621" name="TextBox 52"/>
            <p:cNvSpPr txBox="1"/>
            <p:nvPr/>
          </p:nvSpPr>
          <p:spPr bwMode="auto">
            <a:xfrm>
              <a:off x="8372457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52906678" name="AutoShape 59"/>
            <p:cNvSpPr/>
            <p:nvPr/>
          </p:nvSpPr>
          <p:spPr bwMode="auto">
            <a:xfrm>
              <a:off x="7912292" y="3200951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8155912" name="Rectangle: Rounded Corners 12"/>
            <p:cNvSpPr/>
            <p:nvPr/>
          </p:nvSpPr>
          <p:spPr bwMode="auto">
            <a:xfrm>
              <a:off x="0" y="0"/>
              <a:ext cx="4400548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417824545" name="Rectangle: Rounded Corners 12"/>
            <p:cNvSpPr/>
            <p:nvPr/>
          </p:nvSpPr>
          <p:spPr bwMode="auto">
            <a:xfrm>
              <a:off x="5638799" y="0"/>
              <a:ext cx="4495798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854002345" name=""/>
            <p:cNvGrpSpPr/>
            <p:nvPr/>
          </p:nvGrpSpPr>
          <p:grpSpPr bwMode="auto">
            <a:xfrm>
              <a:off x="1446329" y="3578680"/>
              <a:ext cx="7225675" cy="1327304"/>
              <a:chOff x="0" y="0"/>
              <a:chExt cx="7225675" cy="1327304"/>
            </a:xfrm>
          </p:grpSpPr>
          <p:grpSp>
            <p:nvGrpSpPr>
              <p:cNvPr id="1600492454" name="Group 40"/>
              <p:cNvGrpSpPr/>
              <p:nvPr/>
            </p:nvGrpSpPr>
            <p:grpSpPr bwMode="auto">
              <a:xfrm>
                <a:off x="0" y="0"/>
                <a:ext cx="1519430" cy="473152"/>
                <a:chOff x="0" y="0"/>
                <a:chExt cx="911224" cy="283756"/>
              </a:xfrm>
            </p:grpSpPr>
            <p:sp>
              <p:nvSpPr>
                <p:cNvPr id="1619289362" name="Freeform 41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691853404" name="TextBox 42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1 994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889351502" name="Group 60"/>
              <p:cNvGrpSpPr/>
              <p:nvPr/>
            </p:nvGrpSpPr>
            <p:grpSpPr bwMode="auto">
              <a:xfrm>
                <a:off x="5706245" y="0"/>
                <a:ext cx="1519430" cy="473152"/>
                <a:chOff x="0" y="0"/>
                <a:chExt cx="911224" cy="283756"/>
              </a:xfrm>
            </p:grpSpPr>
            <p:sp>
              <p:nvSpPr>
                <p:cNvPr id="1738129936" name="Freeform 61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224223912" name="TextBox 62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2 640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922983125" name="Group 66"/>
              <p:cNvGrpSpPr/>
              <p:nvPr/>
            </p:nvGrpSpPr>
            <p:grpSpPr bwMode="auto">
              <a:xfrm>
                <a:off x="5706245" y="854152"/>
                <a:ext cx="1519430" cy="473152"/>
                <a:chOff x="0" y="0"/>
                <a:chExt cx="911224" cy="283756"/>
              </a:xfrm>
            </p:grpSpPr>
            <p:sp>
              <p:nvSpPr>
                <p:cNvPr id="559733485" name="Freeform 6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710893572" name="TextBox 6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12 sats/vB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sp>
            <p:nvSpPr>
              <p:cNvPr id="1224032126" name="AutoShape 69"/>
              <p:cNvSpPr/>
              <p:nvPr/>
            </p:nvSpPr>
            <p:spPr bwMode="auto">
              <a:xfrm flipH="1">
                <a:off x="6465961" y="473153"/>
                <a:ext cx="0" cy="380998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840892218" name="AutoShape 70"/>
              <p:cNvSpPr/>
              <p:nvPr/>
            </p:nvSpPr>
            <p:spPr bwMode="auto">
              <a:xfrm>
                <a:off x="759717" y="473153"/>
                <a:ext cx="0" cy="380998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grpSp>
            <p:nvGrpSpPr>
              <p:cNvPr id="159966253" name="Group 71"/>
              <p:cNvGrpSpPr/>
              <p:nvPr/>
            </p:nvGrpSpPr>
            <p:grpSpPr bwMode="auto">
              <a:xfrm>
                <a:off x="0" y="854152"/>
                <a:ext cx="1519430" cy="473152"/>
                <a:chOff x="0" y="0"/>
                <a:chExt cx="911224" cy="283756"/>
              </a:xfrm>
            </p:grpSpPr>
            <p:sp>
              <p:nvSpPr>
                <p:cNvPr id="2105362871" name="Freeform 72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652453462" name="TextBox 73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14 sats/vB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</p:grpSp>
        <p:grpSp>
          <p:nvGrpSpPr>
            <p:cNvPr id="866159980" name=""/>
            <p:cNvGrpSpPr/>
            <p:nvPr/>
          </p:nvGrpSpPr>
          <p:grpSpPr bwMode="auto">
            <a:xfrm>
              <a:off x="253545" y="1149837"/>
              <a:ext cx="9611121" cy="1096893"/>
              <a:chOff x="0" y="0"/>
              <a:chExt cx="9611121" cy="1096893"/>
            </a:xfrm>
          </p:grpSpPr>
          <p:grpSp>
            <p:nvGrpSpPr>
              <p:cNvPr id="2075107259" name="Group 29"/>
              <p:cNvGrpSpPr/>
              <p:nvPr/>
            </p:nvGrpSpPr>
            <p:grpSpPr bwMode="auto">
              <a:xfrm>
                <a:off x="0" y="0"/>
                <a:ext cx="1519430" cy="473152"/>
                <a:chOff x="0" y="0"/>
                <a:chExt cx="911224" cy="283756"/>
              </a:xfrm>
            </p:grpSpPr>
            <p:sp>
              <p:nvSpPr>
                <p:cNvPr id="1366526586" name="Freeform 30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537112606" name="TextBox 31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200 000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573201062" name="Group 36"/>
              <p:cNvGrpSpPr/>
              <p:nvPr/>
            </p:nvGrpSpPr>
            <p:grpSpPr bwMode="auto">
              <a:xfrm>
                <a:off x="2385446" y="0"/>
                <a:ext cx="1519430" cy="473152"/>
                <a:chOff x="0" y="0"/>
                <a:chExt cx="911224" cy="283756"/>
              </a:xfrm>
            </p:grpSpPr>
            <p:sp>
              <p:nvSpPr>
                <p:cNvPr id="699287068" name="Freeform 3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053308648" name="TextBox 3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198 006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851465438" name="Group 46"/>
              <p:cNvGrpSpPr/>
              <p:nvPr/>
            </p:nvGrpSpPr>
            <p:grpSpPr bwMode="auto">
              <a:xfrm>
                <a:off x="5706244" y="0"/>
                <a:ext cx="1519430" cy="473152"/>
                <a:chOff x="0" y="0"/>
                <a:chExt cx="911224" cy="283756"/>
              </a:xfrm>
            </p:grpSpPr>
            <p:sp>
              <p:nvSpPr>
                <p:cNvPr id="1338986628" name="Freeform 4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132874448" name="TextBox 4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150 000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797030115" name="Group 53"/>
              <p:cNvGrpSpPr/>
              <p:nvPr/>
            </p:nvGrpSpPr>
            <p:grpSpPr bwMode="auto">
              <a:xfrm>
                <a:off x="8091691" y="0"/>
                <a:ext cx="1519430" cy="473152"/>
                <a:chOff x="0" y="0"/>
                <a:chExt cx="911224" cy="283756"/>
              </a:xfrm>
            </p:grpSpPr>
            <p:sp>
              <p:nvSpPr>
                <p:cNvPr id="233845446" name="Freeform 54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489819133" name="TextBox 55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175 000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315177373" name="Group 56"/>
              <p:cNvGrpSpPr/>
              <p:nvPr/>
            </p:nvGrpSpPr>
            <p:grpSpPr bwMode="auto">
              <a:xfrm>
                <a:off x="8091691" y="623741"/>
                <a:ext cx="1519430" cy="473152"/>
                <a:chOff x="0" y="0"/>
                <a:chExt cx="911224" cy="283756"/>
              </a:xfrm>
            </p:grpSpPr>
            <p:sp>
              <p:nvSpPr>
                <p:cNvPr id="603583509" name="Freeform 5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61015106" name="TextBox 5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22 360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967699903" name="Group 63"/>
              <p:cNvGrpSpPr/>
              <p:nvPr/>
            </p:nvGrpSpPr>
            <p:grpSpPr bwMode="auto">
              <a:xfrm>
                <a:off x="5705926" y="623741"/>
                <a:ext cx="1519430" cy="473152"/>
                <a:chOff x="0" y="0"/>
                <a:chExt cx="911224" cy="283756"/>
              </a:xfrm>
            </p:grpSpPr>
            <p:sp>
              <p:nvSpPr>
                <p:cNvPr id="701537283" name="Freeform 64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2010530298" name="TextBox 65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50 000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7938213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38814" y="404673"/>
            <a:ext cx="10400079" cy="5759537"/>
          </a:xfrm>
          <a:prstGeom prst="rect">
            <a:avLst/>
          </a:prstGeom>
        </p:spPr>
      </p:pic>
      <p:sp>
        <p:nvSpPr>
          <p:cNvPr id="561538653" name=""/>
          <p:cNvSpPr txBox="1"/>
          <p:nvPr/>
        </p:nvSpPr>
        <p:spPr bwMode="auto">
          <a:xfrm rot="0" flipH="0" flipV="0">
            <a:off x="1081125" y="480217"/>
            <a:ext cx="10257769" cy="396599"/>
          </a:xfrm>
          <a:prstGeom prst="rect">
            <a:avLst/>
          </a:prstGeom>
          <a:solidFill>
            <a:schemeClr val="bg1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lang="fr-FR">
                <a:latin typeface="IBM Plex Sans"/>
              </a:rPr>
              <a:t>Pengeluaran rata-rata dalam sats/vB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23313970" name=""/>
          <p:cNvGrpSpPr/>
          <p:nvPr/>
        </p:nvGrpSpPr>
        <p:grpSpPr bwMode="auto">
          <a:xfrm>
            <a:off x="817857" y="633873"/>
            <a:ext cx="10096695" cy="5676897"/>
            <a:chOff x="0" y="0"/>
            <a:chExt cx="10096695" cy="5676897"/>
          </a:xfrm>
        </p:grpSpPr>
        <p:sp>
          <p:nvSpPr>
            <p:cNvPr id="2126417795" name="Freeform 26"/>
            <p:cNvSpPr/>
            <p:nvPr/>
          </p:nvSpPr>
          <p:spPr bwMode="auto">
            <a:xfrm>
              <a:off x="1822295" y="1478803"/>
              <a:ext cx="810803" cy="3603577"/>
            </a:xfrm>
            <a:custGeom>
              <a:avLst/>
              <a:gdLst/>
              <a:ahLst/>
              <a:cxnLst/>
              <a:rect l="l" t="t" r="r" b="b"/>
              <a:pathLst>
                <a:path w="810806" h="3603580" fill="norm" stroke="1" extrusionOk="0">
                  <a:moveTo>
                    <a:pt x="0" y="0"/>
                  </a:moveTo>
                  <a:lnTo>
                    <a:pt x="810806" y="0"/>
                  </a:lnTo>
                  <a:lnTo>
                    <a:pt x="810806" y="3603580"/>
                  </a:lnTo>
                  <a:lnTo>
                    <a:pt x="0" y="3603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6253238" name="Freeform 27"/>
            <p:cNvSpPr/>
            <p:nvPr/>
          </p:nvSpPr>
          <p:spPr bwMode="auto">
            <a:xfrm>
              <a:off x="0" y="2510665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1046118" name="AutoShape 34"/>
            <p:cNvSpPr/>
            <p:nvPr/>
          </p:nvSpPr>
          <p:spPr bwMode="auto">
            <a:xfrm flipH="0" flipV="0">
              <a:off x="6643692" y="1099197"/>
              <a:ext cx="0" cy="3924049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85634" name="TextBox 47"/>
            <p:cNvSpPr txBox="1"/>
            <p:nvPr/>
          </p:nvSpPr>
          <p:spPr bwMode="auto">
            <a:xfrm>
              <a:off x="3557025" y="322238"/>
              <a:ext cx="6174415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12647920" name="TextBox 48"/>
            <p:cNvSpPr txBox="1"/>
            <p:nvPr/>
          </p:nvSpPr>
          <p:spPr bwMode="auto">
            <a:xfrm>
              <a:off x="3731091" y="1027251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15597632" name="TextBox 49"/>
            <p:cNvSpPr txBox="1"/>
            <p:nvPr/>
          </p:nvSpPr>
          <p:spPr bwMode="auto">
            <a:xfrm>
              <a:off x="7339836" y="1027251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65269443" name="Rectangle: Rounded Corners 12"/>
            <p:cNvSpPr/>
            <p:nvPr/>
          </p:nvSpPr>
          <p:spPr bwMode="auto">
            <a:xfrm>
              <a:off x="3162495" y="0"/>
              <a:ext cx="6934199" cy="56768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2149934" name=""/>
            <p:cNvGrpSpPr/>
            <p:nvPr/>
          </p:nvGrpSpPr>
          <p:grpSpPr bwMode="auto">
            <a:xfrm>
              <a:off x="3689916" y="1557879"/>
              <a:ext cx="5907360" cy="3747741"/>
              <a:chOff x="0" y="0"/>
              <a:chExt cx="5907360" cy="3747741"/>
            </a:xfrm>
          </p:grpSpPr>
          <p:sp>
            <p:nvSpPr>
              <p:cNvPr id="955285746" name="Freeform 32"/>
              <p:cNvSpPr/>
              <p:nvPr/>
            </p:nvSpPr>
            <p:spPr bwMode="auto">
              <a:xfrm rot="0" flipH="0" flipV="0">
                <a:off x="0" y="14416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69826740" name="TextBox 33"/>
              <p:cNvSpPr txBox="1"/>
              <p:nvPr/>
            </p:nvSpPr>
            <p:spPr bwMode="auto">
              <a:xfrm rot="0" flipH="0" flipV="0">
                <a:off x="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25508473" name="Freeform 36"/>
              <p:cNvSpPr/>
              <p:nvPr/>
            </p:nvSpPr>
            <p:spPr bwMode="auto">
              <a:xfrm rot="0" flipH="0" flipV="0">
                <a:off x="0" y="1106757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468291829" name="TextBox 37"/>
              <p:cNvSpPr txBox="1"/>
              <p:nvPr/>
            </p:nvSpPr>
            <p:spPr bwMode="auto">
              <a:xfrm rot="0" flipH="0" flipV="0">
                <a:off x="0" y="962594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04806284" name="Freeform 39"/>
              <p:cNvSpPr/>
              <p:nvPr/>
            </p:nvSpPr>
            <p:spPr bwMode="auto">
              <a:xfrm rot="0" flipH="0" flipV="0">
                <a:off x="182" y="206935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091205628" name="TextBox 40"/>
              <p:cNvSpPr txBox="1"/>
              <p:nvPr/>
            </p:nvSpPr>
            <p:spPr bwMode="auto">
              <a:xfrm rot="0" flipH="0" flipV="0">
                <a:off x="182" y="192519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22656038" name="Freeform 42"/>
              <p:cNvSpPr/>
              <p:nvPr/>
            </p:nvSpPr>
            <p:spPr bwMode="auto">
              <a:xfrm rot="0" flipH="0" flipV="0">
                <a:off x="182" y="303194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60211662" name="TextBox 43"/>
              <p:cNvSpPr txBox="1"/>
              <p:nvPr/>
            </p:nvSpPr>
            <p:spPr bwMode="auto">
              <a:xfrm rot="0" flipH="0" flipV="0">
                <a:off x="182" y="288778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373468589" name="Freeform 45"/>
              <p:cNvSpPr/>
              <p:nvPr/>
            </p:nvSpPr>
            <p:spPr bwMode="auto">
              <a:xfrm rot="0" flipH="0" flipV="0">
                <a:off x="3608740" y="14416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623305378" name="TextBox 46"/>
              <p:cNvSpPr txBox="1"/>
              <p:nvPr/>
            </p:nvSpPr>
            <p:spPr bwMode="auto">
              <a:xfrm rot="0" flipH="0" flipV="0">
                <a:off x="360874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0627986" name="Freeform 51"/>
              <p:cNvSpPr/>
              <p:nvPr/>
            </p:nvSpPr>
            <p:spPr bwMode="auto">
              <a:xfrm rot="0" flipH="0" flipV="0">
                <a:off x="3608740" y="109995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264590089" name="TextBox 52"/>
              <p:cNvSpPr txBox="1"/>
              <p:nvPr/>
            </p:nvSpPr>
            <p:spPr bwMode="auto">
              <a:xfrm rot="0" flipH="0" flipV="0">
                <a:off x="3608740" y="955794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46529248" name=""/>
          <p:cNvGrpSpPr/>
          <p:nvPr/>
        </p:nvGrpSpPr>
        <p:grpSpPr bwMode="auto">
          <a:xfrm>
            <a:off x="1292455" y="558464"/>
            <a:ext cx="9515640" cy="5721097"/>
            <a:chOff x="0" y="0"/>
            <a:chExt cx="9515640" cy="5721097"/>
          </a:xfrm>
        </p:grpSpPr>
        <p:sp>
          <p:nvSpPr>
            <p:cNvPr id="550628032" name="Freeform 40"/>
            <p:cNvSpPr/>
            <p:nvPr/>
          </p:nvSpPr>
          <p:spPr bwMode="auto">
            <a:xfrm rot="0" flipH="0" flipV="0">
              <a:off x="1201662" y="931676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421746" name="TextBox 41"/>
            <p:cNvSpPr txBox="1"/>
            <p:nvPr/>
          </p:nvSpPr>
          <p:spPr bwMode="auto">
            <a:xfrm rot="0" flipH="0" flipV="0">
              <a:off x="1201662" y="830002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Bisq</a:t>
              </a:r>
              <a:endParaRPr/>
            </a:p>
          </p:txBody>
        </p:sp>
        <p:sp>
          <p:nvSpPr>
            <p:cNvPr id="2026453813" name="Freeform 43"/>
            <p:cNvSpPr/>
            <p:nvPr/>
          </p:nvSpPr>
          <p:spPr bwMode="auto">
            <a:xfrm rot="0" flipH="0" flipV="0">
              <a:off x="1201662" y="2967510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1659673" name="TextBox 44"/>
            <p:cNvSpPr txBox="1"/>
            <p:nvPr/>
          </p:nvSpPr>
          <p:spPr bwMode="auto">
            <a:xfrm rot="0" flipH="0" flipV="0">
              <a:off x="1201662" y="2865837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Exchange.kyc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59232441" name="Freeform 45"/>
            <p:cNvSpPr/>
            <p:nvPr/>
          </p:nvSpPr>
          <p:spPr bwMode="auto">
            <a:xfrm>
              <a:off x="4188069" y="4027421"/>
              <a:ext cx="1543365" cy="1693677"/>
            </a:xfrm>
            <a:custGeom>
              <a:avLst/>
              <a:gdLst/>
              <a:ahLst/>
              <a:cxnLst/>
              <a:rect l="l" t="t" r="r" b="b"/>
              <a:pathLst>
                <a:path w="1543365" h="1693679" fill="norm" stroke="1" extrusionOk="0">
                  <a:moveTo>
                    <a:pt x="0" y="0"/>
                  </a:moveTo>
                  <a:lnTo>
                    <a:pt x="1543365" y="0"/>
                  </a:lnTo>
                  <a:lnTo>
                    <a:pt x="1543365" y="1693680"/>
                  </a:lnTo>
                  <a:lnTo>
                    <a:pt x="0" y="16936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8656405" name="AutoShape 46"/>
            <p:cNvSpPr/>
            <p:nvPr/>
          </p:nvSpPr>
          <p:spPr bwMode="auto">
            <a:xfrm>
              <a:off x="3152136" y="1214709"/>
              <a:ext cx="2152773" cy="6766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7781638" name="AutoShape 47"/>
            <p:cNvSpPr/>
            <p:nvPr/>
          </p:nvSpPr>
          <p:spPr bwMode="auto">
            <a:xfrm flipV="1">
              <a:off x="3152136" y="1212975"/>
              <a:ext cx="2152773" cy="11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798257" name="TextBox 48"/>
            <p:cNvSpPr txBox="1"/>
            <p:nvPr/>
          </p:nvSpPr>
          <p:spPr bwMode="auto">
            <a:xfrm>
              <a:off x="5136770" y="146640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872804455" name="TextBox 49"/>
            <p:cNvSpPr txBox="1"/>
            <p:nvPr/>
          </p:nvSpPr>
          <p:spPr bwMode="auto">
            <a:xfrm>
              <a:off x="5408363" y="63524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61682141" name="TextBox 50"/>
            <p:cNvSpPr txBox="1"/>
            <p:nvPr/>
          </p:nvSpPr>
          <p:spPr bwMode="auto">
            <a:xfrm>
              <a:off x="7655805" y="63524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500103217" name="AutoShape 51"/>
            <p:cNvSpPr/>
            <p:nvPr/>
          </p:nvSpPr>
          <p:spPr bwMode="auto">
            <a:xfrm>
              <a:off x="2795852" y="3533580"/>
              <a:ext cx="1557945" cy="71241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743599" name="AutoShape 52"/>
            <p:cNvSpPr/>
            <p:nvPr/>
          </p:nvSpPr>
          <p:spPr bwMode="auto">
            <a:xfrm flipH="1">
              <a:off x="103531" y="1214709"/>
              <a:ext cx="109813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0008192" name="TextBox 53"/>
            <p:cNvSpPr txBox="1"/>
            <p:nvPr/>
          </p:nvSpPr>
          <p:spPr bwMode="auto">
            <a:xfrm>
              <a:off x="0" y="429116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63446968" name="AutoShape 54"/>
            <p:cNvSpPr/>
            <p:nvPr/>
          </p:nvSpPr>
          <p:spPr bwMode="auto">
            <a:xfrm flipV="1">
              <a:off x="103531" y="4874261"/>
              <a:ext cx="408453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5189498" name="AutoShape 55"/>
            <p:cNvSpPr/>
            <p:nvPr/>
          </p:nvSpPr>
          <p:spPr bwMode="auto">
            <a:xfrm>
              <a:off x="103531" y="1214709"/>
              <a:ext cx="0" cy="365955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5327193" name="AutoShape 62"/>
            <p:cNvSpPr/>
            <p:nvPr/>
          </p:nvSpPr>
          <p:spPr bwMode="auto">
            <a:xfrm>
              <a:off x="3152136" y="3250545"/>
              <a:ext cx="215277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888020" name="AutoShape 63"/>
            <p:cNvSpPr/>
            <p:nvPr/>
          </p:nvSpPr>
          <p:spPr bwMode="auto">
            <a:xfrm>
              <a:off x="3152136" y="1214709"/>
              <a:ext cx="2152773" cy="135695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3318945" name="Rectangle: Rounded Corners 12"/>
            <p:cNvSpPr/>
            <p:nvPr/>
          </p:nvSpPr>
          <p:spPr bwMode="auto">
            <a:xfrm flipH="0" flipV="0">
              <a:off x="5044078" y="0"/>
              <a:ext cx="4471562" cy="388978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32155460" name=""/>
            <p:cNvGrpSpPr/>
            <p:nvPr/>
          </p:nvGrpSpPr>
          <p:grpSpPr bwMode="auto">
            <a:xfrm>
              <a:off x="5379324" y="981433"/>
              <a:ext cx="3868561" cy="2670352"/>
              <a:chOff x="0" y="0"/>
              <a:chExt cx="3868561" cy="2670352"/>
            </a:xfrm>
          </p:grpSpPr>
          <p:sp>
            <p:nvSpPr>
              <p:cNvPr id="664730013" name="Freeform 30"/>
              <p:cNvSpPr/>
              <p:nvPr/>
            </p:nvSpPr>
            <p:spPr bwMode="auto">
              <a:xfrm rot="0" flipH="0" flipV="0">
                <a:off x="0" y="12750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2099366188" name="TextBox 31"/>
              <p:cNvSpPr txBox="1"/>
              <p:nvPr/>
            </p:nvSpPr>
            <p:spPr bwMode="auto">
              <a:xfrm rot="0" flipH="0" flipV="0">
                <a:off x="0" y="5972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47110027" name="AutoShape 32"/>
              <p:cNvSpPr/>
              <p:nvPr/>
            </p:nvSpPr>
            <p:spPr bwMode="auto">
              <a:xfrm flipH="0" flipV="0">
                <a:off x="1859931" y="0"/>
                <a:ext cx="0" cy="2566766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81289386" name="Freeform 34"/>
              <p:cNvSpPr/>
              <p:nvPr/>
            </p:nvSpPr>
            <p:spPr bwMode="auto">
              <a:xfrm rot="0" flipH="0" flipV="0">
                <a:off x="0" y="806385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369907308" name="TextBox 35"/>
              <p:cNvSpPr txBox="1"/>
              <p:nvPr/>
            </p:nvSpPr>
            <p:spPr bwMode="auto">
              <a:xfrm rot="0" flipH="0" flipV="0">
                <a:off x="0" y="738607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07980996" name="Freeform 37"/>
              <p:cNvSpPr/>
              <p:nvPr/>
            </p:nvSpPr>
            <p:spPr bwMode="auto">
              <a:xfrm rot="0" flipH="0" flipV="0">
                <a:off x="2247441" y="12750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982410188" name="TextBox 38"/>
              <p:cNvSpPr txBox="1"/>
              <p:nvPr/>
            </p:nvSpPr>
            <p:spPr bwMode="auto">
              <a:xfrm rot="0" flipH="0" flipV="0">
                <a:off x="2247441" y="5972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22120553" name="Freeform 57"/>
              <p:cNvSpPr/>
              <p:nvPr/>
            </p:nvSpPr>
            <p:spPr bwMode="auto">
              <a:xfrm rot="0" flipH="0" flipV="0">
                <a:off x="0" y="1486649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46110922" name="TextBox 58"/>
              <p:cNvSpPr txBox="1"/>
              <p:nvPr/>
            </p:nvSpPr>
            <p:spPr bwMode="auto">
              <a:xfrm rot="0" flipH="0" flipV="0">
                <a:off x="0" y="1418870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10440464" name="Freeform 60"/>
              <p:cNvSpPr/>
              <p:nvPr/>
            </p:nvSpPr>
            <p:spPr bwMode="auto">
              <a:xfrm rot="0" flipH="0" flipV="0">
                <a:off x="0" y="216552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934707436" name="TextBox 61"/>
              <p:cNvSpPr txBox="1"/>
              <p:nvPr/>
            </p:nvSpPr>
            <p:spPr bwMode="auto">
              <a:xfrm rot="0" flipH="0" flipV="0">
                <a:off x="0" y="209774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0513392" name="Freeform 27"/>
          <p:cNvSpPr/>
          <p:nvPr/>
        </p:nvSpPr>
        <p:spPr bwMode="auto">
          <a:xfrm rot="0" flipH="0" flipV="0">
            <a:off x="3625835" y="328577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44411812" name="TextBox 28"/>
          <p:cNvSpPr txBox="1"/>
          <p:nvPr/>
        </p:nvSpPr>
        <p:spPr bwMode="auto">
          <a:xfrm rot="0" flipH="0" flipV="0">
            <a:off x="3660594" y="330315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0753773" name="Freeform 30"/>
          <p:cNvSpPr/>
          <p:nvPr/>
        </p:nvSpPr>
        <p:spPr bwMode="auto">
          <a:xfrm rot="0" flipH="0" flipV="0">
            <a:off x="1854092" y="3204067"/>
            <a:ext cx="534177" cy="534177"/>
          </a:xfrm>
          <a:custGeom>
            <a:avLst/>
            <a:gdLst/>
            <a:ahLst/>
            <a:cxnLst/>
            <a:rect l="l" t="t" r="r" b="b"/>
            <a:pathLst>
              <a:path w="712239" h="712239" fill="norm" stroke="1" extrusionOk="0">
                <a:moveTo>
                  <a:pt x="0" y="0"/>
                </a:moveTo>
                <a:lnTo>
                  <a:pt x="712239" y="0"/>
                </a:lnTo>
                <a:lnTo>
                  <a:pt x="712239" y="712239"/>
                </a:lnTo>
                <a:lnTo>
                  <a:pt x="0" y="712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612884220" name="Freeform 31"/>
          <p:cNvSpPr/>
          <p:nvPr/>
        </p:nvSpPr>
        <p:spPr bwMode="auto">
          <a:xfrm rot="0" flipH="0" flipV="0">
            <a:off x="1947574" y="3383948"/>
            <a:ext cx="287512" cy="287512"/>
          </a:xfrm>
          <a:custGeom>
            <a:avLst/>
            <a:gdLst/>
            <a:ahLst/>
            <a:cxnLst/>
            <a:rect l="l" t="t" r="r" b="b"/>
            <a:pathLst>
              <a:path w="383353" h="383353" fill="norm" stroke="1" extrusionOk="0">
                <a:moveTo>
                  <a:pt x="0" y="0"/>
                </a:moveTo>
                <a:lnTo>
                  <a:pt x="383354" y="0"/>
                </a:lnTo>
                <a:lnTo>
                  <a:pt x="383354" y="383354"/>
                </a:lnTo>
                <a:lnTo>
                  <a:pt x="0" y="3833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93562648" name="AutoShape 32"/>
          <p:cNvSpPr/>
          <p:nvPr/>
        </p:nvSpPr>
        <p:spPr bwMode="auto">
          <a:xfrm flipV="1">
            <a:off x="2388272" y="3471158"/>
            <a:ext cx="1237563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9938567" name="Freeform 34"/>
          <p:cNvSpPr/>
          <p:nvPr/>
        </p:nvSpPr>
        <p:spPr bwMode="auto">
          <a:xfrm rot="0" flipH="0" flipV="0">
            <a:off x="4708759" y="241080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3061897" name="TextBox 35"/>
          <p:cNvSpPr txBox="1"/>
          <p:nvPr/>
        </p:nvSpPr>
        <p:spPr bwMode="auto">
          <a:xfrm rot="0" flipH="0" flipV="0">
            <a:off x="4743518" y="242818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05472826" name="Freeform 37"/>
          <p:cNvSpPr/>
          <p:nvPr/>
        </p:nvSpPr>
        <p:spPr bwMode="auto">
          <a:xfrm rot="0" flipH="0" flipV="0">
            <a:off x="4523377" y="464996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1147383" name="TextBox 38"/>
          <p:cNvSpPr txBox="1"/>
          <p:nvPr/>
        </p:nvSpPr>
        <p:spPr bwMode="auto">
          <a:xfrm rot="0" flipH="0" flipV="0">
            <a:off x="4558136" y="466734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21102229" name="Freeform 40"/>
          <p:cNvSpPr/>
          <p:nvPr/>
        </p:nvSpPr>
        <p:spPr bwMode="auto">
          <a:xfrm rot="0" flipH="0" flipV="0">
            <a:off x="2738829" y="543483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8664113" name="TextBox 41"/>
          <p:cNvSpPr txBox="1"/>
          <p:nvPr/>
        </p:nvSpPr>
        <p:spPr bwMode="auto">
          <a:xfrm rot="0" flipH="0" flipV="0">
            <a:off x="2773587" y="545221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95169921" name="Freeform 43"/>
          <p:cNvSpPr/>
          <p:nvPr/>
        </p:nvSpPr>
        <p:spPr bwMode="auto">
          <a:xfrm rot="0" flipH="0" flipV="0">
            <a:off x="6203605" y="549256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18039572" name="TextBox 44"/>
          <p:cNvSpPr txBox="1"/>
          <p:nvPr/>
        </p:nvSpPr>
        <p:spPr bwMode="auto">
          <a:xfrm rot="0" flipH="0" flipV="0">
            <a:off x="6238364" y="550993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53688932" name="Freeform 46"/>
          <p:cNvSpPr/>
          <p:nvPr/>
        </p:nvSpPr>
        <p:spPr bwMode="auto">
          <a:xfrm rot="0" flipH="0" flipV="0">
            <a:off x="6477163" y="387759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5439022" name="TextBox 47"/>
          <p:cNvSpPr txBox="1"/>
          <p:nvPr/>
        </p:nvSpPr>
        <p:spPr bwMode="auto">
          <a:xfrm rot="0" flipH="0" flipV="0">
            <a:off x="6511921" y="389497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66817816" name="Freeform 49"/>
          <p:cNvSpPr/>
          <p:nvPr/>
        </p:nvSpPr>
        <p:spPr bwMode="auto">
          <a:xfrm rot="0" flipH="0" flipV="0">
            <a:off x="6747580" y="291501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40438439" name="TextBox 50"/>
          <p:cNvSpPr txBox="1"/>
          <p:nvPr/>
        </p:nvSpPr>
        <p:spPr bwMode="auto">
          <a:xfrm rot="0" flipH="0" flipV="0">
            <a:off x="6782339" y="293238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22783668" name="Freeform 52"/>
          <p:cNvSpPr/>
          <p:nvPr/>
        </p:nvSpPr>
        <p:spPr bwMode="auto">
          <a:xfrm rot="0" flipH="0" flipV="0">
            <a:off x="2500471" y="178848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8891651" name="TextBox 53"/>
          <p:cNvSpPr txBox="1"/>
          <p:nvPr/>
        </p:nvSpPr>
        <p:spPr bwMode="auto">
          <a:xfrm rot="0" flipH="0" flipV="0">
            <a:off x="2535230" y="180586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85217690" name="Freeform 55"/>
          <p:cNvSpPr/>
          <p:nvPr/>
        </p:nvSpPr>
        <p:spPr bwMode="auto">
          <a:xfrm rot="0" flipH="0" flipV="0">
            <a:off x="7556877" y="1322097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8130181" name="TextBox 56"/>
          <p:cNvSpPr txBox="1"/>
          <p:nvPr/>
        </p:nvSpPr>
        <p:spPr bwMode="auto">
          <a:xfrm rot="0" flipH="0" flipV="0">
            <a:off x="7591635" y="1339476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0686977" name="Freeform 58"/>
          <p:cNvSpPr/>
          <p:nvPr/>
        </p:nvSpPr>
        <p:spPr bwMode="auto">
          <a:xfrm rot="0" flipH="0" flipV="0">
            <a:off x="9325279" y="278889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0272302" name="TextBox 59"/>
          <p:cNvSpPr txBox="1"/>
          <p:nvPr/>
        </p:nvSpPr>
        <p:spPr bwMode="auto">
          <a:xfrm rot="0" flipH="0" flipV="0">
            <a:off x="9360038" y="280626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044329" name="Freeform 61"/>
          <p:cNvSpPr/>
          <p:nvPr/>
        </p:nvSpPr>
        <p:spPr bwMode="auto">
          <a:xfrm rot="0" flipH="0" flipV="0">
            <a:off x="9422487" y="143600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18899054" name="TextBox 62"/>
          <p:cNvSpPr txBox="1"/>
          <p:nvPr/>
        </p:nvSpPr>
        <p:spPr bwMode="auto">
          <a:xfrm rot="0" flipH="0" flipV="0">
            <a:off x="9457245" y="145338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63763586" name="Freeform 64"/>
          <p:cNvSpPr/>
          <p:nvPr/>
        </p:nvSpPr>
        <p:spPr bwMode="auto">
          <a:xfrm rot="0" flipH="0" flipV="0">
            <a:off x="3996600" y="126514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99957639" name="TextBox 65"/>
          <p:cNvSpPr txBox="1"/>
          <p:nvPr/>
        </p:nvSpPr>
        <p:spPr bwMode="auto">
          <a:xfrm rot="0" flipH="0" flipV="0">
            <a:off x="4031359" y="128252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37940842" name="Freeform 67"/>
          <p:cNvSpPr/>
          <p:nvPr/>
        </p:nvSpPr>
        <p:spPr bwMode="auto">
          <a:xfrm rot="0" flipH="0" flipV="0">
            <a:off x="5862213" y="137905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4850361" name="TextBox 68"/>
          <p:cNvSpPr txBox="1"/>
          <p:nvPr/>
        </p:nvSpPr>
        <p:spPr bwMode="auto">
          <a:xfrm rot="0" flipH="0" flipV="0">
            <a:off x="5896971" y="139643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00161588" name="Freeform 70"/>
          <p:cNvSpPr/>
          <p:nvPr/>
        </p:nvSpPr>
        <p:spPr bwMode="auto">
          <a:xfrm rot="0" flipH="0" flipV="0">
            <a:off x="10038934" y="524945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820296" name="TextBox 71"/>
          <p:cNvSpPr txBox="1"/>
          <p:nvPr/>
        </p:nvSpPr>
        <p:spPr bwMode="auto">
          <a:xfrm rot="0" flipH="0" flipV="0">
            <a:off x="10073693" y="526683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517418" name="Freeform 73"/>
          <p:cNvSpPr/>
          <p:nvPr/>
        </p:nvSpPr>
        <p:spPr bwMode="auto">
          <a:xfrm rot="0" flipH="0" flipV="0">
            <a:off x="7830645" y="462713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0570988" name="TextBox 74"/>
          <p:cNvSpPr txBox="1"/>
          <p:nvPr/>
        </p:nvSpPr>
        <p:spPr bwMode="auto">
          <a:xfrm rot="0" flipH="0" flipV="0">
            <a:off x="7865404" y="464451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33716618" name="Freeform 76"/>
          <p:cNvSpPr/>
          <p:nvPr/>
        </p:nvSpPr>
        <p:spPr bwMode="auto">
          <a:xfrm rot="0" flipH="0" flipV="0">
            <a:off x="9326774" y="410379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7641632" name="TextBox 77"/>
          <p:cNvSpPr txBox="1"/>
          <p:nvPr/>
        </p:nvSpPr>
        <p:spPr bwMode="auto">
          <a:xfrm rot="0" flipH="0" flipV="0">
            <a:off x="9361533" y="412117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12600886" name="AutoShape 78"/>
          <p:cNvSpPr/>
          <p:nvPr/>
        </p:nvSpPr>
        <p:spPr bwMode="auto">
          <a:xfrm flipV="1">
            <a:off x="3955421" y="2712696"/>
            <a:ext cx="794520" cy="6419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2257680" name="AutoShape 79"/>
          <p:cNvSpPr/>
          <p:nvPr/>
        </p:nvSpPr>
        <p:spPr bwMode="auto">
          <a:xfrm>
            <a:off x="3913123" y="3626044"/>
            <a:ext cx="693731" cy="10544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1801647" name="AutoShape 80"/>
          <p:cNvSpPr/>
          <p:nvPr/>
        </p:nvSpPr>
        <p:spPr bwMode="auto">
          <a:xfrm>
            <a:off x="3992769" y="3508840"/>
            <a:ext cx="2488226" cy="51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442333" name="AutoShape 81"/>
          <p:cNvSpPr/>
          <p:nvPr/>
        </p:nvSpPr>
        <p:spPr bwMode="auto">
          <a:xfrm flipH="1">
            <a:off x="2994959" y="3642563"/>
            <a:ext cx="745512" cy="180624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9654676" name="AutoShape 82"/>
          <p:cNvSpPr/>
          <p:nvPr/>
        </p:nvSpPr>
        <p:spPr bwMode="auto">
          <a:xfrm flipH="1" flipV="1">
            <a:off x="2797241" y="2122068"/>
            <a:ext cx="902587" cy="12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6001201" name="AutoShape 83"/>
          <p:cNvSpPr/>
          <p:nvPr/>
        </p:nvSpPr>
        <p:spPr bwMode="auto">
          <a:xfrm flipV="1">
            <a:off x="2860887" y="1511753"/>
            <a:ext cx="1146060" cy="4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3245699" name="AutoShape 84"/>
          <p:cNvSpPr/>
          <p:nvPr/>
        </p:nvSpPr>
        <p:spPr bwMode="auto">
          <a:xfrm flipV="1">
            <a:off x="2709696" y="544281"/>
            <a:ext cx="161538" cy="124572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5308535" name="AutoShape 85"/>
          <p:cNvSpPr/>
          <p:nvPr/>
        </p:nvSpPr>
        <p:spPr bwMode="auto">
          <a:xfrm flipH="1" flipV="1">
            <a:off x="840180" y="1265145"/>
            <a:ext cx="1672562" cy="6422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8005316" name="AutoShape 86"/>
          <p:cNvSpPr/>
          <p:nvPr/>
        </p:nvSpPr>
        <p:spPr bwMode="auto">
          <a:xfrm flipH="1">
            <a:off x="840180" y="2016583"/>
            <a:ext cx="1665235" cy="3942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5984122" name="AutoShape 87"/>
          <p:cNvSpPr/>
          <p:nvPr/>
        </p:nvSpPr>
        <p:spPr bwMode="auto">
          <a:xfrm flipV="1">
            <a:off x="5032316" y="1688029"/>
            <a:ext cx="877104" cy="7845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6555932" name="AutoShape 88"/>
          <p:cNvSpPr/>
          <p:nvPr/>
        </p:nvSpPr>
        <p:spPr bwMode="auto">
          <a:xfrm>
            <a:off x="5074146" y="2640700"/>
            <a:ext cx="1678812" cy="4151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129391" name="AutoShape 89"/>
          <p:cNvSpPr/>
          <p:nvPr/>
        </p:nvSpPr>
        <p:spPr bwMode="auto">
          <a:xfrm flipV="1">
            <a:off x="7016951" y="1672791"/>
            <a:ext cx="641318" cy="126228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2254929" name="AutoShape 90"/>
          <p:cNvSpPr/>
          <p:nvPr/>
        </p:nvSpPr>
        <p:spPr bwMode="auto">
          <a:xfrm flipV="1">
            <a:off x="7118129" y="2983333"/>
            <a:ext cx="2207367" cy="1080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5026659" name="AutoShape 91"/>
          <p:cNvSpPr/>
          <p:nvPr/>
        </p:nvSpPr>
        <p:spPr bwMode="auto">
          <a:xfrm>
            <a:off x="6847356" y="4077647"/>
            <a:ext cx="2479988" cy="19685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1755993" name="AutoShape 92"/>
          <p:cNvSpPr/>
          <p:nvPr/>
        </p:nvSpPr>
        <p:spPr bwMode="auto">
          <a:xfrm>
            <a:off x="6824751" y="4152804"/>
            <a:ext cx="1029069" cy="56988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4683135" name="AutoShape 93"/>
          <p:cNvSpPr/>
          <p:nvPr/>
        </p:nvSpPr>
        <p:spPr bwMode="auto">
          <a:xfrm flipH="1">
            <a:off x="6419953" y="4245785"/>
            <a:ext cx="211626" cy="12493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129862" name="AutoShape 94"/>
          <p:cNvSpPr/>
          <p:nvPr/>
        </p:nvSpPr>
        <p:spPr bwMode="auto">
          <a:xfrm>
            <a:off x="8194506" y="4862814"/>
            <a:ext cx="1851331" cy="521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602725" name="AutoShape 95"/>
          <p:cNvSpPr/>
          <p:nvPr/>
        </p:nvSpPr>
        <p:spPr bwMode="auto">
          <a:xfrm flipV="1">
            <a:off x="7095227" y="1711108"/>
            <a:ext cx="2350377" cy="129956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375827" name="AutoShape 96"/>
          <p:cNvSpPr/>
          <p:nvPr/>
        </p:nvSpPr>
        <p:spPr bwMode="auto">
          <a:xfrm flipH="1" flipV="1">
            <a:off x="4006949" y="428713"/>
            <a:ext cx="143727" cy="8390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039632" name="AutoShape 97"/>
          <p:cNvSpPr/>
          <p:nvPr/>
        </p:nvSpPr>
        <p:spPr bwMode="auto">
          <a:xfrm flipV="1">
            <a:off x="4300569" y="428713"/>
            <a:ext cx="731746" cy="87931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7063385" name="AutoShape 98"/>
          <p:cNvSpPr/>
          <p:nvPr/>
        </p:nvSpPr>
        <p:spPr bwMode="auto">
          <a:xfrm flipH="1" flipV="1">
            <a:off x="5282748" y="544281"/>
            <a:ext cx="653634" cy="8718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4457292" name="AutoShape 99"/>
          <p:cNvSpPr/>
          <p:nvPr/>
        </p:nvSpPr>
        <p:spPr bwMode="auto">
          <a:xfrm flipV="1">
            <a:off x="6047595" y="544281"/>
            <a:ext cx="0" cy="83476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7522053" name="AutoShape 100"/>
          <p:cNvSpPr/>
          <p:nvPr/>
        </p:nvSpPr>
        <p:spPr bwMode="auto">
          <a:xfrm flipV="1">
            <a:off x="6127436" y="655966"/>
            <a:ext cx="353559" cy="74111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3157524" name="AutoShape 101"/>
          <p:cNvSpPr/>
          <p:nvPr/>
        </p:nvSpPr>
        <p:spPr bwMode="auto">
          <a:xfrm flipV="1">
            <a:off x="7759199" y="544281"/>
            <a:ext cx="71444" cy="77858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8002715" name="AutoShape 102"/>
          <p:cNvSpPr/>
          <p:nvPr/>
        </p:nvSpPr>
        <p:spPr bwMode="auto">
          <a:xfrm flipV="1">
            <a:off x="7847300" y="655966"/>
            <a:ext cx="480440" cy="69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7400628" name="AutoShape 103"/>
          <p:cNvSpPr/>
          <p:nvPr/>
        </p:nvSpPr>
        <p:spPr bwMode="auto">
          <a:xfrm>
            <a:off x="9769520" y="1712206"/>
            <a:ext cx="1353441" cy="76038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9019872" name="AutoShape 104"/>
          <p:cNvSpPr/>
          <p:nvPr/>
        </p:nvSpPr>
        <p:spPr bwMode="auto">
          <a:xfrm flipV="1">
            <a:off x="9770187" y="784834"/>
            <a:ext cx="1352774" cy="74693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502613" name="AutoShape 105"/>
          <p:cNvSpPr/>
          <p:nvPr/>
        </p:nvSpPr>
        <p:spPr bwMode="auto">
          <a:xfrm flipH="1" flipV="1">
            <a:off x="9325280" y="544281"/>
            <a:ext cx="235532" cy="89775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676440" name="AutoShape 106"/>
          <p:cNvSpPr/>
          <p:nvPr/>
        </p:nvSpPr>
        <p:spPr bwMode="auto">
          <a:xfrm flipV="1">
            <a:off x="9691724" y="2591983"/>
            <a:ext cx="1550628" cy="34231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8475636" name="AutoShape 107"/>
          <p:cNvSpPr/>
          <p:nvPr/>
        </p:nvSpPr>
        <p:spPr bwMode="auto">
          <a:xfrm>
            <a:off x="9685587" y="3035809"/>
            <a:ext cx="1344703" cy="47303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8364335" name="AutoShape 108"/>
          <p:cNvSpPr/>
          <p:nvPr/>
        </p:nvSpPr>
        <p:spPr bwMode="auto">
          <a:xfrm flipV="1">
            <a:off x="9697484" y="4245785"/>
            <a:ext cx="1544870" cy="3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7686700" name="AutoShape 109"/>
          <p:cNvSpPr/>
          <p:nvPr/>
        </p:nvSpPr>
        <p:spPr bwMode="auto">
          <a:xfrm flipH="1">
            <a:off x="3625836" y="4989856"/>
            <a:ext cx="980446" cy="147827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782727" name="AutoShape 110"/>
          <p:cNvSpPr/>
          <p:nvPr/>
        </p:nvSpPr>
        <p:spPr bwMode="auto">
          <a:xfrm>
            <a:off x="6494118" y="5830654"/>
            <a:ext cx="438843" cy="63747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7571163" name="AutoShape 111"/>
          <p:cNvSpPr/>
          <p:nvPr/>
        </p:nvSpPr>
        <p:spPr bwMode="auto">
          <a:xfrm flipH="1">
            <a:off x="1630238" y="5711266"/>
            <a:ext cx="1132452" cy="63836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6310640" name="AutoShape 112"/>
          <p:cNvSpPr/>
          <p:nvPr/>
        </p:nvSpPr>
        <p:spPr bwMode="auto">
          <a:xfrm>
            <a:off x="4729676" y="5019563"/>
            <a:ext cx="164466" cy="14485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917475" name="AutoShape 113"/>
          <p:cNvSpPr/>
          <p:nvPr/>
        </p:nvSpPr>
        <p:spPr bwMode="auto">
          <a:xfrm flipH="1" flipV="1">
            <a:off x="840180" y="5020729"/>
            <a:ext cx="1905827" cy="54822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894366" name="AutoShape 114"/>
          <p:cNvSpPr/>
          <p:nvPr/>
        </p:nvSpPr>
        <p:spPr bwMode="auto">
          <a:xfrm>
            <a:off x="10378768" y="5537396"/>
            <a:ext cx="863583" cy="5734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1028959" name="AutoShape 115"/>
          <p:cNvSpPr/>
          <p:nvPr/>
        </p:nvSpPr>
        <p:spPr bwMode="auto">
          <a:xfrm>
            <a:off x="8016028" y="4997900"/>
            <a:ext cx="0" cy="147022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575292" name="AutoShape 116"/>
          <p:cNvSpPr/>
          <p:nvPr/>
        </p:nvSpPr>
        <p:spPr bwMode="auto">
          <a:xfrm flipH="1">
            <a:off x="5936384" y="5831696"/>
            <a:ext cx="349002" cy="5179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701155" name="Freeform 27"/>
          <p:cNvSpPr/>
          <p:nvPr/>
        </p:nvSpPr>
        <p:spPr bwMode="auto">
          <a:xfrm rot="0" flipH="0" flipV="0">
            <a:off x="4300605" y="329623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78529982" name="TextBox 28"/>
          <p:cNvSpPr txBox="1"/>
          <p:nvPr/>
        </p:nvSpPr>
        <p:spPr bwMode="auto">
          <a:xfrm rot="0" flipH="0" flipV="0">
            <a:off x="4336301" y="3314082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8125854" name="Freeform 30"/>
          <p:cNvSpPr/>
          <p:nvPr/>
        </p:nvSpPr>
        <p:spPr bwMode="auto">
          <a:xfrm rot="0" flipH="0" flipV="0">
            <a:off x="687573" y="3212319"/>
            <a:ext cx="548605" cy="548605"/>
          </a:xfrm>
          <a:custGeom>
            <a:avLst/>
            <a:gdLst/>
            <a:ahLst/>
            <a:cxnLst/>
            <a:rect l="l" t="t" r="r" b="b"/>
            <a:pathLst>
              <a:path w="731477" h="731477" fill="norm" stroke="1" extrusionOk="0">
                <a:moveTo>
                  <a:pt x="0" y="0"/>
                </a:moveTo>
                <a:lnTo>
                  <a:pt x="731477" y="0"/>
                </a:lnTo>
                <a:lnTo>
                  <a:pt x="731477" y="731477"/>
                </a:lnTo>
                <a:lnTo>
                  <a:pt x="0" y="7314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162175557" name="Freeform 31"/>
          <p:cNvSpPr/>
          <p:nvPr/>
        </p:nvSpPr>
        <p:spPr bwMode="auto">
          <a:xfrm rot="0" flipH="0" flipV="0">
            <a:off x="783580" y="3397058"/>
            <a:ext cx="295279" cy="295279"/>
          </a:xfrm>
          <a:custGeom>
            <a:avLst/>
            <a:gdLst/>
            <a:ahLst/>
            <a:cxnLst/>
            <a:rect l="l" t="t" r="r" b="b"/>
            <a:pathLst>
              <a:path w="393708" h="393708" fill="norm" stroke="1" extrusionOk="0">
                <a:moveTo>
                  <a:pt x="0" y="0"/>
                </a:moveTo>
                <a:lnTo>
                  <a:pt x="393708" y="0"/>
                </a:lnTo>
                <a:lnTo>
                  <a:pt x="393708" y="393708"/>
                </a:lnTo>
                <a:lnTo>
                  <a:pt x="0" y="3937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900795204" name="AutoShape 32"/>
          <p:cNvSpPr/>
          <p:nvPr/>
        </p:nvSpPr>
        <p:spPr bwMode="auto">
          <a:xfrm>
            <a:off x="1236181" y="3302992"/>
            <a:ext cx="3064422" cy="0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143735" name="Freeform 34"/>
          <p:cNvSpPr/>
          <p:nvPr/>
        </p:nvSpPr>
        <p:spPr bwMode="auto">
          <a:xfrm rot="0" flipH="0" flipV="0">
            <a:off x="6488595" y="1414728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9525319" name="TextBox 35"/>
          <p:cNvSpPr txBox="1"/>
          <p:nvPr/>
        </p:nvSpPr>
        <p:spPr bwMode="auto">
          <a:xfrm rot="0" flipH="0" flipV="0">
            <a:off x="6524292" y="1432576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6267276" name="Freeform 37"/>
          <p:cNvSpPr/>
          <p:nvPr/>
        </p:nvSpPr>
        <p:spPr bwMode="auto">
          <a:xfrm rot="0" flipH="0" flipV="0">
            <a:off x="7507332" y="5168961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6887419" name="TextBox 38"/>
          <p:cNvSpPr txBox="1"/>
          <p:nvPr/>
        </p:nvSpPr>
        <p:spPr bwMode="auto">
          <a:xfrm rot="0" flipH="0" flipV="0">
            <a:off x="7543029" y="5186809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13228251" name="Freeform 40"/>
          <p:cNvSpPr/>
          <p:nvPr/>
        </p:nvSpPr>
        <p:spPr bwMode="auto">
          <a:xfrm rot="0" flipH="0" flipV="0">
            <a:off x="8585834" y="291545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3934601" name="TextBox 41"/>
          <p:cNvSpPr txBox="1"/>
          <p:nvPr/>
        </p:nvSpPr>
        <p:spPr bwMode="auto">
          <a:xfrm rot="0" flipH="0" flipV="0">
            <a:off x="8621532" y="2933303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11400927" name="AutoShape 42"/>
          <p:cNvSpPr/>
          <p:nvPr/>
        </p:nvSpPr>
        <p:spPr bwMode="auto">
          <a:xfrm flipV="1">
            <a:off x="4635353" y="1729256"/>
            <a:ext cx="1899272" cy="163323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3207281" name="AutoShape 43"/>
          <p:cNvSpPr/>
          <p:nvPr/>
        </p:nvSpPr>
        <p:spPr bwMode="auto">
          <a:xfrm>
            <a:off x="4655428" y="3582654"/>
            <a:ext cx="2877859" cy="16806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1588430" name="AutoShape 44"/>
          <p:cNvSpPr/>
          <p:nvPr/>
        </p:nvSpPr>
        <p:spPr bwMode="auto">
          <a:xfrm flipV="1">
            <a:off x="4680649" y="3122697"/>
            <a:ext cx="3905919" cy="3470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9680695" name="TextBox 45"/>
          <p:cNvSpPr txBox="1"/>
          <p:nvPr/>
        </p:nvSpPr>
        <p:spPr bwMode="auto">
          <a:xfrm>
            <a:off x="2179044" y="2752776"/>
            <a:ext cx="1180136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FF5C00"/>
                </a:solidFill>
                <a:latin typeface="IBM Plex Sans"/>
              </a:rPr>
              <a:t>bc1q... xyz = ?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620097120" name="TextBox 46"/>
          <p:cNvSpPr txBox="1"/>
          <p:nvPr/>
        </p:nvSpPr>
        <p:spPr bwMode="auto">
          <a:xfrm>
            <a:off x="1787052" y="3848976"/>
            <a:ext cx="1964119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000000"/>
                </a:solidFill>
                <a:latin typeface="IBM Plex Sans"/>
              </a:rPr>
              <a:t>bc1q ... xyz = 1 BTC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25303160" name="AutoShape 47"/>
          <p:cNvSpPr/>
          <p:nvPr/>
        </p:nvSpPr>
        <p:spPr bwMode="auto">
          <a:xfrm>
            <a:off x="1236181" y="3670259"/>
            <a:ext cx="3064422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7963671" name="AutoShape 48"/>
          <p:cNvSpPr/>
          <p:nvPr/>
        </p:nvSpPr>
        <p:spPr bwMode="auto">
          <a:xfrm flipV="1">
            <a:off x="7880968" y="4743649"/>
            <a:ext cx="1992906" cy="56385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8425961" name="AutoShape 49"/>
          <p:cNvSpPr/>
          <p:nvPr/>
        </p:nvSpPr>
        <p:spPr bwMode="auto">
          <a:xfrm flipV="1">
            <a:off x="6866230" y="915017"/>
            <a:ext cx="3541780" cy="65544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4954384" name="AutoShape 50"/>
          <p:cNvSpPr/>
          <p:nvPr/>
        </p:nvSpPr>
        <p:spPr bwMode="auto">
          <a:xfrm flipV="1">
            <a:off x="6763857" y="350836"/>
            <a:ext cx="539574" cy="108380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2625227" name="AutoShape 51"/>
          <p:cNvSpPr/>
          <p:nvPr/>
        </p:nvSpPr>
        <p:spPr bwMode="auto">
          <a:xfrm>
            <a:off x="7882482" y="5405498"/>
            <a:ext cx="3363196" cy="84000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194167" name="AutoShape 52"/>
          <p:cNvSpPr/>
          <p:nvPr/>
        </p:nvSpPr>
        <p:spPr bwMode="auto">
          <a:xfrm flipH="1" flipV="1">
            <a:off x="2654194" y="443768"/>
            <a:ext cx="3841816" cy="110855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3317248" name="AutoShape 53"/>
          <p:cNvSpPr/>
          <p:nvPr/>
        </p:nvSpPr>
        <p:spPr bwMode="auto">
          <a:xfrm>
            <a:off x="7833938" y="5492370"/>
            <a:ext cx="1073882" cy="104868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102877" name="AutoShape 54"/>
          <p:cNvSpPr/>
          <p:nvPr/>
        </p:nvSpPr>
        <p:spPr bwMode="auto">
          <a:xfrm flipV="1">
            <a:off x="8917711" y="1434645"/>
            <a:ext cx="1714519" cy="154379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97645" name="AutoShape 55"/>
          <p:cNvSpPr/>
          <p:nvPr/>
        </p:nvSpPr>
        <p:spPr bwMode="auto">
          <a:xfrm flipH="1">
            <a:off x="5350781" y="5444992"/>
            <a:ext cx="2176851" cy="109605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077972" name="AutoShape 56"/>
          <p:cNvSpPr/>
          <p:nvPr/>
        </p:nvSpPr>
        <p:spPr bwMode="auto">
          <a:xfrm flipV="1">
            <a:off x="8958387" y="2477573"/>
            <a:ext cx="1878519" cy="5727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088833" name="AutoShape 57"/>
          <p:cNvSpPr/>
          <p:nvPr/>
        </p:nvSpPr>
        <p:spPr bwMode="auto">
          <a:xfrm>
            <a:off x="8907822" y="3243433"/>
            <a:ext cx="1724409" cy="180291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1591393" name="AutoShape 58"/>
          <p:cNvSpPr/>
          <p:nvPr/>
        </p:nvSpPr>
        <p:spPr bwMode="auto">
          <a:xfrm flipH="1">
            <a:off x="7779933" y="3277620"/>
            <a:ext cx="914081" cy="1909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793896" name="AutoShape 59"/>
          <p:cNvSpPr/>
          <p:nvPr/>
        </p:nvSpPr>
        <p:spPr bwMode="auto">
          <a:xfrm>
            <a:off x="6833829" y="1715921"/>
            <a:ext cx="1787548" cy="1279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868563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0761" y="377042"/>
            <a:ext cx="11730476" cy="623092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98679635" name=""/>
          <p:cNvGrpSpPr/>
          <p:nvPr/>
        </p:nvGrpSpPr>
        <p:grpSpPr bwMode="auto">
          <a:xfrm>
            <a:off x="2150888" y="460519"/>
            <a:ext cx="8063019" cy="5980812"/>
            <a:chOff x="0" y="0"/>
            <a:chExt cx="8063019" cy="5980812"/>
          </a:xfrm>
        </p:grpSpPr>
        <p:sp>
          <p:nvSpPr>
            <p:cNvPr id="739338515" name="TextBox 32"/>
            <p:cNvSpPr txBox="1"/>
            <p:nvPr/>
          </p:nvSpPr>
          <p:spPr bwMode="auto">
            <a:xfrm>
              <a:off x="236819" y="552892"/>
              <a:ext cx="7564705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7742885" name="TextBox 33"/>
            <p:cNvSpPr txBox="1"/>
            <p:nvPr/>
          </p:nvSpPr>
          <p:spPr bwMode="auto">
            <a:xfrm>
              <a:off x="450093" y="1143160"/>
              <a:ext cx="2716471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01284106" name="AutoShape 34"/>
            <p:cNvSpPr/>
            <p:nvPr/>
          </p:nvSpPr>
          <p:spPr bwMode="auto">
            <a:xfrm>
              <a:off x="4018635" y="1218439"/>
              <a:ext cx="0" cy="4082392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2807691" name="TextBox 35"/>
            <p:cNvSpPr txBox="1"/>
            <p:nvPr/>
          </p:nvSpPr>
          <p:spPr bwMode="auto">
            <a:xfrm>
              <a:off x="4871558" y="1143160"/>
              <a:ext cx="2716471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05826011" name="Rectangle: Rounded Corners 12"/>
            <p:cNvSpPr/>
            <p:nvPr/>
          </p:nvSpPr>
          <p:spPr bwMode="auto">
            <a:xfrm>
              <a:off x="0" y="0"/>
              <a:ext cx="8063021" cy="598081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820509746" name=""/>
            <p:cNvGrpSpPr/>
            <p:nvPr/>
          </p:nvGrpSpPr>
          <p:grpSpPr bwMode="auto">
            <a:xfrm>
              <a:off x="399638" y="1809869"/>
              <a:ext cx="7237756" cy="2180308"/>
              <a:chOff x="0" y="0"/>
              <a:chExt cx="7237756" cy="2180308"/>
            </a:xfrm>
          </p:grpSpPr>
          <p:sp>
            <p:nvSpPr>
              <p:cNvPr id="776321856" name="Freeform 30"/>
              <p:cNvSpPr/>
              <p:nvPr/>
            </p:nvSpPr>
            <p:spPr bwMode="auto">
              <a:xfrm rot="0" flipH="0" flipV="0">
                <a:off x="0" y="14718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185273817" name="TextBox 31"/>
              <p:cNvSpPr txBox="1"/>
              <p:nvPr/>
            </p:nvSpPr>
            <p:spPr bwMode="auto">
              <a:xfrm rot="0" flipH="0" flipV="0">
                <a:off x="0" y="0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415 141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194524234" name="Freeform 37"/>
              <p:cNvSpPr/>
              <p:nvPr/>
            </p:nvSpPr>
            <p:spPr bwMode="auto">
              <a:xfrm rot="0" flipH="0" flipV="0">
                <a:off x="4421466" y="14718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335634629" name="TextBox 38"/>
              <p:cNvSpPr txBox="1"/>
              <p:nvPr/>
            </p:nvSpPr>
            <p:spPr bwMode="auto">
              <a:xfrm rot="0" flipH="0" flipV="0">
                <a:off x="4421466" y="0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205 120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920458043" name="Freeform 40"/>
              <p:cNvSpPr/>
              <p:nvPr/>
            </p:nvSpPr>
            <p:spPr bwMode="auto">
              <a:xfrm rot="0" flipH="0" flipV="0">
                <a:off x="4421466" y="130330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796937835" name="TextBox 41"/>
              <p:cNvSpPr txBox="1"/>
              <p:nvPr/>
            </p:nvSpPr>
            <p:spPr bwMode="auto">
              <a:xfrm rot="0" flipH="0" flipV="0">
                <a:off x="4421466" y="1156119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207 867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4007022" name="TextBox 26"/>
          <p:cNvSpPr txBox="1"/>
          <p:nvPr/>
        </p:nvSpPr>
        <p:spPr bwMode="auto">
          <a:xfrm>
            <a:off x="631994" y="665016"/>
            <a:ext cx="10040482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Model kerahasiaan sistem perbankan: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97541076" name="TextBox 27"/>
          <p:cNvSpPr txBox="1"/>
          <p:nvPr/>
        </p:nvSpPr>
        <p:spPr bwMode="auto">
          <a:xfrm>
            <a:off x="631995" y="4069429"/>
            <a:ext cx="10040124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Model privasi Bitcoin: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23701704" name="Freeform 29"/>
          <p:cNvSpPr/>
          <p:nvPr/>
        </p:nvSpPr>
        <p:spPr bwMode="auto">
          <a:xfrm rot="0" flipH="0" flipV="0">
            <a:off x="7095097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3893701" name="TextBox 30"/>
          <p:cNvSpPr txBox="1"/>
          <p:nvPr/>
        </p:nvSpPr>
        <p:spPr bwMode="auto">
          <a:xfrm rot="0" flipH="0" flipV="0">
            <a:off x="7095097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Mitra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8335581" name="Freeform 32"/>
          <p:cNvSpPr/>
          <p:nvPr/>
        </p:nvSpPr>
        <p:spPr bwMode="auto">
          <a:xfrm rot="0" flipH="0" flipV="0">
            <a:off x="9525763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36026703" name="TextBox 33"/>
          <p:cNvSpPr txBox="1"/>
          <p:nvPr/>
        </p:nvSpPr>
        <p:spPr bwMode="auto">
          <a:xfrm rot="0" flipH="0" flipV="0">
            <a:off x="9525763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Publik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51490615" name="Freeform 35"/>
          <p:cNvSpPr/>
          <p:nvPr/>
        </p:nvSpPr>
        <p:spPr bwMode="auto">
          <a:xfrm rot="0" flipH="0" flipV="0">
            <a:off x="4939866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9844647" name="TextBox 36"/>
          <p:cNvSpPr txBox="1"/>
          <p:nvPr/>
        </p:nvSpPr>
        <p:spPr bwMode="auto">
          <a:xfrm rot="0" flipH="0" flipV="0">
            <a:off x="4939866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Bank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6858044" name="Freeform 38"/>
          <p:cNvSpPr/>
          <p:nvPr/>
        </p:nvSpPr>
        <p:spPr bwMode="auto">
          <a:xfrm rot="0" flipH="0" flipV="0">
            <a:off x="2784631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5116875" name="TextBox 39"/>
          <p:cNvSpPr txBox="1"/>
          <p:nvPr/>
        </p:nvSpPr>
        <p:spPr bwMode="auto">
          <a:xfrm rot="0" flipH="0" flipV="0">
            <a:off x="2784631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Transaksi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78930799" name="Freeform 41"/>
          <p:cNvSpPr/>
          <p:nvPr/>
        </p:nvSpPr>
        <p:spPr bwMode="auto">
          <a:xfrm rot="0" flipH="0" flipV="0">
            <a:off x="631994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4019827" name="TextBox 42"/>
          <p:cNvSpPr txBox="1"/>
          <p:nvPr/>
        </p:nvSpPr>
        <p:spPr bwMode="auto">
          <a:xfrm rot="0" flipH="0" flipV="0">
            <a:off x="631994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Identitas</a:t>
            </a:r>
            <a:endParaRPr/>
          </a:p>
        </p:txBody>
      </p:sp>
      <p:sp>
        <p:nvSpPr>
          <p:cNvPr id="1902395310" name="AutoShape 43"/>
          <p:cNvSpPr/>
          <p:nvPr/>
        </p:nvSpPr>
        <p:spPr bwMode="auto">
          <a:xfrm>
            <a:off x="9273481" y="147608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614404" name="Freeform 45"/>
          <p:cNvSpPr/>
          <p:nvPr/>
        </p:nvSpPr>
        <p:spPr bwMode="auto">
          <a:xfrm rot="0" flipH="0" flipV="0">
            <a:off x="520656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19334455" name="TextBox 46"/>
          <p:cNvSpPr txBox="1"/>
          <p:nvPr/>
        </p:nvSpPr>
        <p:spPr bwMode="auto">
          <a:xfrm rot="0" flipH="0" flipV="0">
            <a:off x="520656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Publik</a:t>
            </a:r>
            <a:endParaRPr/>
          </a:p>
        </p:txBody>
      </p:sp>
      <p:sp>
        <p:nvSpPr>
          <p:cNvPr id="960991375" name="Freeform 48"/>
          <p:cNvSpPr/>
          <p:nvPr/>
        </p:nvSpPr>
        <p:spPr bwMode="auto">
          <a:xfrm rot="0" flipH="0" flipV="0">
            <a:off x="3051333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7306393" name="TextBox 49"/>
          <p:cNvSpPr txBox="1"/>
          <p:nvPr/>
        </p:nvSpPr>
        <p:spPr bwMode="auto">
          <a:xfrm rot="0" flipH="0" flipV="0">
            <a:off x="3051333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Transaksi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05136195" name="Freeform 51"/>
          <p:cNvSpPr/>
          <p:nvPr/>
        </p:nvSpPr>
        <p:spPr bwMode="auto">
          <a:xfrm rot="0" flipH="0" flipV="0">
            <a:off x="63199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9311218" name="TextBox 52"/>
          <p:cNvSpPr txBox="1"/>
          <p:nvPr/>
        </p:nvSpPr>
        <p:spPr bwMode="auto">
          <a:xfrm rot="0" flipH="0" flipV="0">
            <a:off x="63199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Identitas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62476796" name="AutoShape 53"/>
          <p:cNvSpPr/>
          <p:nvPr/>
        </p:nvSpPr>
        <p:spPr bwMode="auto">
          <a:xfrm>
            <a:off x="2803683" y="487632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7863021" name="AutoShape 54"/>
          <p:cNvSpPr/>
          <p:nvPr/>
        </p:nvSpPr>
        <p:spPr bwMode="auto">
          <a:xfrm>
            <a:off x="2558627" y="227850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0958126" name="AutoShape 55"/>
          <p:cNvSpPr/>
          <p:nvPr/>
        </p:nvSpPr>
        <p:spPr bwMode="auto">
          <a:xfrm>
            <a:off x="4711266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3097845" name="AutoShape 56"/>
          <p:cNvSpPr/>
          <p:nvPr/>
        </p:nvSpPr>
        <p:spPr bwMode="auto">
          <a:xfrm>
            <a:off x="6866498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364363" name="AutoShape 57"/>
          <p:cNvSpPr/>
          <p:nvPr/>
        </p:nvSpPr>
        <p:spPr bwMode="auto">
          <a:xfrm>
            <a:off x="4977965" y="56787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1677424" name="Freeform 27"/>
          <p:cNvSpPr/>
          <p:nvPr/>
        </p:nvSpPr>
        <p:spPr bwMode="auto">
          <a:xfrm>
            <a:off x="1721347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2464836" name="Freeform 28"/>
          <p:cNvSpPr/>
          <p:nvPr/>
        </p:nvSpPr>
        <p:spPr bwMode="auto">
          <a:xfrm>
            <a:off x="4307608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6838137" name="Freeform 29"/>
          <p:cNvSpPr/>
          <p:nvPr/>
        </p:nvSpPr>
        <p:spPr bwMode="auto">
          <a:xfrm>
            <a:off x="6893946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1782328" name="Freeform 30"/>
          <p:cNvSpPr/>
          <p:nvPr/>
        </p:nvSpPr>
        <p:spPr bwMode="auto">
          <a:xfrm>
            <a:off x="9480281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930357" name="AutoShape 31"/>
          <p:cNvSpPr/>
          <p:nvPr/>
        </p:nvSpPr>
        <p:spPr bwMode="auto">
          <a:xfrm>
            <a:off x="7727384" y="2067766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1698352" name="AutoShape 33"/>
          <p:cNvSpPr/>
          <p:nvPr/>
        </p:nvSpPr>
        <p:spPr bwMode="auto">
          <a:xfrm>
            <a:off x="472874" y="2067766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3342112" name="AutoShape 34"/>
          <p:cNvSpPr/>
          <p:nvPr/>
        </p:nvSpPr>
        <p:spPr bwMode="auto">
          <a:xfrm flipV="1">
            <a:off x="10313721" y="2067766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474461" name="Freeform 36"/>
          <p:cNvSpPr/>
          <p:nvPr/>
        </p:nvSpPr>
        <p:spPr bwMode="auto">
          <a:xfrm>
            <a:off x="1721347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1309669" name="Freeform 39"/>
          <p:cNvSpPr/>
          <p:nvPr/>
        </p:nvSpPr>
        <p:spPr bwMode="auto">
          <a:xfrm>
            <a:off x="9480281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594350" name="AutoShape 40"/>
          <p:cNvSpPr/>
          <p:nvPr/>
        </p:nvSpPr>
        <p:spPr bwMode="auto">
          <a:xfrm>
            <a:off x="7727384" y="5126039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8461907" name="AutoShape 41"/>
          <p:cNvSpPr/>
          <p:nvPr/>
        </p:nvSpPr>
        <p:spPr bwMode="auto">
          <a:xfrm flipV="1">
            <a:off x="472874" y="5126039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2683053" name="AutoShape 42"/>
          <p:cNvSpPr/>
          <p:nvPr/>
        </p:nvSpPr>
        <p:spPr bwMode="auto">
          <a:xfrm>
            <a:off x="10313721" y="5126039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799322014" name=""/>
          <p:cNvGrpSpPr/>
          <p:nvPr/>
        </p:nvGrpSpPr>
        <p:grpSpPr bwMode="auto">
          <a:xfrm>
            <a:off x="2554785" y="2067765"/>
            <a:ext cx="5521491" cy="3474990"/>
            <a:chOff x="0" y="0"/>
            <a:chExt cx="5521491" cy="3474990"/>
          </a:xfrm>
        </p:grpSpPr>
        <p:sp>
          <p:nvSpPr>
            <p:cNvPr id="2002445824" name="AutoShape 26"/>
            <p:cNvSpPr/>
            <p:nvPr/>
          </p:nvSpPr>
          <p:spPr bwMode="auto">
            <a:xfrm>
              <a:off x="0" y="0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0290655" name="AutoShape 32"/>
            <p:cNvSpPr/>
            <p:nvPr/>
          </p:nvSpPr>
          <p:spPr bwMode="auto">
            <a:xfrm flipV="1">
              <a:off x="2586260" y="0"/>
              <a:ext cx="1752895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8431159" name="AutoShape 35"/>
            <p:cNvSpPr/>
            <p:nvPr/>
          </p:nvSpPr>
          <p:spPr bwMode="auto">
            <a:xfrm>
              <a:off x="0" y="3058272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2448617" name="Freeform 37"/>
            <p:cNvSpPr/>
            <p:nvPr/>
          </p:nvSpPr>
          <p:spPr bwMode="auto">
            <a:xfrm>
              <a:off x="1752821" y="2641553"/>
              <a:ext cx="833437" cy="833437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1030628" name="Freeform 38"/>
            <p:cNvSpPr/>
            <p:nvPr/>
          </p:nvSpPr>
          <p:spPr bwMode="auto">
            <a:xfrm>
              <a:off x="4339159" y="2641553"/>
              <a:ext cx="833437" cy="833437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1907248" name="AutoShape 43"/>
            <p:cNvSpPr/>
            <p:nvPr/>
          </p:nvSpPr>
          <p:spPr bwMode="auto">
            <a:xfrm>
              <a:off x="3462747" y="1782343"/>
              <a:ext cx="0" cy="7573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9540419" name="Freeform 44"/>
            <p:cNvSpPr/>
            <p:nvPr/>
          </p:nvSpPr>
          <p:spPr bwMode="auto">
            <a:xfrm>
              <a:off x="3110418" y="2705943"/>
              <a:ext cx="704656" cy="704656"/>
            </a:xfrm>
            <a:custGeom>
              <a:avLst/>
              <a:gdLst/>
              <a:ahLst/>
              <a:cxnLst/>
              <a:rect l="l" t="t" r="r" b="b"/>
              <a:pathLst>
                <a:path w="704658" h="704658" fill="norm" stroke="1" extrusionOk="0">
                  <a:moveTo>
                    <a:pt x="0" y="0"/>
                  </a:moveTo>
                  <a:lnTo>
                    <a:pt x="704658" y="0"/>
                  </a:lnTo>
                  <a:lnTo>
                    <a:pt x="704658" y="704658"/>
                  </a:lnTo>
                  <a:lnTo>
                    <a:pt x="0" y="70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8730056" name="TextBox 45"/>
            <p:cNvSpPr txBox="1"/>
            <p:nvPr/>
          </p:nvSpPr>
          <p:spPr bwMode="auto">
            <a:xfrm>
              <a:off x="1406520" y="1406764"/>
              <a:ext cx="4114971" cy="2788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3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70135862" name=""/>
          <p:cNvGrpSpPr/>
          <p:nvPr/>
        </p:nvGrpSpPr>
        <p:grpSpPr bwMode="auto">
          <a:xfrm>
            <a:off x="549311" y="312186"/>
            <a:ext cx="10022373" cy="6088986"/>
            <a:chOff x="0" y="0"/>
            <a:chExt cx="10022373" cy="6088986"/>
          </a:xfrm>
        </p:grpSpPr>
        <p:sp>
          <p:nvSpPr>
            <p:cNvPr id="226450566" name="Freeform 27"/>
            <p:cNvSpPr/>
            <p:nvPr/>
          </p:nvSpPr>
          <p:spPr bwMode="auto">
            <a:xfrm rot="0" flipH="0" flipV="0">
              <a:off x="3334054" y="156696"/>
              <a:ext cx="6688318" cy="5627934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813639918" name="TextBox 28"/>
            <p:cNvSpPr txBox="1"/>
            <p:nvPr/>
          </p:nvSpPr>
          <p:spPr bwMode="auto">
            <a:xfrm rot="0" flipH="0" flipV="0">
              <a:off x="3334054" y="0"/>
              <a:ext cx="6688318" cy="578463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689895473" name="TextBox 32"/>
            <p:cNvSpPr txBox="1"/>
            <p:nvPr/>
          </p:nvSpPr>
          <p:spPr bwMode="auto">
            <a:xfrm>
              <a:off x="3802393" y="219555"/>
              <a:ext cx="5752724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5944245" name="TextBox 33"/>
            <p:cNvSpPr txBox="1"/>
            <p:nvPr/>
          </p:nvSpPr>
          <p:spPr bwMode="auto">
            <a:xfrm>
              <a:off x="3964572" y="668416"/>
              <a:ext cx="2065959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45455287" name="TextBox 38"/>
            <p:cNvSpPr txBox="1"/>
            <p:nvPr/>
          </p:nvSpPr>
          <p:spPr bwMode="auto">
            <a:xfrm>
              <a:off x="7326808" y="668416"/>
              <a:ext cx="2065959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8808806" name="TextBox 39"/>
            <p:cNvSpPr txBox="1"/>
            <p:nvPr/>
          </p:nvSpPr>
          <p:spPr bwMode="auto">
            <a:xfrm flipH="0" flipV="0">
              <a:off x="503789" y="579976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80146165" name="Freeform 40"/>
            <p:cNvSpPr/>
            <p:nvPr/>
          </p:nvSpPr>
          <p:spPr bwMode="auto">
            <a:xfrm rot="1981001">
              <a:off x="2207664" y="1248273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0" y="0"/>
                  </a:moveTo>
                  <a:lnTo>
                    <a:pt x="992318" y="0"/>
                  </a:lnTo>
                  <a:lnTo>
                    <a:pt x="992318" y="280330"/>
                  </a:lnTo>
                  <a:lnTo>
                    <a:pt x="0" y="280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832727" name="TextBox 41"/>
            <p:cNvSpPr txBox="1"/>
            <p:nvPr/>
          </p:nvSpPr>
          <p:spPr bwMode="auto">
            <a:xfrm flipH="0" flipV="0">
              <a:off x="0" y="3596514"/>
              <a:ext cx="2900944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96711725" name="Freeform 42"/>
            <p:cNvSpPr/>
            <p:nvPr/>
          </p:nvSpPr>
          <p:spPr bwMode="auto">
            <a:xfrm rot="10008104" flipH="1">
              <a:off x="2114692" y="3210017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8" y="0"/>
                  </a:moveTo>
                  <a:lnTo>
                    <a:pt x="0" y="0"/>
                  </a:lnTo>
                  <a:lnTo>
                    <a:pt x="0" y="280330"/>
                  </a:lnTo>
                  <a:lnTo>
                    <a:pt x="992318" y="280330"/>
                  </a:lnTo>
                  <a:lnTo>
                    <a:pt x="99231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2545340" name="TextBox 52"/>
            <p:cNvSpPr txBox="1"/>
            <p:nvPr/>
          </p:nvSpPr>
          <p:spPr bwMode="auto">
            <a:xfrm flipH="0" flipV="0">
              <a:off x="203827" y="1826557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81678378" name="Freeform 53"/>
            <p:cNvSpPr/>
            <p:nvPr/>
          </p:nvSpPr>
          <p:spPr bwMode="auto">
            <a:xfrm rot="731793">
              <a:off x="2032286" y="2355332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0" y="0"/>
                  </a:moveTo>
                  <a:lnTo>
                    <a:pt x="992318" y="0"/>
                  </a:lnTo>
                  <a:lnTo>
                    <a:pt x="992318" y="280330"/>
                  </a:lnTo>
                  <a:lnTo>
                    <a:pt x="0" y="280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1598958" name="TextBox 54"/>
            <p:cNvSpPr txBox="1"/>
            <p:nvPr/>
          </p:nvSpPr>
          <p:spPr bwMode="auto">
            <a:xfrm flipH="0" flipV="0">
              <a:off x="410214" y="4781146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20469110" name="TextBox 55"/>
            <p:cNvSpPr txBox="1"/>
            <p:nvPr/>
          </p:nvSpPr>
          <p:spPr bwMode="auto">
            <a:xfrm flipH="0" flipV="0">
              <a:off x="74417" y="5742297"/>
              <a:ext cx="2940545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41207274" name="Freeform 56"/>
            <p:cNvSpPr/>
            <p:nvPr/>
          </p:nvSpPr>
          <p:spPr bwMode="auto">
            <a:xfrm rot="9117488" flipH="1">
              <a:off x="2125942" y="4287433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7" y="0"/>
                  </a:moveTo>
                  <a:lnTo>
                    <a:pt x="0" y="0"/>
                  </a:lnTo>
                  <a:lnTo>
                    <a:pt x="0" y="280330"/>
                  </a:lnTo>
                  <a:lnTo>
                    <a:pt x="992317" y="280330"/>
                  </a:lnTo>
                  <a:lnTo>
                    <a:pt x="992317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698664" name="Freeform 57"/>
            <p:cNvSpPr/>
            <p:nvPr/>
          </p:nvSpPr>
          <p:spPr bwMode="auto">
            <a:xfrm rot="9379580" flipH="1">
              <a:off x="2116296" y="5277954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7" y="0"/>
                  </a:moveTo>
                  <a:lnTo>
                    <a:pt x="0" y="0"/>
                  </a:lnTo>
                  <a:lnTo>
                    <a:pt x="0" y="280329"/>
                  </a:lnTo>
                  <a:lnTo>
                    <a:pt x="992317" y="280329"/>
                  </a:lnTo>
                  <a:lnTo>
                    <a:pt x="992317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155729745" name=""/>
            <p:cNvGrpSpPr/>
            <p:nvPr/>
          </p:nvGrpSpPr>
          <p:grpSpPr bwMode="auto">
            <a:xfrm>
              <a:off x="3651248" y="1027480"/>
              <a:ext cx="6061158" cy="4518280"/>
              <a:chOff x="0" y="0"/>
              <a:chExt cx="6061158" cy="4518280"/>
            </a:xfrm>
          </p:grpSpPr>
          <p:sp>
            <p:nvSpPr>
              <p:cNvPr id="826421348" name="Freeform 30"/>
              <p:cNvSpPr/>
              <p:nvPr/>
            </p:nvSpPr>
            <p:spPr bwMode="auto">
              <a:xfrm rot="0" flipH="0" flipV="0">
                <a:off x="0" y="264011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834252061" name="TextBox 31"/>
              <p:cNvSpPr txBox="1"/>
              <p:nvPr/>
            </p:nvSpPr>
            <p:spPr bwMode="auto">
              <a:xfrm rot="0" flipH="0" flipV="0">
                <a:off x="0" y="107313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00223077" name="AutoShape 34"/>
              <p:cNvSpPr/>
              <p:nvPr/>
            </p:nvSpPr>
            <p:spPr bwMode="auto">
              <a:xfrm flipH="0" flipV="0">
                <a:off x="3026964" y="0"/>
                <a:ext cx="0" cy="448248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2050685255" name="Freeform 36"/>
              <p:cNvSpPr/>
              <p:nvPr/>
            </p:nvSpPr>
            <p:spPr bwMode="auto">
              <a:xfrm rot="0" flipH="0" flipV="0">
                <a:off x="0" y="1160852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347995553" name="TextBox 37"/>
              <p:cNvSpPr txBox="1"/>
              <p:nvPr/>
            </p:nvSpPr>
            <p:spPr bwMode="auto">
              <a:xfrm rot="0" flipH="0" flipV="0">
                <a:off x="0" y="1004154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18731454" name="Freeform 44"/>
              <p:cNvSpPr/>
              <p:nvPr/>
            </p:nvSpPr>
            <p:spPr bwMode="auto">
              <a:xfrm rot="0" flipH="0" flipV="0">
                <a:off x="171" y="2057695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366828647" name="TextBox 45"/>
              <p:cNvSpPr txBox="1"/>
              <p:nvPr/>
            </p:nvSpPr>
            <p:spPr bwMode="auto">
              <a:xfrm rot="0" flipH="0" flipV="0">
                <a:off x="171" y="1900997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31106213" name="Freeform 47"/>
              <p:cNvSpPr/>
              <p:nvPr/>
            </p:nvSpPr>
            <p:spPr bwMode="auto">
              <a:xfrm rot="0" flipH="0" flipV="0">
                <a:off x="171" y="2954536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502263614" name="TextBox 48"/>
              <p:cNvSpPr txBox="1"/>
              <p:nvPr/>
            </p:nvSpPr>
            <p:spPr bwMode="auto">
              <a:xfrm rot="0" flipH="0" flipV="0">
                <a:off x="171" y="2797838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61482835" name="Freeform 50"/>
              <p:cNvSpPr/>
              <p:nvPr/>
            </p:nvSpPr>
            <p:spPr bwMode="auto">
              <a:xfrm rot="0" flipH="0" flipV="0">
                <a:off x="171" y="3851379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350787987" name="TextBox 51"/>
              <p:cNvSpPr txBox="1"/>
              <p:nvPr/>
            </p:nvSpPr>
            <p:spPr bwMode="auto">
              <a:xfrm rot="0" flipH="0" flipV="0">
                <a:off x="171" y="3694681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64367025" name="Freeform 59"/>
              <p:cNvSpPr/>
              <p:nvPr/>
            </p:nvSpPr>
            <p:spPr bwMode="auto">
              <a:xfrm rot="0" flipH="0" flipV="0">
                <a:off x="3362234" y="264011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442382667" name="TextBox 60"/>
              <p:cNvSpPr txBox="1"/>
              <p:nvPr/>
            </p:nvSpPr>
            <p:spPr bwMode="auto">
              <a:xfrm rot="0" flipH="0" flipV="0">
                <a:off x="3362234" y="107313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58750084" name="Freeform 62"/>
              <p:cNvSpPr/>
              <p:nvPr/>
            </p:nvSpPr>
            <p:spPr bwMode="auto">
              <a:xfrm rot="0" flipH="0" flipV="0">
                <a:off x="3362234" y="1160852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997936550" name="TextBox 63"/>
              <p:cNvSpPr txBox="1"/>
              <p:nvPr/>
            </p:nvSpPr>
            <p:spPr bwMode="auto">
              <a:xfrm rot="0" flipH="0" flipV="0">
                <a:off x="3362234" y="1004154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49592425" name="Freeform 65"/>
              <p:cNvSpPr/>
              <p:nvPr/>
            </p:nvSpPr>
            <p:spPr bwMode="auto">
              <a:xfrm rot="0" flipH="0" flipV="0">
                <a:off x="3362409" y="2057695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446262257" name="TextBox 66"/>
              <p:cNvSpPr txBox="1"/>
              <p:nvPr/>
            </p:nvSpPr>
            <p:spPr bwMode="auto">
              <a:xfrm rot="0" flipH="0" flipV="0">
                <a:off x="3362409" y="1900997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14785230" name="Freeform 68"/>
              <p:cNvSpPr/>
              <p:nvPr/>
            </p:nvSpPr>
            <p:spPr bwMode="auto">
              <a:xfrm rot="0" flipH="0" flipV="0">
                <a:off x="3362409" y="2954536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396840801" name="TextBox 69"/>
              <p:cNvSpPr txBox="1"/>
              <p:nvPr/>
            </p:nvSpPr>
            <p:spPr bwMode="auto">
              <a:xfrm rot="0" flipH="0" flipV="0">
                <a:off x="3362409" y="2797838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58683636" name="Freeform 71"/>
              <p:cNvSpPr/>
              <p:nvPr/>
            </p:nvSpPr>
            <p:spPr bwMode="auto">
              <a:xfrm rot="0" flipH="0" flipV="0">
                <a:off x="3362409" y="3851379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501919127" name="TextBox 72"/>
              <p:cNvSpPr txBox="1"/>
              <p:nvPr/>
            </p:nvSpPr>
            <p:spPr bwMode="auto">
              <a:xfrm rot="0" flipH="0" flipV="0">
                <a:off x="3362409" y="3694681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73187915" name=""/>
          <p:cNvGrpSpPr/>
          <p:nvPr/>
        </p:nvGrpSpPr>
        <p:grpSpPr bwMode="auto">
          <a:xfrm>
            <a:off x="242545" y="331769"/>
            <a:ext cx="11555181" cy="5956122"/>
            <a:chOff x="0" y="0"/>
            <a:chExt cx="11555181" cy="5956122"/>
          </a:xfrm>
        </p:grpSpPr>
        <p:sp>
          <p:nvSpPr>
            <p:cNvPr id="121829509" name="Freeform 27"/>
            <p:cNvSpPr/>
            <p:nvPr/>
          </p:nvSpPr>
          <p:spPr bwMode="auto">
            <a:xfrm rot="0" flipH="0" flipV="0">
              <a:off x="2831168" y="152725"/>
              <a:ext cx="6518772" cy="5485268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740076528" name="TextBox 28"/>
            <p:cNvSpPr txBox="1"/>
            <p:nvPr/>
          </p:nvSpPr>
          <p:spPr bwMode="auto">
            <a:xfrm rot="0" flipH="0" flipV="0">
              <a:off x="2831168" y="0"/>
              <a:ext cx="6518772" cy="56379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829652348" name="TextBox 32"/>
            <p:cNvSpPr txBox="1"/>
            <p:nvPr/>
          </p:nvSpPr>
          <p:spPr bwMode="auto">
            <a:xfrm>
              <a:off x="3287635" y="203260"/>
              <a:ext cx="5607282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2027184902" name="TextBox 33"/>
            <p:cNvSpPr txBox="1"/>
            <p:nvPr/>
          </p:nvSpPr>
          <p:spPr bwMode="auto">
            <a:xfrm>
              <a:off x="3445702" y="640742"/>
              <a:ext cx="2013975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110970801" name="TextBox 38"/>
            <p:cNvSpPr txBox="1"/>
            <p:nvPr/>
          </p:nvSpPr>
          <p:spPr bwMode="auto">
            <a:xfrm>
              <a:off x="6722708" y="640742"/>
              <a:ext cx="2013975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470199151" name="TextBox 39"/>
            <p:cNvSpPr txBox="1"/>
            <p:nvPr/>
          </p:nvSpPr>
          <p:spPr bwMode="auto">
            <a:xfrm flipH="0" flipV="0">
              <a:off x="441702" y="586738"/>
              <a:ext cx="2174103" cy="3377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92924214" name="Freeform 40"/>
            <p:cNvSpPr/>
            <p:nvPr/>
          </p:nvSpPr>
          <p:spPr bwMode="auto">
            <a:xfrm rot="1981001">
              <a:off x="1733332" y="1216631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578566" name="TextBox 41"/>
            <p:cNvSpPr txBox="1"/>
            <p:nvPr/>
          </p:nvSpPr>
          <p:spPr bwMode="auto">
            <a:xfrm flipH="0" flipV="0">
              <a:off x="0" y="3526810"/>
              <a:ext cx="2411316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61918903" name="Freeform 42"/>
            <p:cNvSpPr/>
            <p:nvPr/>
          </p:nvSpPr>
          <p:spPr bwMode="auto">
            <a:xfrm rot="10008104" flipH="1">
              <a:off x="1642718" y="312864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2" y="0"/>
                  </a:moveTo>
                  <a:lnTo>
                    <a:pt x="0" y="0"/>
                  </a:lnTo>
                  <a:lnTo>
                    <a:pt x="0" y="273224"/>
                  </a:lnTo>
                  <a:lnTo>
                    <a:pt x="967162" y="273224"/>
                  </a:lnTo>
                  <a:lnTo>
                    <a:pt x="967162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0434181" name="TextBox 43"/>
            <p:cNvSpPr txBox="1"/>
            <p:nvPr/>
          </p:nvSpPr>
          <p:spPr bwMode="auto">
            <a:xfrm>
              <a:off x="9671225" y="417649"/>
              <a:ext cx="1560116" cy="3380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99347649" name="Freeform 44"/>
            <p:cNvSpPr/>
            <p:nvPr/>
          </p:nvSpPr>
          <p:spPr bwMode="auto">
            <a:xfrm rot="-423529" flipH="1">
              <a:off x="9563418" y="2353556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2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2" y="273223"/>
                  </a:lnTo>
                  <a:lnTo>
                    <a:pt x="96716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5813297" name="TextBox 45"/>
            <p:cNvSpPr txBox="1"/>
            <p:nvPr/>
          </p:nvSpPr>
          <p:spPr bwMode="auto">
            <a:xfrm>
              <a:off x="9901910" y="1914378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132678660" name="Freeform 46"/>
            <p:cNvSpPr/>
            <p:nvPr/>
          </p:nvSpPr>
          <p:spPr bwMode="auto">
            <a:xfrm rot="-2557580" flipH="1">
              <a:off x="9452602" y="112214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4"/>
                  </a:lnTo>
                  <a:lnTo>
                    <a:pt x="967163" y="273224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0455210" name="Freeform 47"/>
            <p:cNvSpPr/>
            <p:nvPr/>
          </p:nvSpPr>
          <p:spPr bwMode="auto">
            <a:xfrm rot="-10662274">
              <a:off x="9450635" y="3077943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2" y="0"/>
                  </a:lnTo>
                  <a:lnTo>
                    <a:pt x="967162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091717" name="TextBox 48"/>
            <p:cNvSpPr txBox="1"/>
            <p:nvPr/>
          </p:nvSpPr>
          <p:spPr bwMode="auto">
            <a:xfrm>
              <a:off x="9765083" y="3400371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067981762" name="Freeform 49"/>
            <p:cNvSpPr/>
            <p:nvPr/>
          </p:nvSpPr>
          <p:spPr bwMode="auto">
            <a:xfrm rot="-9983765">
              <a:off x="9464117" y="409309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2" y="0"/>
                  </a:lnTo>
                  <a:lnTo>
                    <a:pt x="967162" y="273223"/>
                  </a:lnTo>
                  <a:lnTo>
                    <a:pt x="0" y="2732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76389" name="TextBox 50"/>
            <p:cNvSpPr txBox="1"/>
            <p:nvPr/>
          </p:nvSpPr>
          <p:spPr bwMode="auto">
            <a:xfrm>
              <a:off x="9901910" y="4471695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243505720" name="TextBox 60"/>
            <p:cNvSpPr txBox="1"/>
            <p:nvPr/>
          </p:nvSpPr>
          <p:spPr bwMode="auto">
            <a:xfrm flipH="0" flipV="0">
              <a:off x="150882" y="1801716"/>
              <a:ext cx="2168605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91648605" name="Freeform 61"/>
            <p:cNvSpPr/>
            <p:nvPr/>
          </p:nvSpPr>
          <p:spPr bwMode="auto">
            <a:xfrm rot="731793">
              <a:off x="1562400" y="2295628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3"/>
                  </a:lnTo>
                  <a:lnTo>
                    <a:pt x="0" y="2732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3391464" name="TextBox 62"/>
            <p:cNvSpPr txBox="1"/>
            <p:nvPr/>
          </p:nvSpPr>
          <p:spPr bwMode="auto">
            <a:xfrm flipH="0" flipV="0">
              <a:off x="350920" y="4681411"/>
              <a:ext cx="2172603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52509121" name="TextBox 63"/>
            <p:cNvSpPr txBox="1"/>
            <p:nvPr/>
          </p:nvSpPr>
          <p:spPr bwMode="auto">
            <a:xfrm flipH="0" flipV="0">
              <a:off x="72356" y="5618197"/>
              <a:ext cx="2449368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46687967" name="Freeform 64"/>
            <p:cNvSpPr/>
            <p:nvPr/>
          </p:nvSpPr>
          <p:spPr bwMode="auto">
            <a:xfrm rot="9117488" flipH="1">
              <a:off x="1653680" y="4178750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3" y="273223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7377318" name="Freeform 65"/>
            <p:cNvSpPr/>
            <p:nvPr/>
          </p:nvSpPr>
          <p:spPr bwMode="auto">
            <a:xfrm rot="9379580" flipH="1">
              <a:off x="1644278" y="5144162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3" y="273223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0830045" name="Freeform 66"/>
            <p:cNvSpPr/>
            <p:nvPr/>
          </p:nvSpPr>
          <p:spPr bwMode="auto">
            <a:xfrm rot="-9983765">
              <a:off x="9555471" y="499469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5618338" name="TextBox 67"/>
            <p:cNvSpPr txBox="1"/>
            <p:nvPr/>
          </p:nvSpPr>
          <p:spPr bwMode="auto">
            <a:xfrm flipH="0" flipV="0">
              <a:off x="9993264" y="5373293"/>
              <a:ext cx="1561916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216533261" name=""/>
            <p:cNvGrpSpPr/>
            <p:nvPr/>
          </p:nvGrpSpPr>
          <p:grpSpPr bwMode="auto">
            <a:xfrm>
              <a:off x="3203952" y="1083398"/>
              <a:ext cx="5833048" cy="4321782"/>
              <a:chOff x="0" y="0"/>
              <a:chExt cx="5833048" cy="4321782"/>
            </a:xfrm>
          </p:grpSpPr>
          <p:sp>
            <p:nvSpPr>
              <p:cNvPr id="746675543" name="Freeform 30"/>
              <p:cNvSpPr/>
              <p:nvPr/>
            </p:nvSpPr>
            <p:spPr bwMode="auto">
              <a:xfrm rot="0" flipH="0" flipV="0">
                <a:off x="0" y="175358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17081435" name="TextBox 31"/>
              <p:cNvSpPr txBox="1"/>
              <p:nvPr/>
            </p:nvSpPr>
            <p:spPr bwMode="auto">
              <a:xfrm rot="0" flipH="0" flipV="0">
                <a:off x="0" y="22632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1096809" name="AutoShape 34"/>
              <p:cNvSpPr/>
              <p:nvPr/>
            </p:nvSpPr>
            <p:spPr bwMode="auto">
              <a:xfrm flipH="0" flipV="0">
                <a:off x="2886606" y="0"/>
                <a:ext cx="0" cy="4250158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858076245" name="Freeform 36"/>
              <p:cNvSpPr/>
              <p:nvPr/>
            </p:nvSpPr>
            <p:spPr bwMode="auto">
              <a:xfrm rot="0" flipH="0" flipV="0">
                <a:off x="0" y="1049465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32349654" name="TextBox 37"/>
              <p:cNvSpPr txBox="1"/>
              <p:nvPr/>
            </p:nvSpPr>
            <p:spPr bwMode="auto">
              <a:xfrm rot="0" flipH="0" flipV="0">
                <a:off x="0" y="896739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6862891" name="Freeform 52"/>
              <p:cNvSpPr/>
              <p:nvPr/>
            </p:nvSpPr>
            <p:spPr bwMode="auto">
              <a:xfrm rot="0" flipH="0" flipV="0">
                <a:off x="167" y="1923571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84498870" name="TextBox 53"/>
              <p:cNvSpPr txBox="1"/>
              <p:nvPr/>
            </p:nvSpPr>
            <p:spPr bwMode="auto">
              <a:xfrm rot="0" flipH="0" flipV="0">
                <a:off x="167" y="1770845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11672434" name="Freeform 55"/>
              <p:cNvSpPr/>
              <p:nvPr/>
            </p:nvSpPr>
            <p:spPr bwMode="auto">
              <a:xfrm rot="0" flipH="0" flipV="0">
                <a:off x="167" y="2797679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34237911" name="TextBox 56"/>
              <p:cNvSpPr txBox="1"/>
              <p:nvPr/>
            </p:nvSpPr>
            <p:spPr bwMode="auto">
              <a:xfrm rot="0" flipH="0" flipV="0">
                <a:off x="167" y="2644953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95251664" name="Freeform 58"/>
              <p:cNvSpPr/>
              <p:nvPr/>
            </p:nvSpPr>
            <p:spPr bwMode="auto">
              <a:xfrm rot="0" flipH="0" flipV="0">
                <a:off x="167" y="3671786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27048814" name="TextBox 59"/>
              <p:cNvSpPr txBox="1"/>
              <p:nvPr/>
            </p:nvSpPr>
            <p:spPr bwMode="auto">
              <a:xfrm rot="0" flipH="0" flipV="0">
                <a:off x="167" y="3519060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55234019" name="Freeform 69"/>
              <p:cNvSpPr/>
              <p:nvPr/>
            </p:nvSpPr>
            <p:spPr bwMode="auto">
              <a:xfrm rot="0" flipH="0" flipV="0">
                <a:off x="3277004" y="175358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64590998" name="TextBox 70"/>
              <p:cNvSpPr txBox="1"/>
              <p:nvPr/>
            </p:nvSpPr>
            <p:spPr bwMode="auto">
              <a:xfrm rot="0" flipH="0" flipV="0">
                <a:off x="3277004" y="22632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0517129" name="Freeform 72"/>
              <p:cNvSpPr/>
              <p:nvPr/>
            </p:nvSpPr>
            <p:spPr bwMode="auto">
              <a:xfrm rot="0" flipH="0" flipV="0">
                <a:off x="3277004" y="1049465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91427854" name="TextBox 73"/>
              <p:cNvSpPr txBox="1"/>
              <p:nvPr/>
            </p:nvSpPr>
            <p:spPr bwMode="auto">
              <a:xfrm rot="0" flipH="0" flipV="0">
                <a:off x="3277004" y="896739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25570734" name="Freeform 75"/>
              <p:cNvSpPr/>
              <p:nvPr/>
            </p:nvSpPr>
            <p:spPr bwMode="auto">
              <a:xfrm rot="0" flipH="0" flipV="0">
                <a:off x="3277174" y="1923571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17969429" name="TextBox 76"/>
              <p:cNvSpPr txBox="1"/>
              <p:nvPr/>
            </p:nvSpPr>
            <p:spPr bwMode="auto">
              <a:xfrm rot="0" flipH="0" flipV="0">
                <a:off x="3277174" y="1770845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70458803" name="Freeform 78"/>
              <p:cNvSpPr/>
              <p:nvPr/>
            </p:nvSpPr>
            <p:spPr bwMode="auto">
              <a:xfrm rot="0" flipH="0" flipV="0">
                <a:off x="3277174" y="2797679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03202991" name="TextBox 79"/>
              <p:cNvSpPr txBox="1"/>
              <p:nvPr/>
            </p:nvSpPr>
            <p:spPr bwMode="auto">
              <a:xfrm rot="0" flipH="0" flipV="0">
                <a:off x="3277174" y="2644953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60365595" name="Freeform 81"/>
              <p:cNvSpPr/>
              <p:nvPr/>
            </p:nvSpPr>
            <p:spPr bwMode="auto">
              <a:xfrm rot="0" flipH="0" flipV="0">
                <a:off x="3277174" y="3671786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11684720" name="TextBox 82"/>
              <p:cNvSpPr txBox="1"/>
              <p:nvPr/>
            </p:nvSpPr>
            <p:spPr bwMode="auto">
              <a:xfrm rot="0" flipH="0" flipV="0">
                <a:off x="3277174" y="3519060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82232866" name=""/>
          <p:cNvGrpSpPr/>
          <p:nvPr/>
        </p:nvGrpSpPr>
        <p:grpSpPr bwMode="auto">
          <a:xfrm>
            <a:off x="266856" y="426332"/>
            <a:ext cx="10157112" cy="5968202"/>
            <a:chOff x="0" y="0"/>
            <a:chExt cx="10157112" cy="5968202"/>
          </a:xfrm>
        </p:grpSpPr>
        <p:sp>
          <p:nvSpPr>
            <p:cNvPr id="2008903696" name="Freeform 27"/>
            <p:cNvSpPr/>
            <p:nvPr/>
          </p:nvSpPr>
          <p:spPr bwMode="auto">
            <a:xfrm rot="0" flipH="0" flipV="0">
              <a:off x="3681516" y="226127"/>
              <a:ext cx="6475595" cy="5448936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05916287" name="TextBox 28"/>
            <p:cNvSpPr txBox="1"/>
            <p:nvPr/>
          </p:nvSpPr>
          <p:spPr bwMode="auto">
            <a:xfrm rot="0" flipH="0" flipV="0">
              <a:off x="3681516" y="0"/>
              <a:ext cx="6475595" cy="560065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019374040" name="TextBox 32"/>
            <p:cNvSpPr txBox="1"/>
            <p:nvPr/>
          </p:nvSpPr>
          <p:spPr bwMode="auto">
            <a:xfrm>
              <a:off x="4134960" y="275949"/>
              <a:ext cx="5570151" cy="4157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70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672967263" name="TextBox 33"/>
            <p:cNvSpPr txBox="1"/>
            <p:nvPr/>
          </p:nvSpPr>
          <p:spPr bwMode="auto">
            <a:xfrm>
              <a:off x="4291977" y="710531"/>
              <a:ext cx="2000643" cy="4157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7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688477701" name="TextBox 38"/>
            <p:cNvSpPr txBox="1"/>
            <p:nvPr/>
          </p:nvSpPr>
          <p:spPr bwMode="auto">
            <a:xfrm flipH="0" flipV="0">
              <a:off x="695204" y="634429"/>
              <a:ext cx="2766673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17532028" name="Freeform 39"/>
            <p:cNvSpPr/>
            <p:nvPr/>
          </p:nvSpPr>
          <p:spPr bwMode="auto">
            <a:xfrm rot="1981001">
              <a:off x="2590951" y="128298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0" y="0"/>
                  </a:moveTo>
                  <a:lnTo>
                    <a:pt x="960756" y="0"/>
                  </a:lnTo>
                  <a:lnTo>
                    <a:pt x="960756" y="271413"/>
                  </a:lnTo>
                  <a:lnTo>
                    <a:pt x="0" y="2714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4662697" name="TextBox 40"/>
            <p:cNvSpPr txBox="1"/>
            <p:nvPr/>
          </p:nvSpPr>
          <p:spPr bwMode="auto">
            <a:xfrm flipH="0" flipV="0">
              <a:off x="0" y="3555028"/>
              <a:ext cx="3262332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82767946" name="Freeform 41"/>
            <p:cNvSpPr/>
            <p:nvPr/>
          </p:nvSpPr>
          <p:spPr bwMode="auto">
            <a:xfrm rot="10008104" flipH="1">
              <a:off x="2500938" y="3182338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6" y="0"/>
                  </a:moveTo>
                  <a:lnTo>
                    <a:pt x="0" y="0"/>
                  </a:lnTo>
                  <a:lnTo>
                    <a:pt x="0" y="271413"/>
                  </a:lnTo>
                  <a:lnTo>
                    <a:pt x="960756" y="271413"/>
                  </a:lnTo>
                  <a:lnTo>
                    <a:pt x="960756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858886" name="TextBox 51"/>
            <p:cNvSpPr txBox="1"/>
            <p:nvPr/>
          </p:nvSpPr>
          <p:spPr bwMode="auto">
            <a:xfrm flipH="0" flipV="0">
              <a:off x="404218" y="1841362"/>
              <a:ext cx="2767959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5037353" name="Freeform 52"/>
            <p:cNvSpPr/>
            <p:nvPr/>
          </p:nvSpPr>
          <p:spPr bwMode="auto">
            <a:xfrm rot="731793">
              <a:off x="2421151" y="235483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0" y="0"/>
                  </a:moveTo>
                  <a:lnTo>
                    <a:pt x="960757" y="0"/>
                  </a:lnTo>
                  <a:lnTo>
                    <a:pt x="960757" y="271414"/>
                  </a:lnTo>
                  <a:lnTo>
                    <a:pt x="0" y="271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2958366" name="TextBox 53"/>
            <p:cNvSpPr txBox="1"/>
            <p:nvPr/>
          </p:nvSpPr>
          <p:spPr bwMode="auto">
            <a:xfrm flipH="0" flipV="0">
              <a:off x="603759" y="4701981"/>
              <a:ext cx="2768601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67493356" name="TextBox 54"/>
            <p:cNvSpPr txBox="1"/>
            <p:nvPr/>
          </p:nvSpPr>
          <p:spPr bwMode="auto">
            <a:xfrm flipH="0" flipV="0">
              <a:off x="603759" y="5632563"/>
              <a:ext cx="2768601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Frank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83316301" name="Freeform 55"/>
            <p:cNvSpPr/>
            <p:nvPr/>
          </p:nvSpPr>
          <p:spPr bwMode="auto">
            <a:xfrm rot="9117488" flipH="1">
              <a:off x="2511828" y="422548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6" y="0"/>
                  </a:moveTo>
                  <a:lnTo>
                    <a:pt x="0" y="0"/>
                  </a:lnTo>
                  <a:lnTo>
                    <a:pt x="0" y="271414"/>
                  </a:lnTo>
                  <a:lnTo>
                    <a:pt x="960756" y="271414"/>
                  </a:lnTo>
                  <a:lnTo>
                    <a:pt x="960756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5885318" name="Freeform 56"/>
            <p:cNvSpPr/>
            <p:nvPr/>
          </p:nvSpPr>
          <p:spPr bwMode="auto">
            <a:xfrm rot="9379580" flipH="1">
              <a:off x="2502485" y="5184504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7" y="0"/>
                  </a:moveTo>
                  <a:lnTo>
                    <a:pt x="0" y="0"/>
                  </a:lnTo>
                  <a:lnTo>
                    <a:pt x="0" y="271414"/>
                  </a:lnTo>
                  <a:lnTo>
                    <a:pt x="960757" y="271414"/>
                  </a:lnTo>
                  <a:lnTo>
                    <a:pt x="960757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085646199" name=""/>
            <p:cNvGrpSpPr/>
            <p:nvPr/>
          </p:nvGrpSpPr>
          <p:grpSpPr bwMode="auto">
            <a:xfrm>
              <a:off x="3933703" y="1200722"/>
              <a:ext cx="2985609" cy="4243068"/>
              <a:chOff x="0" y="0"/>
              <a:chExt cx="2985609" cy="4243068"/>
            </a:xfrm>
          </p:grpSpPr>
          <p:sp>
            <p:nvSpPr>
              <p:cNvPr id="451044058" name="Freeform 30"/>
              <p:cNvSpPr/>
              <p:nvPr/>
            </p:nvSpPr>
            <p:spPr bwMode="auto">
              <a:xfrm rot="0" flipH="0" flipV="0">
                <a:off x="0" y="124109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76112455" name="TextBox 31"/>
              <p:cNvSpPr txBox="1"/>
              <p:nvPr/>
            </p:nvSpPr>
            <p:spPr bwMode="auto">
              <a:xfrm rot="0" flipH="0" flipV="0">
                <a:off x="0" y="0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2284272" name="AutoShape 34"/>
              <p:cNvSpPr/>
              <p:nvPr/>
            </p:nvSpPr>
            <p:spPr bwMode="auto">
              <a:xfrm flipH="0" flipV="0">
                <a:off x="2985609" y="70010"/>
                <a:ext cx="0" cy="4173055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699077098" name="Freeform 36"/>
              <p:cNvSpPr/>
              <p:nvPr/>
            </p:nvSpPr>
            <p:spPr bwMode="auto">
              <a:xfrm rot="0" flipH="0" flipV="0">
                <a:off x="0" y="992426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24369019" name="TextBox 37"/>
              <p:cNvSpPr txBox="1"/>
              <p:nvPr/>
            </p:nvSpPr>
            <p:spPr bwMode="auto">
              <a:xfrm rot="0" flipH="0" flipV="0">
                <a:off x="0" y="840712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90500110" name="Freeform 43"/>
              <p:cNvSpPr/>
              <p:nvPr/>
            </p:nvSpPr>
            <p:spPr bwMode="auto">
              <a:xfrm rot="0" flipH="0" flipV="0">
                <a:off x="166" y="1860743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17948920" name="TextBox 44"/>
              <p:cNvSpPr txBox="1"/>
              <p:nvPr/>
            </p:nvSpPr>
            <p:spPr bwMode="auto">
              <a:xfrm rot="0" flipH="0" flipV="0">
                <a:off x="166" y="1709029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768674361" name="Freeform 46"/>
              <p:cNvSpPr/>
              <p:nvPr/>
            </p:nvSpPr>
            <p:spPr bwMode="auto">
              <a:xfrm rot="0" flipH="0" flipV="0">
                <a:off x="166" y="2729062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5825783" name="TextBox 47"/>
              <p:cNvSpPr txBox="1"/>
              <p:nvPr/>
            </p:nvSpPr>
            <p:spPr bwMode="auto">
              <a:xfrm rot="0" flipH="0" flipV="0">
                <a:off x="166" y="2577348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23254587" name="Freeform 49"/>
              <p:cNvSpPr/>
              <p:nvPr/>
            </p:nvSpPr>
            <p:spPr bwMode="auto">
              <a:xfrm rot="0" flipH="0" flipV="0">
                <a:off x="166" y="3597379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8863444" name="TextBox 50"/>
              <p:cNvSpPr txBox="1"/>
              <p:nvPr/>
            </p:nvSpPr>
            <p:spPr bwMode="auto">
              <a:xfrm rot="0" flipH="0" flipV="0">
                <a:off x="166" y="3445664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97596742" name=""/>
          <p:cNvGrpSpPr/>
          <p:nvPr/>
        </p:nvGrpSpPr>
        <p:grpSpPr bwMode="auto">
          <a:xfrm>
            <a:off x="314153" y="352038"/>
            <a:ext cx="11449479" cy="6039867"/>
            <a:chOff x="0" y="0"/>
            <a:chExt cx="11449479" cy="6039867"/>
          </a:xfrm>
        </p:grpSpPr>
        <p:sp>
          <p:nvSpPr>
            <p:cNvPr id="2055310402" name="Freeform 27"/>
            <p:cNvSpPr/>
            <p:nvPr/>
          </p:nvSpPr>
          <p:spPr bwMode="auto">
            <a:xfrm rot="0" flipH="0" flipV="0">
              <a:off x="2572425" y="155444"/>
              <a:ext cx="6634805" cy="5582907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75802010" name="TextBox 28"/>
            <p:cNvSpPr txBox="1"/>
            <p:nvPr/>
          </p:nvSpPr>
          <p:spPr bwMode="auto">
            <a:xfrm rot="0" flipH="0" flipV="0">
              <a:off x="2572425" y="0"/>
              <a:ext cx="6634805" cy="573835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798912404" name="TextBox 32"/>
            <p:cNvSpPr txBox="1"/>
            <p:nvPr/>
          </p:nvSpPr>
          <p:spPr bwMode="auto">
            <a:xfrm>
              <a:off x="3037016" y="207894"/>
              <a:ext cx="5706705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676180671" name="TextBox 33"/>
            <p:cNvSpPr txBox="1"/>
            <p:nvPr/>
          </p:nvSpPr>
          <p:spPr bwMode="auto">
            <a:xfrm>
              <a:off x="3197898" y="653164"/>
              <a:ext cx="2049436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394063" name="TextBox 38"/>
            <p:cNvSpPr txBox="1"/>
            <p:nvPr/>
          </p:nvSpPr>
          <p:spPr bwMode="auto">
            <a:xfrm>
              <a:off x="6533232" y="653164"/>
              <a:ext cx="2049436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0082606" name="TextBox 39"/>
            <p:cNvSpPr txBox="1"/>
            <p:nvPr/>
          </p:nvSpPr>
          <p:spPr bwMode="auto">
            <a:xfrm flipH="0" flipV="0">
              <a:off x="397381" y="598004"/>
              <a:ext cx="195064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89047973" name="Freeform 40"/>
            <p:cNvSpPr/>
            <p:nvPr/>
          </p:nvSpPr>
          <p:spPr bwMode="auto">
            <a:xfrm rot="1981001">
              <a:off x="1455048" y="1238288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9618449" name="TextBox 41"/>
            <p:cNvSpPr txBox="1"/>
            <p:nvPr/>
          </p:nvSpPr>
          <p:spPr bwMode="auto">
            <a:xfrm flipH="0" flipV="0">
              <a:off x="0" y="3567361"/>
              <a:ext cx="2142818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10909590" name="Freeform 42"/>
            <p:cNvSpPr/>
            <p:nvPr/>
          </p:nvSpPr>
          <p:spPr bwMode="auto">
            <a:xfrm rot="10008104" flipH="1">
              <a:off x="1362820" y="3184337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6"/>
                  </a:lnTo>
                  <a:lnTo>
                    <a:pt x="984378" y="278086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000338" name="TextBox 43"/>
            <p:cNvSpPr txBox="1"/>
            <p:nvPr/>
          </p:nvSpPr>
          <p:spPr bwMode="auto">
            <a:xfrm>
              <a:off x="9534232" y="425930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889269428" name="Freeform 44"/>
            <p:cNvSpPr/>
            <p:nvPr/>
          </p:nvSpPr>
          <p:spPr bwMode="auto">
            <a:xfrm rot="-423529" flipH="1">
              <a:off x="9424507" y="2395449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7004570" name="TextBox 45"/>
            <p:cNvSpPr txBox="1"/>
            <p:nvPr/>
          </p:nvSpPr>
          <p:spPr bwMode="auto">
            <a:xfrm>
              <a:off x="9769024" y="1949301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821880071" name="Freeform 46"/>
            <p:cNvSpPr/>
            <p:nvPr/>
          </p:nvSpPr>
          <p:spPr bwMode="auto">
            <a:xfrm rot="-2557580" flipH="1">
              <a:off x="9311719" y="1142121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2917120" name="Freeform 47"/>
            <p:cNvSpPr/>
            <p:nvPr/>
          </p:nvSpPr>
          <p:spPr bwMode="auto">
            <a:xfrm rot="-10662274">
              <a:off x="9309717" y="3132730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11685" name="TextBox 48"/>
            <p:cNvSpPr txBox="1"/>
            <p:nvPr/>
          </p:nvSpPr>
          <p:spPr bwMode="auto">
            <a:xfrm>
              <a:off x="9629763" y="3461744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76209873" name="Freeform 49"/>
            <p:cNvSpPr/>
            <p:nvPr/>
          </p:nvSpPr>
          <p:spPr bwMode="auto">
            <a:xfrm rot="-9983765">
              <a:off x="9323440" y="4165953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4864347" name="TextBox 50"/>
            <p:cNvSpPr txBox="1"/>
            <p:nvPr/>
          </p:nvSpPr>
          <p:spPr bwMode="auto">
            <a:xfrm>
              <a:off x="9769024" y="4552137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348528905" name="TextBox 60"/>
            <p:cNvSpPr txBox="1"/>
            <p:nvPr/>
          </p:nvSpPr>
          <p:spPr bwMode="auto">
            <a:xfrm flipH="0" flipV="0">
              <a:off x="99738" y="1811562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76295118" name="Freeform 61"/>
            <p:cNvSpPr/>
            <p:nvPr/>
          </p:nvSpPr>
          <p:spPr bwMode="auto">
            <a:xfrm rot="731793">
              <a:off x="1281073" y="2336490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6"/>
                  </a:lnTo>
                  <a:lnTo>
                    <a:pt x="0" y="2780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771911" name="TextBox 62"/>
            <p:cNvSpPr txBox="1"/>
            <p:nvPr/>
          </p:nvSpPr>
          <p:spPr bwMode="auto">
            <a:xfrm flipH="0" flipV="0">
              <a:off x="304473" y="4742514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40918328" name="TextBox 63"/>
            <p:cNvSpPr txBox="1"/>
            <p:nvPr/>
          </p:nvSpPr>
          <p:spPr bwMode="auto">
            <a:xfrm flipH="0" flipV="0">
              <a:off x="304473" y="5695974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Frank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57201535" name="Freeform 64"/>
            <p:cNvSpPr/>
            <p:nvPr/>
          </p:nvSpPr>
          <p:spPr bwMode="auto">
            <a:xfrm rot="9117488" flipH="1">
              <a:off x="1373978" y="4253132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420160" name="Freeform 65"/>
            <p:cNvSpPr/>
            <p:nvPr/>
          </p:nvSpPr>
          <p:spPr bwMode="auto">
            <a:xfrm rot="9379580" flipH="1">
              <a:off x="1364409" y="5235726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4057505" name="Freeform 66"/>
            <p:cNvSpPr/>
            <p:nvPr/>
          </p:nvSpPr>
          <p:spPr bwMode="auto">
            <a:xfrm rot="-9983765">
              <a:off x="9416418" y="5083602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6599881" name="TextBox 67"/>
            <p:cNvSpPr txBox="1"/>
            <p:nvPr/>
          </p:nvSpPr>
          <p:spPr bwMode="auto">
            <a:xfrm>
              <a:off x="9862004" y="5469786"/>
              <a:ext cx="1587475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749787851" name=""/>
            <p:cNvGrpSpPr/>
            <p:nvPr/>
          </p:nvGrpSpPr>
          <p:grpSpPr bwMode="auto">
            <a:xfrm>
              <a:off x="3037016" y="1076904"/>
              <a:ext cx="5764460" cy="4424488"/>
              <a:chOff x="0" y="0"/>
              <a:chExt cx="5764460" cy="4424488"/>
            </a:xfrm>
          </p:grpSpPr>
          <p:sp>
            <p:nvSpPr>
              <p:cNvPr id="1558915183" name="Freeform 30"/>
              <p:cNvSpPr/>
              <p:nvPr/>
            </p:nvSpPr>
            <p:spPr bwMode="auto">
              <a:xfrm rot="0" flipH="0" flipV="0">
                <a:off x="0" y="204258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85867817" name="TextBox 31"/>
              <p:cNvSpPr txBox="1"/>
              <p:nvPr/>
            </p:nvSpPr>
            <p:spPr bwMode="auto">
              <a:xfrm rot="0" flipH="0" flipV="0">
                <a:off x="0" y="48812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72064133" name="AutoShape 34"/>
              <p:cNvSpPr/>
              <p:nvPr/>
            </p:nvSpPr>
            <p:spPr bwMode="auto">
              <a:xfrm flipH="0" flipV="0">
                <a:off x="2852811" y="0"/>
                <a:ext cx="0" cy="4275655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200523784" name="Freeform 36"/>
              <p:cNvSpPr/>
              <p:nvPr/>
            </p:nvSpPr>
            <p:spPr bwMode="auto">
              <a:xfrm rot="0" flipH="0" flipV="0">
                <a:off x="0" y="1093923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9179198" name="TextBox 37"/>
              <p:cNvSpPr txBox="1"/>
              <p:nvPr/>
            </p:nvSpPr>
            <p:spPr bwMode="auto">
              <a:xfrm rot="0" flipH="0" flipV="0">
                <a:off x="0" y="938479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47475948" name="Freeform 52"/>
              <p:cNvSpPr/>
              <p:nvPr/>
            </p:nvSpPr>
            <p:spPr bwMode="auto">
              <a:xfrm rot="0" flipH="0" flipV="0">
                <a:off x="171" y="1983589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57141328" name="TextBox 53"/>
              <p:cNvSpPr txBox="1"/>
              <p:nvPr/>
            </p:nvSpPr>
            <p:spPr bwMode="auto">
              <a:xfrm rot="0" flipH="0" flipV="0">
                <a:off x="171" y="1828146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62452692" name="Freeform 55"/>
              <p:cNvSpPr/>
              <p:nvPr/>
            </p:nvSpPr>
            <p:spPr bwMode="auto">
              <a:xfrm rot="0" flipH="0" flipV="0">
                <a:off x="171" y="2873255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55126208" name="TextBox 56"/>
              <p:cNvSpPr txBox="1"/>
              <p:nvPr/>
            </p:nvSpPr>
            <p:spPr bwMode="auto">
              <a:xfrm rot="0" flipH="0" flipV="0">
                <a:off x="171" y="2717811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0957916" name="Freeform 58"/>
              <p:cNvSpPr/>
              <p:nvPr/>
            </p:nvSpPr>
            <p:spPr bwMode="auto">
              <a:xfrm rot="0" flipH="0" flipV="0">
                <a:off x="171" y="3762921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08041093" name="TextBox 59"/>
              <p:cNvSpPr txBox="1"/>
              <p:nvPr/>
            </p:nvSpPr>
            <p:spPr bwMode="auto">
              <a:xfrm rot="0" flipH="0" flipV="0">
                <a:off x="171" y="3607477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79522219" name="Freeform 69"/>
              <p:cNvSpPr/>
              <p:nvPr/>
            </p:nvSpPr>
            <p:spPr bwMode="auto">
              <a:xfrm rot="0" flipH="0" flipV="0">
                <a:off x="3335336" y="204258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88936163" name="TextBox 70"/>
              <p:cNvSpPr txBox="1"/>
              <p:nvPr/>
            </p:nvSpPr>
            <p:spPr bwMode="auto">
              <a:xfrm rot="0" flipH="0" flipV="0">
                <a:off x="3335336" y="48812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11907052" name="Freeform 72"/>
              <p:cNvSpPr/>
              <p:nvPr/>
            </p:nvSpPr>
            <p:spPr bwMode="auto">
              <a:xfrm rot="0" flipH="0" flipV="0">
                <a:off x="3335336" y="1093923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24062358" name="TextBox 73"/>
              <p:cNvSpPr txBox="1"/>
              <p:nvPr/>
            </p:nvSpPr>
            <p:spPr bwMode="auto">
              <a:xfrm rot="0" flipH="0" flipV="0">
                <a:off x="3335336" y="938479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7980233" name="Freeform 75"/>
              <p:cNvSpPr/>
              <p:nvPr/>
            </p:nvSpPr>
            <p:spPr bwMode="auto">
              <a:xfrm rot="0" flipH="0" flipV="0">
                <a:off x="3335508" y="1983589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26625555" name="TextBox 76"/>
              <p:cNvSpPr txBox="1"/>
              <p:nvPr/>
            </p:nvSpPr>
            <p:spPr bwMode="auto">
              <a:xfrm rot="0" flipH="0" flipV="0">
                <a:off x="3335508" y="1828146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60770282" name="Freeform 78"/>
              <p:cNvSpPr/>
              <p:nvPr/>
            </p:nvSpPr>
            <p:spPr bwMode="auto">
              <a:xfrm rot="0" flipH="0" flipV="0">
                <a:off x="3335508" y="2873255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31518235" name="TextBox 79"/>
              <p:cNvSpPr txBox="1"/>
              <p:nvPr/>
            </p:nvSpPr>
            <p:spPr bwMode="auto">
              <a:xfrm rot="0" flipH="0" flipV="0">
                <a:off x="3335508" y="2717811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64243910" name="Freeform 81"/>
              <p:cNvSpPr/>
              <p:nvPr/>
            </p:nvSpPr>
            <p:spPr bwMode="auto">
              <a:xfrm rot="0" flipH="0" flipV="0">
                <a:off x="3335508" y="3762921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58519139" name="TextBox 82"/>
              <p:cNvSpPr txBox="1"/>
              <p:nvPr/>
            </p:nvSpPr>
            <p:spPr bwMode="auto">
              <a:xfrm rot="0" flipH="0" flipV="0">
                <a:off x="3335508" y="3607477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1559090" name=""/>
          <p:cNvGrpSpPr/>
          <p:nvPr/>
        </p:nvGrpSpPr>
        <p:grpSpPr bwMode="auto">
          <a:xfrm>
            <a:off x="482018" y="1234339"/>
            <a:ext cx="11086612" cy="4391763"/>
            <a:chOff x="0" y="0"/>
            <a:chExt cx="11086612" cy="4391763"/>
          </a:xfrm>
        </p:grpSpPr>
        <p:sp>
          <p:nvSpPr>
            <p:cNvPr id="2027358586" name="Freeform 27"/>
            <p:cNvSpPr/>
            <p:nvPr/>
          </p:nvSpPr>
          <p:spPr bwMode="auto">
            <a:xfrm rot="0" flipH="0" flipV="0">
              <a:off x="0" y="68778"/>
              <a:ext cx="5137497" cy="4322982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565885270" name="TextBox 28"/>
            <p:cNvSpPr txBox="1"/>
            <p:nvPr/>
          </p:nvSpPr>
          <p:spPr bwMode="auto">
            <a:xfrm rot="0" flipH="0" flipV="0">
              <a:off x="0" y="0"/>
              <a:ext cx="5137497" cy="439176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005319933" name="TextBox 32"/>
            <p:cNvSpPr txBox="1"/>
            <p:nvPr/>
          </p:nvSpPr>
          <p:spPr bwMode="auto">
            <a:xfrm>
              <a:off x="359744" y="106018"/>
              <a:ext cx="441944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7754822" name="TextBox 33"/>
            <p:cNvSpPr txBox="1"/>
            <p:nvPr/>
          </p:nvSpPr>
          <p:spPr bwMode="auto">
            <a:xfrm>
              <a:off x="484318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81905628" name="TextBox 38"/>
            <p:cNvSpPr txBox="1"/>
            <p:nvPr/>
          </p:nvSpPr>
          <p:spPr bwMode="auto">
            <a:xfrm>
              <a:off x="3066951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30593873" name="Freeform 64"/>
            <p:cNvSpPr/>
            <p:nvPr/>
          </p:nvSpPr>
          <p:spPr bwMode="auto">
            <a:xfrm rot="0" flipH="0" flipV="0">
              <a:off x="5949115" y="68778"/>
              <a:ext cx="5137497" cy="2072826"/>
            </a:xfrm>
            <a:custGeom>
              <a:avLst/>
              <a:gdLst/>
              <a:ahLst/>
              <a:cxnLst/>
              <a:rect l="l" t="t" r="r" b="b"/>
              <a:pathLst>
                <a:path w="2845795" h="114819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1148195"/>
                  </a:lnTo>
                  <a:lnTo>
                    <a:pt x="0" y="114819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01644383" name="TextBox 65"/>
            <p:cNvSpPr txBox="1"/>
            <p:nvPr/>
          </p:nvSpPr>
          <p:spPr bwMode="auto">
            <a:xfrm rot="0" flipH="0" flipV="0">
              <a:off x="5949115" y="0"/>
              <a:ext cx="5137497" cy="214160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151639250" name="TextBox 69"/>
            <p:cNvSpPr txBox="1"/>
            <p:nvPr/>
          </p:nvSpPr>
          <p:spPr bwMode="auto">
            <a:xfrm>
              <a:off x="6308860" y="106018"/>
              <a:ext cx="441944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93617256" name="TextBox 70"/>
            <p:cNvSpPr txBox="1"/>
            <p:nvPr/>
          </p:nvSpPr>
          <p:spPr bwMode="auto">
            <a:xfrm>
              <a:off x="6433434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7304932" name="TextBox 72"/>
            <p:cNvSpPr txBox="1"/>
            <p:nvPr/>
          </p:nvSpPr>
          <p:spPr bwMode="auto">
            <a:xfrm>
              <a:off x="9016068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21239347" name="AutoShape 76"/>
            <p:cNvSpPr/>
            <p:nvPr/>
          </p:nvSpPr>
          <p:spPr bwMode="auto">
            <a:xfrm flipH="0" flipV="1">
              <a:off x="4755454" y="1288207"/>
              <a:ext cx="1580397" cy="1184824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935244868" name=""/>
            <p:cNvGrpSpPr/>
            <p:nvPr/>
          </p:nvGrpSpPr>
          <p:grpSpPr bwMode="auto">
            <a:xfrm>
              <a:off x="454848" y="871670"/>
              <a:ext cx="4227795" cy="3336611"/>
              <a:chOff x="0" y="0"/>
              <a:chExt cx="4227795" cy="3336611"/>
            </a:xfrm>
          </p:grpSpPr>
          <p:sp>
            <p:nvSpPr>
              <p:cNvPr id="1796253669" name="Freeform 30"/>
              <p:cNvSpPr/>
              <p:nvPr/>
            </p:nvSpPr>
            <p:spPr bwMode="auto">
              <a:xfrm rot="0" flipH="0" flipV="0">
                <a:off x="0" y="6877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4334436" name="TextBox 31"/>
              <p:cNvSpPr txBox="1"/>
              <p:nvPr/>
            </p:nvSpPr>
            <p:spPr bwMode="auto">
              <a:xfrm rot="0" flipH="0" flipV="0">
                <a:off x="0" y="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2711972" name="AutoShape 34"/>
              <p:cNvSpPr/>
              <p:nvPr/>
            </p:nvSpPr>
            <p:spPr bwMode="auto">
              <a:xfrm flipH="0" flipV="0">
                <a:off x="2113897" y="0"/>
                <a:ext cx="0" cy="3336604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885159015" name="Freeform 36"/>
              <p:cNvSpPr/>
              <p:nvPr/>
            </p:nvSpPr>
            <p:spPr bwMode="auto">
              <a:xfrm rot="0" flipH="0" flipV="0">
                <a:off x="0" y="757668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40345941" name="TextBox 37"/>
              <p:cNvSpPr txBox="1"/>
              <p:nvPr/>
            </p:nvSpPr>
            <p:spPr bwMode="auto">
              <a:xfrm rot="0" flipH="0" flipV="0">
                <a:off x="0" y="68889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41999693" name="Freeform 40"/>
              <p:cNvSpPr/>
              <p:nvPr/>
            </p:nvSpPr>
            <p:spPr bwMode="auto">
              <a:xfrm rot="0" flipH="0" flipV="0">
                <a:off x="132" y="144655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06174656" name="TextBox 41"/>
              <p:cNvSpPr txBox="1"/>
              <p:nvPr/>
            </p:nvSpPr>
            <p:spPr bwMode="auto">
              <a:xfrm rot="0" flipH="0" flipV="0">
                <a:off x="132" y="137778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3804727" name="Freeform 43"/>
              <p:cNvSpPr/>
              <p:nvPr/>
            </p:nvSpPr>
            <p:spPr bwMode="auto">
              <a:xfrm rot="0" flipH="0" flipV="0">
                <a:off x="132" y="213544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8521825" name="TextBox 44"/>
              <p:cNvSpPr txBox="1"/>
              <p:nvPr/>
            </p:nvSpPr>
            <p:spPr bwMode="auto">
              <a:xfrm rot="0" flipH="0" flipV="0">
                <a:off x="132" y="206667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4460815" name="Freeform 46"/>
              <p:cNvSpPr/>
              <p:nvPr/>
            </p:nvSpPr>
            <p:spPr bwMode="auto">
              <a:xfrm rot="0" flipH="0" flipV="0">
                <a:off x="132" y="2824340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6897524" name="TextBox 47"/>
              <p:cNvSpPr txBox="1"/>
              <p:nvPr/>
            </p:nvSpPr>
            <p:spPr bwMode="auto">
              <a:xfrm rot="0" flipH="0" flipV="0">
                <a:off x="132" y="2755562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1546109" name="Freeform 49"/>
              <p:cNvSpPr/>
              <p:nvPr/>
            </p:nvSpPr>
            <p:spPr bwMode="auto">
              <a:xfrm rot="0" flipH="0" flipV="0">
                <a:off x="2582634" y="6877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7365263" name="TextBox 50"/>
              <p:cNvSpPr txBox="1"/>
              <p:nvPr/>
            </p:nvSpPr>
            <p:spPr bwMode="auto">
              <a:xfrm rot="0" flipH="0" flipV="0">
                <a:off x="2582634" y="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3828323" name="Freeform 52"/>
              <p:cNvSpPr/>
              <p:nvPr/>
            </p:nvSpPr>
            <p:spPr bwMode="auto">
              <a:xfrm rot="0" flipH="0" flipV="0">
                <a:off x="2582634" y="757668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418925" name="TextBox 53"/>
              <p:cNvSpPr txBox="1"/>
              <p:nvPr/>
            </p:nvSpPr>
            <p:spPr bwMode="auto">
              <a:xfrm rot="0" flipH="0" flipV="0">
                <a:off x="2582634" y="68889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77664519" name="Freeform 55"/>
              <p:cNvSpPr/>
              <p:nvPr/>
            </p:nvSpPr>
            <p:spPr bwMode="auto">
              <a:xfrm rot="0" flipH="0" flipV="0">
                <a:off x="2582766" y="144655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73412036" name="TextBox 56"/>
              <p:cNvSpPr txBox="1"/>
              <p:nvPr/>
            </p:nvSpPr>
            <p:spPr bwMode="auto">
              <a:xfrm rot="0" flipH="0" flipV="0">
                <a:off x="2582766" y="137778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4053184" name="Freeform 58"/>
              <p:cNvSpPr/>
              <p:nvPr/>
            </p:nvSpPr>
            <p:spPr bwMode="auto">
              <a:xfrm rot="0" flipH="0" flipV="0">
                <a:off x="2582766" y="213544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96102503" name="TextBox 59"/>
              <p:cNvSpPr txBox="1"/>
              <p:nvPr/>
            </p:nvSpPr>
            <p:spPr bwMode="auto">
              <a:xfrm rot="0" flipH="0" flipV="0">
                <a:off x="2582766" y="206667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44170833" name="Freeform 61"/>
              <p:cNvSpPr/>
              <p:nvPr/>
            </p:nvSpPr>
            <p:spPr bwMode="auto">
              <a:xfrm rot="0" flipH="0" flipV="0">
                <a:off x="2582766" y="2824340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2295713" name="TextBox 62"/>
              <p:cNvSpPr txBox="1"/>
              <p:nvPr/>
            </p:nvSpPr>
            <p:spPr bwMode="auto">
              <a:xfrm rot="0" flipH="0" flipV="0">
                <a:off x="2582766" y="2755562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550458108" name=""/>
            <p:cNvGrpSpPr/>
            <p:nvPr/>
          </p:nvGrpSpPr>
          <p:grpSpPr bwMode="auto">
            <a:xfrm>
              <a:off x="6403965" y="782251"/>
              <a:ext cx="4227660" cy="1103218"/>
              <a:chOff x="0" y="0"/>
              <a:chExt cx="4227660" cy="1103218"/>
            </a:xfrm>
          </p:grpSpPr>
          <p:sp>
            <p:nvSpPr>
              <p:cNvPr id="1599258932" name="Freeform 67"/>
              <p:cNvSpPr/>
              <p:nvPr/>
            </p:nvSpPr>
            <p:spPr bwMode="auto">
              <a:xfrm rot="0" flipH="0" flipV="0">
                <a:off x="0" y="15819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91931151" name="TextBox 68"/>
              <p:cNvSpPr txBox="1"/>
              <p:nvPr/>
            </p:nvSpPr>
            <p:spPr bwMode="auto">
              <a:xfrm rot="0" flipH="0" flipV="0">
                <a:off x="0" y="89419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2384462" name="AutoShape 71"/>
              <p:cNvSpPr/>
              <p:nvPr/>
            </p:nvSpPr>
            <p:spPr bwMode="auto">
              <a:xfrm flipH="0" flipV="0">
                <a:off x="2113898" y="0"/>
                <a:ext cx="0" cy="1103219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951700912" name="Freeform 74"/>
              <p:cNvSpPr/>
              <p:nvPr/>
            </p:nvSpPr>
            <p:spPr bwMode="auto">
              <a:xfrm rot="0" flipH="0" flipV="0">
                <a:off x="2582631" y="15819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88514759" name="TextBox 75"/>
              <p:cNvSpPr txBox="1"/>
              <p:nvPr/>
            </p:nvSpPr>
            <p:spPr bwMode="auto">
              <a:xfrm rot="0" flipH="0" flipV="0">
                <a:off x="2582631" y="89419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2082365" name=""/>
          <p:cNvGrpSpPr/>
          <p:nvPr/>
        </p:nvGrpSpPr>
        <p:grpSpPr bwMode="auto">
          <a:xfrm>
            <a:off x="470177" y="1127432"/>
            <a:ext cx="11277762" cy="4612050"/>
            <a:chOff x="0" y="0"/>
            <a:chExt cx="11277762" cy="4612050"/>
          </a:xfrm>
        </p:grpSpPr>
        <p:sp>
          <p:nvSpPr>
            <p:cNvPr id="50847390" name="Freeform 27"/>
            <p:cNvSpPr/>
            <p:nvPr/>
          </p:nvSpPr>
          <p:spPr bwMode="auto">
            <a:xfrm rot="0" flipH="0" flipV="0">
              <a:off x="930298" y="72226"/>
              <a:ext cx="4639609" cy="4539818"/>
            </a:xfrm>
            <a:custGeom>
              <a:avLst/>
              <a:gdLst/>
              <a:ahLst/>
              <a:cxnLst/>
              <a:rect l="l" t="t" r="r" b="b"/>
              <a:pathLst>
                <a:path w="2447252" h="2394615" fill="norm" stroke="1" extrusionOk="0">
                  <a:moveTo>
                    <a:pt x="0" y="0"/>
                  </a:moveTo>
                  <a:lnTo>
                    <a:pt x="2447252" y="0"/>
                  </a:lnTo>
                  <a:lnTo>
                    <a:pt x="2447252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65503820" name="TextBox 28"/>
            <p:cNvSpPr txBox="1"/>
            <p:nvPr/>
          </p:nvSpPr>
          <p:spPr bwMode="auto">
            <a:xfrm rot="0" flipH="0" flipV="0">
              <a:off x="930298" y="0"/>
              <a:ext cx="4639609" cy="46120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167672557" name="AutoShape 32"/>
            <p:cNvSpPr/>
            <p:nvPr/>
          </p:nvSpPr>
          <p:spPr bwMode="auto">
            <a:xfrm>
              <a:off x="3250107" y="534546"/>
              <a:ext cx="0" cy="388481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3310779" name="Freeform 61"/>
            <p:cNvSpPr/>
            <p:nvPr/>
          </p:nvSpPr>
          <p:spPr bwMode="auto">
            <a:xfrm rot="0" flipH="0" flipV="0">
              <a:off x="6636712" y="72226"/>
              <a:ext cx="4639609" cy="2176797"/>
            </a:xfrm>
            <a:custGeom>
              <a:avLst/>
              <a:gdLst/>
              <a:ahLst/>
              <a:cxnLst/>
              <a:rect l="l" t="t" r="r" b="b"/>
              <a:pathLst>
                <a:path w="2447252" h="1148195" fill="norm" stroke="1" extrusionOk="0">
                  <a:moveTo>
                    <a:pt x="0" y="0"/>
                  </a:moveTo>
                  <a:lnTo>
                    <a:pt x="2447252" y="0"/>
                  </a:lnTo>
                  <a:lnTo>
                    <a:pt x="2447252" y="1148195"/>
                  </a:lnTo>
                  <a:lnTo>
                    <a:pt x="0" y="114819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98761298" name="TextBox 62"/>
            <p:cNvSpPr txBox="1"/>
            <p:nvPr/>
          </p:nvSpPr>
          <p:spPr bwMode="auto">
            <a:xfrm rot="0" flipH="0" flipV="0">
              <a:off x="6636712" y="0"/>
              <a:ext cx="4639609" cy="224902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96030622" name="AutoShape 66"/>
            <p:cNvSpPr/>
            <p:nvPr/>
          </p:nvSpPr>
          <p:spPr bwMode="auto">
            <a:xfrm>
              <a:off x="8956517" y="534546"/>
              <a:ext cx="0" cy="144549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7228935" name="AutoShape 70"/>
            <p:cNvSpPr/>
            <p:nvPr/>
          </p:nvSpPr>
          <p:spPr bwMode="auto">
            <a:xfrm flipH="0" flipV="1">
              <a:off x="5378904" y="1357931"/>
              <a:ext cx="1444389" cy="1272326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9483812" name="Freeform 71"/>
            <p:cNvSpPr/>
            <p:nvPr/>
          </p:nvSpPr>
          <p:spPr bwMode="auto">
            <a:xfrm>
              <a:off x="0" y="944750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254140" name="Freeform 72"/>
            <p:cNvSpPr/>
            <p:nvPr/>
          </p:nvSpPr>
          <p:spPr bwMode="auto">
            <a:xfrm>
              <a:off x="518494" y="906649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7"/>
                  </a:lnTo>
                  <a:lnTo>
                    <a:pt x="0" y="306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3177812" name="Freeform 73"/>
            <p:cNvSpPr/>
            <p:nvPr/>
          </p:nvSpPr>
          <p:spPr bwMode="auto">
            <a:xfrm>
              <a:off x="0" y="1668195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4971994" name="Freeform 74"/>
            <p:cNvSpPr/>
            <p:nvPr/>
          </p:nvSpPr>
          <p:spPr bwMode="auto">
            <a:xfrm>
              <a:off x="518494" y="1630093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20663182" name="Freeform 75"/>
            <p:cNvSpPr/>
            <p:nvPr/>
          </p:nvSpPr>
          <p:spPr bwMode="auto">
            <a:xfrm>
              <a:off x="0" y="2387149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4347434" name="Freeform 76"/>
            <p:cNvSpPr/>
            <p:nvPr/>
          </p:nvSpPr>
          <p:spPr bwMode="auto">
            <a:xfrm>
              <a:off x="518494" y="2349049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8248671" name="Freeform 77"/>
            <p:cNvSpPr/>
            <p:nvPr/>
          </p:nvSpPr>
          <p:spPr bwMode="auto">
            <a:xfrm>
              <a:off x="0" y="3110594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8974277" name="Freeform 78"/>
            <p:cNvSpPr/>
            <p:nvPr/>
          </p:nvSpPr>
          <p:spPr bwMode="auto">
            <a:xfrm>
              <a:off x="518494" y="3072494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5894485" name="Freeform 79"/>
            <p:cNvSpPr/>
            <p:nvPr/>
          </p:nvSpPr>
          <p:spPr bwMode="auto">
            <a:xfrm>
              <a:off x="0" y="3838529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669449" name="Freeform 80"/>
            <p:cNvSpPr/>
            <p:nvPr/>
          </p:nvSpPr>
          <p:spPr bwMode="auto">
            <a:xfrm>
              <a:off x="518494" y="3800428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6854344" name="AutoShape 81"/>
            <p:cNvSpPr/>
            <p:nvPr/>
          </p:nvSpPr>
          <p:spPr bwMode="auto">
            <a:xfrm flipH="1" flipV="1">
              <a:off x="568350" y="1256601"/>
              <a:ext cx="64927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2705024" name="AutoShape 82"/>
            <p:cNvSpPr/>
            <p:nvPr/>
          </p:nvSpPr>
          <p:spPr bwMode="auto">
            <a:xfrm flipH="1">
              <a:off x="568350" y="1980045"/>
              <a:ext cx="64927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561399" name="AutoShape 83"/>
            <p:cNvSpPr/>
            <p:nvPr/>
          </p:nvSpPr>
          <p:spPr bwMode="auto">
            <a:xfrm flipH="1" flipV="1">
              <a:off x="568350" y="2699710"/>
              <a:ext cx="649418" cy="162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6216555" name="AutoShape 84"/>
            <p:cNvSpPr/>
            <p:nvPr/>
          </p:nvSpPr>
          <p:spPr bwMode="auto">
            <a:xfrm flipH="1" flipV="1">
              <a:off x="568350" y="3423156"/>
              <a:ext cx="649418" cy="162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3083283" name="AutoShape 85"/>
            <p:cNvSpPr/>
            <p:nvPr/>
          </p:nvSpPr>
          <p:spPr bwMode="auto">
            <a:xfrm flipH="1">
              <a:off x="568350" y="4150380"/>
              <a:ext cx="64940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3608947" name="Freeform 86"/>
            <p:cNvSpPr/>
            <p:nvPr/>
          </p:nvSpPr>
          <p:spPr bwMode="auto">
            <a:xfrm>
              <a:off x="8672343" y="3330090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9274995" name="AutoShape 87"/>
            <p:cNvSpPr/>
            <p:nvPr/>
          </p:nvSpPr>
          <p:spPr bwMode="auto">
            <a:xfrm>
              <a:off x="8956517" y="2249026"/>
              <a:ext cx="0" cy="97683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1797909" name="TextBox 89"/>
            <p:cNvSpPr txBox="1"/>
            <p:nvPr/>
          </p:nvSpPr>
          <p:spPr bwMode="auto">
            <a:xfrm>
              <a:off x="930299" y="113724"/>
              <a:ext cx="464105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38267673" name="TextBox 90"/>
            <p:cNvSpPr txBox="1"/>
            <p:nvPr/>
          </p:nvSpPr>
          <p:spPr bwMode="auto">
            <a:xfrm>
              <a:off x="1248569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55076963" name="TextBox 91"/>
            <p:cNvSpPr txBox="1"/>
            <p:nvPr/>
          </p:nvSpPr>
          <p:spPr bwMode="auto">
            <a:xfrm>
              <a:off x="3585330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925986093" name="TextBox 92"/>
            <p:cNvSpPr txBox="1"/>
            <p:nvPr/>
          </p:nvSpPr>
          <p:spPr bwMode="auto">
            <a:xfrm>
              <a:off x="6636712" y="113724"/>
              <a:ext cx="464105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05317271" name="TextBox 93"/>
            <p:cNvSpPr txBox="1"/>
            <p:nvPr/>
          </p:nvSpPr>
          <p:spPr bwMode="auto">
            <a:xfrm>
              <a:off x="6955575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03612857" name="TextBox 94"/>
            <p:cNvSpPr txBox="1"/>
            <p:nvPr/>
          </p:nvSpPr>
          <p:spPr bwMode="auto">
            <a:xfrm>
              <a:off x="9292266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74383919" name="TextBox 95"/>
            <p:cNvSpPr txBox="1"/>
            <p:nvPr/>
          </p:nvSpPr>
          <p:spPr bwMode="auto">
            <a:xfrm>
              <a:off x="8123692" y="3991896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Eve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79333607" name="Freeform 70"/>
            <p:cNvSpPr/>
            <p:nvPr/>
          </p:nvSpPr>
          <p:spPr bwMode="auto">
            <a:xfrm>
              <a:off x="9090864" y="2699001"/>
              <a:ext cx="299657" cy="166684"/>
            </a:xfrm>
            <a:custGeom>
              <a:avLst/>
              <a:gdLst/>
              <a:ahLst/>
              <a:cxnLst/>
              <a:rect l="l" t="t" r="r" b="b"/>
              <a:pathLst>
                <a:path w="299661" h="166687" fill="norm" stroke="1" extrusionOk="0">
                  <a:moveTo>
                    <a:pt x="0" y="0"/>
                  </a:moveTo>
                  <a:lnTo>
                    <a:pt x="299661" y="0"/>
                  </a:lnTo>
                  <a:lnTo>
                    <a:pt x="299661" y="166686"/>
                  </a:lnTo>
                  <a:lnTo>
                    <a:pt x="0" y="1666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720610009" name=""/>
            <p:cNvGrpSpPr/>
            <p:nvPr/>
          </p:nvGrpSpPr>
          <p:grpSpPr bwMode="auto">
            <a:xfrm>
              <a:off x="1217619" y="915391"/>
              <a:ext cx="4064445" cy="3503971"/>
              <a:chOff x="0" y="0"/>
              <a:chExt cx="4064445" cy="3503971"/>
            </a:xfrm>
          </p:grpSpPr>
          <p:sp>
            <p:nvSpPr>
              <p:cNvPr id="1439319962" name="Freeform 30"/>
              <p:cNvSpPr/>
              <p:nvPr/>
            </p:nvSpPr>
            <p:spPr bwMode="auto">
              <a:xfrm rot="0" flipH="0" flipV="0">
                <a:off x="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6503004" name="TextBox 31"/>
              <p:cNvSpPr txBox="1"/>
              <p:nvPr/>
            </p:nvSpPr>
            <p:spPr bwMode="auto">
              <a:xfrm rot="0" flipH="0" flipV="0">
                <a:off x="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038102" name="Freeform 34"/>
              <p:cNvSpPr/>
              <p:nvPr/>
            </p:nvSpPr>
            <p:spPr bwMode="auto">
              <a:xfrm rot="0" flipH="0" flipV="0">
                <a:off x="0" y="79567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91948649" name="TextBox 35"/>
              <p:cNvSpPr txBox="1"/>
              <p:nvPr/>
            </p:nvSpPr>
            <p:spPr bwMode="auto">
              <a:xfrm rot="0" flipH="0" flipV="0">
                <a:off x="0" y="723444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1116522" name="Freeform 37"/>
              <p:cNvSpPr/>
              <p:nvPr/>
            </p:nvSpPr>
            <p:spPr bwMode="auto">
              <a:xfrm rot="0" flipH="0" flipV="0">
                <a:off x="141" y="151911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13890715" name="TextBox 38"/>
              <p:cNvSpPr txBox="1"/>
              <p:nvPr/>
            </p:nvSpPr>
            <p:spPr bwMode="auto">
              <a:xfrm rot="0" flipH="0" flipV="0">
                <a:off x="141" y="1446889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2019887" name="Freeform 40"/>
              <p:cNvSpPr/>
              <p:nvPr/>
            </p:nvSpPr>
            <p:spPr bwMode="auto">
              <a:xfrm rot="0" flipH="0" flipV="0">
                <a:off x="141" y="224256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36546220" name="TextBox 41"/>
              <p:cNvSpPr txBox="1"/>
              <p:nvPr/>
            </p:nvSpPr>
            <p:spPr bwMode="auto">
              <a:xfrm rot="0" flipH="0" flipV="0">
                <a:off x="141" y="2170333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94224567" name="Freeform 43"/>
              <p:cNvSpPr/>
              <p:nvPr/>
            </p:nvSpPr>
            <p:spPr bwMode="auto">
              <a:xfrm rot="0" flipH="0" flipV="0">
                <a:off x="141" y="2966005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6449192" name="TextBox 44"/>
              <p:cNvSpPr txBox="1"/>
              <p:nvPr/>
            </p:nvSpPr>
            <p:spPr bwMode="auto">
              <a:xfrm rot="0" flipH="0" flipV="0">
                <a:off x="141" y="2893777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11453357" name="Freeform 46"/>
              <p:cNvSpPr/>
              <p:nvPr/>
            </p:nvSpPr>
            <p:spPr bwMode="auto">
              <a:xfrm rot="0" flipH="0" flipV="0">
                <a:off x="2336762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81103500" name="TextBox 47"/>
              <p:cNvSpPr txBox="1"/>
              <p:nvPr/>
            </p:nvSpPr>
            <p:spPr bwMode="auto">
              <a:xfrm rot="0" flipH="0" flipV="0">
                <a:off x="2336762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80299068" name="Freeform 49"/>
              <p:cNvSpPr/>
              <p:nvPr/>
            </p:nvSpPr>
            <p:spPr bwMode="auto">
              <a:xfrm rot="0" flipH="0" flipV="0">
                <a:off x="2336762" y="79567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3204013" name="TextBox 50"/>
              <p:cNvSpPr txBox="1"/>
              <p:nvPr/>
            </p:nvSpPr>
            <p:spPr bwMode="auto">
              <a:xfrm rot="0" flipH="0" flipV="0">
                <a:off x="2336762" y="723444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42232739" name="Freeform 52"/>
              <p:cNvSpPr/>
              <p:nvPr/>
            </p:nvSpPr>
            <p:spPr bwMode="auto">
              <a:xfrm rot="0" flipH="0" flipV="0">
                <a:off x="2336902" y="151911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3794903" name="TextBox 53"/>
              <p:cNvSpPr txBox="1"/>
              <p:nvPr/>
            </p:nvSpPr>
            <p:spPr bwMode="auto">
              <a:xfrm rot="0" flipH="0" flipV="0">
                <a:off x="2336902" y="1446889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26554639" name="Freeform 55"/>
              <p:cNvSpPr/>
              <p:nvPr/>
            </p:nvSpPr>
            <p:spPr bwMode="auto">
              <a:xfrm rot="0" flipH="0" flipV="0">
                <a:off x="2336902" y="224256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1375908" name="TextBox 56"/>
              <p:cNvSpPr txBox="1"/>
              <p:nvPr/>
            </p:nvSpPr>
            <p:spPr bwMode="auto">
              <a:xfrm rot="0" flipH="0" flipV="0">
                <a:off x="2336902" y="2170333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6282521" name="Freeform 58"/>
              <p:cNvSpPr/>
              <p:nvPr/>
            </p:nvSpPr>
            <p:spPr bwMode="auto">
              <a:xfrm rot="0" flipH="0" flipV="0">
                <a:off x="2336902" y="2966005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8767626" name="TextBox 59"/>
              <p:cNvSpPr txBox="1"/>
              <p:nvPr/>
            </p:nvSpPr>
            <p:spPr bwMode="auto">
              <a:xfrm rot="0" flipH="0" flipV="0">
                <a:off x="2336902" y="2893777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890162220" name=""/>
            <p:cNvGrpSpPr/>
            <p:nvPr/>
          </p:nvGrpSpPr>
          <p:grpSpPr bwMode="auto">
            <a:xfrm>
              <a:off x="6924625" y="915391"/>
              <a:ext cx="4064232" cy="610193"/>
              <a:chOff x="0" y="0"/>
              <a:chExt cx="4064232" cy="610193"/>
            </a:xfrm>
          </p:grpSpPr>
          <p:sp>
            <p:nvSpPr>
              <p:cNvPr id="1412684847" name="Freeform 64"/>
              <p:cNvSpPr/>
              <p:nvPr/>
            </p:nvSpPr>
            <p:spPr bwMode="auto">
              <a:xfrm rot="0" flipH="0" flipV="0">
                <a:off x="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82420003" name="TextBox 65"/>
              <p:cNvSpPr txBox="1"/>
              <p:nvPr/>
            </p:nvSpPr>
            <p:spPr bwMode="auto">
              <a:xfrm rot="0" flipH="0" flipV="0">
                <a:off x="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8635852" name="Freeform 68"/>
              <p:cNvSpPr/>
              <p:nvPr/>
            </p:nvSpPr>
            <p:spPr bwMode="auto">
              <a:xfrm rot="0" flipH="0" flipV="0">
                <a:off x="233669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9175826" name="TextBox 69"/>
              <p:cNvSpPr txBox="1"/>
              <p:nvPr/>
            </p:nvSpPr>
            <p:spPr bwMode="auto">
              <a:xfrm rot="0" flipH="0" flipV="0">
                <a:off x="233669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18285443" name=""/>
          <p:cNvGrpSpPr/>
          <p:nvPr/>
        </p:nvGrpSpPr>
        <p:grpSpPr bwMode="auto">
          <a:xfrm>
            <a:off x="759615" y="1492029"/>
            <a:ext cx="10475939" cy="4337943"/>
            <a:chOff x="0" y="0"/>
            <a:chExt cx="10475939" cy="4337943"/>
          </a:xfrm>
        </p:grpSpPr>
        <p:sp>
          <p:nvSpPr>
            <p:cNvPr id="1326869765" name="Freeform 27"/>
            <p:cNvSpPr/>
            <p:nvPr/>
          </p:nvSpPr>
          <p:spPr bwMode="auto">
            <a:xfrm rot="0" flipH="0" flipV="0">
              <a:off x="6541065" y="111740"/>
              <a:ext cx="3934875" cy="4013280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56909643" name="TextBox 28"/>
            <p:cNvSpPr txBox="1"/>
            <p:nvPr/>
          </p:nvSpPr>
          <p:spPr bwMode="auto">
            <a:xfrm rot="0" flipH="0" flipV="0">
              <a:off x="6541065" y="0"/>
              <a:ext cx="3934875" cy="412502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088632025" name="TextBox 32"/>
            <p:cNvSpPr txBox="1"/>
            <p:nvPr/>
          </p:nvSpPr>
          <p:spPr bwMode="auto">
            <a:xfrm>
              <a:off x="6758615" y="152425"/>
              <a:ext cx="3501217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84020565" name="TextBox 33"/>
            <p:cNvSpPr txBox="1"/>
            <p:nvPr/>
          </p:nvSpPr>
          <p:spPr bwMode="auto">
            <a:xfrm>
              <a:off x="6779995" y="472509"/>
              <a:ext cx="147390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75437402" name="TextBox 38"/>
            <p:cNvSpPr txBox="1"/>
            <p:nvPr/>
          </p:nvSpPr>
          <p:spPr bwMode="auto">
            <a:xfrm flipH="0" flipV="0">
              <a:off x="4075944" y="2560537"/>
              <a:ext cx="2301441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648285" name="Freeform 39"/>
            <p:cNvSpPr/>
            <p:nvPr/>
          </p:nvSpPr>
          <p:spPr bwMode="auto">
            <a:xfrm rot="10008104" flipH="1">
              <a:off x="5812488" y="2289065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6364299" name="TextBox 49"/>
            <p:cNvSpPr txBox="1"/>
            <p:nvPr/>
          </p:nvSpPr>
          <p:spPr bwMode="auto">
            <a:xfrm>
              <a:off x="5164614" y="1298379"/>
              <a:ext cx="1142227" cy="2473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45190324" name="Freeform 50"/>
            <p:cNvSpPr/>
            <p:nvPr/>
          </p:nvSpPr>
          <p:spPr bwMode="auto">
            <a:xfrm rot="731793">
              <a:off x="5753725" y="1679589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0" y="0"/>
                  </a:moveTo>
                  <a:lnTo>
                    <a:pt x="707622" y="0"/>
                  </a:lnTo>
                  <a:lnTo>
                    <a:pt x="707622" y="199903"/>
                  </a:lnTo>
                  <a:lnTo>
                    <a:pt x="0" y="1999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2615985" name="TextBox 51"/>
            <p:cNvSpPr txBox="1"/>
            <p:nvPr/>
          </p:nvSpPr>
          <p:spPr bwMode="auto">
            <a:xfrm flipH="0" flipV="0">
              <a:off x="4532776" y="3405297"/>
              <a:ext cx="1923037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80001110" name="TextBox 52"/>
            <p:cNvSpPr txBox="1"/>
            <p:nvPr/>
          </p:nvSpPr>
          <p:spPr bwMode="auto">
            <a:xfrm flipH="0" flipV="0">
              <a:off x="4532776" y="4090695"/>
              <a:ext cx="1923037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07846579" name="Freeform 53"/>
            <p:cNvSpPr/>
            <p:nvPr/>
          </p:nvSpPr>
          <p:spPr bwMode="auto">
            <a:xfrm rot="9117488" flipH="1">
              <a:off x="5820510" y="3057370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6609429" name="Freeform 54"/>
            <p:cNvSpPr/>
            <p:nvPr/>
          </p:nvSpPr>
          <p:spPr bwMode="auto">
            <a:xfrm rot="9379580" flipH="1">
              <a:off x="5813630" y="3763710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1205973" name="Freeform 56"/>
            <p:cNvSpPr/>
            <p:nvPr/>
          </p:nvSpPr>
          <p:spPr bwMode="auto">
            <a:xfrm rot="0" flipH="0" flipV="0">
              <a:off x="1063602" y="111740"/>
              <a:ext cx="3934875" cy="1563579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20845991" name="TextBox 57"/>
            <p:cNvSpPr txBox="1"/>
            <p:nvPr/>
          </p:nvSpPr>
          <p:spPr bwMode="auto">
            <a:xfrm rot="0" flipH="0" flipV="0">
              <a:off x="1063602" y="0"/>
              <a:ext cx="3934875" cy="16753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855230621" name="TextBox 61"/>
            <p:cNvSpPr txBox="1"/>
            <p:nvPr/>
          </p:nvSpPr>
          <p:spPr bwMode="auto">
            <a:xfrm>
              <a:off x="1358343" y="152425"/>
              <a:ext cx="3346836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95052717" name="TextBox 62"/>
            <p:cNvSpPr txBox="1"/>
            <p:nvPr/>
          </p:nvSpPr>
          <p:spPr bwMode="auto">
            <a:xfrm>
              <a:off x="1302532" y="472509"/>
              <a:ext cx="147390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20101451" name="AutoShape 63"/>
            <p:cNvSpPr/>
            <p:nvPr/>
          </p:nvSpPr>
          <p:spPr bwMode="auto">
            <a:xfrm flipH="0" flipV="0">
              <a:off x="3025938" y="626045"/>
              <a:ext cx="0" cy="79392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8049560" name="AutoShape 67"/>
            <p:cNvSpPr/>
            <p:nvPr/>
          </p:nvSpPr>
          <p:spPr bwMode="auto">
            <a:xfrm flipH="1">
              <a:off x="4777941" y="1158750"/>
              <a:ext cx="1974693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2366158" name="Freeform 68"/>
            <p:cNvSpPr/>
            <p:nvPr/>
          </p:nvSpPr>
          <p:spPr bwMode="auto">
            <a:xfrm>
              <a:off x="0" y="864315"/>
              <a:ext cx="536604" cy="588866"/>
            </a:xfrm>
            <a:custGeom>
              <a:avLst/>
              <a:gdLst/>
              <a:ahLst/>
              <a:cxnLst/>
              <a:rect l="l" t="t" r="r" b="b"/>
              <a:pathLst>
                <a:path w="536606" h="588868" fill="norm" stroke="1" extrusionOk="0">
                  <a:moveTo>
                    <a:pt x="0" y="0"/>
                  </a:moveTo>
                  <a:lnTo>
                    <a:pt x="536605" y="0"/>
                  </a:lnTo>
                  <a:lnTo>
                    <a:pt x="536605" y="588868"/>
                  </a:lnTo>
                  <a:lnTo>
                    <a:pt x="0" y="5888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9497488" name="AutoShape 69"/>
            <p:cNvSpPr/>
            <p:nvPr/>
          </p:nvSpPr>
          <p:spPr bwMode="auto">
            <a:xfrm flipH="1" flipV="1">
              <a:off x="536603" y="1158750"/>
              <a:ext cx="738568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9111706" name="Freeform 70"/>
            <p:cNvSpPr/>
            <p:nvPr/>
          </p:nvSpPr>
          <p:spPr bwMode="auto">
            <a:xfrm>
              <a:off x="650271" y="920966"/>
              <a:ext cx="299658" cy="166685"/>
            </a:xfrm>
            <a:custGeom>
              <a:avLst/>
              <a:gdLst/>
              <a:ahLst/>
              <a:cxnLst/>
              <a:rect l="l" t="t" r="r" b="b"/>
              <a:pathLst>
                <a:path w="299661" h="166687" fill="norm" stroke="1" extrusionOk="0">
                  <a:moveTo>
                    <a:pt x="0" y="0"/>
                  </a:moveTo>
                  <a:lnTo>
                    <a:pt x="299661" y="0"/>
                  </a:lnTo>
                  <a:lnTo>
                    <a:pt x="299661" y="166686"/>
                  </a:lnTo>
                  <a:lnTo>
                    <a:pt x="0" y="1666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56027228" name=""/>
            <p:cNvGrpSpPr/>
            <p:nvPr/>
          </p:nvGrpSpPr>
          <p:grpSpPr bwMode="auto">
            <a:xfrm>
              <a:off x="6752634" y="837661"/>
              <a:ext cx="1750764" cy="3117024"/>
              <a:chOff x="0" y="0"/>
              <a:chExt cx="1750764" cy="3117024"/>
            </a:xfrm>
          </p:grpSpPr>
          <p:sp>
            <p:nvSpPr>
              <p:cNvPr id="1512641579" name="Freeform 30"/>
              <p:cNvSpPr/>
              <p:nvPr/>
            </p:nvSpPr>
            <p:spPr bwMode="auto">
              <a:xfrm rot="0" flipH="0" flipV="0">
                <a:off x="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0211274" name="TextBox 31"/>
              <p:cNvSpPr txBox="1"/>
              <p:nvPr/>
            </p:nvSpPr>
            <p:spPr bwMode="auto">
              <a:xfrm rot="0" flipH="0" flipV="0">
                <a:off x="0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75004243" name="AutoShape 34"/>
              <p:cNvSpPr/>
              <p:nvPr/>
            </p:nvSpPr>
            <p:spPr bwMode="auto">
              <a:xfrm flipH="0" flipV="0">
                <a:off x="1750764" y="26651"/>
                <a:ext cx="0" cy="3090366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676916802" name="Freeform 36"/>
              <p:cNvSpPr/>
              <p:nvPr/>
            </p:nvSpPr>
            <p:spPr bwMode="auto">
              <a:xfrm rot="0" flipH="0" flipV="0">
                <a:off x="0" y="722841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92413146" name="TextBox 37"/>
              <p:cNvSpPr txBox="1"/>
              <p:nvPr/>
            </p:nvSpPr>
            <p:spPr bwMode="auto">
              <a:xfrm rot="0" flipH="0" flipV="0">
                <a:off x="0" y="643027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075853306" name="Freeform 41"/>
              <p:cNvSpPr/>
              <p:nvPr/>
            </p:nvSpPr>
            <p:spPr bwMode="auto">
              <a:xfrm rot="0" flipH="0" flipV="0">
                <a:off x="124" y="1362378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51542684" name="TextBox 42"/>
              <p:cNvSpPr txBox="1"/>
              <p:nvPr/>
            </p:nvSpPr>
            <p:spPr bwMode="auto">
              <a:xfrm rot="0" flipH="0" flipV="0">
                <a:off x="124" y="1282566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07530058" name="Freeform 44"/>
              <p:cNvSpPr/>
              <p:nvPr/>
            </p:nvSpPr>
            <p:spPr bwMode="auto">
              <a:xfrm rot="0" flipH="0" flipV="0">
                <a:off x="124" y="2001915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80500553" name="TextBox 45"/>
              <p:cNvSpPr txBox="1"/>
              <p:nvPr/>
            </p:nvSpPr>
            <p:spPr bwMode="auto">
              <a:xfrm rot="0" flipH="0" flipV="0">
                <a:off x="124" y="1922103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995650172" name="Freeform 47"/>
              <p:cNvSpPr/>
              <p:nvPr/>
            </p:nvSpPr>
            <p:spPr bwMode="auto">
              <a:xfrm rot="0" flipH="0" flipV="0">
                <a:off x="124" y="2641455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46444707" name="TextBox 48"/>
              <p:cNvSpPr txBox="1"/>
              <p:nvPr/>
            </p:nvSpPr>
            <p:spPr bwMode="auto">
              <a:xfrm rot="0" flipH="0" flipV="0">
                <a:off x="124" y="2561643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952786336" name=""/>
            <p:cNvGrpSpPr/>
            <p:nvPr/>
          </p:nvGrpSpPr>
          <p:grpSpPr bwMode="auto">
            <a:xfrm>
              <a:off x="1275169" y="837661"/>
              <a:ext cx="3502767" cy="558866"/>
              <a:chOff x="0" y="0"/>
              <a:chExt cx="3502767" cy="558866"/>
            </a:xfrm>
          </p:grpSpPr>
          <p:sp>
            <p:nvSpPr>
              <p:cNvPr id="1754292327" name="Freeform 59"/>
              <p:cNvSpPr/>
              <p:nvPr/>
            </p:nvSpPr>
            <p:spPr bwMode="auto">
              <a:xfrm rot="0" flipH="0" flipV="0">
                <a:off x="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47993598" name="TextBox 60"/>
              <p:cNvSpPr txBox="1"/>
              <p:nvPr/>
            </p:nvSpPr>
            <p:spPr bwMode="auto">
              <a:xfrm rot="0" flipH="0" flipV="0">
                <a:off x="0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25799544" name="Freeform 65"/>
              <p:cNvSpPr/>
              <p:nvPr/>
            </p:nvSpPr>
            <p:spPr bwMode="auto">
              <a:xfrm rot="0" flipH="0" flipV="0">
                <a:off x="197559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3645409" name="TextBox 66"/>
              <p:cNvSpPr txBox="1"/>
              <p:nvPr/>
            </p:nvSpPr>
            <p:spPr bwMode="auto">
              <a:xfrm rot="0" flipH="0" flipV="0">
                <a:off x="1975588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34916564" name=""/>
          <p:cNvGrpSpPr/>
          <p:nvPr/>
        </p:nvGrpSpPr>
        <p:grpSpPr bwMode="auto">
          <a:xfrm>
            <a:off x="319951" y="1299330"/>
            <a:ext cx="11128965" cy="4401222"/>
            <a:chOff x="0" y="0"/>
            <a:chExt cx="11128965" cy="4401222"/>
          </a:xfrm>
        </p:grpSpPr>
        <p:sp>
          <p:nvSpPr>
            <p:cNvPr id="1547183699" name="Freeform 27"/>
            <p:cNvSpPr/>
            <p:nvPr/>
          </p:nvSpPr>
          <p:spPr bwMode="auto">
            <a:xfrm rot="0" flipH="0" flipV="0">
              <a:off x="7145763" y="113112"/>
              <a:ext cx="3983202" cy="4062567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47854295" name="TextBox 28"/>
            <p:cNvSpPr txBox="1"/>
            <p:nvPr/>
          </p:nvSpPr>
          <p:spPr bwMode="auto">
            <a:xfrm rot="0" flipH="0" flipV="0">
              <a:off x="7145763" y="0"/>
              <a:ext cx="3983202" cy="4175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408340349" name="TextBox 32"/>
            <p:cNvSpPr txBox="1"/>
            <p:nvPr/>
          </p:nvSpPr>
          <p:spPr bwMode="auto">
            <a:xfrm>
              <a:off x="7365985" y="154766"/>
              <a:ext cx="3544200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23653719" name="TextBox 33"/>
            <p:cNvSpPr txBox="1"/>
            <p:nvPr/>
          </p:nvSpPr>
          <p:spPr bwMode="auto">
            <a:xfrm>
              <a:off x="7387629" y="478779"/>
              <a:ext cx="1491986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33102591" name="AutoShape 34"/>
            <p:cNvSpPr/>
            <p:nvPr/>
          </p:nvSpPr>
          <p:spPr bwMode="auto">
            <a:xfrm flipH="0" flipV="0">
              <a:off x="9137364" y="784827"/>
              <a:ext cx="0" cy="3218423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593062746" name="TextBox 38"/>
            <p:cNvSpPr txBox="1"/>
            <p:nvPr/>
          </p:nvSpPr>
          <p:spPr bwMode="auto">
            <a:xfrm flipH="0" flipV="0">
              <a:off x="4557225" y="2601976"/>
              <a:ext cx="2419877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5765150" name="Freeform 39"/>
            <p:cNvSpPr/>
            <p:nvPr/>
          </p:nvSpPr>
          <p:spPr bwMode="auto">
            <a:xfrm rot="10008104" flipH="1">
              <a:off x="6408241" y="2317177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0502104" name="TextBox 49"/>
            <p:cNvSpPr txBox="1"/>
            <p:nvPr/>
          </p:nvSpPr>
          <p:spPr bwMode="auto">
            <a:xfrm flipH="0" flipV="0">
              <a:off x="4648942" y="1894099"/>
              <a:ext cx="2000386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24627559" name="Freeform 50"/>
            <p:cNvSpPr/>
            <p:nvPr/>
          </p:nvSpPr>
          <p:spPr bwMode="auto">
            <a:xfrm rot="731793" flipH="0" flipV="1">
              <a:off x="6397629" y="1579766"/>
              <a:ext cx="716310" cy="306090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0" y="0"/>
                  </a:moveTo>
                  <a:lnTo>
                    <a:pt x="716312" y="0"/>
                  </a:lnTo>
                  <a:lnTo>
                    <a:pt x="716312" y="202358"/>
                  </a:lnTo>
                  <a:lnTo>
                    <a:pt x="0" y="2023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8673557" name="TextBox 51"/>
            <p:cNvSpPr txBox="1"/>
            <p:nvPr/>
          </p:nvSpPr>
          <p:spPr bwMode="auto">
            <a:xfrm flipH="0" flipV="0">
              <a:off x="5174421" y="3457111"/>
              <a:ext cx="1884269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57459355" name="TextBox 52"/>
            <p:cNvSpPr txBox="1"/>
            <p:nvPr/>
          </p:nvSpPr>
          <p:spPr bwMode="auto">
            <a:xfrm flipH="0" flipV="0">
              <a:off x="5174421" y="4150927"/>
              <a:ext cx="1884269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03559125" name="Freeform 53"/>
            <p:cNvSpPr/>
            <p:nvPr/>
          </p:nvSpPr>
          <p:spPr bwMode="auto">
            <a:xfrm rot="9117488" flipH="1">
              <a:off x="6416359" y="3094918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8599726" name="Freeform 54"/>
            <p:cNvSpPr/>
            <p:nvPr/>
          </p:nvSpPr>
          <p:spPr bwMode="auto">
            <a:xfrm rot="9379580" flipH="1">
              <a:off x="6409397" y="3809934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5462778" name="Freeform 56"/>
            <p:cNvSpPr/>
            <p:nvPr/>
          </p:nvSpPr>
          <p:spPr bwMode="auto">
            <a:xfrm rot="0" flipH="0" flipV="0">
              <a:off x="1601034" y="113112"/>
              <a:ext cx="3983202" cy="1582781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707758230" name="TextBox 57"/>
            <p:cNvSpPr txBox="1"/>
            <p:nvPr/>
          </p:nvSpPr>
          <p:spPr bwMode="auto">
            <a:xfrm rot="0" flipH="0" flipV="0">
              <a:off x="1601034" y="0"/>
              <a:ext cx="3983202" cy="16959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285185736" name="TextBox 61"/>
            <p:cNvSpPr txBox="1"/>
            <p:nvPr/>
          </p:nvSpPr>
          <p:spPr bwMode="auto">
            <a:xfrm>
              <a:off x="1899393" y="154766"/>
              <a:ext cx="3387921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835388" name="TextBox 62"/>
            <p:cNvSpPr txBox="1"/>
            <p:nvPr/>
          </p:nvSpPr>
          <p:spPr bwMode="auto">
            <a:xfrm>
              <a:off x="1842896" y="478779"/>
              <a:ext cx="1491986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78361681" name="AutoShape 63"/>
            <p:cNvSpPr/>
            <p:nvPr/>
          </p:nvSpPr>
          <p:spPr bwMode="auto">
            <a:xfrm flipH="0" flipV="0">
              <a:off x="3587465" y="635999"/>
              <a:ext cx="0" cy="803241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278125" name="AutoShape 67"/>
            <p:cNvSpPr/>
            <p:nvPr/>
          </p:nvSpPr>
          <p:spPr bwMode="auto">
            <a:xfrm flipH="1" flipV="1">
              <a:off x="5360987" y="1172980"/>
              <a:ext cx="199894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1793143" name="Freeform 68"/>
            <p:cNvSpPr/>
            <p:nvPr/>
          </p:nvSpPr>
          <p:spPr bwMode="auto">
            <a:xfrm>
              <a:off x="524367" y="874930"/>
              <a:ext cx="543195" cy="596098"/>
            </a:xfrm>
            <a:custGeom>
              <a:avLst/>
              <a:gdLst/>
              <a:ahLst/>
              <a:cxnLst/>
              <a:rect l="l" t="t" r="r" b="b"/>
              <a:pathLst>
                <a:path w="543196" h="596100" fill="norm" stroke="1" extrusionOk="0">
                  <a:moveTo>
                    <a:pt x="0" y="0"/>
                  </a:moveTo>
                  <a:lnTo>
                    <a:pt x="543196" y="0"/>
                  </a:lnTo>
                  <a:lnTo>
                    <a:pt x="543196" y="596100"/>
                  </a:lnTo>
                  <a:lnTo>
                    <a:pt x="0" y="596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040072" name="AutoShape 69"/>
            <p:cNvSpPr/>
            <p:nvPr/>
          </p:nvSpPr>
          <p:spPr bwMode="auto">
            <a:xfrm flipH="1">
              <a:off x="1067562" y="1172980"/>
              <a:ext cx="74763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9361717" name="Freeform 70"/>
            <p:cNvSpPr/>
            <p:nvPr/>
          </p:nvSpPr>
          <p:spPr bwMode="auto">
            <a:xfrm>
              <a:off x="1182627" y="932278"/>
              <a:ext cx="303339" cy="168732"/>
            </a:xfrm>
            <a:custGeom>
              <a:avLst/>
              <a:gdLst/>
              <a:ahLst/>
              <a:cxnLst/>
              <a:rect l="l" t="t" r="r" b="b"/>
              <a:pathLst>
                <a:path w="303341" h="168734" fill="norm" stroke="1" extrusionOk="0">
                  <a:moveTo>
                    <a:pt x="0" y="0"/>
                  </a:moveTo>
                  <a:lnTo>
                    <a:pt x="303341" y="0"/>
                  </a:lnTo>
                  <a:lnTo>
                    <a:pt x="303341" y="168733"/>
                  </a:lnTo>
                  <a:lnTo>
                    <a:pt x="0" y="1687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1096355" name="TextBox 71"/>
            <p:cNvSpPr txBox="1"/>
            <p:nvPr/>
          </p:nvSpPr>
          <p:spPr bwMode="auto">
            <a:xfrm>
              <a:off x="0" y="1492528"/>
              <a:ext cx="1593369" cy="3327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grpSp>
          <p:nvGrpSpPr>
            <p:cNvPr id="632799288" name=""/>
            <p:cNvGrpSpPr/>
            <p:nvPr/>
          </p:nvGrpSpPr>
          <p:grpSpPr bwMode="auto">
            <a:xfrm>
              <a:off x="1815201" y="847948"/>
              <a:ext cx="3545781" cy="565731"/>
              <a:chOff x="0" y="0"/>
              <a:chExt cx="3545781" cy="565731"/>
            </a:xfrm>
          </p:grpSpPr>
          <p:sp>
            <p:nvSpPr>
              <p:cNvPr id="1935805206" name="Freeform 59"/>
              <p:cNvSpPr/>
              <p:nvPr/>
            </p:nvSpPr>
            <p:spPr bwMode="auto">
              <a:xfrm rot="0" flipH="0" flipV="0">
                <a:off x="0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526897" name="TextBox 60"/>
              <p:cNvSpPr txBox="1"/>
              <p:nvPr/>
            </p:nvSpPr>
            <p:spPr bwMode="auto">
              <a:xfrm rot="0" flipH="0" flipV="0">
                <a:off x="0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53910998" name="Freeform 65"/>
              <p:cNvSpPr/>
              <p:nvPr/>
            </p:nvSpPr>
            <p:spPr bwMode="auto">
              <a:xfrm rot="0" flipH="0" flipV="0">
                <a:off x="1999849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59669344" name="TextBox 66"/>
              <p:cNvSpPr txBox="1"/>
              <p:nvPr/>
            </p:nvSpPr>
            <p:spPr bwMode="auto">
              <a:xfrm rot="0" flipH="0" flipV="0">
                <a:off x="1999849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172091242" name=""/>
            <p:cNvGrpSpPr/>
            <p:nvPr/>
          </p:nvGrpSpPr>
          <p:grpSpPr bwMode="auto">
            <a:xfrm>
              <a:off x="7333318" y="847948"/>
              <a:ext cx="3581626" cy="3155303"/>
              <a:chOff x="0" y="0"/>
              <a:chExt cx="3581626" cy="3155303"/>
            </a:xfrm>
          </p:grpSpPr>
          <p:sp>
            <p:nvSpPr>
              <p:cNvPr id="1942445482" name="Freeform 30"/>
              <p:cNvSpPr/>
              <p:nvPr/>
            </p:nvSpPr>
            <p:spPr bwMode="auto">
              <a:xfrm rot="0" flipH="0" flipV="0">
                <a:off x="26615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86507123" name="TextBox 31"/>
              <p:cNvSpPr txBox="1"/>
              <p:nvPr/>
            </p:nvSpPr>
            <p:spPr bwMode="auto">
              <a:xfrm rot="0" flipH="0" flipV="0">
                <a:off x="26615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07125950" name="Freeform 36"/>
              <p:cNvSpPr/>
              <p:nvPr/>
            </p:nvSpPr>
            <p:spPr bwMode="auto">
              <a:xfrm rot="0" flipH="0" flipV="0">
                <a:off x="0" y="731718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06766588" name="TextBox 37"/>
              <p:cNvSpPr txBox="1"/>
              <p:nvPr/>
            </p:nvSpPr>
            <p:spPr bwMode="auto">
              <a:xfrm rot="0" flipH="0" flipV="0">
                <a:off x="0" y="650925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09127074" name="Freeform 41"/>
              <p:cNvSpPr/>
              <p:nvPr/>
            </p:nvSpPr>
            <p:spPr bwMode="auto">
              <a:xfrm rot="0" flipH="0" flipV="0">
                <a:off x="26739" y="1379110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3061350" name="TextBox 42"/>
              <p:cNvSpPr txBox="1"/>
              <p:nvPr/>
            </p:nvSpPr>
            <p:spPr bwMode="auto">
              <a:xfrm rot="0" flipH="0" flipV="0">
                <a:off x="26739" y="1298317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36339785" name="Freeform 44"/>
              <p:cNvSpPr/>
              <p:nvPr/>
            </p:nvSpPr>
            <p:spPr bwMode="auto">
              <a:xfrm rot="0" flipH="0" flipV="0">
                <a:off x="26739" y="2026503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809383" name="TextBox 45"/>
              <p:cNvSpPr txBox="1"/>
              <p:nvPr/>
            </p:nvSpPr>
            <p:spPr bwMode="auto">
              <a:xfrm rot="0" flipH="0" flipV="0">
                <a:off x="26739" y="194571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1680498" name="Freeform 47"/>
              <p:cNvSpPr/>
              <p:nvPr/>
            </p:nvSpPr>
            <p:spPr bwMode="auto">
              <a:xfrm rot="0" flipH="0" flipV="0">
                <a:off x="26739" y="2673894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08249773" name="TextBox 48"/>
              <p:cNvSpPr txBox="1"/>
              <p:nvPr/>
            </p:nvSpPr>
            <p:spPr bwMode="auto">
              <a:xfrm rot="0" flipH="0" flipV="0">
                <a:off x="26739" y="2593101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79152471" name="Freeform 73"/>
              <p:cNvSpPr/>
              <p:nvPr/>
            </p:nvSpPr>
            <p:spPr bwMode="auto">
              <a:xfrm rot="0" flipH="0" flipV="0">
                <a:off x="2035568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3335636" name="TextBox 74"/>
              <p:cNvSpPr txBox="1"/>
              <p:nvPr/>
            </p:nvSpPr>
            <p:spPr bwMode="auto">
              <a:xfrm rot="0" flipH="0" flipV="0">
                <a:off x="2035568" y="3534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7239353" name="Freeform 76"/>
              <p:cNvSpPr/>
              <p:nvPr/>
            </p:nvSpPr>
            <p:spPr bwMode="auto">
              <a:xfrm rot="0" flipH="0" flipV="0">
                <a:off x="2035568" y="731718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90888230" name="TextBox 77"/>
              <p:cNvSpPr txBox="1"/>
              <p:nvPr/>
            </p:nvSpPr>
            <p:spPr bwMode="auto">
              <a:xfrm rot="0" flipH="0" flipV="0">
                <a:off x="2035568" y="650925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021165" name="Freeform 79"/>
              <p:cNvSpPr/>
              <p:nvPr/>
            </p:nvSpPr>
            <p:spPr bwMode="auto">
              <a:xfrm rot="0" flipH="0" flipV="0">
                <a:off x="2035693" y="1379110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5078641" name="TextBox 80"/>
              <p:cNvSpPr txBox="1"/>
              <p:nvPr/>
            </p:nvSpPr>
            <p:spPr bwMode="auto">
              <a:xfrm rot="0" flipH="0" flipV="0">
                <a:off x="2035693" y="1298317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7622509" name="Freeform 82"/>
              <p:cNvSpPr/>
              <p:nvPr/>
            </p:nvSpPr>
            <p:spPr bwMode="auto">
              <a:xfrm rot="0" flipH="0" flipV="0">
                <a:off x="2035693" y="2026503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92207177" name="TextBox 83"/>
              <p:cNvSpPr txBox="1"/>
              <p:nvPr/>
            </p:nvSpPr>
            <p:spPr bwMode="auto">
              <a:xfrm rot="0" flipH="0" flipV="0">
                <a:off x="2035693" y="194571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4393241" name="Freeform 85"/>
              <p:cNvSpPr/>
              <p:nvPr/>
            </p:nvSpPr>
            <p:spPr bwMode="auto">
              <a:xfrm rot="0" flipH="0" flipV="0">
                <a:off x="2035693" y="2673894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7389602" name="TextBox 86"/>
              <p:cNvSpPr txBox="1"/>
              <p:nvPr/>
            </p:nvSpPr>
            <p:spPr bwMode="auto">
              <a:xfrm rot="0" flipH="0" flipV="0">
                <a:off x="2035693" y="2593101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67397068" name=""/>
          <p:cNvGrpSpPr/>
          <p:nvPr/>
        </p:nvGrpSpPr>
        <p:grpSpPr bwMode="auto">
          <a:xfrm>
            <a:off x="478746" y="1220175"/>
            <a:ext cx="10980736" cy="4259246"/>
            <a:chOff x="0" y="0"/>
            <a:chExt cx="10980736" cy="4259246"/>
          </a:xfrm>
        </p:grpSpPr>
        <p:sp>
          <p:nvSpPr>
            <p:cNvPr id="1827201490" name="Freeform 26"/>
            <p:cNvSpPr/>
            <p:nvPr/>
          </p:nvSpPr>
          <p:spPr bwMode="auto">
            <a:xfrm>
              <a:off x="10324818" y="1550063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1195885" name="Freeform 27"/>
            <p:cNvSpPr/>
            <p:nvPr/>
          </p:nvSpPr>
          <p:spPr bwMode="auto">
            <a:xfrm>
              <a:off x="10727097" y="1489590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3255225" name="Freeform 29"/>
            <p:cNvSpPr/>
            <p:nvPr/>
          </p:nvSpPr>
          <p:spPr bwMode="auto">
            <a:xfrm>
              <a:off x="10324818" y="2164870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2423120" name="Freeform 30"/>
            <p:cNvSpPr/>
            <p:nvPr/>
          </p:nvSpPr>
          <p:spPr bwMode="auto">
            <a:xfrm>
              <a:off x="10727097" y="2104395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54396102" name="Freeform 32"/>
            <p:cNvSpPr/>
            <p:nvPr/>
          </p:nvSpPr>
          <p:spPr bwMode="auto">
            <a:xfrm>
              <a:off x="10324818" y="2791557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0302203" name="Freeform 33"/>
            <p:cNvSpPr/>
            <p:nvPr/>
          </p:nvSpPr>
          <p:spPr bwMode="auto">
            <a:xfrm>
              <a:off x="10727097" y="2706973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2"/>
                  </a:lnTo>
                  <a:lnTo>
                    <a:pt x="0" y="225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0841434" name="Freeform 35"/>
            <p:cNvSpPr/>
            <p:nvPr/>
          </p:nvSpPr>
          <p:spPr bwMode="auto">
            <a:xfrm>
              <a:off x="10324818" y="3406363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0837835" name="Freeform 36"/>
            <p:cNvSpPr/>
            <p:nvPr/>
          </p:nvSpPr>
          <p:spPr bwMode="auto">
            <a:xfrm>
              <a:off x="10727097" y="3321780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2"/>
                  </a:lnTo>
                  <a:lnTo>
                    <a:pt x="0" y="225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5444645" name="Freeform 38"/>
            <p:cNvSpPr/>
            <p:nvPr/>
          </p:nvSpPr>
          <p:spPr bwMode="auto">
            <a:xfrm>
              <a:off x="10324818" y="920828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70"/>
                  </a:lnTo>
                  <a:lnTo>
                    <a:pt x="0" y="431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19136939" name="Freeform 39"/>
            <p:cNvSpPr/>
            <p:nvPr/>
          </p:nvSpPr>
          <p:spPr bwMode="auto">
            <a:xfrm>
              <a:off x="10727097" y="836244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05315496" name="Freeform 42"/>
            <p:cNvSpPr/>
            <p:nvPr/>
          </p:nvSpPr>
          <p:spPr bwMode="auto">
            <a:xfrm rot="0" flipH="0" flipV="0">
              <a:off x="6277951" y="109730"/>
              <a:ext cx="3864114" cy="3941109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29006529" name="TextBox 43"/>
            <p:cNvSpPr txBox="1"/>
            <p:nvPr/>
          </p:nvSpPr>
          <p:spPr bwMode="auto">
            <a:xfrm rot="0" flipH="0" flipV="0">
              <a:off x="6277951" y="0"/>
              <a:ext cx="3864114" cy="40508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120536102" name="TextBox 47"/>
            <p:cNvSpPr txBox="1"/>
            <p:nvPr/>
          </p:nvSpPr>
          <p:spPr bwMode="auto">
            <a:xfrm>
              <a:off x="6491590" y="149000"/>
              <a:ext cx="3438279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1942011" name="TextBox 48"/>
            <p:cNvSpPr txBox="1"/>
            <p:nvPr/>
          </p:nvSpPr>
          <p:spPr bwMode="auto">
            <a:xfrm>
              <a:off x="6512583" y="463326"/>
              <a:ext cx="144742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8265798" name="TextBox 53"/>
            <p:cNvSpPr txBox="1"/>
            <p:nvPr/>
          </p:nvSpPr>
          <p:spPr bwMode="auto">
            <a:xfrm flipH="0" flipV="0">
              <a:off x="4063125" y="2533656"/>
              <a:ext cx="2051705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60324796" name="Freeform 54"/>
            <p:cNvSpPr/>
            <p:nvPr/>
          </p:nvSpPr>
          <p:spPr bwMode="auto">
            <a:xfrm rot="10008104" flipH="1">
              <a:off x="5562477" y="2247899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7" y="0"/>
                  </a:moveTo>
                  <a:lnTo>
                    <a:pt x="0" y="0"/>
                  </a:lnTo>
                  <a:lnTo>
                    <a:pt x="0" y="196308"/>
                  </a:lnTo>
                  <a:lnTo>
                    <a:pt x="694897" y="196308"/>
                  </a:lnTo>
                  <a:lnTo>
                    <a:pt x="694897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8364786" name="TextBox 64"/>
            <p:cNvSpPr txBox="1"/>
            <p:nvPr/>
          </p:nvSpPr>
          <p:spPr bwMode="auto">
            <a:xfrm flipH="0" flipV="0">
              <a:off x="4200663" y="1782491"/>
              <a:ext cx="1757826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Grace‘s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34459757" name="Freeform 65"/>
            <p:cNvSpPr/>
            <p:nvPr/>
          </p:nvSpPr>
          <p:spPr bwMode="auto">
            <a:xfrm rot="731793" flipH="0" flipV="1">
              <a:off x="5533823" y="1526019"/>
              <a:ext cx="694893" cy="254835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0" y="0"/>
                  </a:moveTo>
                  <a:lnTo>
                    <a:pt x="694897" y="0"/>
                  </a:lnTo>
                  <a:lnTo>
                    <a:pt x="694897" y="196308"/>
                  </a:lnTo>
                  <a:lnTo>
                    <a:pt x="0" y="196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3899537" name="TextBox 66"/>
            <p:cNvSpPr txBox="1"/>
            <p:nvPr/>
          </p:nvSpPr>
          <p:spPr bwMode="auto">
            <a:xfrm flipH="0" flipV="0">
              <a:off x="4504885" y="3343374"/>
              <a:ext cx="1689071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74267780" name="TextBox 67"/>
            <p:cNvSpPr txBox="1"/>
            <p:nvPr/>
          </p:nvSpPr>
          <p:spPr bwMode="auto">
            <a:xfrm flipH="0" flipV="0">
              <a:off x="4504885" y="4016444"/>
              <a:ext cx="1689071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86160265" name="Freeform 68"/>
            <p:cNvSpPr/>
            <p:nvPr/>
          </p:nvSpPr>
          <p:spPr bwMode="auto">
            <a:xfrm rot="9117488" flipH="1">
              <a:off x="5570354" y="3002386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6" y="0"/>
                  </a:moveTo>
                  <a:lnTo>
                    <a:pt x="0" y="0"/>
                  </a:lnTo>
                  <a:lnTo>
                    <a:pt x="0" y="196309"/>
                  </a:lnTo>
                  <a:lnTo>
                    <a:pt x="694896" y="196309"/>
                  </a:lnTo>
                  <a:lnTo>
                    <a:pt x="694896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3249071" name="Freeform 69"/>
            <p:cNvSpPr/>
            <p:nvPr/>
          </p:nvSpPr>
          <p:spPr bwMode="auto">
            <a:xfrm rot="9379580" flipH="1">
              <a:off x="5563600" y="3696025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7" y="0"/>
                  </a:moveTo>
                  <a:lnTo>
                    <a:pt x="0" y="0"/>
                  </a:lnTo>
                  <a:lnTo>
                    <a:pt x="0" y="196308"/>
                  </a:lnTo>
                  <a:lnTo>
                    <a:pt x="694897" y="196308"/>
                  </a:lnTo>
                  <a:lnTo>
                    <a:pt x="694897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8799514" name="Freeform 71"/>
            <p:cNvSpPr/>
            <p:nvPr/>
          </p:nvSpPr>
          <p:spPr bwMode="auto">
            <a:xfrm rot="0" flipH="0" flipV="0">
              <a:off x="1044475" y="129581"/>
              <a:ext cx="3864114" cy="1535463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44183161" name="TextBox 72"/>
            <p:cNvSpPr txBox="1"/>
            <p:nvPr/>
          </p:nvSpPr>
          <p:spPr bwMode="auto">
            <a:xfrm rot="0" flipH="0" flipV="0">
              <a:off x="1044475" y="19849"/>
              <a:ext cx="3864114" cy="164520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08050636" name="TextBox 76"/>
            <p:cNvSpPr txBox="1"/>
            <p:nvPr/>
          </p:nvSpPr>
          <p:spPr bwMode="auto">
            <a:xfrm>
              <a:off x="1333915" y="149000"/>
              <a:ext cx="328667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4729283" name="TextBox 77"/>
            <p:cNvSpPr txBox="1"/>
            <p:nvPr/>
          </p:nvSpPr>
          <p:spPr bwMode="auto">
            <a:xfrm>
              <a:off x="1279109" y="463326"/>
              <a:ext cx="144742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78831863" name="AutoShape 78"/>
            <p:cNvSpPr/>
            <p:nvPr/>
          </p:nvSpPr>
          <p:spPr bwMode="auto">
            <a:xfrm flipH="0" flipV="0">
              <a:off x="2971519" y="611275"/>
              <a:ext cx="0" cy="78048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9608702" name="AutoShape 82"/>
            <p:cNvSpPr/>
            <p:nvPr/>
          </p:nvSpPr>
          <p:spPr bwMode="auto">
            <a:xfrm flipH="1" flipV="1">
              <a:off x="4692018" y="1137911"/>
              <a:ext cx="179370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105449" name="Freeform 83"/>
            <p:cNvSpPr/>
            <p:nvPr/>
          </p:nvSpPr>
          <p:spPr bwMode="auto">
            <a:xfrm>
              <a:off x="0" y="848772"/>
              <a:ext cx="526954" cy="578277"/>
            </a:xfrm>
            <a:custGeom>
              <a:avLst/>
              <a:gdLst/>
              <a:ahLst/>
              <a:cxnLst/>
              <a:rect l="l" t="t" r="r" b="b"/>
              <a:pathLst>
                <a:path w="526956" h="578278" fill="norm" stroke="1" extrusionOk="0">
                  <a:moveTo>
                    <a:pt x="0" y="0"/>
                  </a:moveTo>
                  <a:lnTo>
                    <a:pt x="526956" y="0"/>
                  </a:lnTo>
                  <a:lnTo>
                    <a:pt x="526956" y="578278"/>
                  </a:lnTo>
                  <a:lnTo>
                    <a:pt x="0" y="5782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5912547" name="AutoShape 84"/>
            <p:cNvSpPr/>
            <p:nvPr/>
          </p:nvSpPr>
          <p:spPr bwMode="auto">
            <a:xfrm flipH="1" flipV="1">
              <a:off x="526953" y="1137911"/>
              <a:ext cx="725286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3641545" name="Freeform 85"/>
            <p:cNvSpPr/>
            <p:nvPr/>
          </p:nvSpPr>
          <p:spPr bwMode="auto">
            <a:xfrm>
              <a:off x="638580" y="904404"/>
              <a:ext cx="294269" cy="163687"/>
            </a:xfrm>
            <a:custGeom>
              <a:avLst/>
              <a:gdLst/>
              <a:ahLst/>
              <a:cxnLst/>
              <a:rect l="l" t="t" r="r" b="b"/>
              <a:pathLst>
                <a:path w="294272" h="163689" fill="norm" stroke="1" extrusionOk="0">
                  <a:moveTo>
                    <a:pt x="0" y="0"/>
                  </a:moveTo>
                  <a:lnTo>
                    <a:pt x="294272" y="0"/>
                  </a:lnTo>
                  <a:lnTo>
                    <a:pt x="294272" y="163689"/>
                  </a:lnTo>
                  <a:lnTo>
                    <a:pt x="0" y="1636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575002447" name=""/>
            <p:cNvGrpSpPr/>
            <p:nvPr/>
          </p:nvGrpSpPr>
          <p:grpSpPr bwMode="auto">
            <a:xfrm>
              <a:off x="6485716" y="826025"/>
              <a:ext cx="3839098" cy="3057540"/>
              <a:chOff x="0" y="0"/>
              <a:chExt cx="3839098" cy="3057540"/>
            </a:xfrm>
          </p:grpSpPr>
          <p:sp>
            <p:nvSpPr>
              <p:cNvPr id="377977244" name="AutoShape 28"/>
              <p:cNvSpPr/>
              <p:nvPr/>
            </p:nvSpPr>
            <p:spPr bwMode="auto">
              <a:xfrm flipV="1">
                <a:off x="3448606" y="939921"/>
                <a:ext cx="390492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260751349" name="AutoShape 31"/>
              <p:cNvSpPr/>
              <p:nvPr/>
            </p:nvSpPr>
            <p:spPr bwMode="auto">
              <a:xfrm flipV="1">
                <a:off x="2698749" y="1554728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131754512" name="AutoShape 34"/>
              <p:cNvSpPr/>
              <p:nvPr/>
            </p:nvSpPr>
            <p:spPr bwMode="auto">
              <a:xfrm flipV="1">
                <a:off x="2698749" y="2181414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824549313" name="AutoShape 37"/>
              <p:cNvSpPr/>
              <p:nvPr/>
            </p:nvSpPr>
            <p:spPr bwMode="auto">
              <a:xfrm>
                <a:off x="2698749" y="2796221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727277910" name="AutoShape 40"/>
              <p:cNvSpPr/>
              <p:nvPr/>
            </p:nvSpPr>
            <p:spPr bwMode="auto">
              <a:xfrm flipV="1">
                <a:off x="2698749" y="310686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2020076355" name="Freeform 45"/>
              <p:cNvSpPr/>
              <p:nvPr/>
            </p:nvSpPr>
            <p:spPr bwMode="auto">
              <a:xfrm rot="0" flipH="0" flipV="0">
                <a:off x="0" y="95999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7835867" name="TextBox 46"/>
              <p:cNvSpPr txBox="1"/>
              <p:nvPr/>
            </p:nvSpPr>
            <p:spPr bwMode="auto">
              <a:xfrm rot="0" flipH="0" flipV="0">
                <a:off x="0" y="17622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8886103" name="AutoShape 49"/>
              <p:cNvSpPr/>
              <p:nvPr/>
            </p:nvSpPr>
            <p:spPr bwMode="auto">
              <a:xfrm flipH="0" flipV="0">
                <a:off x="1724290" y="71286"/>
                <a:ext cx="0" cy="2986249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257283069" name="Freeform 51"/>
              <p:cNvSpPr/>
              <p:nvPr/>
            </p:nvSpPr>
            <p:spPr bwMode="auto">
              <a:xfrm rot="0" flipH="0" flipV="0">
                <a:off x="0" y="724035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2216634" name="TextBox 52"/>
              <p:cNvSpPr txBox="1"/>
              <p:nvPr/>
            </p:nvSpPr>
            <p:spPr bwMode="auto">
              <a:xfrm rot="0" flipH="0" flipV="0">
                <a:off x="0" y="645658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68755445" name="Freeform 56"/>
              <p:cNvSpPr/>
              <p:nvPr/>
            </p:nvSpPr>
            <p:spPr bwMode="auto">
              <a:xfrm rot="0" flipH="0" flipV="0">
                <a:off x="120" y="1352072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9203704" name="TextBox 57"/>
              <p:cNvSpPr txBox="1"/>
              <p:nvPr/>
            </p:nvSpPr>
            <p:spPr bwMode="auto">
              <a:xfrm rot="0" flipH="0" flipV="0">
                <a:off x="120" y="1273695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37522127" name="Freeform 59"/>
              <p:cNvSpPr/>
              <p:nvPr/>
            </p:nvSpPr>
            <p:spPr bwMode="auto">
              <a:xfrm rot="0" flipH="0" flipV="0">
                <a:off x="120" y="1962486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9964222" name="TextBox 60"/>
              <p:cNvSpPr txBox="1"/>
              <p:nvPr/>
            </p:nvSpPr>
            <p:spPr bwMode="auto">
              <a:xfrm rot="0" flipH="0" flipV="0">
                <a:off x="120" y="1884109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2402820" name="Freeform 62"/>
              <p:cNvSpPr/>
              <p:nvPr/>
            </p:nvSpPr>
            <p:spPr bwMode="auto">
              <a:xfrm rot="0" flipH="0" flipV="0">
                <a:off x="120" y="2590524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42559444" name="TextBox 63"/>
              <p:cNvSpPr txBox="1"/>
              <p:nvPr/>
            </p:nvSpPr>
            <p:spPr bwMode="auto">
              <a:xfrm rot="0" flipH="0" flipV="0">
                <a:off x="120" y="2512146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584136" name="Freeform 88"/>
              <p:cNvSpPr/>
              <p:nvPr/>
            </p:nvSpPr>
            <p:spPr bwMode="auto">
              <a:xfrm rot="0" flipH="0" flipV="0">
                <a:off x="1948890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1113980" name="TextBox 89"/>
              <p:cNvSpPr txBox="1"/>
              <p:nvPr/>
            </p:nvSpPr>
            <p:spPr bwMode="auto">
              <a:xfrm rot="0" flipH="0" flipV="0">
                <a:off x="1948890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82575541" name="Freeform 91"/>
              <p:cNvSpPr/>
              <p:nvPr/>
            </p:nvSpPr>
            <p:spPr bwMode="auto">
              <a:xfrm rot="0" flipH="0" flipV="0">
                <a:off x="1948890" y="706412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07724606" name="TextBox 92"/>
              <p:cNvSpPr txBox="1"/>
              <p:nvPr/>
            </p:nvSpPr>
            <p:spPr bwMode="auto">
              <a:xfrm rot="0" flipH="0" flipV="0">
                <a:off x="1948890" y="628035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3177594" name="Freeform 94"/>
              <p:cNvSpPr/>
              <p:nvPr/>
            </p:nvSpPr>
            <p:spPr bwMode="auto">
              <a:xfrm rot="0" flipH="0" flipV="0">
                <a:off x="1949011" y="1334449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19536561" name="TextBox 95"/>
              <p:cNvSpPr txBox="1"/>
              <p:nvPr/>
            </p:nvSpPr>
            <p:spPr bwMode="auto">
              <a:xfrm rot="0" flipH="0" flipV="0">
                <a:off x="1949011" y="1256072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5040316" name="Freeform 97"/>
              <p:cNvSpPr/>
              <p:nvPr/>
            </p:nvSpPr>
            <p:spPr bwMode="auto">
              <a:xfrm rot="0" flipH="0" flipV="0">
                <a:off x="1949011" y="1962486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07031575" name="TextBox 98"/>
              <p:cNvSpPr txBox="1"/>
              <p:nvPr/>
            </p:nvSpPr>
            <p:spPr bwMode="auto">
              <a:xfrm rot="0" flipH="0" flipV="0">
                <a:off x="1949011" y="1884109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8832762" name="Freeform 100"/>
              <p:cNvSpPr/>
              <p:nvPr/>
            </p:nvSpPr>
            <p:spPr bwMode="auto">
              <a:xfrm rot="0" flipH="0" flipV="0">
                <a:off x="1949011" y="2590524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01282862" name="TextBox 101"/>
              <p:cNvSpPr txBox="1"/>
              <p:nvPr/>
            </p:nvSpPr>
            <p:spPr bwMode="auto">
              <a:xfrm rot="0" flipH="0" flipV="0">
                <a:off x="1949011" y="2512146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936521536" name=""/>
            <p:cNvGrpSpPr/>
            <p:nvPr/>
          </p:nvGrpSpPr>
          <p:grpSpPr bwMode="auto">
            <a:xfrm>
              <a:off x="1252240" y="860072"/>
              <a:ext cx="3439774" cy="545393"/>
              <a:chOff x="0" y="0"/>
              <a:chExt cx="3439774" cy="545393"/>
            </a:xfrm>
          </p:grpSpPr>
          <p:sp>
            <p:nvSpPr>
              <p:cNvPr id="530795925" name="Freeform 74"/>
              <p:cNvSpPr/>
              <p:nvPr/>
            </p:nvSpPr>
            <p:spPr bwMode="auto">
              <a:xfrm rot="0" flipH="0" flipV="0">
                <a:off x="0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5939098" name="TextBox 75"/>
              <p:cNvSpPr txBox="1"/>
              <p:nvPr/>
            </p:nvSpPr>
            <p:spPr bwMode="auto">
              <a:xfrm rot="0" flipH="0" flipV="0">
                <a:off x="0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1481144" name="Freeform 80"/>
              <p:cNvSpPr/>
              <p:nvPr/>
            </p:nvSpPr>
            <p:spPr bwMode="auto">
              <a:xfrm rot="0" flipH="0" flipV="0">
                <a:off x="1940059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34493496" name="TextBox 81"/>
              <p:cNvSpPr txBox="1"/>
              <p:nvPr/>
            </p:nvSpPr>
            <p:spPr bwMode="auto">
              <a:xfrm rot="0" flipH="0" flipV="0">
                <a:off x="1940059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3119865" name="AutoShape 26"/>
          <p:cNvSpPr/>
          <p:nvPr/>
        </p:nvSpPr>
        <p:spPr bwMode="auto">
          <a:xfrm>
            <a:off x="2554785" y="2067765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4463352" name="Freeform 27"/>
          <p:cNvSpPr/>
          <p:nvPr/>
        </p:nvSpPr>
        <p:spPr bwMode="auto">
          <a:xfrm>
            <a:off x="17213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356747" name="Freeform 28"/>
          <p:cNvSpPr/>
          <p:nvPr/>
        </p:nvSpPr>
        <p:spPr bwMode="auto">
          <a:xfrm>
            <a:off x="4307608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3805346" name="Freeform 29"/>
          <p:cNvSpPr/>
          <p:nvPr/>
        </p:nvSpPr>
        <p:spPr bwMode="auto">
          <a:xfrm>
            <a:off x="68939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9203760" name="Freeform 30"/>
          <p:cNvSpPr/>
          <p:nvPr/>
        </p:nvSpPr>
        <p:spPr bwMode="auto">
          <a:xfrm>
            <a:off x="9480281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003030" name="AutoShape 31"/>
          <p:cNvSpPr/>
          <p:nvPr/>
        </p:nvSpPr>
        <p:spPr bwMode="auto">
          <a:xfrm>
            <a:off x="7727383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2285269" name="AutoShape 32"/>
          <p:cNvSpPr/>
          <p:nvPr/>
        </p:nvSpPr>
        <p:spPr bwMode="auto">
          <a:xfrm flipV="1">
            <a:off x="5141046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033372" name="AutoShape 33"/>
          <p:cNvSpPr/>
          <p:nvPr/>
        </p:nvSpPr>
        <p:spPr bwMode="auto">
          <a:xfrm>
            <a:off x="472873" y="2067765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2023658" name="AutoShape 34"/>
          <p:cNvSpPr/>
          <p:nvPr/>
        </p:nvSpPr>
        <p:spPr bwMode="auto">
          <a:xfrm flipV="1">
            <a:off x="10313721" y="2067765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9800847" name="Freeform 36"/>
          <p:cNvSpPr/>
          <p:nvPr/>
        </p:nvSpPr>
        <p:spPr bwMode="auto">
          <a:xfrm>
            <a:off x="1721346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3100574" name="AutoShape 41"/>
          <p:cNvSpPr/>
          <p:nvPr/>
        </p:nvSpPr>
        <p:spPr bwMode="auto">
          <a:xfrm flipV="1">
            <a:off x="472873" y="5126038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4864628" name="AutoShape 42"/>
          <p:cNvSpPr/>
          <p:nvPr/>
        </p:nvSpPr>
        <p:spPr bwMode="auto">
          <a:xfrm>
            <a:off x="10313721" y="5126038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318397288" name=""/>
          <p:cNvGrpSpPr/>
          <p:nvPr/>
        </p:nvGrpSpPr>
        <p:grpSpPr bwMode="auto">
          <a:xfrm>
            <a:off x="2554785" y="3474531"/>
            <a:ext cx="7758931" cy="2068223"/>
            <a:chOff x="0" y="0"/>
            <a:chExt cx="7758931" cy="2068223"/>
          </a:xfrm>
        </p:grpSpPr>
        <p:sp>
          <p:nvSpPr>
            <p:cNvPr id="381696675" name="AutoShape 35"/>
            <p:cNvSpPr/>
            <p:nvPr/>
          </p:nvSpPr>
          <p:spPr bwMode="auto">
            <a:xfrm>
              <a:off x="0" y="1651506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8896187" name="Freeform 37"/>
            <p:cNvSpPr/>
            <p:nvPr/>
          </p:nvSpPr>
          <p:spPr bwMode="auto">
            <a:xfrm>
              <a:off x="1752822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755246" name="Freeform 38"/>
            <p:cNvSpPr/>
            <p:nvPr/>
          </p:nvSpPr>
          <p:spPr bwMode="auto">
            <a:xfrm>
              <a:off x="4339161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8905759" name="Freeform 39"/>
            <p:cNvSpPr/>
            <p:nvPr/>
          </p:nvSpPr>
          <p:spPr bwMode="auto">
            <a:xfrm>
              <a:off x="6925495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3236806" name="AutoShape 40"/>
            <p:cNvSpPr/>
            <p:nvPr/>
          </p:nvSpPr>
          <p:spPr bwMode="auto">
            <a:xfrm>
              <a:off x="5172596" y="1651506"/>
              <a:ext cx="1752894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2191977" name="AutoShape 43"/>
            <p:cNvSpPr/>
            <p:nvPr/>
          </p:nvSpPr>
          <p:spPr bwMode="auto">
            <a:xfrm>
              <a:off x="3462750" y="375578"/>
              <a:ext cx="0" cy="7573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75861942" name="Freeform 44"/>
            <p:cNvSpPr/>
            <p:nvPr/>
          </p:nvSpPr>
          <p:spPr bwMode="auto">
            <a:xfrm>
              <a:off x="3110418" y="1299177"/>
              <a:ext cx="704655" cy="704655"/>
            </a:xfrm>
            <a:custGeom>
              <a:avLst/>
              <a:gdLst/>
              <a:ahLst/>
              <a:cxnLst/>
              <a:rect l="l" t="t" r="r" b="b"/>
              <a:pathLst>
                <a:path w="704658" h="704658" fill="norm" stroke="1" extrusionOk="0">
                  <a:moveTo>
                    <a:pt x="0" y="0"/>
                  </a:moveTo>
                  <a:lnTo>
                    <a:pt x="704658" y="0"/>
                  </a:lnTo>
                  <a:lnTo>
                    <a:pt x="704658" y="704658"/>
                  </a:lnTo>
                  <a:lnTo>
                    <a:pt x="0" y="70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4988811" name="TextBox 45"/>
            <p:cNvSpPr txBox="1"/>
            <p:nvPr/>
          </p:nvSpPr>
          <p:spPr bwMode="auto">
            <a:xfrm>
              <a:off x="1406520" y="0"/>
              <a:ext cx="4114971" cy="2788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2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38614482" name="Group 26"/>
          <p:cNvGrpSpPr/>
          <p:nvPr/>
        </p:nvGrpSpPr>
        <p:grpSpPr bwMode="auto">
          <a:xfrm>
            <a:off x="1436256" y="2207788"/>
            <a:ext cx="143901" cy="143901"/>
            <a:chOff x="0" y="0"/>
            <a:chExt cx="812799" cy="812799"/>
          </a:xfrm>
        </p:grpSpPr>
        <p:sp>
          <p:nvSpPr>
            <p:cNvPr id="984477960" name="Freeform 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7400410" name="TextBox 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7847372" name="Group 29"/>
          <p:cNvGrpSpPr/>
          <p:nvPr/>
        </p:nvGrpSpPr>
        <p:grpSpPr bwMode="auto">
          <a:xfrm>
            <a:off x="1628879" y="2207788"/>
            <a:ext cx="143901" cy="143901"/>
            <a:chOff x="0" y="0"/>
            <a:chExt cx="812799" cy="812799"/>
          </a:xfrm>
        </p:grpSpPr>
        <p:sp>
          <p:nvSpPr>
            <p:cNvPr id="1448362115" name="Freeform 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637405" name="TextBox 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5906928" name="Group 32"/>
          <p:cNvGrpSpPr/>
          <p:nvPr/>
        </p:nvGrpSpPr>
        <p:grpSpPr bwMode="auto">
          <a:xfrm>
            <a:off x="1821504" y="2207788"/>
            <a:ext cx="143901" cy="143901"/>
            <a:chOff x="0" y="0"/>
            <a:chExt cx="812799" cy="812799"/>
          </a:xfrm>
        </p:grpSpPr>
        <p:sp>
          <p:nvSpPr>
            <p:cNvPr id="1827389102" name="Freeform 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3555576" name="TextBox 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7806372" name="Group 35"/>
          <p:cNvGrpSpPr/>
          <p:nvPr/>
        </p:nvGrpSpPr>
        <p:grpSpPr bwMode="auto">
          <a:xfrm>
            <a:off x="2013033" y="2207788"/>
            <a:ext cx="143901" cy="143901"/>
            <a:chOff x="0" y="0"/>
            <a:chExt cx="812799" cy="812799"/>
          </a:xfrm>
        </p:grpSpPr>
        <p:sp>
          <p:nvSpPr>
            <p:cNvPr id="1980179778" name="Freeform 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214275" name="TextBox 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4484765" name="Group 38"/>
          <p:cNvGrpSpPr/>
          <p:nvPr/>
        </p:nvGrpSpPr>
        <p:grpSpPr bwMode="auto">
          <a:xfrm>
            <a:off x="2205657" y="2207788"/>
            <a:ext cx="143901" cy="143901"/>
            <a:chOff x="0" y="0"/>
            <a:chExt cx="812799" cy="812799"/>
          </a:xfrm>
        </p:grpSpPr>
        <p:sp>
          <p:nvSpPr>
            <p:cNvPr id="985295061" name="Freeform 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888355" name="TextBox 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3000702" name="Group 41"/>
          <p:cNvGrpSpPr/>
          <p:nvPr/>
        </p:nvGrpSpPr>
        <p:grpSpPr bwMode="auto">
          <a:xfrm>
            <a:off x="2398279" y="2207788"/>
            <a:ext cx="143901" cy="143901"/>
            <a:chOff x="0" y="0"/>
            <a:chExt cx="812799" cy="812799"/>
          </a:xfrm>
        </p:grpSpPr>
        <p:sp>
          <p:nvSpPr>
            <p:cNvPr id="1990320304" name="Freeform 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8848019" name="TextBox 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1832842" name="Group 44"/>
          <p:cNvGrpSpPr/>
          <p:nvPr/>
        </p:nvGrpSpPr>
        <p:grpSpPr bwMode="auto">
          <a:xfrm>
            <a:off x="2589808" y="2207788"/>
            <a:ext cx="143901" cy="143901"/>
            <a:chOff x="0" y="0"/>
            <a:chExt cx="812799" cy="812799"/>
          </a:xfrm>
        </p:grpSpPr>
        <p:sp>
          <p:nvSpPr>
            <p:cNvPr id="117597473" name="Freeform 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2040963" name="TextBox 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9440284" name="Group 47"/>
          <p:cNvGrpSpPr/>
          <p:nvPr/>
        </p:nvGrpSpPr>
        <p:grpSpPr bwMode="auto">
          <a:xfrm>
            <a:off x="2782433" y="2207788"/>
            <a:ext cx="143901" cy="143901"/>
            <a:chOff x="0" y="0"/>
            <a:chExt cx="812799" cy="812799"/>
          </a:xfrm>
        </p:grpSpPr>
        <p:sp>
          <p:nvSpPr>
            <p:cNvPr id="1075669692" name="Freeform 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26235" name="TextBox 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7815248" name="Group 50"/>
          <p:cNvGrpSpPr/>
          <p:nvPr/>
        </p:nvGrpSpPr>
        <p:grpSpPr bwMode="auto">
          <a:xfrm>
            <a:off x="2975058" y="2207788"/>
            <a:ext cx="143901" cy="143901"/>
            <a:chOff x="0" y="0"/>
            <a:chExt cx="812799" cy="812799"/>
          </a:xfrm>
        </p:grpSpPr>
        <p:sp>
          <p:nvSpPr>
            <p:cNvPr id="69354586" name="Freeform 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7126015" name="TextBox 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2982922" name="Group 53"/>
          <p:cNvGrpSpPr/>
          <p:nvPr/>
        </p:nvGrpSpPr>
        <p:grpSpPr bwMode="auto">
          <a:xfrm>
            <a:off x="859482" y="2207788"/>
            <a:ext cx="143901" cy="143901"/>
            <a:chOff x="0" y="0"/>
            <a:chExt cx="812799" cy="812799"/>
          </a:xfrm>
        </p:grpSpPr>
        <p:sp>
          <p:nvSpPr>
            <p:cNvPr id="1978564871" name="Freeform 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8540868" name="TextBox 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4851676" name="Group 56"/>
          <p:cNvGrpSpPr/>
          <p:nvPr/>
        </p:nvGrpSpPr>
        <p:grpSpPr bwMode="auto">
          <a:xfrm>
            <a:off x="1052103" y="2207788"/>
            <a:ext cx="143901" cy="143901"/>
            <a:chOff x="0" y="0"/>
            <a:chExt cx="812799" cy="812799"/>
          </a:xfrm>
        </p:grpSpPr>
        <p:sp>
          <p:nvSpPr>
            <p:cNvPr id="578016471" name="Freeform 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8363170" name="TextBox 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8736273" name="Group 59"/>
          <p:cNvGrpSpPr/>
          <p:nvPr/>
        </p:nvGrpSpPr>
        <p:grpSpPr bwMode="auto">
          <a:xfrm>
            <a:off x="1244730" y="2207788"/>
            <a:ext cx="143901" cy="143901"/>
            <a:chOff x="0" y="0"/>
            <a:chExt cx="812799" cy="812799"/>
          </a:xfrm>
        </p:grpSpPr>
        <p:sp>
          <p:nvSpPr>
            <p:cNvPr id="1943836322" name="Freeform 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794319" name="TextBox 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5604071" name="Group 62"/>
          <p:cNvGrpSpPr/>
          <p:nvPr/>
        </p:nvGrpSpPr>
        <p:grpSpPr bwMode="auto">
          <a:xfrm>
            <a:off x="1436256" y="2397260"/>
            <a:ext cx="143901" cy="143901"/>
            <a:chOff x="0" y="0"/>
            <a:chExt cx="812799" cy="812799"/>
          </a:xfrm>
        </p:grpSpPr>
        <p:sp>
          <p:nvSpPr>
            <p:cNvPr id="1970041797" name="Freeform 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5314166" name="TextBox 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6855218" name="Group 65"/>
          <p:cNvGrpSpPr/>
          <p:nvPr/>
        </p:nvGrpSpPr>
        <p:grpSpPr bwMode="auto">
          <a:xfrm>
            <a:off x="1628879" y="2397260"/>
            <a:ext cx="143901" cy="143901"/>
            <a:chOff x="0" y="0"/>
            <a:chExt cx="812799" cy="812799"/>
          </a:xfrm>
        </p:grpSpPr>
        <p:sp>
          <p:nvSpPr>
            <p:cNvPr id="8044968" name="Freeform 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573391" name="TextBox 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2779374" name="Group 68"/>
          <p:cNvGrpSpPr/>
          <p:nvPr/>
        </p:nvGrpSpPr>
        <p:grpSpPr bwMode="auto">
          <a:xfrm>
            <a:off x="1821504" y="2397260"/>
            <a:ext cx="143901" cy="143901"/>
            <a:chOff x="0" y="0"/>
            <a:chExt cx="812799" cy="812799"/>
          </a:xfrm>
        </p:grpSpPr>
        <p:sp>
          <p:nvSpPr>
            <p:cNvPr id="639334775" name="Freeform 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951086" name="TextBox 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4802794" name="Group 71"/>
          <p:cNvGrpSpPr/>
          <p:nvPr/>
        </p:nvGrpSpPr>
        <p:grpSpPr bwMode="auto">
          <a:xfrm>
            <a:off x="2013033" y="2397260"/>
            <a:ext cx="143901" cy="143901"/>
            <a:chOff x="0" y="0"/>
            <a:chExt cx="812799" cy="812799"/>
          </a:xfrm>
        </p:grpSpPr>
        <p:sp>
          <p:nvSpPr>
            <p:cNvPr id="448102970" name="Freeform 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84299721" name="TextBox 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6509722" name="Group 74"/>
          <p:cNvGrpSpPr/>
          <p:nvPr/>
        </p:nvGrpSpPr>
        <p:grpSpPr bwMode="auto">
          <a:xfrm>
            <a:off x="2205657" y="2397260"/>
            <a:ext cx="143901" cy="143901"/>
            <a:chOff x="0" y="0"/>
            <a:chExt cx="812799" cy="812799"/>
          </a:xfrm>
        </p:grpSpPr>
        <p:sp>
          <p:nvSpPr>
            <p:cNvPr id="411174407" name="Freeform 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822176" name="TextBox 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6576422" name="Group 77"/>
          <p:cNvGrpSpPr/>
          <p:nvPr/>
        </p:nvGrpSpPr>
        <p:grpSpPr bwMode="auto">
          <a:xfrm>
            <a:off x="2398279" y="2397260"/>
            <a:ext cx="143901" cy="143901"/>
            <a:chOff x="0" y="0"/>
            <a:chExt cx="812799" cy="812799"/>
          </a:xfrm>
        </p:grpSpPr>
        <p:sp>
          <p:nvSpPr>
            <p:cNvPr id="1257077976" name="Freeform 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5918625" name="TextBox 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7905588" name="Group 80"/>
          <p:cNvGrpSpPr/>
          <p:nvPr/>
        </p:nvGrpSpPr>
        <p:grpSpPr bwMode="auto">
          <a:xfrm>
            <a:off x="2589808" y="2397260"/>
            <a:ext cx="143901" cy="143901"/>
            <a:chOff x="0" y="0"/>
            <a:chExt cx="812799" cy="812799"/>
          </a:xfrm>
        </p:grpSpPr>
        <p:sp>
          <p:nvSpPr>
            <p:cNvPr id="2218093" name="Freeform 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0673720" name="TextBox 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1201164" name="Group 83"/>
          <p:cNvGrpSpPr/>
          <p:nvPr/>
        </p:nvGrpSpPr>
        <p:grpSpPr bwMode="auto">
          <a:xfrm>
            <a:off x="2782433" y="2397260"/>
            <a:ext cx="143901" cy="143901"/>
            <a:chOff x="0" y="0"/>
            <a:chExt cx="812799" cy="812799"/>
          </a:xfrm>
        </p:grpSpPr>
        <p:sp>
          <p:nvSpPr>
            <p:cNvPr id="1380714469" name="Freeform 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17280843" name="TextBox 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7263032" name="Group 86"/>
          <p:cNvGrpSpPr/>
          <p:nvPr/>
        </p:nvGrpSpPr>
        <p:grpSpPr bwMode="auto">
          <a:xfrm>
            <a:off x="2975058" y="2397260"/>
            <a:ext cx="143901" cy="143901"/>
            <a:chOff x="0" y="0"/>
            <a:chExt cx="812799" cy="812799"/>
          </a:xfrm>
        </p:grpSpPr>
        <p:sp>
          <p:nvSpPr>
            <p:cNvPr id="898082187" name="Freeform 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3359642" name="TextBox 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6624043" name="Group 89"/>
          <p:cNvGrpSpPr/>
          <p:nvPr/>
        </p:nvGrpSpPr>
        <p:grpSpPr bwMode="auto">
          <a:xfrm>
            <a:off x="859482" y="2397260"/>
            <a:ext cx="143901" cy="143901"/>
            <a:chOff x="0" y="0"/>
            <a:chExt cx="812799" cy="812799"/>
          </a:xfrm>
        </p:grpSpPr>
        <p:sp>
          <p:nvSpPr>
            <p:cNvPr id="1965776805" name="Freeform 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227875" name="TextBox 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2186684" name="Group 92"/>
          <p:cNvGrpSpPr/>
          <p:nvPr/>
        </p:nvGrpSpPr>
        <p:grpSpPr bwMode="auto">
          <a:xfrm>
            <a:off x="1052103" y="2397260"/>
            <a:ext cx="143901" cy="143901"/>
            <a:chOff x="0" y="0"/>
            <a:chExt cx="812799" cy="812799"/>
          </a:xfrm>
        </p:grpSpPr>
        <p:sp>
          <p:nvSpPr>
            <p:cNvPr id="183986299" name="Freeform 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630087" name="TextBox 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7684394" name="Group 95"/>
          <p:cNvGrpSpPr/>
          <p:nvPr/>
        </p:nvGrpSpPr>
        <p:grpSpPr bwMode="auto">
          <a:xfrm>
            <a:off x="1244730" y="2397260"/>
            <a:ext cx="143901" cy="143901"/>
            <a:chOff x="0" y="0"/>
            <a:chExt cx="812799" cy="812799"/>
          </a:xfrm>
        </p:grpSpPr>
        <p:sp>
          <p:nvSpPr>
            <p:cNvPr id="100110719" name="Freeform 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381218" name="TextBox 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252861" name="Group 98"/>
          <p:cNvGrpSpPr/>
          <p:nvPr/>
        </p:nvGrpSpPr>
        <p:grpSpPr bwMode="auto">
          <a:xfrm>
            <a:off x="1436256" y="2588788"/>
            <a:ext cx="143901" cy="143901"/>
            <a:chOff x="0" y="0"/>
            <a:chExt cx="812799" cy="812799"/>
          </a:xfrm>
        </p:grpSpPr>
        <p:sp>
          <p:nvSpPr>
            <p:cNvPr id="611772805" name="Freeform 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9372880" name="TextBox 1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8228586" name="Group 101"/>
          <p:cNvGrpSpPr/>
          <p:nvPr/>
        </p:nvGrpSpPr>
        <p:grpSpPr bwMode="auto">
          <a:xfrm>
            <a:off x="1628879" y="2588788"/>
            <a:ext cx="143901" cy="143901"/>
            <a:chOff x="0" y="0"/>
            <a:chExt cx="812799" cy="812799"/>
          </a:xfrm>
        </p:grpSpPr>
        <p:sp>
          <p:nvSpPr>
            <p:cNvPr id="87010719" name="Freeform 1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48926519" name="TextBox 1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4500355" name="Group 104"/>
          <p:cNvGrpSpPr/>
          <p:nvPr/>
        </p:nvGrpSpPr>
        <p:grpSpPr bwMode="auto">
          <a:xfrm>
            <a:off x="1821504" y="2588788"/>
            <a:ext cx="143901" cy="143901"/>
            <a:chOff x="0" y="0"/>
            <a:chExt cx="812799" cy="812799"/>
          </a:xfrm>
        </p:grpSpPr>
        <p:sp>
          <p:nvSpPr>
            <p:cNvPr id="1951564831" name="Freeform 1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6423431" name="TextBox 1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1210087" name="Group 107"/>
          <p:cNvGrpSpPr/>
          <p:nvPr/>
        </p:nvGrpSpPr>
        <p:grpSpPr bwMode="auto">
          <a:xfrm>
            <a:off x="2013033" y="2588788"/>
            <a:ext cx="143901" cy="143901"/>
            <a:chOff x="0" y="0"/>
            <a:chExt cx="812799" cy="812799"/>
          </a:xfrm>
        </p:grpSpPr>
        <p:sp>
          <p:nvSpPr>
            <p:cNvPr id="1313050198" name="Freeform 1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815231" name="TextBox 1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208635" name="Group 110"/>
          <p:cNvGrpSpPr/>
          <p:nvPr/>
        </p:nvGrpSpPr>
        <p:grpSpPr bwMode="auto">
          <a:xfrm>
            <a:off x="2205657" y="2588788"/>
            <a:ext cx="143901" cy="143901"/>
            <a:chOff x="0" y="0"/>
            <a:chExt cx="812799" cy="812799"/>
          </a:xfrm>
        </p:grpSpPr>
        <p:sp>
          <p:nvSpPr>
            <p:cNvPr id="1299523642" name="Freeform 1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630386" name="TextBox 1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4635994" name="Group 113"/>
          <p:cNvGrpSpPr/>
          <p:nvPr/>
        </p:nvGrpSpPr>
        <p:grpSpPr bwMode="auto">
          <a:xfrm>
            <a:off x="2398279" y="2588788"/>
            <a:ext cx="143901" cy="143901"/>
            <a:chOff x="0" y="0"/>
            <a:chExt cx="812799" cy="812799"/>
          </a:xfrm>
        </p:grpSpPr>
        <p:sp>
          <p:nvSpPr>
            <p:cNvPr id="684807153" name="Freeform 1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8479227" name="TextBox 1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0836920" name="Group 116"/>
          <p:cNvGrpSpPr/>
          <p:nvPr/>
        </p:nvGrpSpPr>
        <p:grpSpPr bwMode="auto">
          <a:xfrm>
            <a:off x="2589808" y="2588788"/>
            <a:ext cx="143901" cy="143901"/>
            <a:chOff x="0" y="0"/>
            <a:chExt cx="812799" cy="812799"/>
          </a:xfrm>
        </p:grpSpPr>
        <p:sp>
          <p:nvSpPr>
            <p:cNvPr id="1967453626" name="Freeform 1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7682053" name="TextBox 1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7441101" name="Group 119"/>
          <p:cNvGrpSpPr/>
          <p:nvPr/>
        </p:nvGrpSpPr>
        <p:grpSpPr bwMode="auto">
          <a:xfrm>
            <a:off x="2782433" y="2588788"/>
            <a:ext cx="143901" cy="143901"/>
            <a:chOff x="0" y="0"/>
            <a:chExt cx="812799" cy="812799"/>
          </a:xfrm>
        </p:grpSpPr>
        <p:sp>
          <p:nvSpPr>
            <p:cNvPr id="200098946" name="Freeform 1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7056955" name="TextBox 1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1144567" name="Group 122"/>
          <p:cNvGrpSpPr/>
          <p:nvPr/>
        </p:nvGrpSpPr>
        <p:grpSpPr bwMode="auto">
          <a:xfrm>
            <a:off x="2975058" y="2588788"/>
            <a:ext cx="143901" cy="143901"/>
            <a:chOff x="0" y="0"/>
            <a:chExt cx="812799" cy="812799"/>
          </a:xfrm>
        </p:grpSpPr>
        <p:sp>
          <p:nvSpPr>
            <p:cNvPr id="153947335" name="Freeform 1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454200" name="TextBox 1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4904448" name="Group 125"/>
          <p:cNvGrpSpPr/>
          <p:nvPr/>
        </p:nvGrpSpPr>
        <p:grpSpPr bwMode="auto">
          <a:xfrm>
            <a:off x="859482" y="2588788"/>
            <a:ext cx="143901" cy="143901"/>
            <a:chOff x="0" y="0"/>
            <a:chExt cx="812799" cy="812799"/>
          </a:xfrm>
        </p:grpSpPr>
        <p:sp>
          <p:nvSpPr>
            <p:cNvPr id="437512914" name="Freeform 1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3107230" name="TextBox 1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3991234" name="Group 128"/>
          <p:cNvGrpSpPr/>
          <p:nvPr/>
        </p:nvGrpSpPr>
        <p:grpSpPr bwMode="auto">
          <a:xfrm>
            <a:off x="1052103" y="2588788"/>
            <a:ext cx="143901" cy="143901"/>
            <a:chOff x="0" y="0"/>
            <a:chExt cx="812799" cy="812799"/>
          </a:xfrm>
        </p:grpSpPr>
        <p:sp>
          <p:nvSpPr>
            <p:cNvPr id="1414436222" name="Freeform 1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9965880" name="TextBox 1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1076130" name="Group 131"/>
          <p:cNvGrpSpPr/>
          <p:nvPr/>
        </p:nvGrpSpPr>
        <p:grpSpPr bwMode="auto">
          <a:xfrm>
            <a:off x="1244730" y="2588788"/>
            <a:ext cx="143901" cy="143901"/>
            <a:chOff x="0" y="0"/>
            <a:chExt cx="812799" cy="812799"/>
          </a:xfrm>
        </p:grpSpPr>
        <p:sp>
          <p:nvSpPr>
            <p:cNvPr id="149702624" name="Freeform 1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83090402" name="TextBox 1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6298169" name="Group 134"/>
          <p:cNvGrpSpPr/>
          <p:nvPr/>
        </p:nvGrpSpPr>
        <p:grpSpPr bwMode="auto">
          <a:xfrm>
            <a:off x="1436256" y="2778259"/>
            <a:ext cx="143901" cy="143901"/>
            <a:chOff x="0" y="0"/>
            <a:chExt cx="812799" cy="812799"/>
          </a:xfrm>
        </p:grpSpPr>
        <p:sp>
          <p:nvSpPr>
            <p:cNvPr id="2027027428" name="Freeform 1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4142336" name="TextBox 1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459741" name="Group 137"/>
          <p:cNvGrpSpPr/>
          <p:nvPr/>
        </p:nvGrpSpPr>
        <p:grpSpPr bwMode="auto">
          <a:xfrm>
            <a:off x="1628879" y="2778259"/>
            <a:ext cx="143901" cy="143901"/>
            <a:chOff x="0" y="0"/>
            <a:chExt cx="812799" cy="812799"/>
          </a:xfrm>
        </p:grpSpPr>
        <p:sp>
          <p:nvSpPr>
            <p:cNvPr id="1727893562" name="Freeform 1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4101642" name="TextBox 1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977392" name="Group 140"/>
          <p:cNvGrpSpPr/>
          <p:nvPr/>
        </p:nvGrpSpPr>
        <p:grpSpPr bwMode="auto">
          <a:xfrm>
            <a:off x="1821504" y="2778259"/>
            <a:ext cx="143901" cy="143901"/>
            <a:chOff x="0" y="0"/>
            <a:chExt cx="812799" cy="812799"/>
          </a:xfrm>
        </p:grpSpPr>
        <p:sp>
          <p:nvSpPr>
            <p:cNvPr id="1852307855" name="Freeform 1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88423" name="TextBox 1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6971577" name="Group 143"/>
          <p:cNvGrpSpPr/>
          <p:nvPr/>
        </p:nvGrpSpPr>
        <p:grpSpPr bwMode="auto">
          <a:xfrm>
            <a:off x="2013033" y="2778259"/>
            <a:ext cx="143901" cy="143901"/>
            <a:chOff x="0" y="0"/>
            <a:chExt cx="812799" cy="812799"/>
          </a:xfrm>
        </p:grpSpPr>
        <p:sp>
          <p:nvSpPr>
            <p:cNvPr id="419793050" name="Freeform 1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03948237" name="TextBox 1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9602649" name="Group 146"/>
          <p:cNvGrpSpPr/>
          <p:nvPr/>
        </p:nvGrpSpPr>
        <p:grpSpPr bwMode="auto">
          <a:xfrm>
            <a:off x="2205657" y="2778259"/>
            <a:ext cx="143901" cy="143901"/>
            <a:chOff x="0" y="0"/>
            <a:chExt cx="812799" cy="812799"/>
          </a:xfrm>
        </p:grpSpPr>
        <p:sp>
          <p:nvSpPr>
            <p:cNvPr id="934098771" name="Freeform 1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5290594" name="TextBox 1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9533105" name="Group 149"/>
          <p:cNvGrpSpPr/>
          <p:nvPr/>
        </p:nvGrpSpPr>
        <p:grpSpPr bwMode="auto">
          <a:xfrm>
            <a:off x="2398279" y="2778259"/>
            <a:ext cx="143901" cy="143901"/>
            <a:chOff x="0" y="0"/>
            <a:chExt cx="812799" cy="812799"/>
          </a:xfrm>
        </p:grpSpPr>
        <p:sp>
          <p:nvSpPr>
            <p:cNvPr id="1713033789" name="Freeform 1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5878567" name="TextBox 1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5751483" name="Group 152"/>
          <p:cNvGrpSpPr/>
          <p:nvPr/>
        </p:nvGrpSpPr>
        <p:grpSpPr bwMode="auto">
          <a:xfrm>
            <a:off x="2589808" y="2778259"/>
            <a:ext cx="143901" cy="143901"/>
            <a:chOff x="0" y="0"/>
            <a:chExt cx="812799" cy="812799"/>
          </a:xfrm>
        </p:grpSpPr>
        <p:sp>
          <p:nvSpPr>
            <p:cNvPr id="935636206" name="Freeform 1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79584489" name="TextBox 1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5768354" name="Group 155"/>
          <p:cNvGrpSpPr/>
          <p:nvPr/>
        </p:nvGrpSpPr>
        <p:grpSpPr bwMode="auto">
          <a:xfrm>
            <a:off x="2782433" y="2778259"/>
            <a:ext cx="143901" cy="143901"/>
            <a:chOff x="0" y="0"/>
            <a:chExt cx="812799" cy="812799"/>
          </a:xfrm>
        </p:grpSpPr>
        <p:sp>
          <p:nvSpPr>
            <p:cNvPr id="1118629081" name="Freeform 1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57801" name="TextBox 1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3440127" name="Group 158"/>
          <p:cNvGrpSpPr/>
          <p:nvPr/>
        </p:nvGrpSpPr>
        <p:grpSpPr bwMode="auto">
          <a:xfrm>
            <a:off x="2975058" y="2778259"/>
            <a:ext cx="143901" cy="143901"/>
            <a:chOff x="0" y="0"/>
            <a:chExt cx="812799" cy="812799"/>
          </a:xfrm>
        </p:grpSpPr>
        <p:sp>
          <p:nvSpPr>
            <p:cNvPr id="1252790640" name="Freeform 1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562198" name="TextBox 1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6082838" name="Group 161"/>
          <p:cNvGrpSpPr/>
          <p:nvPr/>
        </p:nvGrpSpPr>
        <p:grpSpPr bwMode="auto">
          <a:xfrm>
            <a:off x="859482" y="2778259"/>
            <a:ext cx="143901" cy="143901"/>
            <a:chOff x="0" y="0"/>
            <a:chExt cx="812799" cy="812799"/>
          </a:xfrm>
        </p:grpSpPr>
        <p:sp>
          <p:nvSpPr>
            <p:cNvPr id="328629968" name="Freeform 1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2518573" name="TextBox 1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214825" name="Group 164"/>
          <p:cNvGrpSpPr/>
          <p:nvPr/>
        </p:nvGrpSpPr>
        <p:grpSpPr bwMode="auto">
          <a:xfrm>
            <a:off x="1052103" y="2778259"/>
            <a:ext cx="143901" cy="143901"/>
            <a:chOff x="0" y="0"/>
            <a:chExt cx="812799" cy="812799"/>
          </a:xfrm>
        </p:grpSpPr>
        <p:sp>
          <p:nvSpPr>
            <p:cNvPr id="408324930" name="Freeform 1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2896871" name="TextBox 1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1274401" name="Group 167"/>
          <p:cNvGrpSpPr/>
          <p:nvPr/>
        </p:nvGrpSpPr>
        <p:grpSpPr bwMode="auto">
          <a:xfrm>
            <a:off x="1244730" y="2778259"/>
            <a:ext cx="143901" cy="143901"/>
            <a:chOff x="0" y="0"/>
            <a:chExt cx="812799" cy="812799"/>
          </a:xfrm>
        </p:grpSpPr>
        <p:sp>
          <p:nvSpPr>
            <p:cNvPr id="613355056" name="Freeform 1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8454060" name="TextBox 1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9525112" name="Group 170"/>
          <p:cNvGrpSpPr/>
          <p:nvPr/>
        </p:nvGrpSpPr>
        <p:grpSpPr bwMode="auto">
          <a:xfrm>
            <a:off x="1436256" y="2969787"/>
            <a:ext cx="143901" cy="143901"/>
            <a:chOff x="0" y="0"/>
            <a:chExt cx="812799" cy="812799"/>
          </a:xfrm>
        </p:grpSpPr>
        <p:sp>
          <p:nvSpPr>
            <p:cNvPr id="849814273" name="Freeform 1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139533" name="TextBox 1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4187472" name="Group 173"/>
          <p:cNvGrpSpPr/>
          <p:nvPr/>
        </p:nvGrpSpPr>
        <p:grpSpPr bwMode="auto">
          <a:xfrm>
            <a:off x="1628879" y="2969787"/>
            <a:ext cx="143901" cy="143901"/>
            <a:chOff x="0" y="0"/>
            <a:chExt cx="812799" cy="812799"/>
          </a:xfrm>
        </p:grpSpPr>
        <p:sp>
          <p:nvSpPr>
            <p:cNvPr id="1038276482" name="Freeform 1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1037660" name="TextBox 1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5901045" name="Group 176"/>
          <p:cNvGrpSpPr/>
          <p:nvPr/>
        </p:nvGrpSpPr>
        <p:grpSpPr bwMode="auto">
          <a:xfrm>
            <a:off x="1821504" y="2969787"/>
            <a:ext cx="143901" cy="143901"/>
            <a:chOff x="0" y="0"/>
            <a:chExt cx="812799" cy="812799"/>
          </a:xfrm>
        </p:grpSpPr>
        <p:sp>
          <p:nvSpPr>
            <p:cNvPr id="1018634857" name="Freeform 1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5413258" name="TextBox 1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9752457" name="Group 179"/>
          <p:cNvGrpSpPr/>
          <p:nvPr/>
        </p:nvGrpSpPr>
        <p:grpSpPr bwMode="auto">
          <a:xfrm>
            <a:off x="2013033" y="2969787"/>
            <a:ext cx="143901" cy="143901"/>
            <a:chOff x="0" y="0"/>
            <a:chExt cx="812799" cy="812799"/>
          </a:xfrm>
        </p:grpSpPr>
        <p:sp>
          <p:nvSpPr>
            <p:cNvPr id="1523484399" name="Freeform 1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8086622" name="TextBox 1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1058296" name="Group 182"/>
          <p:cNvGrpSpPr/>
          <p:nvPr/>
        </p:nvGrpSpPr>
        <p:grpSpPr bwMode="auto">
          <a:xfrm>
            <a:off x="2205657" y="2969787"/>
            <a:ext cx="143901" cy="143901"/>
            <a:chOff x="0" y="0"/>
            <a:chExt cx="812799" cy="812799"/>
          </a:xfrm>
        </p:grpSpPr>
        <p:sp>
          <p:nvSpPr>
            <p:cNvPr id="1609550739" name="Freeform 1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851326" name="TextBox 1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9978268" name="Group 185"/>
          <p:cNvGrpSpPr/>
          <p:nvPr/>
        </p:nvGrpSpPr>
        <p:grpSpPr bwMode="auto">
          <a:xfrm>
            <a:off x="2398279" y="2969787"/>
            <a:ext cx="143901" cy="143901"/>
            <a:chOff x="0" y="0"/>
            <a:chExt cx="812799" cy="812799"/>
          </a:xfrm>
        </p:grpSpPr>
        <p:sp>
          <p:nvSpPr>
            <p:cNvPr id="2047360331" name="Freeform 1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3762625" name="TextBox 1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8482264" name="Group 188"/>
          <p:cNvGrpSpPr/>
          <p:nvPr/>
        </p:nvGrpSpPr>
        <p:grpSpPr bwMode="auto">
          <a:xfrm>
            <a:off x="2589808" y="2969787"/>
            <a:ext cx="143901" cy="143901"/>
            <a:chOff x="0" y="0"/>
            <a:chExt cx="812799" cy="812799"/>
          </a:xfrm>
        </p:grpSpPr>
        <p:sp>
          <p:nvSpPr>
            <p:cNvPr id="1379053157" name="Freeform 1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49452" name="TextBox 1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0932612" name="Group 191"/>
          <p:cNvGrpSpPr/>
          <p:nvPr/>
        </p:nvGrpSpPr>
        <p:grpSpPr bwMode="auto">
          <a:xfrm>
            <a:off x="2782433" y="2969787"/>
            <a:ext cx="143901" cy="143901"/>
            <a:chOff x="0" y="0"/>
            <a:chExt cx="812799" cy="812799"/>
          </a:xfrm>
        </p:grpSpPr>
        <p:sp>
          <p:nvSpPr>
            <p:cNvPr id="615583741" name="Freeform 1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2457171" name="TextBox 1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583891" name="Group 194"/>
          <p:cNvGrpSpPr/>
          <p:nvPr/>
        </p:nvGrpSpPr>
        <p:grpSpPr bwMode="auto">
          <a:xfrm>
            <a:off x="2975058" y="2969787"/>
            <a:ext cx="143901" cy="143901"/>
            <a:chOff x="0" y="0"/>
            <a:chExt cx="812799" cy="812799"/>
          </a:xfrm>
        </p:grpSpPr>
        <p:sp>
          <p:nvSpPr>
            <p:cNvPr id="732328400" name="Freeform 1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0935381" name="TextBox 1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8834025" name="Group 197"/>
          <p:cNvGrpSpPr/>
          <p:nvPr/>
        </p:nvGrpSpPr>
        <p:grpSpPr bwMode="auto">
          <a:xfrm>
            <a:off x="859482" y="2969787"/>
            <a:ext cx="143901" cy="143901"/>
            <a:chOff x="0" y="0"/>
            <a:chExt cx="812799" cy="812799"/>
          </a:xfrm>
        </p:grpSpPr>
        <p:sp>
          <p:nvSpPr>
            <p:cNvPr id="1878170481" name="Freeform 1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416953" name="TextBox 1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0765720" name="Group 200"/>
          <p:cNvGrpSpPr/>
          <p:nvPr/>
        </p:nvGrpSpPr>
        <p:grpSpPr bwMode="auto">
          <a:xfrm>
            <a:off x="1052103" y="2969787"/>
            <a:ext cx="143901" cy="143901"/>
            <a:chOff x="0" y="0"/>
            <a:chExt cx="812799" cy="812799"/>
          </a:xfrm>
        </p:grpSpPr>
        <p:sp>
          <p:nvSpPr>
            <p:cNvPr id="1025484371" name="Freeform 2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31114" name="TextBox 2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6324651" name="Group 203"/>
          <p:cNvGrpSpPr/>
          <p:nvPr/>
        </p:nvGrpSpPr>
        <p:grpSpPr bwMode="auto">
          <a:xfrm>
            <a:off x="1244730" y="2969787"/>
            <a:ext cx="143901" cy="143901"/>
            <a:chOff x="0" y="0"/>
            <a:chExt cx="812799" cy="812799"/>
          </a:xfrm>
        </p:grpSpPr>
        <p:sp>
          <p:nvSpPr>
            <p:cNvPr id="1880330759" name="Freeform 2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2458954" name="TextBox 2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3654255" name="Group 206"/>
          <p:cNvGrpSpPr/>
          <p:nvPr/>
        </p:nvGrpSpPr>
        <p:grpSpPr bwMode="auto">
          <a:xfrm>
            <a:off x="1436256" y="3159260"/>
            <a:ext cx="143901" cy="143901"/>
            <a:chOff x="0" y="0"/>
            <a:chExt cx="812799" cy="812799"/>
          </a:xfrm>
        </p:grpSpPr>
        <p:sp>
          <p:nvSpPr>
            <p:cNvPr id="1858490318" name="Freeform 2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6802654" name="TextBox 2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2246917" name="Group 209"/>
          <p:cNvGrpSpPr/>
          <p:nvPr/>
        </p:nvGrpSpPr>
        <p:grpSpPr bwMode="auto">
          <a:xfrm>
            <a:off x="1628879" y="3159260"/>
            <a:ext cx="143901" cy="143901"/>
            <a:chOff x="0" y="0"/>
            <a:chExt cx="812799" cy="812799"/>
          </a:xfrm>
        </p:grpSpPr>
        <p:sp>
          <p:nvSpPr>
            <p:cNvPr id="926084218" name="Freeform 2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8097886" name="TextBox 2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1227901" name="Group 212"/>
          <p:cNvGrpSpPr/>
          <p:nvPr/>
        </p:nvGrpSpPr>
        <p:grpSpPr bwMode="auto">
          <a:xfrm>
            <a:off x="1821504" y="3159260"/>
            <a:ext cx="143901" cy="143901"/>
            <a:chOff x="0" y="0"/>
            <a:chExt cx="812799" cy="812799"/>
          </a:xfrm>
        </p:grpSpPr>
        <p:sp>
          <p:nvSpPr>
            <p:cNvPr id="693156886" name="Freeform 2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397968" name="TextBox 2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9415821" name="Group 215"/>
          <p:cNvGrpSpPr/>
          <p:nvPr/>
        </p:nvGrpSpPr>
        <p:grpSpPr bwMode="auto">
          <a:xfrm>
            <a:off x="2013033" y="3159260"/>
            <a:ext cx="143901" cy="143901"/>
            <a:chOff x="0" y="0"/>
            <a:chExt cx="812799" cy="812799"/>
          </a:xfrm>
        </p:grpSpPr>
        <p:sp>
          <p:nvSpPr>
            <p:cNvPr id="684633891" name="Freeform 2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830234" name="TextBox 2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2544135" name="Group 218"/>
          <p:cNvGrpSpPr/>
          <p:nvPr/>
        </p:nvGrpSpPr>
        <p:grpSpPr bwMode="auto">
          <a:xfrm>
            <a:off x="2205657" y="3159260"/>
            <a:ext cx="143901" cy="143901"/>
            <a:chOff x="0" y="0"/>
            <a:chExt cx="812799" cy="812799"/>
          </a:xfrm>
        </p:grpSpPr>
        <p:sp>
          <p:nvSpPr>
            <p:cNvPr id="1161992330" name="Freeform 2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62247620" name="TextBox 2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5398375" name="Group 221"/>
          <p:cNvGrpSpPr/>
          <p:nvPr/>
        </p:nvGrpSpPr>
        <p:grpSpPr bwMode="auto">
          <a:xfrm>
            <a:off x="2398279" y="3159260"/>
            <a:ext cx="143901" cy="143901"/>
            <a:chOff x="0" y="0"/>
            <a:chExt cx="812799" cy="812799"/>
          </a:xfrm>
        </p:grpSpPr>
        <p:sp>
          <p:nvSpPr>
            <p:cNvPr id="1793678542" name="Freeform 2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5427034" name="TextBox 2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3305397" name="Group 224"/>
          <p:cNvGrpSpPr/>
          <p:nvPr/>
        </p:nvGrpSpPr>
        <p:grpSpPr bwMode="auto">
          <a:xfrm>
            <a:off x="2589808" y="3159260"/>
            <a:ext cx="143901" cy="143901"/>
            <a:chOff x="0" y="0"/>
            <a:chExt cx="812799" cy="812799"/>
          </a:xfrm>
        </p:grpSpPr>
        <p:sp>
          <p:nvSpPr>
            <p:cNvPr id="1686185535" name="Freeform 2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31278826" name="TextBox 2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472767" name="Group 227"/>
          <p:cNvGrpSpPr/>
          <p:nvPr/>
        </p:nvGrpSpPr>
        <p:grpSpPr bwMode="auto">
          <a:xfrm>
            <a:off x="2782433" y="3159260"/>
            <a:ext cx="143901" cy="143901"/>
            <a:chOff x="0" y="0"/>
            <a:chExt cx="812799" cy="812799"/>
          </a:xfrm>
        </p:grpSpPr>
        <p:sp>
          <p:nvSpPr>
            <p:cNvPr id="230421260" name="Freeform 2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27934167" name="TextBox 2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0182767" name="Group 230"/>
          <p:cNvGrpSpPr/>
          <p:nvPr/>
        </p:nvGrpSpPr>
        <p:grpSpPr bwMode="auto">
          <a:xfrm>
            <a:off x="2975058" y="3159260"/>
            <a:ext cx="143901" cy="143901"/>
            <a:chOff x="0" y="0"/>
            <a:chExt cx="812799" cy="812799"/>
          </a:xfrm>
        </p:grpSpPr>
        <p:sp>
          <p:nvSpPr>
            <p:cNvPr id="653957318" name="Freeform 2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5577266" name="TextBox 2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1353359" name="Group 233"/>
          <p:cNvGrpSpPr/>
          <p:nvPr/>
        </p:nvGrpSpPr>
        <p:grpSpPr bwMode="auto">
          <a:xfrm>
            <a:off x="859482" y="3159260"/>
            <a:ext cx="143901" cy="143901"/>
            <a:chOff x="0" y="0"/>
            <a:chExt cx="812799" cy="812799"/>
          </a:xfrm>
        </p:grpSpPr>
        <p:sp>
          <p:nvSpPr>
            <p:cNvPr id="1429522475" name="Freeform 2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317849" name="TextBox 2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6995632" name="Group 236"/>
          <p:cNvGrpSpPr/>
          <p:nvPr/>
        </p:nvGrpSpPr>
        <p:grpSpPr bwMode="auto">
          <a:xfrm>
            <a:off x="1052103" y="3159260"/>
            <a:ext cx="143901" cy="143901"/>
            <a:chOff x="0" y="0"/>
            <a:chExt cx="812799" cy="812799"/>
          </a:xfrm>
        </p:grpSpPr>
        <p:sp>
          <p:nvSpPr>
            <p:cNvPr id="1033709530" name="Freeform 2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6314423" name="TextBox 2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6110876" name="Group 239"/>
          <p:cNvGrpSpPr/>
          <p:nvPr/>
        </p:nvGrpSpPr>
        <p:grpSpPr bwMode="auto">
          <a:xfrm>
            <a:off x="1244730" y="3159260"/>
            <a:ext cx="143901" cy="143901"/>
            <a:chOff x="0" y="0"/>
            <a:chExt cx="812799" cy="812799"/>
          </a:xfrm>
        </p:grpSpPr>
        <p:sp>
          <p:nvSpPr>
            <p:cNvPr id="176820778" name="Freeform 2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83687" name="TextBox 2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0500807" name="Group 242"/>
          <p:cNvGrpSpPr/>
          <p:nvPr/>
        </p:nvGrpSpPr>
        <p:grpSpPr bwMode="auto">
          <a:xfrm>
            <a:off x="1436256" y="3352577"/>
            <a:ext cx="143901" cy="143901"/>
            <a:chOff x="0" y="0"/>
            <a:chExt cx="812799" cy="812799"/>
          </a:xfrm>
        </p:grpSpPr>
        <p:sp>
          <p:nvSpPr>
            <p:cNvPr id="1162788882" name="Freeform 2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2128926" name="TextBox 2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6085207" name="Group 245"/>
          <p:cNvGrpSpPr/>
          <p:nvPr/>
        </p:nvGrpSpPr>
        <p:grpSpPr bwMode="auto">
          <a:xfrm>
            <a:off x="1628879" y="3352577"/>
            <a:ext cx="143901" cy="143901"/>
            <a:chOff x="0" y="0"/>
            <a:chExt cx="812799" cy="812799"/>
          </a:xfrm>
        </p:grpSpPr>
        <p:sp>
          <p:nvSpPr>
            <p:cNvPr id="1114712598" name="Freeform 2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0114217" name="TextBox 2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9264283" name="Group 248"/>
          <p:cNvGrpSpPr/>
          <p:nvPr/>
        </p:nvGrpSpPr>
        <p:grpSpPr bwMode="auto">
          <a:xfrm>
            <a:off x="1821504" y="3352577"/>
            <a:ext cx="143901" cy="143901"/>
            <a:chOff x="0" y="0"/>
            <a:chExt cx="812799" cy="812799"/>
          </a:xfrm>
        </p:grpSpPr>
        <p:sp>
          <p:nvSpPr>
            <p:cNvPr id="1657904513" name="Freeform 2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2138591" name="TextBox 2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8501240" name="Group 251"/>
          <p:cNvGrpSpPr/>
          <p:nvPr/>
        </p:nvGrpSpPr>
        <p:grpSpPr bwMode="auto">
          <a:xfrm>
            <a:off x="2013033" y="3352577"/>
            <a:ext cx="143901" cy="143901"/>
            <a:chOff x="0" y="0"/>
            <a:chExt cx="812799" cy="812799"/>
          </a:xfrm>
        </p:grpSpPr>
        <p:sp>
          <p:nvSpPr>
            <p:cNvPr id="1990309015" name="Freeform 2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3994906" name="TextBox 2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2588953" name="Group 254"/>
          <p:cNvGrpSpPr/>
          <p:nvPr/>
        </p:nvGrpSpPr>
        <p:grpSpPr bwMode="auto">
          <a:xfrm>
            <a:off x="2205657" y="3352577"/>
            <a:ext cx="143901" cy="143901"/>
            <a:chOff x="0" y="0"/>
            <a:chExt cx="812799" cy="812799"/>
          </a:xfrm>
        </p:grpSpPr>
        <p:sp>
          <p:nvSpPr>
            <p:cNvPr id="938411269" name="Freeform 2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25074" name="TextBox 2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5741603" name="Group 257"/>
          <p:cNvGrpSpPr/>
          <p:nvPr/>
        </p:nvGrpSpPr>
        <p:grpSpPr bwMode="auto">
          <a:xfrm>
            <a:off x="2398279" y="3352577"/>
            <a:ext cx="143901" cy="143901"/>
            <a:chOff x="0" y="0"/>
            <a:chExt cx="812799" cy="812799"/>
          </a:xfrm>
        </p:grpSpPr>
        <p:sp>
          <p:nvSpPr>
            <p:cNvPr id="66445098" name="Freeform 2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89224486" name="TextBox 2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5392972" name="Group 260"/>
          <p:cNvGrpSpPr/>
          <p:nvPr/>
        </p:nvGrpSpPr>
        <p:grpSpPr bwMode="auto">
          <a:xfrm>
            <a:off x="2589808" y="3352577"/>
            <a:ext cx="143901" cy="143901"/>
            <a:chOff x="0" y="0"/>
            <a:chExt cx="812799" cy="812799"/>
          </a:xfrm>
        </p:grpSpPr>
        <p:sp>
          <p:nvSpPr>
            <p:cNvPr id="1529974406" name="Freeform 2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9925481" name="TextBox 2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0844298" name="Group 263"/>
          <p:cNvGrpSpPr/>
          <p:nvPr/>
        </p:nvGrpSpPr>
        <p:grpSpPr bwMode="auto">
          <a:xfrm>
            <a:off x="2782433" y="3352577"/>
            <a:ext cx="143901" cy="143901"/>
            <a:chOff x="0" y="0"/>
            <a:chExt cx="812799" cy="812799"/>
          </a:xfrm>
        </p:grpSpPr>
        <p:sp>
          <p:nvSpPr>
            <p:cNvPr id="647316112" name="Freeform 2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77788120" name="TextBox 2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1524781" name="Group 266"/>
          <p:cNvGrpSpPr/>
          <p:nvPr/>
        </p:nvGrpSpPr>
        <p:grpSpPr bwMode="auto">
          <a:xfrm>
            <a:off x="2975058" y="3352577"/>
            <a:ext cx="143901" cy="143901"/>
            <a:chOff x="0" y="0"/>
            <a:chExt cx="812799" cy="812799"/>
          </a:xfrm>
        </p:grpSpPr>
        <p:sp>
          <p:nvSpPr>
            <p:cNvPr id="536991552" name="Freeform 2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196837" name="TextBox 2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972373" name="Group 269"/>
          <p:cNvGrpSpPr/>
          <p:nvPr/>
        </p:nvGrpSpPr>
        <p:grpSpPr bwMode="auto">
          <a:xfrm>
            <a:off x="859482" y="3352577"/>
            <a:ext cx="143901" cy="143901"/>
            <a:chOff x="0" y="0"/>
            <a:chExt cx="812799" cy="812799"/>
          </a:xfrm>
        </p:grpSpPr>
        <p:sp>
          <p:nvSpPr>
            <p:cNvPr id="809476814" name="Freeform 2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3219161" name="TextBox 2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1132924" name="Group 272"/>
          <p:cNvGrpSpPr/>
          <p:nvPr/>
        </p:nvGrpSpPr>
        <p:grpSpPr bwMode="auto">
          <a:xfrm>
            <a:off x="1052103" y="3352577"/>
            <a:ext cx="143901" cy="143901"/>
            <a:chOff x="0" y="0"/>
            <a:chExt cx="812799" cy="812799"/>
          </a:xfrm>
        </p:grpSpPr>
        <p:sp>
          <p:nvSpPr>
            <p:cNvPr id="686981230" name="Freeform 2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8902406" name="TextBox 2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6402160" name="Group 275"/>
          <p:cNvGrpSpPr/>
          <p:nvPr/>
        </p:nvGrpSpPr>
        <p:grpSpPr bwMode="auto">
          <a:xfrm>
            <a:off x="1244730" y="3352577"/>
            <a:ext cx="143901" cy="143901"/>
            <a:chOff x="0" y="0"/>
            <a:chExt cx="812799" cy="812799"/>
          </a:xfrm>
        </p:grpSpPr>
        <p:sp>
          <p:nvSpPr>
            <p:cNvPr id="1807572131" name="Freeform 2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6369672" name="TextBox 2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507473" name="Group 278"/>
          <p:cNvGrpSpPr/>
          <p:nvPr/>
        </p:nvGrpSpPr>
        <p:grpSpPr bwMode="auto">
          <a:xfrm>
            <a:off x="1436256" y="3542049"/>
            <a:ext cx="143901" cy="143901"/>
            <a:chOff x="0" y="0"/>
            <a:chExt cx="812799" cy="812799"/>
          </a:xfrm>
        </p:grpSpPr>
        <p:sp>
          <p:nvSpPr>
            <p:cNvPr id="1640486131" name="Freeform 2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00392858" name="TextBox 2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9993773" name="Group 281"/>
          <p:cNvGrpSpPr/>
          <p:nvPr/>
        </p:nvGrpSpPr>
        <p:grpSpPr bwMode="auto">
          <a:xfrm>
            <a:off x="1628879" y="3542049"/>
            <a:ext cx="143901" cy="143901"/>
            <a:chOff x="0" y="0"/>
            <a:chExt cx="812799" cy="812799"/>
          </a:xfrm>
        </p:grpSpPr>
        <p:sp>
          <p:nvSpPr>
            <p:cNvPr id="1500089123" name="Freeform 2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2983809" name="TextBox 2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257455" name="Group 284"/>
          <p:cNvGrpSpPr/>
          <p:nvPr/>
        </p:nvGrpSpPr>
        <p:grpSpPr bwMode="auto">
          <a:xfrm>
            <a:off x="1821504" y="3542049"/>
            <a:ext cx="143901" cy="143901"/>
            <a:chOff x="0" y="0"/>
            <a:chExt cx="812799" cy="812799"/>
          </a:xfrm>
        </p:grpSpPr>
        <p:sp>
          <p:nvSpPr>
            <p:cNvPr id="568979212" name="Freeform 2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64081" name="TextBox 2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5846965" name="Group 287"/>
          <p:cNvGrpSpPr/>
          <p:nvPr/>
        </p:nvGrpSpPr>
        <p:grpSpPr bwMode="auto">
          <a:xfrm>
            <a:off x="2013033" y="3542049"/>
            <a:ext cx="143901" cy="143901"/>
            <a:chOff x="0" y="0"/>
            <a:chExt cx="812799" cy="812799"/>
          </a:xfrm>
        </p:grpSpPr>
        <p:sp>
          <p:nvSpPr>
            <p:cNvPr id="64643392" name="Freeform 2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7768872" name="TextBox 2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01260" name="Group 290"/>
          <p:cNvGrpSpPr/>
          <p:nvPr/>
        </p:nvGrpSpPr>
        <p:grpSpPr bwMode="auto">
          <a:xfrm>
            <a:off x="2205657" y="3542049"/>
            <a:ext cx="143901" cy="143901"/>
            <a:chOff x="0" y="0"/>
            <a:chExt cx="812799" cy="812799"/>
          </a:xfrm>
        </p:grpSpPr>
        <p:sp>
          <p:nvSpPr>
            <p:cNvPr id="1604890901" name="Freeform 2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380345" name="TextBox 2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5572562" name="Group 293"/>
          <p:cNvGrpSpPr/>
          <p:nvPr/>
        </p:nvGrpSpPr>
        <p:grpSpPr bwMode="auto">
          <a:xfrm>
            <a:off x="2398279" y="3542049"/>
            <a:ext cx="143901" cy="143901"/>
            <a:chOff x="0" y="0"/>
            <a:chExt cx="812799" cy="812799"/>
          </a:xfrm>
        </p:grpSpPr>
        <p:sp>
          <p:nvSpPr>
            <p:cNvPr id="1705658583" name="Freeform 2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0226093" name="TextBox 2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4309105" name="Group 296"/>
          <p:cNvGrpSpPr/>
          <p:nvPr/>
        </p:nvGrpSpPr>
        <p:grpSpPr bwMode="auto">
          <a:xfrm>
            <a:off x="2589808" y="3542049"/>
            <a:ext cx="143901" cy="143901"/>
            <a:chOff x="0" y="0"/>
            <a:chExt cx="812799" cy="812799"/>
          </a:xfrm>
        </p:grpSpPr>
        <p:sp>
          <p:nvSpPr>
            <p:cNvPr id="2035349359" name="Freeform 2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4950235" name="TextBox 2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4057444" name="Group 299"/>
          <p:cNvGrpSpPr/>
          <p:nvPr/>
        </p:nvGrpSpPr>
        <p:grpSpPr bwMode="auto">
          <a:xfrm>
            <a:off x="2782433" y="3542049"/>
            <a:ext cx="143901" cy="143901"/>
            <a:chOff x="0" y="0"/>
            <a:chExt cx="812799" cy="812799"/>
          </a:xfrm>
        </p:grpSpPr>
        <p:sp>
          <p:nvSpPr>
            <p:cNvPr id="2121753212" name="Freeform 3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31903042" name="TextBox 3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251227" name="Group 302"/>
          <p:cNvGrpSpPr/>
          <p:nvPr/>
        </p:nvGrpSpPr>
        <p:grpSpPr bwMode="auto">
          <a:xfrm>
            <a:off x="2975058" y="3542049"/>
            <a:ext cx="143901" cy="143901"/>
            <a:chOff x="0" y="0"/>
            <a:chExt cx="812799" cy="812799"/>
          </a:xfrm>
        </p:grpSpPr>
        <p:sp>
          <p:nvSpPr>
            <p:cNvPr id="1062735584" name="Freeform 3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9699117" name="TextBox 3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7541386" name="Group 305"/>
          <p:cNvGrpSpPr/>
          <p:nvPr/>
        </p:nvGrpSpPr>
        <p:grpSpPr bwMode="auto">
          <a:xfrm>
            <a:off x="859482" y="3542049"/>
            <a:ext cx="143901" cy="143901"/>
            <a:chOff x="0" y="0"/>
            <a:chExt cx="812799" cy="812799"/>
          </a:xfrm>
        </p:grpSpPr>
        <p:sp>
          <p:nvSpPr>
            <p:cNvPr id="1666173226" name="Freeform 3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44938492" name="TextBox 3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497633" name="Group 308"/>
          <p:cNvGrpSpPr/>
          <p:nvPr/>
        </p:nvGrpSpPr>
        <p:grpSpPr bwMode="auto">
          <a:xfrm>
            <a:off x="1052103" y="3542049"/>
            <a:ext cx="143901" cy="143901"/>
            <a:chOff x="0" y="0"/>
            <a:chExt cx="812799" cy="812799"/>
          </a:xfrm>
        </p:grpSpPr>
        <p:sp>
          <p:nvSpPr>
            <p:cNvPr id="1296590691" name="Freeform 3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8808212" name="TextBox 3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1688179" name="Group 311"/>
          <p:cNvGrpSpPr/>
          <p:nvPr/>
        </p:nvGrpSpPr>
        <p:grpSpPr bwMode="auto">
          <a:xfrm>
            <a:off x="1244730" y="3542049"/>
            <a:ext cx="143901" cy="143901"/>
            <a:chOff x="0" y="0"/>
            <a:chExt cx="812799" cy="812799"/>
          </a:xfrm>
        </p:grpSpPr>
        <p:sp>
          <p:nvSpPr>
            <p:cNvPr id="235713065" name="Freeform 3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97219235" name="TextBox 3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2875685" name="Group 314"/>
          <p:cNvGrpSpPr/>
          <p:nvPr/>
        </p:nvGrpSpPr>
        <p:grpSpPr bwMode="auto">
          <a:xfrm>
            <a:off x="1436256" y="3733577"/>
            <a:ext cx="143901" cy="143901"/>
            <a:chOff x="0" y="0"/>
            <a:chExt cx="812799" cy="812799"/>
          </a:xfrm>
        </p:grpSpPr>
        <p:sp>
          <p:nvSpPr>
            <p:cNvPr id="146546559" name="Freeform 3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8397370" name="TextBox 3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8601578" name="Group 317"/>
          <p:cNvGrpSpPr/>
          <p:nvPr/>
        </p:nvGrpSpPr>
        <p:grpSpPr bwMode="auto">
          <a:xfrm>
            <a:off x="1628879" y="3733577"/>
            <a:ext cx="143901" cy="143901"/>
            <a:chOff x="0" y="0"/>
            <a:chExt cx="812799" cy="812799"/>
          </a:xfrm>
        </p:grpSpPr>
        <p:sp>
          <p:nvSpPr>
            <p:cNvPr id="1188590143" name="Freeform 3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8851783" name="TextBox 3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9553382" name="Group 320"/>
          <p:cNvGrpSpPr/>
          <p:nvPr/>
        </p:nvGrpSpPr>
        <p:grpSpPr bwMode="auto">
          <a:xfrm>
            <a:off x="1821504" y="3733577"/>
            <a:ext cx="143901" cy="143901"/>
            <a:chOff x="0" y="0"/>
            <a:chExt cx="812799" cy="812799"/>
          </a:xfrm>
        </p:grpSpPr>
        <p:sp>
          <p:nvSpPr>
            <p:cNvPr id="1623939672" name="Freeform 3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7556723" name="TextBox 3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0838991" name="Group 323"/>
          <p:cNvGrpSpPr/>
          <p:nvPr/>
        </p:nvGrpSpPr>
        <p:grpSpPr bwMode="auto">
          <a:xfrm>
            <a:off x="2013033" y="3733577"/>
            <a:ext cx="143901" cy="143901"/>
            <a:chOff x="0" y="0"/>
            <a:chExt cx="812799" cy="812799"/>
          </a:xfrm>
        </p:grpSpPr>
        <p:sp>
          <p:nvSpPr>
            <p:cNvPr id="1428621512" name="Freeform 3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280807" name="TextBox 3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861196" name="Group 326"/>
          <p:cNvGrpSpPr/>
          <p:nvPr/>
        </p:nvGrpSpPr>
        <p:grpSpPr bwMode="auto">
          <a:xfrm>
            <a:off x="2205657" y="3733577"/>
            <a:ext cx="143901" cy="143901"/>
            <a:chOff x="0" y="0"/>
            <a:chExt cx="812799" cy="812799"/>
          </a:xfrm>
        </p:grpSpPr>
        <p:sp>
          <p:nvSpPr>
            <p:cNvPr id="463444692" name="Freeform 3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5424042" name="TextBox 3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6224856" name="Group 329"/>
          <p:cNvGrpSpPr/>
          <p:nvPr/>
        </p:nvGrpSpPr>
        <p:grpSpPr bwMode="auto">
          <a:xfrm>
            <a:off x="2398279" y="3733577"/>
            <a:ext cx="143901" cy="143901"/>
            <a:chOff x="0" y="0"/>
            <a:chExt cx="812799" cy="812799"/>
          </a:xfrm>
        </p:grpSpPr>
        <p:sp>
          <p:nvSpPr>
            <p:cNvPr id="2028728684" name="Freeform 3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144121" name="TextBox 3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4355773" name="Group 332"/>
          <p:cNvGrpSpPr/>
          <p:nvPr/>
        </p:nvGrpSpPr>
        <p:grpSpPr bwMode="auto">
          <a:xfrm>
            <a:off x="2589808" y="3733577"/>
            <a:ext cx="143901" cy="143901"/>
            <a:chOff x="0" y="0"/>
            <a:chExt cx="812799" cy="812799"/>
          </a:xfrm>
        </p:grpSpPr>
        <p:sp>
          <p:nvSpPr>
            <p:cNvPr id="775795432" name="Freeform 3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43767" name="TextBox 3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0240754" name="Group 335"/>
          <p:cNvGrpSpPr/>
          <p:nvPr/>
        </p:nvGrpSpPr>
        <p:grpSpPr bwMode="auto">
          <a:xfrm>
            <a:off x="2782433" y="3733577"/>
            <a:ext cx="143901" cy="143901"/>
            <a:chOff x="0" y="0"/>
            <a:chExt cx="812799" cy="812799"/>
          </a:xfrm>
        </p:grpSpPr>
        <p:sp>
          <p:nvSpPr>
            <p:cNvPr id="658229181" name="Freeform 3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36067169" name="TextBox 3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6191885" name="Group 338"/>
          <p:cNvGrpSpPr/>
          <p:nvPr/>
        </p:nvGrpSpPr>
        <p:grpSpPr bwMode="auto">
          <a:xfrm>
            <a:off x="2975058" y="3733577"/>
            <a:ext cx="143901" cy="143901"/>
            <a:chOff x="0" y="0"/>
            <a:chExt cx="812799" cy="812799"/>
          </a:xfrm>
        </p:grpSpPr>
        <p:sp>
          <p:nvSpPr>
            <p:cNvPr id="1584470620" name="Freeform 3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87324251" name="TextBox 3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6826241" name="Group 341"/>
          <p:cNvGrpSpPr/>
          <p:nvPr/>
        </p:nvGrpSpPr>
        <p:grpSpPr bwMode="auto">
          <a:xfrm>
            <a:off x="859482" y="3733577"/>
            <a:ext cx="143901" cy="143901"/>
            <a:chOff x="0" y="0"/>
            <a:chExt cx="812799" cy="812799"/>
          </a:xfrm>
        </p:grpSpPr>
        <p:sp>
          <p:nvSpPr>
            <p:cNvPr id="1387186460" name="Freeform 3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3083561" name="TextBox 3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0153910" name="Group 344"/>
          <p:cNvGrpSpPr/>
          <p:nvPr/>
        </p:nvGrpSpPr>
        <p:grpSpPr bwMode="auto">
          <a:xfrm>
            <a:off x="1052103" y="3733577"/>
            <a:ext cx="143901" cy="143901"/>
            <a:chOff x="0" y="0"/>
            <a:chExt cx="812799" cy="812799"/>
          </a:xfrm>
        </p:grpSpPr>
        <p:sp>
          <p:nvSpPr>
            <p:cNvPr id="540070255" name="Freeform 3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30837597" name="TextBox 3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6998422" name="Group 347"/>
          <p:cNvGrpSpPr/>
          <p:nvPr/>
        </p:nvGrpSpPr>
        <p:grpSpPr bwMode="auto">
          <a:xfrm>
            <a:off x="1244730" y="3733577"/>
            <a:ext cx="143901" cy="143901"/>
            <a:chOff x="0" y="0"/>
            <a:chExt cx="812799" cy="812799"/>
          </a:xfrm>
        </p:grpSpPr>
        <p:sp>
          <p:nvSpPr>
            <p:cNvPr id="1125234738" name="Freeform 3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32715422" name="TextBox 3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5986416" name="Group 350"/>
          <p:cNvGrpSpPr/>
          <p:nvPr/>
        </p:nvGrpSpPr>
        <p:grpSpPr bwMode="auto">
          <a:xfrm>
            <a:off x="1436256" y="3923049"/>
            <a:ext cx="143901" cy="143901"/>
            <a:chOff x="0" y="0"/>
            <a:chExt cx="812799" cy="812799"/>
          </a:xfrm>
        </p:grpSpPr>
        <p:sp>
          <p:nvSpPr>
            <p:cNvPr id="1772500753" name="Freeform 3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7487871" name="TextBox 3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9741359" name="Group 353"/>
          <p:cNvGrpSpPr/>
          <p:nvPr/>
        </p:nvGrpSpPr>
        <p:grpSpPr bwMode="auto">
          <a:xfrm>
            <a:off x="1628879" y="3923049"/>
            <a:ext cx="143901" cy="143901"/>
            <a:chOff x="0" y="0"/>
            <a:chExt cx="812799" cy="812799"/>
          </a:xfrm>
        </p:grpSpPr>
        <p:sp>
          <p:nvSpPr>
            <p:cNvPr id="1121879303" name="Freeform 3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0664913" name="TextBox 3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2897922" name="Group 356"/>
          <p:cNvGrpSpPr/>
          <p:nvPr/>
        </p:nvGrpSpPr>
        <p:grpSpPr bwMode="auto">
          <a:xfrm>
            <a:off x="1821504" y="3923049"/>
            <a:ext cx="143901" cy="143901"/>
            <a:chOff x="0" y="0"/>
            <a:chExt cx="812799" cy="812799"/>
          </a:xfrm>
        </p:grpSpPr>
        <p:sp>
          <p:nvSpPr>
            <p:cNvPr id="726422062" name="Freeform 3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02598693" name="TextBox 3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424341" name="Group 359"/>
          <p:cNvGrpSpPr/>
          <p:nvPr/>
        </p:nvGrpSpPr>
        <p:grpSpPr bwMode="auto">
          <a:xfrm>
            <a:off x="2013033" y="3923049"/>
            <a:ext cx="143901" cy="143901"/>
            <a:chOff x="0" y="0"/>
            <a:chExt cx="812799" cy="812799"/>
          </a:xfrm>
        </p:grpSpPr>
        <p:sp>
          <p:nvSpPr>
            <p:cNvPr id="3443601" name="Freeform 3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569604" name="TextBox 3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3676027" name="Group 362"/>
          <p:cNvGrpSpPr/>
          <p:nvPr/>
        </p:nvGrpSpPr>
        <p:grpSpPr bwMode="auto">
          <a:xfrm>
            <a:off x="2205657" y="3923049"/>
            <a:ext cx="143901" cy="143901"/>
            <a:chOff x="0" y="0"/>
            <a:chExt cx="812799" cy="812799"/>
          </a:xfrm>
        </p:grpSpPr>
        <p:sp>
          <p:nvSpPr>
            <p:cNvPr id="1644635627" name="Freeform 3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4665672" name="TextBox 3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83829" name="Group 365"/>
          <p:cNvGrpSpPr/>
          <p:nvPr/>
        </p:nvGrpSpPr>
        <p:grpSpPr bwMode="auto">
          <a:xfrm>
            <a:off x="2398279" y="3923049"/>
            <a:ext cx="143901" cy="143901"/>
            <a:chOff x="0" y="0"/>
            <a:chExt cx="812799" cy="812799"/>
          </a:xfrm>
        </p:grpSpPr>
        <p:sp>
          <p:nvSpPr>
            <p:cNvPr id="733112990" name="Freeform 3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38609" name="TextBox 3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5377380" name="Group 368"/>
          <p:cNvGrpSpPr/>
          <p:nvPr/>
        </p:nvGrpSpPr>
        <p:grpSpPr bwMode="auto">
          <a:xfrm>
            <a:off x="2589808" y="3923049"/>
            <a:ext cx="143901" cy="143901"/>
            <a:chOff x="0" y="0"/>
            <a:chExt cx="812799" cy="812799"/>
          </a:xfrm>
        </p:grpSpPr>
        <p:sp>
          <p:nvSpPr>
            <p:cNvPr id="302236041" name="Freeform 3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204739" name="TextBox 3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2267715" name="Group 371"/>
          <p:cNvGrpSpPr/>
          <p:nvPr/>
        </p:nvGrpSpPr>
        <p:grpSpPr bwMode="auto">
          <a:xfrm>
            <a:off x="2782433" y="3923049"/>
            <a:ext cx="143901" cy="143901"/>
            <a:chOff x="0" y="0"/>
            <a:chExt cx="812799" cy="812799"/>
          </a:xfrm>
        </p:grpSpPr>
        <p:sp>
          <p:nvSpPr>
            <p:cNvPr id="176853274" name="Freeform 3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199350" name="TextBox 3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269351" name="Group 374"/>
          <p:cNvGrpSpPr/>
          <p:nvPr/>
        </p:nvGrpSpPr>
        <p:grpSpPr bwMode="auto">
          <a:xfrm>
            <a:off x="2975058" y="3923049"/>
            <a:ext cx="143901" cy="143901"/>
            <a:chOff x="0" y="0"/>
            <a:chExt cx="812799" cy="812799"/>
          </a:xfrm>
        </p:grpSpPr>
        <p:sp>
          <p:nvSpPr>
            <p:cNvPr id="1265238346" name="Freeform 3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70578085" name="TextBox 3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1263910" name="Group 377"/>
          <p:cNvGrpSpPr/>
          <p:nvPr/>
        </p:nvGrpSpPr>
        <p:grpSpPr bwMode="auto">
          <a:xfrm>
            <a:off x="859482" y="3923049"/>
            <a:ext cx="143901" cy="143901"/>
            <a:chOff x="0" y="0"/>
            <a:chExt cx="812799" cy="812799"/>
          </a:xfrm>
        </p:grpSpPr>
        <p:sp>
          <p:nvSpPr>
            <p:cNvPr id="1944286586" name="Freeform 3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19902072" name="TextBox 3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4166231" name="Group 380"/>
          <p:cNvGrpSpPr/>
          <p:nvPr/>
        </p:nvGrpSpPr>
        <p:grpSpPr bwMode="auto">
          <a:xfrm>
            <a:off x="1052103" y="3923049"/>
            <a:ext cx="143901" cy="143901"/>
            <a:chOff x="0" y="0"/>
            <a:chExt cx="812799" cy="812799"/>
          </a:xfrm>
        </p:grpSpPr>
        <p:sp>
          <p:nvSpPr>
            <p:cNvPr id="1378566590" name="Freeform 3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660631" name="TextBox 3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8238174" name="Group 383"/>
          <p:cNvGrpSpPr/>
          <p:nvPr/>
        </p:nvGrpSpPr>
        <p:grpSpPr bwMode="auto">
          <a:xfrm>
            <a:off x="1244730" y="3923049"/>
            <a:ext cx="143901" cy="143901"/>
            <a:chOff x="0" y="0"/>
            <a:chExt cx="812799" cy="812799"/>
          </a:xfrm>
        </p:grpSpPr>
        <p:sp>
          <p:nvSpPr>
            <p:cNvPr id="1357897785" name="Freeform 3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5881530" name="TextBox 3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7022174" name="Group 386"/>
          <p:cNvGrpSpPr/>
          <p:nvPr/>
        </p:nvGrpSpPr>
        <p:grpSpPr bwMode="auto">
          <a:xfrm>
            <a:off x="1436256" y="4114577"/>
            <a:ext cx="143901" cy="143901"/>
            <a:chOff x="0" y="0"/>
            <a:chExt cx="812799" cy="812799"/>
          </a:xfrm>
        </p:grpSpPr>
        <p:sp>
          <p:nvSpPr>
            <p:cNvPr id="1709708783" name="Freeform 3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81993742" name="TextBox 3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7791726" name="Group 389"/>
          <p:cNvGrpSpPr/>
          <p:nvPr/>
        </p:nvGrpSpPr>
        <p:grpSpPr bwMode="auto">
          <a:xfrm>
            <a:off x="1628879" y="4114577"/>
            <a:ext cx="143901" cy="143901"/>
            <a:chOff x="0" y="0"/>
            <a:chExt cx="812799" cy="812799"/>
          </a:xfrm>
        </p:grpSpPr>
        <p:sp>
          <p:nvSpPr>
            <p:cNvPr id="1304660699" name="Freeform 3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1034384" name="TextBox 3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3945318" name="Group 392"/>
          <p:cNvGrpSpPr/>
          <p:nvPr/>
        </p:nvGrpSpPr>
        <p:grpSpPr bwMode="auto">
          <a:xfrm>
            <a:off x="1821504" y="4114577"/>
            <a:ext cx="143901" cy="143901"/>
            <a:chOff x="0" y="0"/>
            <a:chExt cx="812799" cy="812799"/>
          </a:xfrm>
        </p:grpSpPr>
        <p:sp>
          <p:nvSpPr>
            <p:cNvPr id="781684148" name="Freeform 3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8690471" name="TextBox 3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4704508" name="Group 395"/>
          <p:cNvGrpSpPr/>
          <p:nvPr/>
        </p:nvGrpSpPr>
        <p:grpSpPr bwMode="auto">
          <a:xfrm>
            <a:off x="2013033" y="4114577"/>
            <a:ext cx="143901" cy="143901"/>
            <a:chOff x="0" y="0"/>
            <a:chExt cx="812799" cy="812799"/>
          </a:xfrm>
        </p:grpSpPr>
        <p:sp>
          <p:nvSpPr>
            <p:cNvPr id="299997272" name="Freeform 3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362629" name="TextBox 3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5349737" name="Group 398"/>
          <p:cNvGrpSpPr/>
          <p:nvPr/>
        </p:nvGrpSpPr>
        <p:grpSpPr bwMode="auto">
          <a:xfrm>
            <a:off x="2205657" y="4114577"/>
            <a:ext cx="143901" cy="143901"/>
            <a:chOff x="0" y="0"/>
            <a:chExt cx="812799" cy="812799"/>
          </a:xfrm>
        </p:grpSpPr>
        <p:sp>
          <p:nvSpPr>
            <p:cNvPr id="466345228" name="Freeform 3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7104872" name="TextBox 4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8635683" name="Group 401"/>
          <p:cNvGrpSpPr/>
          <p:nvPr/>
        </p:nvGrpSpPr>
        <p:grpSpPr bwMode="auto">
          <a:xfrm>
            <a:off x="2398279" y="4114577"/>
            <a:ext cx="143901" cy="143901"/>
            <a:chOff x="0" y="0"/>
            <a:chExt cx="812799" cy="812799"/>
          </a:xfrm>
        </p:grpSpPr>
        <p:sp>
          <p:nvSpPr>
            <p:cNvPr id="1475017909" name="Freeform 4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9270719" name="TextBox 4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7846533" name="Group 404"/>
          <p:cNvGrpSpPr/>
          <p:nvPr/>
        </p:nvGrpSpPr>
        <p:grpSpPr bwMode="auto">
          <a:xfrm>
            <a:off x="2589808" y="4114577"/>
            <a:ext cx="143901" cy="143901"/>
            <a:chOff x="0" y="0"/>
            <a:chExt cx="812799" cy="812799"/>
          </a:xfrm>
        </p:grpSpPr>
        <p:sp>
          <p:nvSpPr>
            <p:cNvPr id="1738238614" name="Freeform 4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3448489" name="TextBox 4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0240105" name="Group 407"/>
          <p:cNvGrpSpPr/>
          <p:nvPr/>
        </p:nvGrpSpPr>
        <p:grpSpPr bwMode="auto">
          <a:xfrm>
            <a:off x="2782433" y="4114577"/>
            <a:ext cx="143901" cy="143901"/>
            <a:chOff x="0" y="0"/>
            <a:chExt cx="812799" cy="812799"/>
          </a:xfrm>
        </p:grpSpPr>
        <p:sp>
          <p:nvSpPr>
            <p:cNvPr id="345841842" name="Freeform 4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036520" name="TextBox 4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748016" name="Group 410"/>
          <p:cNvGrpSpPr/>
          <p:nvPr/>
        </p:nvGrpSpPr>
        <p:grpSpPr bwMode="auto">
          <a:xfrm>
            <a:off x="2975058" y="4114577"/>
            <a:ext cx="143901" cy="143901"/>
            <a:chOff x="0" y="0"/>
            <a:chExt cx="812799" cy="812799"/>
          </a:xfrm>
        </p:grpSpPr>
        <p:sp>
          <p:nvSpPr>
            <p:cNvPr id="316539177" name="Freeform 4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848948" name="TextBox 4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4169436" name="Group 413"/>
          <p:cNvGrpSpPr/>
          <p:nvPr/>
        </p:nvGrpSpPr>
        <p:grpSpPr bwMode="auto">
          <a:xfrm>
            <a:off x="859482" y="4114577"/>
            <a:ext cx="143901" cy="143901"/>
            <a:chOff x="0" y="0"/>
            <a:chExt cx="812799" cy="812799"/>
          </a:xfrm>
        </p:grpSpPr>
        <p:sp>
          <p:nvSpPr>
            <p:cNvPr id="448420942" name="Freeform 4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9250689" name="TextBox 4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0240338" name="Group 416"/>
          <p:cNvGrpSpPr/>
          <p:nvPr/>
        </p:nvGrpSpPr>
        <p:grpSpPr bwMode="auto">
          <a:xfrm>
            <a:off x="1052103" y="4114577"/>
            <a:ext cx="143901" cy="143901"/>
            <a:chOff x="0" y="0"/>
            <a:chExt cx="812799" cy="812799"/>
          </a:xfrm>
        </p:grpSpPr>
        <p:sp>
          <p:nvSpPr>
            <p:cNvPr id="1527664861" name="Freeform 4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657768" name="TextBox 4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8940044" name="Group 419"/>
          <p:cNvGrpSpPr/>
          <p:nvPr/>
        </p:nvGrpSpPr>
        <p:grpSpPr bwMode="auto">
          <a:xfrm>
            <a:off x="1244730" y="4114577"/>
            <a:ext cx="143901" cy="143901"/>
            <a:chOff x="0" y="0"/>
            <a:chExt cx="812799" cy="812799"/>
          </a:xfrm>
        </p:grpSpPr>
        <p:sp>
          <p:nvSpPr>
            <p:cNvPr id="518531036" name="Freeform 4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22805578" name="TextBox 4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913705" name="Group 422"/>
          <p:cNvGrpSpPr/>
          <p:nvPr/>
        </p:nvGrpSpPr>
        <p:grpSpPr bwMode="auto">
          <a:xfrm>
            <a:off x="1436256" y="4304050"/>
            <a:ext cx="143901" cy="143901"/>
            <a:chOff x="0" y="0"/>
            <a:chExt cx="812799" cy="812799"/>
          </a:xfrm>
        </p:grpSpPr>
        <p:sp>
          <p:nvSpPr>
            <p:cNvPr id="1458031356" name="Freeform 4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4303419" name="TextBox 4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2502657" name="Group 425"/>
          <p:cNvGrpSpPr/>
          <p:nvPr/>
        </p:nvGrpSpPr>
        <p:grpSpPr bwMode="auto">
          <a:xfrm>
            <a:off x="1628879" y="4304050"/>
            <a:ext cx="143901" cy="143901"/>
            <a:chOff x="0" y="0"/>
            <a:chExt cx="812799" cy="812799"/>
          </a:xfrm>
        </p:grpSpPr>
        <p:sp>
          <p:nvSpPr>
            <p:cNvPr id="183487920" name="Freeform 4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7636036" name="TextBox 4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4255620" name="Group 428"/>
          <p:cNvGrpSpPr/>
          <p:nvPr/>
        </p:nvGrpSpPr>
        <p:grpSpPr bwMode="auto">
          <a:xfrm>
            <a:off x="1821504" y="4304050"/>
            <a:ext cx="143901" cy="143901"/>
            <a:chOff x="0" y="0"/>
            <a:chExt cx="812799" cy="812799"/>
          </a:xfrm>
        </p:grpSpPr>
        <p:sp>
          <p:nvSpPr>
            <p:cNvPr id="825699799" name="Freeform 4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8489138" name="TextBox 4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7617771" name="Group 431"/>
          <p:cNvGrpSpPr/>
          <p:nvPr/>
        </p:nvGrpSpPr>
        <p:grpSpPr bwMode="auto">
          <a:xfrm>
            <a:off x="2013033" y="4304050"/>
            <a:ext cx="143901" cy="143901"/>
            <a:chOff x="0" y="0"/>
            <a:chExt cx="812799" cy="812799"/>
          </a:xfrm>
        </p:grpSpPr>
        <p:sp>
          <p:nvSpPr>
            <p:cNvPr id="455758430" name="Freeform 4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3893917" name="TextBox 4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0355901" name="Group 434"/>
          <p:cNvGrpSpPr/>
          <p:nvPr/>
        </p:nvGrpSpPr>
        <p:grpSpPr bwMode="auto">
          <a:xfrm>
            <a:off x="2205657" y="4304050"/>
            <a:ext cx="143901" cy="143901"/>
            <a:chOff x="0" y="0"/>
            <a:chExt cx="812799" cy="812799"/>
          </a:xfrm>
        </p:grpSpPr>
        <p:sp>
          <p:nvSpPr>
            <p:cNvPr id="419608543" name="Freeform 4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70247" name="TextBox 4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5901751" name="Group 437"/>
          <p:cNvGrpSpPr/>
          <p:nvPr/>
        </p:nvGrpSpPr>
        <p:grpSpPr bwMode="auto">
          <a:xfrm>
            <a:off x="2398279" y="4304050"/>
            <a:ext cx="143901" cy="143901"/>
            <a:chOff x="0" y="0"/>
            <a:chExt cx="812799" cy="812799"/>
          </a:xfrm>
        </p:grpSpPr>
        <p:sp>
          <p:nvSpPr>
            <p:cNvPr id="1072427211" name="Freeform 4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165777" name="TextBox 4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7618325" name="Group 440"/>
          <p:cNvGrpSpPr/>
          <p:nvPr/>
        </p:nvGrpSpPr>
        <p:grpSpPr bwMode="auto">
          <a:xfrm>
            <a:off x="2589808" y="4304050"/>
            <a:ext cx="143901" cy="143901"/>
            <a:chOff x="0" y="0"/>
            <a:chExt cx="812799" cy="812799"/>
          </a:xfrm>
        </p:grpSpPr>
        <p:sp>
          <p:nvSpPr>
            <p:cNvPr id="60492118" name="Freeform 4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9130750" name="TextBox 4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73799619" name="Group 443"/>
          <p:cNvGrpSpPr/>
          <p:nvPr/>
        </p:nvGrpSpPr>
        <p:grpSpPr bwMode="auto">
          <a:xfrm>
            <a:off x="2782433" y="4304050"/>
            <a:ext cx="143901" cy="143901"/>
            <a:chOff x="0" y="0"/>
            <a:chExt cx="812799" cy="812799"/>
          </a:xfrm>
        </p:grpSpPr>
        <p:sp>
          <p:nvSpPr>
            <p:cNvPr id="1661574428" name="Freeform 4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803741" name="TextBox 4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706617" name="Group 446"/>
          <p:cNvGrpSpPr/>
          <p:nvPr/>
        </p:nvGrpSpPr>
        <p:grpSpPr bwMode="auto">
          <a:xfrm>
            <a:off x="2975058" y="4304050"/>
            <a:ext cx="143901" cy="143901"/>
            <a:chOff x="0" y="0"/>
            <a:chExt cx="812799" cy="812799"/>
          </a:xfrm>
        </p:grpSpPr>
        <p:sp>
          <p:nvSpPr>
            <p:cNvPr id="264970223" name="Freeform 4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64683503" name="TextBox 4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0290909" name="Group 449"/>
          <p:cNvGrpSpPr/>
          <p:nvPr/>
        </p:nvGrpSpPr>
        <p:grpSpPr bwMode="auto">
          <a:xfrm>
            <a:off x="859482" y="4304050"/>
            <a:ext cx="143901" cy="143901"/>
            <a:chOff x="0" y="0"/>
            <a:chExt cx="812799" cy="812799"/>
          </a:xfrm>
        </p:grpSpPr>
        <p:sp>
          <p:nvSpPr>
            <p:cNvPr id="1331222140" name="Freeform 4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1485033" name="TextBox 4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4696310" name="Group 452"/>
          <p:cNvGrpSpPr/>
          <p:nvPr/>
        </p:nvGrpSpPr>
        <p:grpSpPr bwMode="auto">
          <a:xfrm>
            <a:off x="1052103" y="4304050"/>
            <a:ext cx="143901" cy="143901"/>
            <a:chOff x="0" y="0"/>
            <a:chExt cx="812799" cy="812799"/>
          </a:xfrm>
        </p:grpSpPr>
        <p:sp>
          <p:nvSpPr>
            <p:cNvPr id="1608350681" name="Freeform 4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8685274" name="TextBox 4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1753717" name="Group 455"/>
          <p:cNvGrpSpPr/>
          <p:nvPr/>
        </p:nvGrpSpPr>
        <p:grpSpPr bwMode="auto">
          <a:xfrm>
            <a:off x="1244730" y="4304050"/>
            <a:ext cx="143901" cy="143901"/>
            <a:chOff x="0" y="0"/>
            <a:chExt cx="812799" cy="812799"/>
          </a:xfrm>
        </p:grpSpPr>
        <p:sp>
          <p:nvSpPr>
            <p:cNvPr id="187628069" name="Freeform 4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1336550" name="TextBox 4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667179" name="Group 458"/>
          <p:cNvGrpSpPr/>
          <p:nvPr/>
        </p:nvGrpSpPr>
        <p:grpSpPr bwMode="auto">
          <a:xfrm>
            <a:off x="1436256" y="1826787"/>
            <a:ext cx="143901" cy="143901"/>
            <a:chOff x="0" y="0"/>
            <a:chExt cx="812799" cy="812799"/>
          </a:xfrm>
        </p:grpSpPr>
        <p:sp>
          <p:nvSpPr>
            <p:cNvPr id="494711831" name="Freeform 4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2877007" name="TextBox 4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3810870" name="Group 461"/>
          <p:cNvGrpSpPr/>
          <p:nvPr/>
        </p:nvGrpSpPr>
        <p:grpSpPr bwMode="auto">
          <a:xfrm>
            <a:off x="1628879" y="1826787"/>
            <a:ext cx="143901" cy="143901"/>
            <a:chOff x="0" y="0"/>
            <a:chExt cx="812799" cy="812799"/>
          </a:xfrm>
        </p:grpSpPr>
        <p:sp>
          <p:nvSpPr>
            <p:cNvPr id="1692716815" name="Freeform 4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3356951" name="TextBox 4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223017" name="Group 464"/>
          <p:cNvGrpSpPr/>
          <p:nvPr/>
        </p:nvGrpSpPr>
        <p:grpSpPr bwMode="auto">
          <a:xfrm>
            <a:off x="1821504" y="1826787"/>
            <a:ext cx="143901" cy="143901"/>
            <a:chOff x="0" y="0"/>
            <a:chExt cx="812799" cy="812799"/>
          </a:xfrm>
        </p:grpSpPr>
        <p:sp>
          <p:nvSpPr>
            <p:cNvPr id="708532425" name="Freeform 4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4484401" name="TextBox 4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6919295" name="Group 467"/>
          <p:cNvGrpSpPr/>
          <p:nvPr/>
        </p:nvGrpSpPr>
        <p:grpSpPr bwMode="auto">
          <a:xfrm>
            <a:off x="2013033" y="1826787"/>
            <a:ext cx="143901" cy="143901"/>
            <a:chOff x="0" y="0"/>
            <a:chExt cx="812799" cy="812799"/>
          </a:xfrm>
        </p:grpSpPr>
        <p:sp>
          <p:nvSpPr>
            <p:cNvPr id="1133034340" name="Freeform 4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941636" name="TextBox 4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0412973" name="Group 470"/>
          <p:cNvGrpSpPr/>
          <p:nvPr/>
        </p:nvGrpSpPr>
        <p:grpSpPr bwMode="auto">
          <a:xfrm>
            <a:off x="2205657" y="1826787"/>
            <a:ext cx="143901" cy="143901"/>
            <a:chOff x="0" y="0"/>
            <a:chExt cx="812799" cy="812799"/>
          </a:xfrm>
        </p:grpSpPr>
        <p:sp>
          <p:nvSpPr>
            <p:cNvPr id="1088732387" name="Freeform 4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1659307" name="TextBox 4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1121356" name="Group 473"/>
          <p:cNvGrpSpPr/>
          <p:nvPr/>
        </p:nvGrpSpPr>
        <p:grpSpPr bwMode="auto">
          <a:xfrm>
            <a:off x="2398279" y="1826787"/>
            <a:ext cx="143901" cy="143901"/>
            <a:chOff x="0" y="0"/>
            <a:chExt cx="812799" cy="812799"/>
          </a:xfrm>
        </p:grpSpPr>
        <p:sp>
          <p:nvSpPr>
            <p:cNvPr id="431395437" name="Freeform 4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5725629" name="TextBox 4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4200658" name="Group 476"/>
          <p:cNvGrpSpPr/>
          <p:nvPr/>
        </p:nvGrpSpPr>
        <p:grpSpPr bwMode="auto">
          <a:xfrm>
            <a:off x="2589808" y="1826787"/>
            <a:ext cx="143901" cy="143901"/>
            <a:chOff x="0" y="0"/>
            <a:chExt cx="812799" cy="812799"/>
          </a:xfrm>
        </p:grpSpPr>
        <p:sp>
          <p:nvSpPr>
            <p:cNvPr id="1296910019" name="Freeform 4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7571761" name="TextBox 4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7471039" name="Group 479"/>
          <p:cNvGrpSpPr/>
          <p:nvPr/>
        </p:nvGrpSpPr>
        <p:grpSpPr bwMode="auto">
          <a:xfrm>
            <a:off x="2782433" y="1826787"/>
            <a:ext cx="143901" cy="143901"/>
            <a:chOff x="0" y="0"/>
            <a:chExt cx="812799" cy="812799"/>
          </a:xfrm>
        </p:grpSpPr>
        <p:sp>
          <p:nvSpPr>
            <p:cNvPr id="1080492474" name="Freeform 4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8546394" name="TextBox 4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9806102" name="Group 482"/>
          <p:cNvGrpSpPr/>
          <p:nvPr/>
        </p:nvGrpSpPr>
        <p:grpSpPr bwMode="auto">
          <a:xfrm>
            <a:off x="2975058" y="1826787"/>
            <a:ext cx="143901" cy="143901"/>
            <a:chOff x="0" y="0"/>
            <a:chExt cx="812799" cy="812799"/>
          </a:xfrm>
        </p:grpSpPr>
        <p:sp>
          <p:nvSpPr>
            <p:cNvPr id="849844588" name="Freeform 4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3569492" name="TextBox 4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6558693" name="Group 485"/>
          <p:cNvGrpSpPr/>
          <p:nvPr/>
        </p:nvGrpSpPr>
        <p:grpSpPr bwMode="auto">
          <a:xfrm>
            <a:off x="859482" y="1826787"/>
            <a:ext cx="143901" cy="143901"/>
            <a:chOff x="0" y="0"/>
            <a:chExt cx="812799" cy="812799"/>
          </a:xfrm>
        </p:grpSpPr>
        <p:sp>
          <p:nvSpPr>
            <p:cNvPr id="71073617" name="Freeform 4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648341" name="TextBox 4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1836095" name="Group 488"/>
          <p:cNvGrpSpPr/>
          <p:nvPr/>
        </p:nvGrpSpPr>
        <p:grpSpPr bwMode="auto">
          <a:xfrm>
            <a:off x="1052103" y="1826787"/>
            <a:ext cx="143901" cy="143901"/>
            <a:chOff x="0" y="0"/>
            <a:chExt cx="812799" cy="812799"/>
          </a:xfrm>
        </p:grpSpPr>
        <p:sp>
          <p:nvSpPr>
            <p:cNvPr id="1280204250" name="Freeform 4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4653533" name="TextBox 4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4834439" name="Group 491"/>
          <p:cNvGrpSpPr/>
          <p:nvPr/>
        </p:nvGrpSpPr>
        <p:grpSpPr bwMode="auto">
          <a:xfrm>
            <a:off x="1244730" y="1826787"/>
            <a:ext cx="143901" cy="143901"/>
            <a:chOff x="0" y="0"/>
            <a:chExt cx="812799" cy="812799"/>
          </a:xfrm>
        </p:grpSpPr>
        <p:sp>
          <p:nvSpPr>
            <p:cNvPr id="1803581409" name="Freeform 4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3111429" name="TextBox 4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3528748" name="Group 494"/>
          <p:cNvGrpSpPr/>
          <p:nvPr/>
        </p:nvGrpSpPr>
        <p:grpSpPr bwMode="auto">
          <a:xfrm>
            <a:off x="1436256" y="2016260"/>
            <a:ext cx="143901" cy="143901"/>
            <a:chOff x="0" y="0"/>
            <a:chExt cx="812799" cy="812799"/>
          </a:xfrm>
        </p:grpSpPr>
        <p:sp>
          <p:nvSpPr>
            <p:cNvPr id="468094571" name="Freeform 4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820370" name="TextBox 4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1487645" name="Group 497"/>
          <p:cNvGrpSpPr/>
          <p:nvPr/>
        </p:nvGrpSpPr>
        <p:grpSpPr bwMode="auto">
          <a:xfrm>
            <a:off x="1628879" y="2016260"/>
            <a:ext cx="143901" cy="143901"/>
            <a:chOff x="0" y="0"/>
            <a:chExt cx="812799" cy="812799"/>
          </a:xfrm>
        </p:grpSpPr>
        <p:sp>
          <p:nvSpPr>
            <p:cNvPr id="1311475525" name="Freeform 4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6381681" name="TextBox 4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2191404" name="Group 500"/>
          <p:cNvGrpSpPr/>
          <p:nvPr/>
        </p:nvGrpSpPr>
        <p:grpSpPr bwMode="auto">
          <a:xfrm>
            <a:off x="1821504" y="2016260"/>
            <a:ext cx="143901" cy="143901"/>
            <a:chOff x="0" y="0"/>
            <a:chExt cx="812799" cy="812799"/>
          </a:xfrm>
        </p:grpSpPr>
        <p:sp>
          <p:nvSpPr>
            <p:cNvPr id="1404390693" name="Freeform 5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651267" name="TextBox 5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6897385" name="Group 503"/>
          <p:cNvGrpSpPr/>
          <p:nvPr/>
        </p:nvGrpSpPr>
        <p:grpSpPr bwMode="auto">
          <a:xfrm>
            <a:off x="2013033" y="2016260"/>
            <a:ext cx="143901" cy="143901"/>
            <a:chOff x="0" y="0"/>
            <a:chExt cx="812799" cy="812799"/>
          </a:xfrm>
        </p:grpSpPr>
        <p:sp>
          <p:nvSpPr>
            <p:cNvPr id="602282330" name="Freeform 5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793725" name="TextBox 5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6037936" name="Group 506"/>
          <p:cNvGrpSpPr/>
          <p:nvPr/>
        </p:nvGrpSpPr>
        <p:grpSpPr bwMode="auto">
          <a:xfrm>
            <a:off x="2205657" y="2016260"/>
            <a:ext cx="143901" cy="143901"/>
            <a:chOff x="0" y="0"/>
            <a:chExt cx="812799" cy="812799"/>
          </a:xfrm>
        </p:grpSpPr>
        <p:sp>
          <p:nvSpPr>
            <p:cNvPr id="1978679061" name="Freeform 5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5458738" name="TextBox 5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1523024" name="Group 509"/>
          <p:cNvGrpSpPr/>
          <p:nvPr/>
        </p:nvGrpSpPr>
        <p:grpSpPr bwMode="auto">
          <a:xfrm>
            <a:off x="2398279" y="2016260"/>
            <a:ext cx="143901" cy="143901"/>
            <a:chOff x="0" y="0"/>
            <a:chExt cx="812799" cy="812799"/>
          </a:xfrm>
        </p:grpSpPr>
        <p:sp>
          <p:nvSpPr>
            <p:cNvPr id="1021971172" name="Freeform 5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5829181" name="TextBox 5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9003036" name="Group 512"/>
          <p:cNvGrpSpPr/>
          <p:nvPr/>
        </p:nvGrpSpPr>
        <p:grpSpPr bwMode="auto">
          <a:xfrm>
            <a:off x="2589808" y="2016260"/>
            <a:ext cx="143901" cy="143901"/>
            <a:chOff x="0" y="0"/>
            <a:chExt cx="812799" cy="812799"/>
          </a:xfrm>
        </p:grpSpPr>
        <p:sp>
          <p:nvSpPr>
            <p:cNvPr id="9221054" name="Freeform 5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71293" name="TextBox 5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0623380" name="Group 515"/>
          <p:cNvGrpSpPr/>
          <p:nvPr/>
        </p:nvGrpSpPr>
        <p:grpSpPr bwMode="auto">
          <a:xfrm>
            <a:off x="2782433" y="2016260"/>
            <a:ext cx="143901" cy="143901"/>
            <a:chOff x="0" y="0"/>
            <a:chExt cx="812799" cy="812799"/>
          </a:xfrm>
        </p:grpSpPr>
        <p:sp>
          <p:nvSpPr>
            <p:cNvPr id="928112241" name="Freeform 5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37198694" name="TextBox 5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5956704" name="Group 518"/>
          <p:cNvGrpSpPr/>
          <p:nvPr/>
        </p:nvGrpSpPr>
        <p:grpSpPr bwMode="auto">
          <a:xfrm>
            <a:off x="2975058" y="2016260"/>
            <a:ext cx="143901" cy="143901"/>
            <a:chOff x="0" y="0"/>
            <a:chExt cx="812799" cy="812799"/>
          </a:xfrm>
        </p:grpSpPr>
        <p:sp>
          <p:nvSpPr>
            <p:cNvPr id="1369127045" name="Freeform 5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1672558" name="TextBox 5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4863138" name="Group 521"/>
          <p:cNvGrpSpPr/>
          <p:nvPr/>
        </p:nvGrpSpPr>
        <p:grpSpPr bwMode="auto">
          <a:xfrm>
            <a:off x="859482" y="2016260"/>
            <a:ext cx="143901" cy="143901"/>
            <a:chOff x="0" y="0"/>
            <a:chExt cx="812799" cy="812799"/>
          </a:xfrm>
        </p:grpSpPr>
        <p:sp>
          <p:nvSpPr>
            <p:cNvPr id="159581411" name="Freeform 5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6690486" name="TextBox 5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2828035" name="Group 524"/>
          <p:cNvGrpSpPr/>
          <p:nvPr/>
        </p:nvGrpSpPr>
        <p:grpSpPr bwMode="auto">
          <a:xfrm>
            <a:off x="1052103" y="2016260"/>
            <a:ext cx="143901" cy="143901"/>
            <a:chOff x="0" y="0"/>
            <a:chExt cx="812799" cy="812799"/>
          </a:xfrm>
        </p:grpSpPr>
        <p:sp>
          <p:nvSpPr>
            <p:cNvPr id="245522036" name="Freeform 5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19647491" name="TextBox 5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3911542" name="Group 527"/>
          <p:cNvGrpSpPr/>
          <p:nvPr/>
        </p:nvGrpSpPr>
        <p:grpSpPr bwMode="auto">
          <a:xfrm>
            <a:off x="1244730" y="2016260"/>
            <a:ext cx="143901" cy="143901"/>
            <a:chOff x="0" y="0"/>
            <a:chExt cx="812799" cy="812799"/>
          </a:xfrm>
        </p:grpSpPr>
        <p:sp>
          <p:nvSpPr>
            <p:cNvPr id="1714410109" name="Freeform 5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8683994" name="TextBox 5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1504660" name="Group 530"/>
          <p:cNvGrpSpPr/>
          <p:nvPr/>
        </p:nvGrpSpPr>
        <p:grpSpPr bwMode="auto">
          <a:xfrm>
            <a:off x="1436256" y="4494549"/>
            <a:ext cx="143901" cy="143901"/>
            <a:chOff x="0" y="0"/>
            <a:chExt cx="812799" cy="812799"/>
          </a:xfrm>
        </p:grpSpPr>
        <p:sp>
          <p:nvSpPr>
            <p:cNvPr id="677368266" name="Freeform 5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8531844" name="TextBox 5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1545233" name="Group 533"/>
          <p:cNvGrpSpPr/>
          <p:nvPr/>
        </p:nvGrpSpPr>
        <p:grpSpPr bwMode="auto">
          <a:xfrm>
            <a:off x="1628879" y="4494549"/>
            <a:ext cx="143901" cy="143901"/>
            <a:chOff x="0" y="0"/>
            <a:chExt cx="812799" cy="812799"/>
          </a:xfrm>
        </p:grpSpPr>
        <p:sp>
          <p:nvSpPr>
            <p:cNvPr id="1997970246" name="Freeform 5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7730127" name="TextBox 5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0378828" name="Group 536"/>
          <p:cNvGrpSpPr/>
          <p:nvPr/>
        </p:nvGrpSpPr>
        <p:grpSpPr bwMode="auto">
          <a:xfrm>
            <a:off x="1821504" y="4494549"/>
            <a:ext cx="143901" cy="143901"/>
            <a:chOff x="0" y="0"/>
            <a:chExt cx="812799" cy="812799"/>
          </a:xfrm>
        </p:grpSpPr>
        <p:sp>
          <p:nvSpPr>
            <p:cNvPr id="1327041838" name="Freeform 5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83843427" name="TextBox 5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1784633" name="Group 539"/>
          <p:cNvGrpSpPr/>
          <p:nvPr/>
        </p:nvGrpSpPr>
        <p:grpSpPr bwMode="auto">
          <a:xfrm>
            <a:off x="2013033" y="4494549"/>
            <a:ext cx="143901" cy="143901"/>
            <a:chOff x="0" y="0"/>
            <a:chExt cx="812799" cy="812799"/>
          </a:xfrm>
        </p:grpSpPr>
        <p:sp>
          <p:nvSpPr>
            <p:cNvPr id="91340074" name="Freeform 5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81016" name="TextBox 5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3293910" name="Group 542"/>
          <p:cNvGrpSpPr/>
          <p:nvPr/>
        </p:nvGrpSpPr>
        <p:grpSpPr bwMode="auto">
          <a:xfrm>
            <a:off x="2205657" y="4494549"/>
            <a:ext cx="143901" cy="143901"/>
            <a:chOff x="0" y="0"/>
            <a:chExt cx="812799" cy="812799"/>
          </a:xfrm>
        </p:grpSpPr>
        <p:sp>
          <p:nvSpPr>
            <p:cNvPr id="100611038" name="Freeform 5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7797821" name="TextBox 5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5055306" name="Group 545"/>
          <p:cNvGrpSpPr/>
          <p:nvPr/>
        </p:nvGrpSpPr>
        <p:grpSpPr bwMode="auto">
          <a:xfrm>
            <a:off x="2398279" y="4494549"/>
            <a:ext cx="143901" cy="143901"/>
            <a:chOff x="0" y="0"/>
            <a:chExt cx="812799" cy="812799"/>
          </a:xfrm>
        </p:grpSpPr>
        <p:sp>
          <p:nvSpPr>
            <p:cNvPr id="684247158" name="Freeform 5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6376884" name="TextBox 5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150149" name="Group 548"/>
          <p:cNvGrpSpPr/>
          <p:nvPr/>
        </p:nvGrpSpPr>
        <p:grpSpPr bwMode="auto">
          <a:xfrm>
            <a:off x="2589808" y="4494549"/>
            <a:ext cx="143901" cy="143901"/>
            <a:chOff x="0" y="0"/>
            <a:chExt cx="812799" cy="812799"/>
          </a:xfrm>
        </p:grpSpPr>
        <p:sp>
          <p:nvSpPr>
            <p:cNvPr id="1786690722" name="Freeform 5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3343479" name="TextBox 5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2659936" name="Group 551"/>
          <p:cNvGrpSpPr/>
          <p:nvPr/>
        </p:nvGrpSpPr>
        <p:grpSpPr bwMode="auto">
          <a:xfrm>
            <a:off x="2782433" y="4494549"/>
            <a:ext cx="143901" cy="143901"/>
            <a:chOff x="0" y="0"/>
            <a:chExt cx="812799" cy="812799"/>
          </a:xfrm>
        </p:grpSpPr>
        <p:sp>
          <p:nvSpPr>
            <p:cNvPr id="1606630871" name="Freeform 5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98484357" name="TextBox 5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888405" name="Group 554"/>
          <p:cNvGrpSpPr/>
          <p:nvPr/>
        </p:nvGrpSpPr>
        <p:grpSpPr bwMode="auto">
          <a:xfrm>
            <a:off x="2975058" y="4494549"/>
            <a:ext cx="143901" cy="143901"/>
            <a:chOff x="0" y="0"/>
            <a:chExt cx="812799" cy="812799"/>
          </a:xfrm>
        </p:grpSpPr>
        <p:sp>
          <p:nvSpPr>
            <p:cNvPr id="1717350889" name="Freeform 5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27914" name="TextBox 5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3696268" name="Group 557"/>
          <p:cNvGrpSpPr/>
          <p:nvPr/>
        </p:nvGrpSpPr>
        <p:grpSpPr bwMode="auto">
          <a:xfrm>
            <a:off x="859482" y="4494549"/>
            <a:ext cx="143901" cy="143901"/>
            <a:chOff x="0" y="0"/>
            <a:chExt cx="812799" cy="812799"/>
          </a:xfrm>
        </p:grpSpPr>
        <p:sp>
          <p:nvSpPr>
            <p:cNvPr id="1610936643" name="Freeform 5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9093879" name="TextBox 5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8058159" name="Group 560"/>
          <p:cNvGrpSpPr/>
          <p:nvPr/>
        </p:nvGrpSpPr>
        <p:grpSpPr bwMode="auto">
          <a:xfrm>
            <a:off x="1052103" y="4494549"/>
            <a:ext cx="143901" cy="143901"/>
            <a:chOff x="0" y="0"/>
            <a:chExt cx="812799" cy="812799"/>
          </a:xfrm>
        </p:grpSpPr>
        <p:sp>
          <p:nvSpPr>
            <p:cNvPr id="1548333311" name="Freeform 5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36141359" name="TextBox 5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1110889" name="Group 563"/>
          <p:cNvGrpSpPr/>
          <p:nvPr/>
        </p:nvGrpSpPr>
        <p:grpSpPr bwMode="auto">
          <a:xfrm>
            <a:off x="1244730" y="4494549"/>
            <a:ext cx="143901" cy="143901"/>
            <a:chOff x="0" y="0"/>
            <a:chExt cx="812799" cy="812799"/>
          </a:xfrm>
        </p:grpSpPr>
        <p:sp>
          <p:nvSpPr>
            <p:cNvPr id="38963922" name="Freeform 5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5258251" name="TextBox 5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8770389" name="Group 566"/>
          <p:cNvGrpSpPr/>
          <p:nvPr/>
        </p:nvGrpSpPr>
        <p:grpSpPr bwMode="auto">
          <a:xfrm>
            <a:off x="1436256" y="4684020"/>
            <a:ext cx="143901" cy="143901"/>
            <a:chOff x="0" y="0"/>
            <a:chExt cx="812799" cy="812799"/>
          </a:xfrm>
        </p:grpSpPr>
        <p:sp>
          <p:nvSpPr>
            <p:cNvPr id="876875605" name="Freeform 5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80169890" name="TextBox 5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597229" name="Group 569"/>
          <p:cNvGrpSpPr/>
          <p:nvPr/>
        </p:nvGrpSpPr>
        <p:grpSpPr bwMode="auto">
          <a:xfrm>
            <a:off x="1628879" y="4684020"/>
            <a:ext cx="143901" cy="143901"/>
            <a:chOff x="0" y="0"/>
            <a:chExt cx="812799" cy="812799"/>
          </a:xfrm>
        </p:grpSpPr>
        <p:sp>
          <p:nvSpPr>
            <p:cNvPr id="1309505793" name="Freeform 5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9803192" name="TextBox 5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6518101" name="Group 572"/>
          <p:cNvGrpSpPr/>
          <p:nvPr/>
        </p:nvGrpSpPr>
        <p:grpSpPr bwMode="auto">
          <a:xfrm>
            <a:off x="1821504" y="4684020"/>
            <a:ext cx="143901" cy="143901"/>
            <a:chOff x="0" y="0"/>
            <a:chExt cx="812799" cy="812799"/>
          </a:xfrm>
        </p:grpSpPr>
        <p:sp>
          <p:nvSpPr>
            <p:cNvPr id="2059274758" name="Freeform 5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726139" name="TextBox 5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4229197" name="Group 575"/>
          <p:cNvGrpSpPr/>
          <p:nvPr/>
        </p:nvGrpSpPr>
        <p:grpSpPr bwMode="auto">
          <a:xfrm>
            <a:off x="2013033" y="4684020"/>
            <a:ext cx="143901" cy="143901"/>
            <a:chOff x="0" y="0"/>
            <a:chExt cx="812799" cy="812799"/>
          </a:xfrm>
        </p:grpSpPr>
        <p:sp>
          <p:nvSpPr>
            <p:cNvPr id="1819001038" name="Freeform 5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32975921" name="TextBox 5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0030833" name="Group 578"/>
          <p:cNvGrpSpPr/>
          <p:nvPr/>
        </p:nvGrpSpPr>
        <p:grpSpPr bwMode="auto">
          <a:xfrm>
            <a:off x="2205657" y="4684020"/>
            <a:ext cx="143901" cy="143901"/>
            <a:chOff x="0" y="0"/>
            <a:chExt cx="812799" cy="812799"/>
          </a:xfrm>
        </p:grpSpPr>
        <p:sp>
          <p:nvSpPr>
            <p:cNvPr id="1194974648" name="Freeform 5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9765113" name="TextBox 5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151742" name="Group 581"/>
          <p:cNvGrpSpPr/>
          <p:nvPr/>
        </p:nvGrpSpPr>
        <p:grpSpPr bwMode="auto">
          <a:xfrm>
            <a:off x="2398279" y="4684020"/>
            <a:ext cx="143901" cy="143901"/>
            <a:chOff x="0" y="0"/>
            <a:chExt cx="812799" cy="812799"/>
          </a:xfrm>
        </p:grpSpPr>
        <p:sp>
          <p:nvSpPr>
            <p:cNvPr id="1478217677" name="Freeform 5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7515851" name="TextBox 5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2295231" name="Group 584"/>
          <p:cNvGrpSpPr/>
          <p:nvPr/>
        </p:nvGrpSpPr>
        <p:grpSpPr bwMode="auto">
          <a:xfrm>
            <a:off x="2589808" y="4684020"/>
            <a:ext cx="143901" cy="143901"/>
            <a:chOff x="0" y="0"/>
            <a:chExt cx="812799" cy="812799"/>
          </a:xfrm>
        </p:grpSpPr>
        <p:sp>
          <p:nvSpPr>
            <p:cNvPr id="847749852" name="Freeform 5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75983" name="TextBox 5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0897689" name="Group 587"/>
          <p:cNvGrpSpPr/>
          <p:nvPr/>
        </p:nvGrpSpPr>
        <p:grpSpPr bwMode="auto">
          <a:xfrm>
            <a:off x="2782433" y="4684020"/>
            <a:ext cx="143901" cy="143901"/>
            <a:chOff x="0" y="0"/>
            <a:chExt cx="812799" cy="812799"/>
          </a:xfrm>
        </p:grpSpPr>
        <p:sp>
          <p:nvSpPr>
            <p:cNvPr id="222348588" name="Freeform 5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2773291" name="TextBox 5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625779" name="Group 590"/>
          <p:cNvGrpSpPr/>
          <p:nvPr/>
        </p:nvGrpSpPr>
        <p:grpSpPr bwMode="auto">
          <a:xfrm>
            <a:off x="2975058" y="4684020"/>
            <a:ext cx="143901" cy="143901"/>
            <a:chOff x="0" y="0"/>
            <a:chExt cx="812799" cy="812799"/>
          </a:xfrm>
        </p:grpSpPr>
        <p:sp>
          <p:nvSpPr>
            <p:cNvPr id="1918423255" name="Freeform 5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1852695" name="TextBox 5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76758729" name="Group 593"/>
          <p:cNvGrpSpPr/>
          <p:nvPr/>
        </p:nvGrpSpPr>
        <p:grpSpPr bwMode="auto">
          <a:xfrm>
            <a:off x="859482" y="4684020"/>
            <a:ext cx="143901" cy="143901"/>
            <a:chOff x="0" y="0"/>
            <a:chExt cx="812799" cy="812799"/>
          </a:xfrm>
        </p:grpSpPr>
        <p:sp>
          <p:nvSpPr>
            <p:cNvPr id="1243484606" name="Freeform 5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2664770" name="TextBox 5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3565537" name="Group 596"/>
          <p:cNvGrpSpPr/>
          <p:nvPr/>
        </p:nvGrpSpPr>
        <p:grpSpPr bwMode="auto">
          <a:xfrm>
            <a:off x="1052103" y="4684020"/>
            <a:ext cx="143901" cy="143901"/>
            <a:chOff x="0" y="0"/>
            <a:chExt cx="812799" cy="812799"/>
          </a:xfrm>
        </p:grpSpPr>
        <p:sp>
          <p:nvSpPr>
            <p:cNvPr id="1301086132" name="Freeform 5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4484730" name="TextBox 5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1445368" name="Group 599"/>
          <p:cNvGrpSpPr/>
          <p:nvPr/>
        </p:nvGrpSpPr>
        <p:grpSpPr bwMode="auto">
          <a:xfrm>
            <a:off x="1244730" y="4684020"/>
            <a:ext cx="143901" cy="143901"/>
            <a:chOff x="0" y="0"/>
            <a:chExt cx="812799" cy="812799"/>
          </a:xfrm>
        </p:grpSpPr>
        <p:sp>
          <p:nvSpPr>
            <p:cNvPr id="1650046787" name="Freeform 6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2034292" name="TextBox 6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7076072" name="Group 602"/>
          <p:cNvGrpSpPr/>
          <p:nvPr/>
        </p:nvGrpSpPr>
        <p:grpSpPr bwMode="auto">
          <a:xfrm>
            <a:off x="5562624" y="2207788"/>
            <a:ext cx="143901" cy="143901"/>
            <a:chOff x="0" y="0"/>
            <a:chExt cx="812799" cy="812799"/>
          </a:xfrm>
        </p:grpSpPr>
        <p:sp>
          <p:nvSpPr>
            <p:cNvPr id="2065616843" name="Freeform 6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0641410" name="TextBox 6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1424227" name="Group 605"/>
          <p:cNvGrpSpPr/>
          <p:nvPr/>
        </p:nvGrpSpPr>
        <p:grpSpPr bwMode="auto">
          <a:xfrm>
            <a:off x="5755248" y="2207788"/>
            <a:ext cx="143901" cy="143901"/>
            <a:chOff x="0" y="0"/>
            <a:chExt cx="812799" cy="812799"/>
          </a:xfrm>
        </p:grpSpPr>
        <p:sp>
          <p:nvSpPr>
            <p:cNvPr id="841073801" name="Freeform 6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9722320" name="TextBox 6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9327212" name="Group 608"/>
          <p:cNvGrpSpPr/>
          <p:nvPr/>
        </p:nvGrpSpPr>
        <p:grpSpPr bwMode="auto">
          <a:xfrm>
            <a:off x="5947869" y="2207788"/>
            <a:ext cx="143901" cy="143901"/>
            <a:chOff x="0" y="0"/>
            <a:chExt cx="812799" cy="812799"/>
          </a:xfrm>
        </p:grpSpPr>
        <p:sp>
          <p:nvSpPr>
            <p:cNvPr id="900625812" name="Freeform 6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21407535" name="TextBox 6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8372348" name="Group 611"/>
          <p:cNvGrpSpPr/>
          <p:nvPr/>
        </p:nvGrpSpPr>
        <p:grpSpPr bwMode="auto">
          <a:xfrm>
            <a:off x="6139398" y="2207788"/>
            <a:ext cx="143901" cy="143901"/>
            <a:chOff x="0" y="0"/>
            <a:chExt cx="812799" cy="812799"/>
          </a:xfrm>
        </p:grpSpPr>
        <p:sp>
          <p:nvSpPr>
            <p:cNvPr id="1472408169" name="Freeform 6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0450458" name="TextBox 6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5803903" name="Group 614"/>
          <p:cNvGrpSpPr/>
          <p:nvPr/>
        </p:nvGrpSpPr>
        <p:grpSpPr bwMode="auto">
          <a:xfrm>
            <a:off x="6332024" y="2207788"/>
            <a:ext cx="143901" cy="143901"/>
            <a:chOff x="0" y="0"/>
            <a:chExt cx="812799" cy="812799"/>
          </a:xfrm>
        </p:grpSpPr>
        <p:sp>
          <p:nvSpPr>
            <p:cNvPr id="1014983222" name="Freeform 6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8275985" name="TextBox 6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2065606" name="Group 617"/>
          <p:cNvGrpSpPr/>
          <p:nvPr/>
        </p:nvGrpSpPr>
        <p:grpSpPr bwMode="auto">
          <a:xfrm>
            <a:off x="6524644" y="2207788"/>
            <a:ext cx="143901" cy="143901"/>
            <a:chOff x="0" y="0"/>
            <a:chExt cx="812799" cy="812799"/>
          </a:xfrm>
        </p:grpSpPr>
        <p:sp>
          <p:nvSpPr>
            <p:cNvPr id="1767916602" name="Freeform 6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19736881" name="TextBox 6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8998880" name="Group 620"/>
          <p:cNvGrpSpPr/>
          <p:nvPr/>
        </p:nvGrpSpPr>
        <p:grpSpPr bwMode="auto">
          <a:xfrm>
            <a:off x="6716174" y="2207788"/>
            <a:ext cx="143901" cy="143901"/>
            <a:chOff x="0" y="0"/>
            <a:chExt cx="812799" cy="812799"/>
          </a:xfrm>
        </p:grpSpPr>
        <p:sp>
          <p:nvSpPr>
            <p:cNvPr id="996769535" name="Freeform 6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8199747" name="TextBox 6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7730001" name="Group 623"/>
          <p:cNvGrpSpPr/>
          <p:nvPr/>
        </p:nvGrpSpPr>
        <p:grpSpPr bwMode="auto">
          <a:xfrm>
            <a:off x="6908798" y="2207788"/>
            <a:ext cx="143901" cy="143901"/>
            <a:chOff x="0" y="0"/>
            <a:chExt cx="812799" cy="812799"/>
          </a:xfrm>
        </p:grpSpPr>
        <p:sp>
          <p:nvSpPr>
            <p:cNvPr id="1512736302" name="Freeform 6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39705" name="TextBox 6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9583901" name="Group 626"/>
          <p:cNvGrpSpPr/>
          <p:nvPr/>
        </p:nvGrpSpPr>
        <p:grpSpPr bwMode="auto">
          <a:xfrm>
            <a:off x="7101426" y="2207788"/>
            <a:ext cx="143901" cy="143901"/>
            <a:chOff x="0" y="0"/>
            <a:chExt cx="812799" cy="812799"/>
          </a:xfrm>
        </p:grpSpPr>
        <p:sp>
          <p:nvSpPr>
            <p:cNvPr id="533318310" name="Freeform 6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8700063" name="TextBox 6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6824546" name="Group 629"/>
          <p:cNvGrpSpPr/>
          <p:nvPr/>
        </p:nvGrpSpPr>
        <p:grpSpPr bwMode="auto">
          <a:xfrm>
            <a:off x="4985844" y="2207788"/>
            <a:ext cx="143901" cy="143901"/>
            <a:chOff x="0" y="0"/>
            <a:chExt cx="812799" cy="812799"/>
          </a:xfrm>
        </p:grpSpPr>
        <p:sp>
          <p:nvSpPr>
            <p:cNvPr id="38752060" name="Freeform 6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07583111" name="TextBox 6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0192850" name="Group 632"/>
          <p:cNvGrpSpPr/>
          <p:nvPr/>
        </p:nvGrpSpPr>
        <p:grpSpPr bwMode="auto">
          <a:xfrm>
            <a:off x="5178467" y="2207788"/>
            <a:ext cx="143901" cy="143901"/>
            <a:chOff x="0" y="0"/>
            <a:chExt cx="812799" cy="812799"/>
          </a:xfrm>
        </p:grpSpPr>
        <p:sp>
          <p:nvSpPr>
            <p:cNvPr id="146909711" name="Freeform 6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395419" name="TextBox 6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763508" name="Group 635"/>
          <p:cNvGrpSpPr/>
          <p:nvPr/>
        </p:nvGrpSpPr>
        <p:grpSpPr bwMode="auto">
          <a:xfrm>
            <a:off x="5371095" y="2207788"/>
            <a:ext cx="143901" cy="143901"/>
            <a:chOff x="0" y="0"/>
            <a:chExt cx="812799" cy="812799"/>
          </a:xfrm>
        </p:grpSpPr>
        <p:sp>
          <p:nvSpPr>
            <p:cNvPr id="377038651" name="Freeform 6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77538068" name="TextBox 6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1715314" name="Group 638"/>
          <p:cNvGrpSpPr/>
          <p:nvPr/>
        </p:nvGrpSpPr>
        <p:grpSpPr bwMode="auto">
          <a:xfrm>
            <a:off x="5562624" y="2397260"/>
            <a:ext cx="143901" cy="143901"/>
            <a:chOff x="0" y="0"/>
            <a:chExt cx="812799" cy="812799"/>
          </a:xfrm>
        </p:grpSpPr>
        <p:sp>
          <p:nvSpPr>
            <p:cNvPr id="2096187282" name="Freeform 6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6297798" name="TextBox 6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6121171" name="Group 641"/>
          <p:cNvGrpSpPr/>
          <p:nvPr/>
        </p:nvGrpSpPr>
        <p:grpSpPr bwMode="auto">
          <a:xfrm>
            <a:off x="5755248" y="2397260"/>
            <a:ext cx="143901" cy="143901"/>
            <a:chOff x="0" y="0"/>
            <a:chExt cx="812799" cy="812799"/>
          </a:xfrm>
        </p:grpSpPr>
        <p:sp>
          <p:nvSpPr>
            <p:cNvPr id="274299307" name="Freeform 6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3336220" name="TextBox 6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6083076" name="Group 644"/>
          <p:cNvGrpSpPr/>
          <p:nvPr/>
        </p:nvGrpSpPr>
        <p:grpSpPr bwMode="auto">
          <a:xfrm>
            <a:off x="5947869" y="2397260"/>
            <a:ext cx="143901" cy="143901"/>
            <a:chOff x="0" y="0"/>
            <a:chExt cx="812799" cy="812799"/>
          </a:xfrm>
        </p:grpSpPr>
        <p:sp>
          <p:nvSpPr>
            <p:cNvPr id="261298854" name="Freeform 6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054676" name="TextBox 6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2599274" name="Group 647"/>
          <p:cNvGrpSpPr/>
          <p:nvPr/>
        </p:nvGrpSpPr>
        <p:grpSpPr bwMode="auto">
          <a:xfrm>
            <a:off x="6139398" y="2397260"/>
            <a:ext cx="143901" cy="143901"/>
            <a:chOff x="0" y="0"/>
            <a:chExt cx="812799" cy="812799"/>
          </a:xfrm>
        </p:grpSpPr>
        <p:sp>
          <p:nvSpPr>
            <p:cNvPr id="1929038201" name="Freeform 6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6637371" name="TextBox 6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1518744" name="Group 650"/>
          <p:cNvGrpSpPr/>
          <p:nvPr/>
        </p:nvGrpSpPr>
        <p:grpSpPr bwMode="auto">
          <a:xfrm>
            <a:off x="6332024" y="2397260"/>
            <a:ext cx="143901" cy="143901"/>
            <a:chOff x="0" y="0"/>
            <a:chExt cx="812799" cy="812799"/>
          </a:xfrm>
        </p:grpSpPr>
        <p:sp>
          <p:nvSpPr>
            <p:cNvPr id="2042409971" name="Freeform 6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0662568" name="TextBox 6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3944142" name="Group 653"/>
          <p:cNvGrpSpPr/>
          <p:nvPr/>
        </p:nvGrpSpPr>
        <p:grpSpPr bwMode="auto">
          <a:xfrm>
            <a:off x="6524644" y="2397260"/>
            <a:ext cx="143901" cy="143901"/>
            <a:chOff x="0" y="0"/>
            <a:chExt cx="812799" cy="812799"/>
          </a:xfrm>
        </p:grpSpPr>
        <p:sp>
          <p:nvSpPr>
            <p:cNvPr id="1369463708" name="Freeform 6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7659319" name="TextBox 6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5295577" name="Group 656"/>
          <p:cNvGrpSpPr/>
          <p:nvPr/>
        </p:nvGrpSpPr>
        <p:grpSpPr bwMode="auto">
          <a:xfrm>
            <a:off x="6716174" y="2397260"/>
            <a:ext cx="143901" cy="143901"/>
            <a:chOff x="0" y="0"/>
            <a:chExt cx="812799" cy="812799"/>
          </a:xfrm>
        </p:grpSpPr>
        <p:sp>
          <p:nvSpPr>
            <p:cNvPr id="108412324" name="Freeform 6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715233" name="TextBox 6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4610021" name="Group 659"/>
          <p:cNvGrpSpPr/>
          <p:nvPr/>
        </p:nvGrpSpPr>
        <p:grpSpPr bwMode="auto">
          <a:xfrm>
            <a:off x="6908798" y="2397260"/>
            <a:ext cx="143901" cy="143901"/>
            <a:chOff x="0" y="0"/>
            <a:chExt cx="812799" cy="812799"/>
          </a:xfrm>
        </p:grpSpPr>
        <p:sp>
          <p:nvSpPr>
            <p:cNvPr id="774875506" name="Freeform 6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511993" name="TextBox 6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3649802" name="Group 662"/>
          <p:cNvGrpSpPr/>
          <p:nvPr/>
        </p:nvGrpSpPr>
        <p:grpSpPr bwMode="auto">
          <a:xfrm>
            <a:off x="7101426" y="2397260"/>
            <a:ext cx="143901" cy="143901"/>
            <a:chOff x="0" y="0"/>
            <a:chExt cx="812799" cy="812799"/>
          </a:xfrm>
        </p:grpSpPr>
        <p:sp>
          <p:nvSpPr>
            <p:cNvPr id="1595272822" name="Freeform 6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82779754" name="TextBox 6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8685406" name="Group 665"/>
          <p:cNvGrpSpPr/>
          <p:nvPr/>
        </p:nvGrpSpPr>
        <p:grpSpPr bwMode="auto">
          <a:xfrm>
            <a:off x="4985844" y="2397260"/>
            <a:ext cx="143901" cy="143901"/>
            <a:chOff x="0" y="0"/>
            <a:chExt cx="812799" cy="812799"/>
          </a:xfrm>
        </p:grpSpPr>
        <p:sp>
          <p:nvSpPr>
            <p:cNvPr id="1279548758" name="Freeform 6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1839830" name="TextBox 6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6507437" name="Group 668"/>
          <p:cNvGrpSpPr/>
          <p:nvPr/>
        </p:nvGrpSpPr>
        <p:grpSpPr bwMode="auto">
          <a:xfrm>
            <a:off x="5178467" y="2397260"/>
            <a:ext cx="143901" cy="143901"/>
            <a:chOff x="0" y="0"/>
            <a:chExt cx="812799" cy="812799"/>
          </a:xfrm>
        </p:grpSpPr>
        <p:sp>
          <p:nvSpPr>
            <p:cNvPr id="1548110972" name="Freeform 6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85333920" name="TextBox 6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0831990" name="Group 671"/>
          <p:cNvGrpSpPr/>
          <p:nvPr/>
        </p:nvGrpSpPr>
        <p:grpSpPr bwMode="auto">
          <a:xfrm>
            <a:off x="5371095" y="2397260"/>
            <a:ext cx="143901" cy="143901"/>
            <a:chOff x="0" y="0"/>
            <a:chExt cx="812799" cy="812799"/>
          </a:xfrm>
        </p:grpSpPr>
        <p:sp>
          <p:nvSpPr>
            <p:cNvPr id="959098884" name="Freeform 6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48865" name="TextBox 6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2984456" name="Group 674"/>
          <p:cNvGrpSpPr/>
          <p:nvPr/>
        </p:nvGrpSpPr>
        <p:grpSpPr bwMode="auto">
          <a:xfrm>
            <a:off x="5562624" y="2588788"/>
            <a:ext cx="143901" cy="143901"/>
            <a:chOff x="0" y="0"/>
            <a:chExt cx="812799" cy="812799"/>
          </a:xfrm>
        </p:grpSpPr>
        <p:sp>
          <p:nvSpPr>
            <p:cNvPr id="1747544313" name="Freeform 6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7327718" name="TextBox 6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4111916" name="Group 677"/>
          <p:cNvGrpSpPr/>
          <p:nvPr/>
        </p:nvGrpSpPr>
        <p:grpSpPr bwMode="auto">
          <a:xfrm>
            <a:off x="5755248" y="2588788"/>
            <a:ext cx="143901" cy="143901"/>
            <a:chOff x="0" y="0"/>
            <a:chExt cx="812799" cy="812799"/>
          </a:xfrm>
        </p:grpSpPr>
        <p:sp>
          <p:nvSpPr>
            <p:cNvPr id="1594883039" name="Freeform 6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319189" name="TextBox 6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9433589" name="Group 680"/>
          <p:cNvGrpSpPr/>
          <p:nvPr/>
        </p:nvGrpSpPr>
        <p:grpSpPr bwMode="auto">
          <a:xfrm>
            <a:off x="5947869" y="2588788"/>
            <a:ext cx="143901" cy="143901"/>
            <a:chOff x="0" y="0"/>
            <a:chExt cx="812799" cy="812799"/>
          </a:xfrm>
        </p:grpSpPr>
        <p:sp>
          <p:nvSpPr>
            <p:cNvPr id="1999285208" name="Freeform 6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6899056" name="TextBox 6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609870" name="Group 683"/>
          <p:cNvGrpSpPr/>
          <p:nvPr/>
        </p:nvGrpSpPr>
        <p:grpSpPr bwMode="auto">
          <a:xfrm>
            <a:off x="6139398" y="2588788"/>
            <a:ext cx="143901" cy="143901"/>
            <a:chOff x="0" y="0"/>
            <a:chExt cx="812799" cy="812799"/>
          </a:xfrm>
        </p:grpSpPr>
        <p:sp>
          <p:nvSpPr>
            <p:cNvPr id="42939797" name="Freeform 6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1786595" name="TextBox 6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5624129" name="Group 686"/>
          <p:cNvGrpSpPr/>
          <p:nvPr/>
        </p:nvGrpSpPr>
        <p:grpSpPr bwMode="auto">
          <a:xfrm>
            <a:off x="6332024" y="2588788"/>
            <a:ext cx="143901" cy="143901"/>
            <a:chOff x="0" y="0"/>
            <a:chExt cx="812799" cy="812799"/>
          </a:xfrm>
        </p:grpSpPr>
        <p:sp>
          <p:nvSpPr>
            <p:cNvPr id="98252100" name="Freeform 6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6299294" name="TextBox 6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9690449" name="Group 689"/>
          <p:cNvGrpSpPr/>
          <p:nvPr/>
        </p:nvGrpSpPr>
        <p:grpSpPr bwMode="auto">
          <a:xfrm>
            <a:off x="6524644" y="2588788"/>
            <a:ext cx="143901" cy="143901"/>
            <a:chOff x="0" y="0"/>
            <a:chExt cx="812799" cy="812799"/>
          </a:xfrm>
        </p:grpSpPr>
        <p:sp>
          <p:nvSpPr>
            <p:cNvPr id="138978050" name="Freeform 6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9594777" name="TextBox 6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7054131" name="Group 692"/>
          <p:cNvGrpSpPr/>
          <p:nvPr/>
        </p:nvGrpSpPr>
        <p:grpSpPr bwMode="auto">
          <a:xfrm>
            <a:off x="6716174" y="2588788"/>
            <a:ext cx="143901" cy="143901"/>
            <a:chOff x="0" y="0"/>
            <a:chExt cx="812799" cy="812799"/>
          </a:xfrm>
        </p:grpSpPr>
        <p:sp>
          <p:nvSpPr>
            <p:cNvPr id="615270410" name="Freeform 6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518299" name="TextBox 6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992388" name="Group 695"/>
          <p:cNvGrpSpPr/>
          <p:nvPr/>
        </p:nvGrpSpPr>
        <p:grpSpPr bwMode="auto">
          <a:xfrm>
            <a:off x="6908798" y="2588788"/>
            <a:ext cx="143901" cy="143901"/>
            <a:chOff x="0" y="0"/>
            <a:chExt cx="812799" cy="812799"/>
          </a:xfrm>
        </p:grpSpPr>
        <p:sp>
          <p:nvSpPr>
            <p:cNvPr id="452057308" name="Freeform 6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65757065" name="TextBox 6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5444779" name="Group 698"/>
          <p:cNvGrpSpPr/>
          <p:nvPr/>
        </p:nvGrpSpPr>
        <p:grpSpPr bwMode="auto">
          <a:xfrm>
            <a:off x="7101426" y="2588788"/>
            <a:ext cx="143901" cy="143901"/>
            <a:chOff x="0" y="0"/>
            <a:chExt cx="812799" cy="812799"/>
          </a:xfrm>
        </p:grpSpPr>
        <p:sp>
          <p:nvSpPr>
            <p:cNvPr id="70377116" name="Freeform 6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40664348" name="TextBox 7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500560" name="Group 701"/>
          <p:cNvGrpSpPr/>
          <p:nvPr/>
        </p:nvGrpSpPr>
        <p:grpSpPr bwMode="auto">
          <a:xfrm>
            <a:off x="4985844" y="2588788"/>
            <a:ext cx="143901" cy="143901"/>
            <a:chOff x="0" y="0"/>
            <a:chExt cx="812799" cy="812799"/>
          </a:xfrm>
        </p:grpSpPr>
        <p:sp>
          <p:nvSpPr>
            <p:cNvPr id="291367174" name="Freeform 7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045475" name="TextBox 7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1204477" name="Group 704"/>
          <p:cNvGrpSpPr/>
          <p:nvPr/>
        </p:nvGrpSpPr>
        <p:grpSpPr bwMode="auto">
          <a:xfrm>
            <a:off x="5178467" y="2588788"/>
            <a:ext cx="143901" cy="143901"/>
            <a:chOff x="0" y="0"/>
            <a:chExt cx="812799" cy="812799"/>
          </a:xfrm>
        </p:grpSpPr>
        <p:sp>
          <p:nvSpPr>
            <p:cNvPr id="253082824" name="Freeform 7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9904206" name="TextBox 7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6099089" name="Group 707"/>
          <p:cNvGrpSpPr/>
          <p:nvPr/>
        </p:nvGrpSpPr>
        <p:grpSpPr bwMode="auto">
          <a:xfrm>
            <a:off x="5371095" y="2588788"/>
            <a:ext cx="143901" cy="143901"/>
            <a:chOff x="0" y="0"/>
            <a:chExt cx="812799" cy="812799"/>
          </a:xfrm>
        </p:grpSpPr>
        <p:sp>
          <p:nvSpPr>
            <p:cNvPr id="572898724" name="Freeform 7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2576288" name="TextBox 7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6075961" name="Group 710"/>
          <p:cNvGrpSpPr/>
          <p:nvPr/>
        </p:nvGrpSpPr>
        <p:grpSpPr bwMode="auto">
          <a:xfrm>
            <a:off x="5562624" y="2778259"/>
            <a:ext cx="143901" cy="143901"/>
            <a:chOff x="0" y="0"/>
            <a:chExt cx="812799" cy="812799"/>
          </a:xfrm>
        </p:grpSpPr>
        <p:sp>
          <p:nvSpPr>
            <p:cNvPr id="1212302552" name="Freeform 7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4450877" name="TextBox 7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7321652" name="Group 713"/>
          <p:cNvGrpSpPr/>
          <p:nvPr/>
        </p:nvGrpSpPr>
        <p:grpSpPr bwMode="auto">
          <a:xfrm>
            <a:off x="5755248" y="2778259"/>
            <a:ext cx="143901" cy="143901"/>
            <a:chOff x="0" y="0"/>
            <a:chExt cx="812799" cy="812799"/>
          </a:xfrm>
        </p:grpSpPr>
        <p:sp>
          <p:nvSpPr>
            <p:cNvPr id="1215845637" name="Freeform 7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020810" name="TextBox 7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3547105" name="Group 716"/>
          <p:cNvGrpSpPr/>
          <p:nvPr/>
        </p:nvGrpSpPr>
        <p:grpSpPr bwMode="auto">
          <a:xfrm>
            <a:off x="5947869" y="2778259"/>
            <a:ext cx="143901" cy="143901"/>
            <a:chOff x="0" y="0"/>
            <a:chExt cx="812799" cy="812799"/>
          </a:xfrm>
        </p:grpSpPr>
        <p:sp>
          <p:nvSpPr>
            <p:cNvPr id="1371296619" name="Freeform 7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360804" name="TextBox 7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6490357" name="Group 719"/>
          <p:cNvGrpSpPr/>
          <p:nvPr/>
        </p:nvGrpSpPr>
        <p:grpSpPr bwMode="auto">
          <a:xfrm>
            <a:off x="6139398" y="2778259"/>
            <a:ext cx="143901" cy="143901"/>
            <a:chOff x="0" y="0"/>
            <a:chExt cx="812799" cy="812799"/>
          </a:xfrm>
        </p:grpSpPr>
        <p:sp>
          <p:nvSpPr>
            <p:cNvPr id="1774668874" name="Freeform 7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6703355" name="TextBox 7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0574897" name="Group 722"/>
          <p:cNvGrpSpPr/>
          <p:nvPr/>
        </p:nvGrpSpPr>
        <p:grpSpPr bwMode="auto">
          <a:xfrm>
            <a:off x="6332024" y="2778259"/>
            <a:ext cx="143901" cy="143901"/>
            <a:chOff x="0" y="0"/>
            <a:chExt cx="812799" cy="812799"/>
          </a:xfrm>
        </p:grpSpPr>
        <p:sp>
          <p:nvSpPr>
            <p:cNvPr id="395952260" name="Freeform 7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2495470" name="TextBox 7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4409501" name="Group 725"/>
          <p:cNvGrpSpPr/>
          <p:nvPr/>
        </p:nvGrpSpPr>
        <p:grpSpPr bwMode="auto">
          <a:xfrm>
            <a:off x="6524644" y="2778259"/>
            <a:ext cx="143901" cy="143901"/>
            <a:chOff x="0" y="0"/>
            <a:chExt cx="812799" cy="812799"/>
          </a:xfrm>
        </p:grpSpPr>
        <p:sp>
          <p:nvSpPr>
            <p:cNvPr id="76284664" name="Freeform 7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393238" name="TextBox 7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9592234" name="Group 728"/>
          <p:cNvGrpSpPr/>
          <p:nvPr/>
        </p:nvGrpSpPr>
        <p:grpSpPr bwMode="auto">
          <a:xfrm>
            <a:off x="6716174" y="2778259"/>
            <a:ext cx="143901" cy="143901"/>
            <a:chOff x="0" y="0"/>
            <a:chExt cx="812799" cy="812799"/>
          </a:xfrm>
        </p:grpSpPr>
        <p:sp>
          <p:nvSpPr>
            <p:cNvPr id="1196121954" name="Freeform 7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365234" name="TextBox 7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58037" name="Group 731"/>
          <p:cNvGrpSpPr/>
          <p:nvPr/>
        </p:nvGrpSpPr>
        <p:grpSpPr bwMode="auto">
          <a:xfrm>
            <a:off x="6908798" y="2778259"/>
            <a:ext cx="143901" cy="143901"/>
            <a:chOff x="0" y="0"/>
            <a:chExt cx="812799" cy="812799"/>
          </a:xfrm>
        </p:grpSpPr>
        <p:sp>
          <p:nvSpPr>
            <p:cNvPr id="1480387535" name="Freeform 7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321405" name="TextBox 7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9623946" name="Group 734"/>
          <p:cNvGrpSpPr/>
          <p:nvPr/>
        </p:nvGrpSpPr>
        <p:grpSpPr bwMode="auto">
          <a:xfrm>
            <a:off x="7101426" y="2778259"/>
            <a:ext cx="143901" cy="143901"/>
            <a:chOff x="0" y="0"/>
            <a:chExt cx="812799" cy="812799"/>
          </a:xfrm>
        </p:grpSpPr>
        <p:sp>
          <p:nvSpPr>
            <p:cNvPr id="763300981" name="Freeform 7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6196002" name="TextBox 7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9657328" name="Group 737"/>
          <p:cNvGrpSpPr/>
          <p:nvPr/>
        </p:nvGrpSpPr>
        <p:grpSpPr bwMode="auto">
          <a:xfrm>
            <a:off x="4985844" y="2778259"/>
            <a:ext cx="143901" cy="143901"/>
            <a:chOff x="0" y="0"/>
            <a:chExt cx="812799" cy="812799"/>
          </a:xfrm>
        </p:grpSpPr>
        <p:sp>
          <p:nvSpPr>
            <p:cNvPr id="2114156840" name="Freeform 7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84113" name="TextBox 7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65992642" name="Group 740"/>
          <p:cNvGrpSpPr/>
          <p:nvPr/>
        </p:nvGrpSpPr>
        <p:grpSpPr bwMode="auto">
          <a:xfrm>
            <a:off x="5178467" y="2778259"/>
            <a:ext cx="143901" cy="143901"/>
            <a:chOff x="0" y="0"/>
            <a:chExt cx="812799" cy="812799"/>
          </a:xfrm>
        </p:grpSpPr>
        <p:sp>
          <p:nvSpPr>
            <p:cNvPr id="1641692109" name="Freeform 7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33016615" name="TextBox 7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110665" name="Group 743"/>
          <p:cNvGrpSpPr/>
          <p:nvPr/>
        </p:nvGrpSpPr>
        <p:grpSpPr bwMode="auto">
          <a:xfrm>
            <a:off x="5371095" y="2778259"/>
            <a:ext cx="143901" cy="143901"/>
            <a:chOff x="0" y="0"/>
            <a:chExt cx="812799" cy="812799"/>
          </a:xfrm>
        </p:grpSpPr>
        <p:sp>
          <p:nvSpPr>
            <p:cNvPr id="420075650" name="Freeform 7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7826326" name="TextBox 7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2367657" name="Group 746"/>
          <p:cNvGrpSpPr/>
          <p:nvPr/>
        </p:nvGrpSpPr>
        <p:grpSpPr bwMode="auto">
          <a:xfrm>
            <a:off x="5562624" y="2969787"/>
            <a:ext cx="143901" cy="143901"/>
            <a:chOff x="0" y="0"/>
            <a:chExt cx="812799" cy="812799"/>
          </a:xfrm>
        </p:grpSpPr>
        <p:sp>
          <p:nvSpPr>
            <p:cNvPr id="175553545" name="Freeform 7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5995131" name="TextBox 7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8542569" name="Group 749"/>
          <p:cNvGrpSpPr/>
          <p:nvPr/>
        </p:nvGrpSpPr>
        <p:grpSpPr bwMode="auto">
          <a:xfrm>
            <a:off x="5755248" y="2969787"/>
            <a:ext cx="143901" cy="143901"/>
            <a:chOff x="0" y="0"/>
            <a:chExt cx="812799" cy="812799"/>
          </a:xfrm>
        </p:grpSpPr>
        <p:sp>
          <p:nvSpPr>
            <p:cNvPr id="1282050460" name="Freeform 7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6951125" name="TextBox 7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9379845" name="Group 752"/>
          <p:cNvGrpSpPr/>
          <p:nvPr/>
        </p:nvGrpSpPr>
        <p:grpSpPr bwMode="auto">
          <a:xfrm>
            <a:off x="5947869" y="2969787"/>
            <a:ext cx="143901" cy="143901"/>
            <a:chOff x="0" y="0"/>
            <a:chExt cx="812799" cy="812799"/>
          </a:xfrm>
        </p:grpSpPr>
        <p:sp>
          <p:nvSpPr>
            <p:cNvPr id="2135887683" name="Freeform 7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3488711" name="TextBox 7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7119800" name="Group 755"/>
          <p:cNvGrpSpPr/>
          <p:nvPr/>
        </p:nvGrpSpPr>
        <p:grpSpPr bwMode="auto">
          <a:xfrm>
            <a:off x="6139398" y="2969787"/>
            <a:ext cx="143901" cy="143901"/>
            <a:chOff x="0" y="0"/>
            <a:chExt cx="812799" cy="812799"/>
          </a:xfrm>
        </p:grpSpPr>
        <p:sp>
          <p:nvSpPr>
            <p:cNvPr id="1073077066" name="Freeform 7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9554581" name="TextBox 7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5163179" name="Group 758"/>
          <p:cNvGrpSpPr/>
          <p:nvPr/>
        </p:nvGrpSpPr>
        <p:grpSpPr bwMode="auto">
          <a:xfrm>
            <a:off x="6332024" y="2969787"/>
            <a:ext cx="143901" cy="143901"/>
            <a:chOff x="0" y="0"/>
            <a:chExt cx="812799" cy="812799"/>
          </a:xfrm>
        </p:grpSpPr>
        <p:sp>
          <p:nvSpPr>
            <p:cNvPr id="1352792460" name="Freeform 7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252357" name="TextBox 7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7527498" name="Group 761"/>
          <p:cNvGrpSpPr/>
          <p:nvPr/>
        </p:nvGrpSpPr>
        <p:grpSpPr bwMode="auto">
          <a:xfrm>
            <a:off x="6524644" y="2969787"/>
            <a:ext cx="143901" cy="143901"/>
            <a:chOff x="0" y="0"/>
            <a:chExt cx="812799" cy="812799"/>
          </a:xfrm>
        </p:grpSpPr>
        <p:sp>
          <p:nvSpPr>
            <p:cNvPr id="1924676694" name="Freeform 7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0830263" name="TextBox 7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4116138" name="Group 764"/>
          <p:cNvGrpSpPr/>
          <p:nvPr/>
        </p:nvGrpSpPr>
        <p:grpSpPr bwMode="auto">
          <a:xfrm>
            <a:off x="6716174" y="2969787"/>
            <a:ext cx="143901" cy="143901"/>
            <a:chOff x="0" y="0"/>
            <a:chExt cx="812799" cy="812799"/>
          </a:xfrm>
        </p:grpSpPr>
        <p:sp>
          <p:nvSpPr>
            <p:cNvPr id="503974579" name="Freeform 7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729566" name="TextBox 7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059846" name="Group 767"/>
          <p:cNvGrpSpPr/>
          <p:nvPr/>
        </p:nvGrpSpPr>
        <p:grpSpPr bwMode="auto">
          <a:xfrm>
            <a:off x="6908798" y="2969787"/>
            <a:ext cx="143901" cy="143901"/>
            <a:chOff x="0" y="0"/>
            <a:chExt cx="812799" cy="812799"/>
          </a:xfrm>
        </p:grpSpPr>
        <p:sp>
          <p:nvSpPr>
            <p:cNvPr id="970475909" name="Freeform 7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2351750" name="TextBox 7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259902" name="Group 770"/>
          <p:cNvGrpSpPr/>
          <p:nvPr/>
        </p:nvGrpSpPr>
        <p:grpSpPr bwMode="auto">
          <a:xfrm>
            <a:off x="7101426" y="2969787"/>
            <a:ext cx="143901" cy="143901"/>
            <a:chOff x="0" y="0"/>
            <a:chExt cx="812799" cy="812799"/>
          </a:xfrm>
        </p:grpSpPr>
        <p:sp>
          <p:nvSpPr>
            <p:cNvPr id="1906956913" name="Freeform 7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19744456" name="TextBox 7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5268670" name="Group 773"/>
          <p:cNvGrpSpPr/>
          <p:nvPr/>
        </p:nvGrpSpPr>
        <p:grpSpPr bwMode="auto">
          <a:xfrm>
            <a:off x="4985844" y="2969787"/>
            <a:ext cx="143901" cy="143901"/>
            <a:chOff x="0" y="0"/>
            <a:chExt cx="812799" cy="812799"/>
          </a:xfrm>
        </p:grpSpPr>
        <p:sp>
          <p:nvSpPr>
            <p:cNvPr id="998875321" name="Freeform 7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3773427" name="TextBox 7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5832363" name="Group 776"/>
          <p:cNvGrpSpPr/>
          <p:nvPr/>
        </p:nvGrpSpPr>
        <p:grpSpPr bwMode="auto">
          <a:xfrm>
            <a:off x="5178467" y="2969787"/>
            <a:ext cx="143901" cy="143901"/>
            <a:chOff x="0" y="0"/>
            <a:chExt cx="812799" cy="812799"/>
          </a:xfrm>
        </p:grpSpPr>
        <p:sp>
          <p:nvSpPr>
            <p:cNvPr id="2059189206" name="Freeform 7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9615740" name="TextBox 7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6594547" name="Group 779"/>
          <p:cNvGrpSpPr/>
          <p:nvPr/>
        </p:nvGrpSpPr>
        <p:grpSpPr bwMode="auto">
          <a:xfrm>
            <a:off x="5371095" y="2969787"/>
            <a:ext cx="143901" cy="143901"/>
            <a:chOff x="0" y="0"/>
            <a:chExt cx="812799" cy="812799"/>
          </a:xfrm>
        </p:grpSpPr>
        <p:sp>
          <p:nvSpPr>
            <p:cNvPr id="605938751" name="Freeform 7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9725380" name="TextBox 7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7561931" name="Group 782"/>
          <p:cNvGrpSpPr/>
          <p:nvPr/>
        </p:nvGrpSpPr>
        <p:grpSpPr bwMode="auto">
          <a:xfrm>
            <a:off x="5562624" y="3159260"/>
            <a:ext cx="143901" cy="143901"/>
            <a:chOff x="0" y="0"/>
            <a:chExt cx="812799" cy="812799"/>
          </a:xfrm>
        </p:grpSpPr>
        <p:sp>
          <p:nvSpPr>
            <p:cNvPr id="1648458283" name="Freeform 7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827525" name="TextBox 7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9702980" name="Group 785"/>
          <p:cNvGrpSpPr/>
          <p:nvPr/>
        </p:nvGrpSpPr>
        <p:grpSpPr bwMode="auto">
          <a:xfrm>
            <a:off x="5755248" y="3159260"/>
            <a:ext cx="143901" cy="143901"/>
            <a:chOff x="0" y="0"/>
            <a:chExt cx="812799" cy="812799"/>
          </a:xfrm>
        </p:grpSpPr>
        <p:sp>
          <p:nvSpPr>
            <p:cNvPr id="1189944841" name="Freeform 7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2299985" name="TextBox 7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3954900" name="Group 788"/>
          <p:cNvGrpSpPr/>
          <p:nvPr/>
        </p:nvGrpSpPr>
        <p:grpSpPr bwMode="auto">
          <a:xfrm>
            <a:off x="5947869" y="3159260"/>
            <a:ext cx="143901" cy="143901"/>
            <a:chOff x="0" y="0"/>
            <a:chExt cx="812799" cy="812799"/>
          </a:xfrm>
        </p:grpSpPr>
        <p:sp>
          <p:nvSpPr>
            <p:cNvPr id="373913904" name="Freeform 7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4855787" name="TextBox 7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9849938" name="Group 791"/>
          <p:cNvGrpSpPr/>
          <p:nvPr/>
        </p:nvGrpSpPr>
        <p:grpSpPr bwMode="auto">
          <a:xfrm>
            <a:off x="6139398" y="3159260"/>
            <a:ext cx="143901" cy="143901"/>
            <a:chOff x="0" y="0"/>
            <a:chExt cx="812799" cy="812799"/>
          </a:xfrm>
        </p:grpSpPr>
        <p:sp>
          <p:nvSpPr>
            <p:cNvPr id="1655467281" name="Freeform 7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9791060" name="TextBox 7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3599428" name="Group 794"/>
          <p:cNvGrpSpPr/>
          <p:nvPr/>
        </p:nvGrpSpPr>
        <p:grpSpPr bwMode="auto">
          <a:xfrm>
            <a:off x="6332024" y="3159260"/>
            <a:ext cx="143901" cy="143901"/>
            <a:chOff x="0" y="0"/>
            <a:chExt cx="812799" cy="812799"/>
          </a:xfrm>
        </p:grpSpPr>
        <p:sp>
          <p:nvSpPr>
            <p:cNvPr id="480607157" name="Freeform 7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8685677" name="TextBox 7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1012544" name="Group 797"/>
          <p:cNvGrpSpPr/>
          <p:nvPr/>
        </p:nvGrpSpPr>
        <p:grpSpPr bwMode="auto">
          <a:xfrm>
            <a:off x="6524644" y="3159260"/>
            <a:ext cx="143901" cy="143901"/>
            <a:chOff x="0" y="0"/>
            <a:chExt cx="812799" cy="812799"/>
          </a:xfrm>
        </p:grpSpPr>
        <p:sp>
          <p:nvSpPr>
            <p:cNvPr id="1999901250" name="Freeform 7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497242" name="TextBox 7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8089659" name="Group 800"/>
          <p:cNvGrpSpPr/>
          <p:nvPr/>
        </p:nvGrpSpPr>
        <p:grpSpPr bwMode="auto">
          <a:xfrm>
            <a:off x="6716174" y="3159260"/>
            <a:ext cx="143901" cy="143901"/>
            <a:chOff x="0" y="0"/>
            <a:chExt cx="812799" cy="812799"/>
          </a:xfrm>
        </p:grpSpPr>
        <p:sp>
          <p:nvSpPr>
            <p:cNvPr id="1928137865" name="Freeform 8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8924146" name="TextBox 8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0777158" name="Group 803"/>
          <p:cNvGrpSpPr/>
          <p:nvPr/>
        </p:nvGrpSpPr>
        <p:grpSpPr bwMode="auto">
          <a:xfrm>
            <a:off x="6908798" y="3159260"/>
            <a:ext cx="143901" cy="143901"/>
            <a:chOff x="0" y="0"/>
            <a:chExt cx="812799" cy="812799"/>
          </a:xfrm>
        </p:grpSpPr>
        <p:sp>
          <p:nvSpPr>
            <p:cNvPr id="2042040339" name="Freeform 8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4159521" name="TextBox 8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0976767" name="Group 806"/>
          <p:cNvGrpSpPr/>
          <p:nvPr/>
        </p:nvGrpSpPr>
        <p:grpSpPr bwMode="auto">
          <a:xfrm>
            <a:off x="7101426" y="3159260"/>
            <a:ext cx="143901" cy="143901"/>
            <a:chOff x="0" y="0"/>
            <a:chExt cx="812799" cy="812799"/>
          </a:xfrm>
        </p:grpSpPr>
        <p:sp>
          <p:nvSpPr>
            <p:cNvPr id="1187790163" name="Freeform 8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28718" name="TextBox 8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3698659" name="Group 809"/>
          <p:cNvGrpSpPr/>
          <p:nvPr/>
        </p:nvGrpSpPr>
        <p:grpSpPr bwMode="auto">
          <a:xfrm>
            <a:off x="4985844" y="3159260"/>
            <a:ext cx="143901" cy="143901"/>
            <a:chOff x="0" y="0"/>
            <a:chExt cx="812799" cy="812799"/>
          </a:xfrm>
        </p:grpSpPr>
        <p:sp>
          <p:nvSpPr>
            <p:cNvPr id="602049842" name="Freeform 8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2157373" name="TextBox 8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9773197" name="Group 812"/>
          <p:cNvGrpSpPr/>
          <p:nvPr/>
        </p:nvGrpSpPr>
        <p:grpSpPr bwMode="auto">
          <a:xfrm>
            <a:off x="5178467" y="3159260"/>
            <a:ext cx="143901" cy="143901"/>
            <a:chOff x="0" y="0"/>
            <a:chExt cx="812799" cy="812799"/>
          </a:xfrm>
        </p:grpSpPr>
        <p:sp>
          <p:nvSpPr>
            <p:cNvPr id="262687686" name="Freeform 8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2823855" name="TextBox 8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771819" name="Group 815"/>
          <p:cNvGrpSpPr/>
          <p:nvPr/>
        </p:nvGrpSpPr>
        <p:grpSpPr bwMode="auto">
          <a:xfrm>
            <a:off x="5371095" y="3159260"/>
            <a:ext cx="143901" cy="143901"/>
            <a:chOff x="0" y="0"/>
            <a:chExt cx="812799" cy="812799"/>
          </a:xfrm>
        </p:grpSpPr>
        <p:sp>
          <p:nvSpPr>
            <p:cNvPr id="883919671" name="Freeform 8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57817" name="TextBox 8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6179451" name="Group 818"/>
          <p:cNvGrpSpPr/>
          <p:nvPr/>
        </p:nvGrpSpPr>
        <p:grpSpPr bwMode="auto">
          <a:xfrm>
            <a:off x="5562624" y="3352577"/>
            <a:ext cx="143901" cy="143901"/>
            <a:chOff x="0" y="0"/>
            <a:chExt cx="812799" cy="812799"/>
          </a:xfrm>
        </p:grpSpPr>
        <p:sp>
          <p:nvSpPr>
            <p:cNvPr id="1528257562" name="Freeform 8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6819008" name="TextBox 8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7428946" name="Group 821"/>
          <p:cNvGrpSpPr/>
          <p:nvPr/>
        </p:nvGrpSpPr>
        <p:grpSpPr bwMode="auto">
          <a:xfrm>
            <a:off x="5755248" y="3352577"/>
            <a:ext cx="143901" cy="143901"/>
            <a:chOff x="0" y="0"/>
            <a:chExt cx="812799" cy="812799"/>
          </a:xfrm>
        </p:grpSpPr>
        <p:sp>
          <p:nvSpPr>
            <p:cNvPr id="1972799534" name="Freeform 8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12581758" name="TextBox 8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3662645" name="Group 824"/>
          <p:cNvGrpSpPr/>
          <p:nvPr/>
        </p:nvGrpSpPr>
        <p:grpSpPr bwMode="auto">
          <a:xfrm>
            <a:off x="5947869" y="3352577"/>
            <a:ext cx="143901" cy="143901"/>
            <a:chOff x="0" y="0"/>
            <a:chExt cx="812799" cy="812799"/>
          </a:xfrm>
        </p:grpSpPr>
        <p:sp>
          <p:nvSpPr>
            <p:cNvPr id="2098120462" name="Freeform 8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741328" name="TextBox 8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9538817" name="Group 827"/>
          <p:cNvGrpSpPr/>
          <p:nvPr/>
        </p:nvGrpSpPr>
        <p:grpSpPr bwMode="auto">
          <a:xfrm>
            <a:off x="6139398" y="3352577"/>
            <a:ext cx="143901" cy="143901"/>
            <a:chOff x="0" y="0"/>
            <a:chExt cx="812799" cy="812799"/>
          </a:xfrm>
        </p:grpSpPr>
        <p:sp>
          <p:nvSpPr>
            <p:cNvPr id="1908215013" name="Freeform 8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76990131" name="TextBox 8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2917684" name="Group 830"/>
          <p:cNvGrpSpPr/>
          <p:nvPr/>
        </p:nvGrpSpPr>
        <p:grpSpPr bwMode="auto">
          <a:xfrm>
            <a:off x="6332024" y="3352577"/>
            <a:ext cx="143901" cy="143901"/>
            <a:chOff x="0" y="0"/>
            <a:chExt cx="812799" cy="812799"/>
          </a:xfrm>
        </p:grpSpPr>
        <p:sp>
          <p:nvSpPr>
            <p:cNvPr id="827199523" name="Freeform 8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819190" name="TextBox 8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6637538" name="Group 833"/>
          <p:cNvGrpSpPr/>
          <p:nvPr/>
        </p:nvGrpSpPr>
        <p:grpSpPr bwMode="auto">
          <a:xfrm>
            <a:off x="6524644" y="3352577"/>
            <a:ext cx="143901" cy="143901"/>
            <a:chOff x="0" y="0"/>
            <a:chExt cx="812799" cy="812799"/>
          </a:xfrm>
        </p:grpSpPr>
        <p:sp>
          <p:nvSpPr>
            <p:cNvPr id="820813135" name="Freeform 8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9120303" name="TextBox 8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2879839" name="Group 836"/>
          <p:cNvGrpSpPr/>
          <p:nvPr/>
        </p:nvGrpSpPr>
        <p:grpSpPr bwMode="auto">
          <a:xfrm>
            <a:off x="6716174" y="3352577"/>
            <a:ext cx="143901" cy="143901"/>
            <a:chOff x="0" y="0"/>
            <a:chExt cx="812799" cy="812799"/>
          </a:xfrm>
        </p:grpSpPr>
        <p:sp>
          <p:nvSpPr>
            <p:cNvPr id="383245909" name="Freeform 8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2241698" name="TextBox 8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252512" name="Group 839"/>
          <p:cNvGrpSpPr/>
          <p:nvPr/>
        </p:nvGrpSpPr>
        <p:grpSpPr bwMode="auto">
          <a:xfrm>
            <a:off x="6908798" y="3352577"/>
            <a:ext cx="143901" cy="143901"/>
            <a:chOff x="0" y="0"/>
            <a:chExt cx="812799" cy="812799"/>
          </a:xfrm>
        </p:grpSpPr>
        <p:sp>
          <p:nvSpPr>
            <p:cNvPr id="1875057083" name="Freeform 8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1883456" name="TextBox 8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8790762" name="Group 842"/>
          <p:cNvGrpSpPr/>
          <p:nvPr/>
        </p:nvGrpSpPr>
        <p:grpSpPr bwMode="auto">
          <a:xfrm>
            <a:off x="7101426" y="3352577"/>
            <a:ext cx="143901" cy="143901"/>
            <a:chOff x="0" y="0"/>
            <a:chExt cx="812799" cy="812799"/>
          </a:xfrm>
        </p:grpSpPr>
        <p:sp>
          <p:nvSpPr>
            <p:cNvPr id="1821647779" name="Freeform 8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8798959" name="TextBox 8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1963975" name="Group 845"/>
          <p:cNvGrpSpPr/>
          <p:nvPr/>
        </p:nvGrpSpPr>
        <p:grpSpPr bwMode="auto">
          <a:xfrm>
            <a:off x="4985844" y="3352577"/>
            <a:ext cx="143901" cy="143901"/>
            <a:chOff x="0" y="0"/>
            <a:chExt cx="812799" cy="812799"/>
          </a:xfrm>
        </p:grpSpPr>
        <p:sp>
          <p:nvSpPr>
            <p:cNvPr id="715380251" name="Freeform 8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1680197" name="TextBox 8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0916017" name="Group 848"/>
          <p:cNvGrpSpPr/>
          <p:nvPr/>
        </p:nvGrpSpPr>
        <p:grpSpPr bwMode="auto">
          <a:xfrm>
            <a:off x="5178467" y="3352577"/>
            <a:ext cx="143901" cy="143901"/>
            <a:chOff x="0" y="0"/>
            <a:chExt cx="812799" cy="812799"/>
          </a:xfrm>
        </p:grpSpPr>
        <p:sp>
          <p:nvSpPr>
            <p:cNvPr id="1444686743" name="Freeform 8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0216919" name="TextBox 8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4547238" name="Group 851"/>
          <p:cNvGrpSpPr/>
          <p:nvPr/>
        </p:nvGrpSpPr>
        <p:grpSpPr bwMode="auto">
          <a:xfrm>
            <a:off x="5371095" y="3352577"/>
            <a:ext cx="143901" cy="143901"/>
            <a:chOff x="0" y="0"/>
            <a:chExt cx="812799" cy="812799"/>
          </a:xfrm>
        </p:grpSpPr>
        <p:sp>
          <p:nvSpPr>
            <p:cNvPr id="1204956947" name="Freeform 8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4623256" name="TextBox 8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1156606" name="Group 854"/>
          <p:cNvGrpSpPr/>
          <p:nvPr/>
        </p:nvGrpSpPr>
        <p:grpSpPr bwMode="auto">
          <a:xfrm>
            <a:off x="5562624" y="3542049"/>
            <a:ext cx="143901" cy="143901"/>
            <a:chOff x="0" y="0"/>
            <a:chExt cx="812799" cy="812799"/>
          </a:xfrm>
        </p:grpSpPr>
        <p:sp>
          <p:nvSpPr>
            <p:cNvPr id="1217327760" name="Freeform 8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06213" name="TextBox 8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0257985" name="Group 857"/>
          <p:cNvGrpSpPr/>
          <p:nvPr/>
        </p:nvGrpSpPr>
        <p:grpSpPr bwMode="auto">
          <a:xfrm>
            <a:off x="5755248" y="3542049"/>
            <a:ext cx="143901" cy="143901"/>
            <a:chOff x="0" y="0"/>
            <a:chExt cx="812799" cy="812799"/>
          </a:xfrm>
        </p:grpSpPr>
        <p:sp>
          <p:nvSpPr>
            <p:cNvPr id="1881158864" name="Freeform 8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0692050" name="TextBox 8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562979" name="Group 860"/>
          <p:cNvGrpSpPr/>
          <p:nvPr/>
        </p:nvGrpSpPr>
        <p:grpSpPr bwMode="auto">
          <a:xfrm>
            <a:off x="5947869" y="3542049"/>
            <a:ext cx="143901" cy="143901"/>
            <a:chOff x="0" y="0"/>
            <a:chExt cx="812799" cy="812799"/>
          </a:xfrm>
        </p:grpSpPr>
        <p:sp>
          <p:nvSpPr>
            <p:cNvPr id="849867697" name="Freeform 8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86053687" name="TextBox 8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0605123" name="Group 863"/>
          <p:cNvGrpSpPr/>
          <p:nvPr/>
        </p:nvGrpSpPr>
        <p:grpSpPr bwMode="auto">
          <a:xfrm>
            <a:off x="6139398" y="3542049"/>
            <a:ext cx="143901" cy="143901"/>
            <a:chOff x="0" y="0"/>
            <a:chExt cx="812799" cy="812799"/>
          </a:xfrm>
        </p:grpSpPr>
        <p:sp>
          <p:nvSpPr>
            <p:cNvPr id="1705863641" name="Freeform 8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5849574" name="TextBox 8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7580061" name="Group 866"/>
          <p:cNvGrpSpPr/>
          <p:nvPr/>
        </p:nvGrpSpPr>
        <p:grpSpPr bwMode="auto">
          <a:xfrm>
            <a:off x="6332024" y="3542049"/>
            <a:ext cx="143901" cy="143901"/>
            <a:chOff x="0" y="0"/>
            <a:chExt cx="812799" cy="812799"/>
          </a:xfrm>
        </p:grpSpPr>
        <p:sp>
          <p:nvSpPr>
            <p:cNvPr id="1350787215" name="Freeform 8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1540318" name="TextBox 8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9858728" name="Group 869"/>
          <p:cNvGrpSpPr/>
          <p:nvPr/>
        </p:nvGrpSpPr>
        <p:grpSpPr bwMode="auto">
          <a:xfrm>
            <a:off x="6524644" y="3542049"/>
            <a:ext cx="143901" cy="143901"/>
            <a:chOff x="0" y="0"/>
            <a:chExt cx="812799" cy="812799"/>
          </a:xfrm>
        </p:grpSpPr>
        <p:sp>
          <p:nvSpPr>
            <p:cNvPr id="1252645865" name="Freeform 8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114410" name="TextBox 8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3615308" name="Group 872"/>
          <p:cNvGrpSpPr/>
          <p:nvPr/>
        </p:nvGrpSpPr>
        <p:grpSpPr bwMode="auto">
          <a:xfrm>
            <a:off x="6716174" y="3542049"/>
            <a:ext cx="143901" cy="143901"/>
            <a:chOff x="0" y="0"/>
            <a:chExt cx="812799" cy="812799"/>
          </a:xfrm>
        </p:grpSpPr>
        <p:sp>
          <p:nvSpPr>
            <p:cNvPr id="1633065651" name="Freeform 8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1034425" name="TextBox 8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233974" name="Group 875"/>
          <p:cNvGrpSpPr/>
          <p:nvPr/>
        </p:nvGrpSpPr>
        <p:grpSpPr bwMode="auto">
          <a:xfrm>
            <a:off x="6908798" y="3542049"/>
            <a:ext cx="143901" cy="143901"/>
            <a:chOff x="0" y="0"/>
            <a:chExt cx="812799" cy="812799"/>
          </a:xfrm>
        </p:grpSpPr>
        <p:sp>
          <p:nvSpPr>
            <p:cNvPr id="664027064" name="Freeform 8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2836689" name="TextBox 8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3533322" name="Group 878"/>
          <p:cNvGrpSpPr/>
          <p:nvPr/>
        </p:nvGrpSpPr>
        <p:grpSpPr bwMode="auto">
          <a:xfrm>
            <a:off x="7101426" y="3542049"/>
            <a:ext cx="143901" cy="143901"/>
            <a:chOff x="0" y="0"/>
            <a:chExt cx="812799" cy="812799"/>
          </a:xfrm>
        </p:grpSpPr>
        <p:sp>
          <p:nvSpPr>
            <p:cNvPr id="59460264" name="Freeform 8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4733468" name="TextBox 8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633110" name="Group 881"/>
          <p:cNvGrpSpPr/>
          <p:nvPr/>
        </p:nvGrpSpPr>
        <p:grpSpPr bwMode="auto">
          <a:xfrm>
            <a:off x="4985844" y="3542049"/>
            <a:ext cx="143901" cy="143901"/>
            <a:chOff x="0" y="0"/>
            <a:chExt cx="812799" cy="812799"/>
          </a:xfrm>
        </p:grpSpPr>
        <p:sp>
          <p:nvSpPr>
            <p:cNvPr id="524429062" name="Freeform 8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9283187" name="TextBox 8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6273964" name="Group 884"/>
          <p:cNvGrpSpPr/>
          <p:nvPr/>
        </p:nvGrpSpPr>
        <p:grpSpPr bwMode="auto">
          <a:xfrm>
            <a:off x="5178467" y="3542049"/>
            <a:ext cx="143901" cy="143901"/>
            <a:chOff x="0" y="0"/>
            <a:chExt cx="812799" cy="812799"/>
          </a:xfrm>
        </p:grpSpPr>
        <p:sp>
          <p:nvSpPr>
            <p:cNvPr id="1732201119" name="Freeform 8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009850" name="TextBox 8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2424199" name="Group 887"/>
          <p:cNvGrpSpPr/>
          <p:nvPr/>
        </p:nvGrpSpPr>
        <p:grpSpPr bwMode="auto">
          <a:xfrm>
            <a:off x="5371095" y="3542049"/>
            <a:ext cx="143901" cy="143901"/>
            <a:chOff x="0" y="0"/>
            <a:chExt cx="812799" cy="812799"/>
          </a:xfrm>
        </p:grpSpPr>
        <p:sp>
          <p:nvSpPr>
            <p:cNvPr id="1245862884" name="Freeform 8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4993805" name="TextBox 8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3534870" name="Group 890"/>
          <p:cNvGrpSpPr/>
          <p:nvPr/>
        </p:nvGrpSpPr>
        <p:grpSpPr bwMode="auto">
          <a:xfrm>
            <a:off x="5562624" y="3733577"/>
            <a:ext cx="143901" cy="143901"/>
            <a:chOff x="0" y="0"/>
            <a:chExt cx="812799" cy="812799"/>
          </a:xfrm>
        </p:grpSpPr>
        <p:sp>
          <p:nvSpPr>
            <p:cNvPr id="1723967652" name="Freeform 8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527296" name="TextBox 8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1196278" name="Group 893"/>
          <p:cNvGrpSpPr/>
          <p:nvPr/>
        </p:nvGrpSpPr>
        <p:grpSpPr bwMode="auto">
          <a:xfrm>
            <a:off x="5755248" y="3733577"/>
            <a:ext cx="143901" cy="143901"/>
            <a:chOff x="0" y="0"/>
            <a:chExt cx="812799" cy="812799"/>
          </a:xfrm>
        </p:grpSpPr>
        <p:sp>
          <p:nvSpPr>
            <p:cNvPr id="887416148" name="Freeform 8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7500999" name="TextBox 8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6465456" name="Group 896"/>
          <p:cNvGrpSpPr/>
          <p:nvPr/>
        </p:nvGrpSpPr>
        <p:grpSpPr bwMode="auto">
          <a:xfrm>
            <a:off x="5947869" y="3733577"/>
            <a:ext cx="143901" cy="143901"/>
            <a:chOff x="0" y="0"/>
            <a:chExt cx="812799" cy="812799"/>
          </a:xfrm>
        </p:grpSpPr>
        <p:sp>
          <p:nvSpPr>
            <p:cNvPr id="1865941923" name="Freeform 8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3258795" name="TextBox 8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406818" name="Group 899"/>
          <p:cNvGrpSpPr/>
          <p:nvPr/>
        </p:nvGrpSpPr>
        <p:grpSpPr bwMode="auto">
          <a:xfrm>
            <a:off x="6139398" y="3733577"/>
            <a:ext cx="143901" cy="143901"/>
            <a:chOff x="0" y="0"/>
            <a:chExt cx="812799" cy="812799"/>
          </a:xfrm>
        </p:grpSpPr>
        <p:sp>
          <p:nvSpPr>
            <p:cNvPr id="144160385" name="Freeform 9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17889308" name="TextBox 9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3706612" name="Group 902"/>
          <p:cNvGrpSpPr/>
          <p:nvPr/>
        </p:nvGrpSpPr>
        <p:grpSpPr bwMode="auto">
          <a:xfrm>
            <a:off x="6332024" y="3733577"/>
            <a:ext cx="143901" cy="143901"/>
            <a:chOff x="0" y="0"/>
            <a:chExt cx="812799" cy="812799"/>
          </a:xfrm>
        </p:grpSpPr>
        <p:sp>
          <p:nvSpPr>
            <p:cNvPr id="1820117329" name="Freeform 9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0488558" name="TextBox 9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8434595" name="Group 905"/>
          <p:cNvGrpSpPr/>
          <p:nvPr/>
        </p:nvGrpSpPr>
        <p:grpSpPr bwMode="auto">
          <a:xfrm>
            <a:off x="6524644" y="3733577"/>
            <a:ext cx="143901" cy="143901"/>
            <a:chOff x="0" y="0"/>
            <a:chExt cx="812799" cy="812799"/>
          </a:xfrm>
        </p:grpSpPr>
        <p:sp>
          <p:nvSpPr>
            <p:cNvPr id="942029295" name="Freeform 9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3883174" name="TextBox 9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1302750" name="Group 908"/>
          <p:cNvGrpSpPr/>
          <p:nvPr/>
        </p:nvGrpSpPr>
        <p:grpSpPr bwMode="auto">
          <a:xfrm>
            <a:off x="6716174" y="3733577"/>
            <a:ext cx="143901" cy="143901"/>
            <a:chOff x="0" y="0"/>
            <a:chExt cx="812799" cy="812799"/>
          </a:xfrm>
        </p:grpSpPr>
        <p:sp>
          <p:nvSpPr>
            <p:cNvPr id="460497757" name="Freeform 9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42260104" name="TextBox 9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92121" name="Group 911"/>
          <p:cNvGrpSpPr/>
          <p:nvPr/>
        </p:nvGrpSpPr>
        <p:grpSpPr bwMode="auto">
          <a:xfrm>
            <a:off x="6908798" y="3733577"/>
            <a:ext cx="143901" cy="143901"/>
            <a:chOff x="0" y="0"/>
            <a:chExt cx="812799" cy="812799"/>
          </a:xfrm>
        </p:grpSpPr>
        <p:sp>
          <p:nvSpPr>
            <p:cNvPr id="1496259961" name="Freeform 9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63811639" name="TextBox 9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6839587" name="Group 914"/>
          <p:cNvGrpSpPr/>
          <p:nvPr/>
        </p:nvGrpSpPr>
        <p:grpSpPr bwMode="auto">
          <a:xfrm>
            <a:off x="7101426" y="3733577"/>
            <a:ext cx="143901" cy="143901"/>
            <a:chOff x="0" y="0"/>
            <a:chExt cx="812799" cy="812799"/>
          </a:xfrm>
        </p:grpSpPr>
        <p:sp>
          <p:nvSpPr>
            <p:cNvPr id="869997928" name="Freeform 9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699580" name="TextBox 9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4360340" name="Group 917"/>
          <p:cNvGrpSpPr/>
          <p:nvPr/>
        </p:nvGrpSpPr>
        <p:grpSpPr bwMode="auto">
          <a:xfrm>
            <a:off x="4985844" y="3733577"/>
            <a:ext cx="143901" cy="143901"/>
            <a:chOff x="0" y="0"/>
            <a:chExt cx="812799" cy="812799"/>
          </a:xfrm>
        </p:grpSpPr>
        <p:sp>
          <p:nvSpPr>
            <p:cNvPr id="2121294102" name="Freeform 9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4847113" name="TextBox 9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0264055" name="Group 920"/>
          <p:cNvGrpSpPr/>
          <p:nvPr/>
        </p:nvGrpSpPr>
        <p:grpSpPr bwMode="auto">
          <a:xfrm>
            <a:off x="5178467" y="3733577"/>
            <a:ext cx="143901" cy="143901"/>
            <a:chOff x="0" y="0"/>
            <a:chExt cx="812799" cy="812799"/>
          </a:xfrm>
        </p:grpSpPr>
        <p:sp>
          <p:nvSpPr>
            <p:cNvPr id="1400994890" name="Freeform 9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2918850" name="TextBox 9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6539217" name="Group 923"/>
          <p:cNvGrpSpPr/>
          <p:nvPr/>
        </p:nvGrpSpPr>
        <p:grpSpPr bwMode="auto">
          <a:xfrm>
            <a:off x="5371095" y="3733577"/>
            <a:ext cx="143901" cy="143901"/>
            <a:chOff x="0" y="0"/>
            <a:chExt cx="812799" cy="812799"/>
          </a:xfrm>
        </p:grpSpPr>
        <p:sp>
          <p:nvSpPr>
            <p:cNvPr id="1309842192" name="Freeform 9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4582561" name="TextBox 9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1293823" name="Group 926"/>
          <p:cNvGrpSpPr/>
          <p:nvPr/>
        </p:nvGrpSpPr>
        <p:grpSpPr bwMode="auto">
          <a:xfrm>
            <a:off x="5562624" y="3923049"/>
            <a:ext cx="143901" cy="143901"/>
            <a:chOff x="0" y="0"/>
            <a:chExt cx="812799" cy="812799"/>
          </a:xfrm>
        </p:grpSpPr>
        <p:sp>
          <p:nvSpPr>
            <p:cNvPr id="1649740687" name="Freeform 9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9692808" name="TextBox 9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9371897" name="Group 929"/>
          <p:cNvGrpSpPr/>
          <p:nvPr/>
        </p:nvGrpSpPr>
        <p:grpSpPr bwMode="auto">
          <a:xfrm>
            <a:off x="5755248" y="3923049"/>
            <a:ext cx="143901" cy="143901"/>
            <a:chOff x="0" y="0"/>
            <a:chExt cx="812799" cy="812799"/>
          </a:xfrm>
        </p:grpSpPr>
        <p:sp>
          <p:nvSpPr>
            <p:cNvPr id="482572088" name="Freeform 9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255955" name="TextBox 9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4337312" name="Group 932"/>
          <p:cNvGrpSpPr/>
          <p:nvPr/>
        </p:nvGrpSpPr>
        <p:grpSpPr bwMode="auto">
          <a:xfrm>
            <a:off x="5947869" y="3923049"/>
            <a:ext cx="143901" cy="143901"/>
            <a:chOff x="0" y="0"/>
            <a:chExt cx="812799" cy="812799"/>
          </a:xfrm>
        </p:grpSpPr>
        <p:sp>
          <p:nvSpPr>
            <p:cNvPr id="938972284" name="Freeform 9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6249454" name="TextBox 9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6583384" name="Group 935"/>
          <p:cNvGrpSpPr/>
          <p:nvPr/>
        </p:nvGrpSpPr>
        <p:grpSpPr bwMode="auto">
          <a:xfrm>
            <a:off x="6139398" y="3923049"/>
            <a:ext cx="143901" cy="143901"/>
            <a:chOff x="0" y="0"/>
            <a:chExt cx="812799" cy="812799"/>
          </a:xfrm>
        </p:grpSpPr>
        <p:sp>
          <p:nvSpPr>
            <p:cNvPr id="913824763" name="Freeform 9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7804645" name="TextBox 9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6781816" name="Group 938"/>
          <p:cNvGrpSpPr/>
          <p:nvPr/>
        </p:nvGrpSpPr>
        <p:grpSpPr bwMode="auto">
          <a:xfrm>
            <a:off x="6332024" y="3923049"/>
            <a:ext cx="143901" cy="143901"/>
            <a:chOff x="0" y="0"/>
            <a:chExt cx="812799" cy="812799"/>
          </a:xfrm>
        </p:grpSpPr>
        <p:sp>
          <p:nvSpPr>
            <p:cNvPr id="1547519733" name="Freeform 9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593283" name="TextBox 9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8001154" name="Group 941"/>
          <p:cNvGrpSpPr/>
          <p:nvPr/>
        </p:nvGrpSpPr>
        <p:grpSpPr bwMode="auto">
          <a:xfrm>
            <a:off x="6524644" y="3923049"/>
            <a:ext cx="143901" cy="143901"/>
            <a:chOff x="0" y="0"/>
            <a:chExt cx="812799" cy="812799"/>
          </a:xfrm>
        </p:grpSpPr>
        <p:sp>
          <p:nvSpPr>
            <p:cNvPr id="503293321" name="Freeform 9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1123613" name="TextBox 9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2643235" name="Group 944"/>
          <p:cNvGrpSpPr/>
          <p:nvPr/>
        </p:nvGrpSpPr>
        <p:grpSpPr bwMode="auto">
          <a:xfrm>
            <a:off x="6716174" y="3923049"/>
            <a:ext cx="143901" cy="143901"/>
            <a:chOff x="0" y="0"/>
            <a:chExt cx="812799" cy="812799"/>
          </a:xfrm>
        </p:grpSpPr>
        <p:sp>
          <p:nvSpPr>
            <p:cNvPr id="612696318" name="Freeform 9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178" name="TextBox 9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0525881" name="Group 947"/>
          <p:cNvGrpSpPr/>
          <p:nvPr/>
        </p:nvGrpSpPr>
        <p:grpSpPr bwMode="auto">
          <a:xfrm>
            <a:off x="6908798" y="3923049"/>
            <a:ext cx="143901" cy="143901"/>
            <a:chOff x="0" y="0"/>
            <a:chExt cx="812799" cy="812799"/>
          </a:xfrm>
        </p:grpSpPr>
        <p:sp>
          <p:nvSpPr>
            <p:cNvPr id="1009893397" name="Freeform 9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44704" name="TextBox 9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1816353" name="Group 950"/>
          <p:cNvGrpSpPr/>
          <p:nvPr/>
        </p:nvGrpSpPr>
        <p:grpSpPr bwMode="auto">
          <a:xfrm>
            <a:off x="7101426" y="3923049"/>
            <a:ext cx="143901" cy="143901"/>
            <a:chOff x="0" y="0"/>
            <a:chExt cx="812799" cy="812799"/>
          </a:xfrm>
        </p:grpSpPr>
        <p:sp>
          <p:nvSpPr>
            <p:cNvPr id="2021098776" name="Freeform 9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6780464" name="TextBox 9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9150705" name="Group 953"/>
          <p:cNvGrpSpPr/>
          <p:nvPr/>
        </p:nvGrpSpPr>
        <p:grpSpPr bwMode="auto">
          <a:xfrm>
            <a:off x="4985844" y="3923049"/>
            <a:ext cx="143901" cy="143901"/>
            <a:chOff x="0" y="0"/>
            <a:chExt cx="812799" cy="812799"/>
          </a:xfrm>
        </p:grpSpPr>
        <p:sp>
          <p:nvSpPr>
            <p:cNvPr id="1138428401" name="Freeform 9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5366787" name="TextBox 9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2343203" name="Group 956"/>
          <p:cNvGrpSpPr/>
          <p:nvPr/>
        </p:nvGrpSpPr>
        <p:grpSpPr bwMode="auto">
          <a:xfrm>
            <a:off x="5178467" y="3923049"/>
            <a:ext cx="143901" cy="143901"/>
            <a:chOff x="0" y="0"/>
            <a:chExt cx="812799" cy="812799"/>
          </a:xfrm>
        </p:grpSpPr>
        <p:sp>
          <p:nvSpPr>
            <p:cNvPr id="1971637811" name="Freeform 9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6212557" name="TextBox 9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6042112" name="Group 959"/>
          <p:cNvGrpSpPr/>
          <p:nvPr/>
        </p:nvGrpSpPr>
        <p:grpSpPr bwMode="auto">
          <a:xfrm>
            <a:off x="5371095" y="3923049"/>
            <a:ext cx="143901" cy="143901"/>
            <a:chOff x="0" y="0"/>
            <a:chExt cx="812799" cy="812799"/>
          </a:xfrm>
        </p:grpSpPr>
        <p:sp>
          <p:nvSpPr>
            <p:cNvPr id="1682403798" name="Freeform 9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1787306" name="TextBox 9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9478012" name="Group 962"/>
          <p:cNvGrpSpPr/>
          <p:nvPr/>
        </p:nvGrpSpPr>
        <p:grpSpPr bwMode="auto">
          <a:xfrm>
            <a:off x="5562624" y="4114577"/>
            <a:ext cx="143901" cy="143901"/>
            <a:chOff x="0" y="0"/>
            <a:chExt cx="812799" cy="812799"/>
          </a:xfrm>
        </p:grpSpPr>
        <p:sp>
          <p:nvSpPr>
            <p:cNvPr id="259509918" name="Freeform 9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7355014" name="TextBox 9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9209871" name="Group 965"/>
          <p:cNvGrpSpPr/>
          <p:nvPr/>
        </p:nvGrpSpPr>
        <p:grpSpPr bwMode="auto">
          <a:xfrm>
            <a:off x="5755248" y="4114577"/>
            <a:ext cx="143901" cy="143901"/>
            <a:chOff x="0" y="0"/>
            <a:chExt cx="812799" cy="812799"/>
          </a:xfrm>
        </p:grpSpPr>
        <p:sp>
          <p:nvSpPr>
            <p:cNvPr id="1497255773" name="Freeform 9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4842507" name="TextBox 9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4849232" name="Group 968"/>
          <p:cNvGrpSpPr/>
          <p:nvPr/>
        </p:nvGrpSpPr>
        <p:grpSpPr bwMode="auto">
          <a:xfrm>
            <a:off x="5947869" y="4114577"/>
            <a:ext cx="143901" cy="143901"/>
            <a:chOff x="0" y="0"/>
            <a:chExt cx="812799" cy="812799"/>
          </a:xfrm>
        </p:grpSpPr>
        <p:sp>
          <p:nvSpPr>
            <p:cNvPr id="637088141" name="Freeform 9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599634" name="TextBox 9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2278600" name="Group 971"/>
          <p:cNvGrpSpPr/>
          <p:nvPr/>
        </p:nvGrpSpPr>
        <p:grpSpPr bwMode="auto">
          <a:xfrm>
            <a:off x="6139398" y="4114577"/>
            <a:ext cx="143901" cy="143901"/>
            <a:chOff x="0" y="0"/>
            <a:chExt cx="812799" cy="812799"/>
          </a:xfrm>
        </p:grpSpPr>
        <p:sp>
          <p:nvSpPr>
            <p:cNvPr id="1381579676" name="Freeform 9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3792164" name="TextBox 9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5714189" name="Group 974"/>
          <p:cNvGrpSpPr/>
          <p:nvPr/>
        </p:nvGrpSpPr>
        <p:grpSpPr bwMode="auto">
          <a:xfrm>
            <a:off x="6332024" y="4114577"/>
            <a:ext cx="143901" cy="143901"/>
            <a:chOff x="0" y="0"/>
            <a:chExt cx="812799" cy="812799"/>
          </a:xfrm>
        </p:grpSpPr>
        <p:sp>
          <p:nvSpPr>
            <p:cNvPr id="529497153" name="Freeform 9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57098692" name="TextBox 9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6961198" name="Group 977"/>
          <p:cNvGrpSpPr/>
          <p:nvPr/>
        </p:nvGrpSpPr>
        <p:grpSpPr bwMode="auto">
          <a:xfrm>
            <a:off x="6524644" y="4114577"/>
            <a:ext cx="143901" cy="143901"/>
            <a:chOff x="0" y="0"/>
            <a:chExt cx="812799" cy="812799"/>
          </a:xfrm>
        </p:grpSpPr>
        <p:sp>
          <p:nvSpPr>
            <p:cNvPr id="905728224" name="Freeform 9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7580057" name="TextBox 9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8448981" name="Group 980"/>
          <p:cNvGrpSpPr/>
          <p:nvPr/>
        </p:nvGrpSpPr>
        <p:grpSpPr bwMode="auto">
          <a:xfrm>
            <a:off x="6716174" y="4114577"/>
            <a:ext cx="143901" cy="143901"/>
            <a:chOff x="0" y="0"/>
            <a:chExt cx="812799" cy="812799"/>
          </a:xfrm>
        </p:grpSpPr>
        <p:sp>
          <p:nvSpPr>
            <p:cNvPr id="1888760943" name="Freeform 9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3806277" name="TextBox 9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1214446" name="Group 983"/>
          <p:cNvGrpSpPr/>
          <p:nvPr/>
        </p:nvGrpSpPr>
        <p:grpSpPr bwMode="auto">
          <a:xfrm>
            <a:off x="6908798" y="4114577"/>
            <a:ext cx="143901" cy="143901"/>
            <a:chOff x="0" y="0"/>
            <a:chExt cx="812799" cy="812799"/>
          </a:xfrm>
        </p:grpSpPr>
        <p:sp>
          <p:nvSpPr>
            <p:cNvPr id="740316247" name="Freeform 9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72402350" name="TextBox 9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7582657" name="Group 986"/>
          <p:cNvGrpSpPr/>
          <p:nvPr/>
        </p:nvGrpSpPr>
        <p:grpSpPr bwMode="auto">
          <a:xfrm>
            <a:off x="7101426" y="4114577"/>
            <a:ext cx="143901" cy="143901"/>
            <a:chOff x="0" y="0"/>
            <a:chExt cx="812799" cy="812799"/>
          </a:xfrm>
        </p:grpSpPr>
        <p:sp>
          <p:nvSpPr>
            <p:cNvPr id="1598856518" name="Freeform 9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5297162" name="TextBox 9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0903327" name="Group 989"/>
          <p:cNvGrpSpPr/>
          <p:nvPr/>
        </p:nvGrpSpPr>
        <p:grpSpPr bwMode="auto">
          <a:xfrm>
            <a:off x="4985844" y="4114577"/>
            <a:ext cx="143901" cy="143901"/>
            <a:chOff x="0" y="0"/>
            <a:chExt cx="812799" cy="812799"/>
          </a:xfrm>
        </p:grpSpPr>
        <p:sp>
          <p:nvSpPr>
            <p:cNvPr id="429678103" name="Freeform 9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454261" name="TextBox 9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0331190" name="Group 992"/>
          <p:cNvGrpSpPr/>
          <p:nvPr/>
        </p:nvGrpSpPr>
        <p:grpSpPr bwMode="auto">
          <a:xfrm>
            <a:off x="5178467" y="4114577"/>
            <a:ext cx="143901" cy="143901"/>
            <a:chOff x="0" y="0"/>
            <a:chExt cx="812799" cy="812799"/>
          </a:xfrm>
        </p:grpSpPr>
        <p:sp>
          <p:nvSpPr>
            <p:cNvPr id="1580221933" name="Freeform 9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6091233" name="TextBox 9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2421769" name="Group 995"/>
          <p:cNvGrpSpPr/>
          <p:nvPr/>
        </p:nvGrpSpPr>
        <p:grpSpPr bwMode="auto">
          <a:xfrm>
            <a:off x="5371095" y="4114577"/>
            <a:ext cx="143901" cy="143901"/>
            <a:chOff x="0" y="0"/>
            <a:chExt cx="812799" cy="812799"/>
          </a:xfrm>
        </p:grpSpPr>
        <p:sp>
          <p:nvSpPr>
            <p:cNvPr id="749782003" name="Freeform 9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5339932" name="TextBox 9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8109011" name="Group 998"/>
          <p:cNvGrpSpPr/>
          <p:nvPr/>
        </p:nvGrpSpPr>
        <p:grpSpPr bwMode="auto">
          <a:xfrm>
            <a:off x="5562624" y="4304050"/>
            <a:ext cx="143901" cy="143901"/>
            <a:chOff x="0" y="0"/>
            <a:chExt cx="812799" cy="812799"/>
          </a:xfrm>
        </p:grpSpPr>
        <p:sp>
          <p:nvSpPr>
            <p:cNvPr id="1756178568" name="Freeform 9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2726950" name="TextBox 10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59898" name="Group 1001"/>
          <p:cNvGrpSpPr/>
          <p:nvPr/>
        </p:nvGrpSpPr>
        <p:grpSpPr bwMode="auto">
          <a:xfrm>
            <a:off x="5755248" y="4304050"/>
            <a:ext cx="143901" cy="143901"/>
            <a:chOff x="0" y="0"/>
            <a:chExt cx="812799" cy="812799"/>
          </a:xfrm>
        </p:grpSpPr>
        <p:sp>
          <p:nvSpPr>
            <p:cNvPr id="159791990" name="Freeform 10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3848398" name="TextBox 10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2131723" name="Group 1004"/>
          <p:cNvGrpSpPr/>
          <p:nvPr/>
        </p:nvGrpSpPr>
        <p:grpSpPr bwMode="auto">
          <a:xfrm>
            <a:off x="5947869" y="4304050"/>
            <a:ext cx="143901" cy="143901"/>
            <a:chOff x="0" y="0"/>
            <a:chExt cx="812799" cy="812799"/>
          </a:xfrm>
        </p:grpSpPr>
        <p:sp>
          <p:nvSpPr>
            <p:cNvPr id="1212988045" name="Freeform 10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1175348" name="TextBox 10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0672765" name="Group 1007"/>
          <p:cNvGrpSpPr/>
          <p:nvPr/>
        </p:nvGrpSpPr>
        <p:grpSpPr bwMode="auto">
          <a:xfrm>
            <a:off x="6139398" y="4304050"/>
            <a:ext cx="143901" cy="143901"/>
            <a:chOff x="0" y="0"/>
            <a:chExt cx="812799" cy="812799"/>
          </a:xfrm>
        </p:grpSpPr>
        <p:sp>
          <p:nvSpPr>
            <p:cNvPr id="1339444320" name="Freeform 10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617070" name="TextBox 10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6532607" name="Group 1010"/>
          <p:cNvGrpSpPr/>
          <p:nvPr/>
        </p:nvGrpSpPr>
        <p:grpSpPr bwMode="auto">
          <a:xfrm>
            <a:off x="6332024" y="4304050"/>
            <a:ext cx="143901" cy="143901"/>
            <a:chOff x="0" y="0"/>
            <a:chExt cx="812799" cy="812799"/>
          </a:xfrm>
        </p:grpSpPr>
        <p:sp>
          <p:nvSpPr>
            <p:cNvPr id="282191348" name="Freeform 10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9902746" name="TextBox 10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9965359" name="Group 1013"/>
          <p:cNvGrpSpPr/>
          <p:nvPr/>
        </p:nvGrpSpPr>
        <p:grpSpPr bwMode="auto">
          <a:xfrm>
            <a:off x="6524644" y="4304050"/>
            <a:ext cx="143901" cy="143901"/>
            <a:chOff x="0" y="0"/>
            <a:chExt cx="812799" cy="812799"/>
          </a:xfrm>
        </p:grpSpPr>
        <p:sp>
          <p:nvSpPr>
            <p:cNvPr id="1634232388" name="Freeform 10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3293999" name="TextBox 10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8731809" name="Group 1016"/>
          <p:cNvGrpSpPr/>
          <p:nvPr/>
        </p:nvGrpSpPr>
        <p:grpSpPr bwMode="auto">
          <a:xfrm>
            <a:off x="6716174" y="4304050"/>
            <a:ext cx="143901" cy="143901"/>
            <a:chOff x="0" y="0"/>
            <a:chExt cx="812799" cy="812799"/>
          </a:xfrm>
        </p:grpSpPr>
        <p:sp>
          <p:nvSpPr>
            <p:cNvPr id="763522663" name="Freeform 10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9510850" name="TextBox 10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02590" name="Group 1019"/>
          <p:cNvGrpSpPr/>
          <p:nvPr/>
        </p:nvGrpSpPr>
        <p:grpSpPr bwMode="auto">
          <a:xfrm>
            <a:off x="6908798" y="4304050"/>
            <a:ext cx="143901" cy="143901"/>
            <a:chOff x="0" y="0"/>
            <a:chExt cx="812799" cy="812799"/>
          </a:xfrm>
        </p:grpSpPr>
        <p:sp>
          <p:nvSpPr>
            <p:cNvPr id="1122693414" name="Freeform 10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64243" name="TextBox 10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1731585" name="Group 1022"/>
          <p:cNvGrpSpPr/>
          <p:nvPr/>
        </p:nvGrpSpPr>
        <p:grpSpPr bwMode="auto">
          <a:xfrm>
            <a:off x="7101426" y="4304050"/>
            <a:ext cx="143901" cy="143901"/>
            <a:chOff x="0" y="0"/>
            <a:chExt cx="812799" cy="812799"/>
          </a:xfrm>
        </p:grpSpPr>
        <p:sp>
          <p:nvSpPr>
            <p:cNvPr id="19766612" name="Freeform 10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1214919" name="TextBox 10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7508121" name="Group 1025"/>
          <p:cNvGrpSpPr/>
          <p:nvPr/>
        </p:nvGrpSpPr>
        <p:grpSpPr bwMode="auto">
          <a:xfrm>
            <a:off x="4985844" y="4304050"/>
            <a:ext cx="143901" cy="143901"/>
            <a:chOff x="0" y="0"/>
            <a:chExt cx="812799" cy="812799"/>
          </a:xfrm>
        </p:grpSpPr>
        <p:sp>
          <p:nvSpPr>
            <p:cNvPr id="128675114" name="Freeform 10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3873662" name="TextBox 10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4542770" name="Group 1028"/>
          <p:cNvGrpSpPr/>
          <p:nvPr/>
        </p:nvGrpSpPr>
        <p:grpSpPr bwMode="auto">
          <a:xfrm>
            <a:off x="5178467" y="4304050"/>
            <a:ext cx="143901" cy="143901"/>
            <a:chOff x="0" y="0"/>
            <a:chExt cx="812799" cy="812799"/>
          </a:xfrm>
        </p:grpSpPr>
        <p:sp>
          <p:nvSpPr>
            <p:cNvPr id="1119140071" name="Freeform 10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537466" name="TextBox 10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2429329" name="Group 1031"/>
          <p:cNvGrpSpPr/>
          <p:nvPr/>
        </p:nvGrpSpPr>
        <p:grpSpPr bwMode="auto">
          <a:xfrm>
            <a:off x="5371095" y="4304050"/>
            <a:ext cx="143901" cy="143901"/>
            <a:chOff x="0" y="0"/>
            <a:chExt cx="812799" cy="812799"/>
          </a:xfrm>
        </p:grpSpPr>
        <p:sp>
          <p:nvSpPr>
            <p:cNvPr id="709011542" name="Freeform 10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4406826" name="TextBox 10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7522958" name="Group 1034"/>
          <p:cNvGrpSpPr/>
          <p:nvPr/>
        </p:nvGrpSpPr>
        <p:grpSpPr bwMode="auto">
          <a:xfrm>
            <a:off x="5562624" y="1826787"/>
            <a:ext cx="143901" cy="143901"/>
            <a:chOff x="0" y="0"/>
            <a:chExt cx="812799" cy="812799"/>
          </a:xfrm>
        </p:grpSpPr>
        <p:sp>
          <p:nvSpPr>
            <p:cNvPr id="1935065502" name="Freeform 10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6317947" name="TextBox 10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2283528" name="Group 1037"/>
          <p:cNvGrpSpPr/>
          <p:nvPr/>
        </p:nvGrpSpPr>
        <p:grpSpPr bwMode="auto">
          <a:xfrm>
            <a:off x="5755248" y="1826787"/>
            <a:ext cx="143901" cy="143901"/>
            <a:chOff x="0" y="0"/>
            <a:chExt cx="812799" cy="812799"/>
          </a:xfrm>
        </p:grpSpPr>
        <p:sp>
          <p:nvSpPr>
            <p:cNvPr id="1855905192" name="Freeform 10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0799" name="TextBox 10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7684977" name="Group 1040"/>
          <p:cNvGrpSpPr/>
          <p:nvPr/>
        </p:nvGrpSpPr>
        <p:grpSpPr bwMode="auto">
          <a:xfrm>
            <a:off x="5947869" y="1826787"/>
            <a:ext cx="143901" cy="143901"/>
            <a:chOff x="0" y="0"/>
            <a:chExt cx="812799" cy="812799"/>
          </a:xfrm>
        </p:grpSpPr>
        <p:sp>
          <p:nvSpPr>
            <p:cNvPr id="954988005" name="Freeform 10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2461106" name="TextBox 10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3008895" name="Group 1043"/>
          <p:cNvGrpSpPr/>
          <p:nvPr/>
        </p:nvGrpSpPr>
        <p:grpSpPr bwMode="auto">
          <a:xfrm>
            <a:off x="6139398" y="1826787"/>
            <a:ext cx="143901" cy="143901"/>
            <a:chOff x="0" y="0"/>
            <a:chExt cx="812799" cy="812799"/>
          </a:xfrm>
        </p:grpSpPr>
        <p:sp>
          <p:nvSpPr>
            <p:cNvPr id="717923144" name="Freeform 10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733078" name="TextBox 10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6312118" name="Group 1046"/>
          <p:cNvGrpSpPr/>
          <p:nvPr/>
        </p:nvGrpSpPr>
        <p:grpSpPr bwMode="auto">
          <a:xfrm>
            <a:off x="6332024" y="1826787"/>
            <a:ext cx="143901" cy="143901"/>
            <a:chOff x="0" y="0"/>
            <a:chExt cx="812799" cy="812799"/>
          </a:xfrm>
        </p:grpSpPr>
        <p:sp>
          <p:nvSpPr>
            <p:cNvPr id="9097219" name="Freeform 10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6645928" name="TextBox 10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6000348" name="Group 1049"/>
          <p:cNvGrpSpPr/>
          <p:nvPr/>
        </p:nvGrpSpPr>
        <p:grpSpPr bwMode="auto">
          <a:xfrm>
            <a:off x="6524644" y="1826787"/>
            <a:ext cx="143901" cy="143901"/>
            <a:chOff x="0" y="0"/>
            <a:chExt cx="812799" cy="812799"/>
          </a:xfrm>
        </p:grpSpPr>
        <p:sp>
          <p:nvSpPr>
            <p:cNvPr id="498365135" name="Freeform 10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93753" name="TextBox 10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6058578" name="Group 1052"/>
          <p:cNvGrpSpPr/>
          <p:nvPr/>
        </p:nvGrpSpPr>
        <p:grpSpPr bwMode="auto">
          <a:xfrm>
            <a:off x="6716174" y="1826787"/>
            <a:ext cx="143901" cy="143901"/>
            <a:chOff x="0" y="0"/>
            <a:chExt cx="812799" cy="812799"/>
          </a:xfrm>
        </p:grpSpPr>
        <p:sp>
          <p:nvSpPr>
            <p:cNvPr id="755054476" name="Freeform 10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8223087" name="TextBox 10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2422953" name="Group 1055"/>
          <p:cNvGrpSpPr/>
          <p:nvPr/>
        </p:nvGrpSpPr>
        <p:grpSpPr bwMode="auto">
          <a:xfrm>
            <a:off x="6908798" y="1826787"/>
            <a:ext cx="143901" cy="143901"/>
            <a:chOff x="0" y="0"/>
            <a:chExt cx="812799" cy="812799"/>
          </a:xfrm>
        </p:grpSpPr>
        <p:sp>
          <p:nvSpPr>
            <p:cNvPr id="1611811339" name="Freeform 10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7024488" name="TextBox 10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3907606" name="Group 1058"/>
          <p:cNvGrpSpPr/>
          <p:nvPr/>
        </p:nvGrpSpPr>
        <p:grpSpPr bwMode="auto">
          <a:xfrm>
            <a:off x="7101426" y="1826787"/>
            <a:ext cx="143901" cy="143901"/>
            <a:chOff x="0" y="0"/>
            <a:chExt cx="812799" cy="812799"/>
          </a:xfrm>
        </p:grpSpPr>
        <p:sp>
          <p:nvSpPr>
            <p:cNvPr id="552744486" name="Freeform 10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3234482" name="TextBox 10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5634342" name="Group 1061"/>
          <p:cNvGrpSpPr/>
          <p:nvPr/>
        </p:nvGrpSpPr>
        <p:grpSpPr bwMode="auto">
          <a:xfrm>
            <a:off x="4985844" y="1826787"/>
            <a:ext cx="143901" cy="143901"/>
            <a:chOff x="0" y="0"/>
            <a:chExt cx="812799" cy="812799"/>
          </a:xfrm>
        </p:grpSpPr>
        <p:sp>
          <p:nvSpPr>
            <p:cNvPr id="1522463429" name="Freeform 10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596204" name="TextBox 10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0123213" name="Group 1064"/>
          <p:cNvGrpSpPr/>
          <p:nvPr/>
        </p:nvGrpSpPr>
        <p:grpSpPr bwMode="auto">
          <a:xfrm>
            <a:off x="5178467" y="1826787"/>
            <a:ext cx="143901" cy="143901"/>
            <a:chOff x="0" y="0"/>
            <a:chExt cx="812799" cy="812799"/>
          </a:xfrm>
        </p:grpSpPr>
        <p:sp>
          <p:nvSpPr>
            <p:cNvPr id="106283926" name="Freeform 10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10311351" name="TextBox 10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2036331" name="Group 1067"/>
          <p:cNvGrpSpPr/>
          <p:nvPr/>
        </p:nvGrpSpPr>
        <p:grpSpPr bwMode="auto">
          <a:xfrm>
            <a:off x="5371095" y="1826787"/>
            <a:ext cx="143901" cy="143901"/>
            <a:chOff x="0" y="0"/>
            <a:chExt cx="812799" cy="812799"/>
          </a:xfrm>
        </p:grpSpPr>
        <p:sp>
          <p:nvSpPr>
            <p:cNvPr id="1368292475" name="Freeform 10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2643482" name="TextBox 10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5386323" name="Group 1070"/>
          <p:cNvGrpSpPr/>
          <p:nvPr/>
        </p:nvGrpSpPr>
        <p:grpSpPr bwMode="auto">
          <a:xfrm>
            <a:off x="5562624" y="2016260"/>
            <a:ext cx="143901" cy="143901"/>
            <a:chOff x="0" y="0"/>
            <a:chExt cx="812799" cy="812799"/>
          </a:xfrm>
        </p:grpSpPr>
        <p:sp>
          <p:nvSpPr>
            <p:cNvPr id="2101118990" name="Freeform 10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8474327" name="TextBox 10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1372036" name="Group 1073"/>
          <p:cNvGrpSpPr/>
          <p:nvPr/>
        </p:nvGrpSpPr>
        <p:grpSpPr bwMode="auto">
          <a:xfrm>
            <a:off x="5755248" y="2016260"/>
            <a:ext cx="143901" cy="143901"/>
            <a:chOff x="0" y="0"/>
            <a:chExt cx="812799" cy="812799"/>
          </a:xfrm>
        </p:grpSpPr>
        <p:sp>
          <p:nvSpPr>
            <p:cNvPr id="294276009" name="Freeform 10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5793315" name="TextBox 10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1150958" name="Group 1076"/>
          <p:cNvGrpSpPr/>
          <p:nvPr/>
        </p:nvGrpSpPr>
        <p:grpSpPr bwMode="auto">
          <a:xfrm>
            <a:off x="5947869" y="2016260"/>
            <a:ext cx="143901" cy="143901"/>
            <a:chOff x="0" y="0"/>
            <a:chExt cx="812799" cy="812799"/>
          </a:xfrm>
        </p:grpSpPr>
        <p:sp>
          <p:nvSpPr>
            <p:cNvPr id="710233358" name="Freeform 10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5377017" name="TextBox 10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2306767" name="Group 1079"/>
          <p:cNvGrpSpPr/>
          <p:nvPr/>
        </p:nvGrpSpPr>
        <p:grpSpPr bwMode="auto">
          <a:xfrm>
            <a:off x="6139398" y="2016260"/>
            <a:ext cx="143901" cy="143901"/>
            <a:chOff x="0" y="0"/>
            <a:chExt cx="812799" cy="812799"/>
          </a:xfrm>
        </p:grpSpPr>
        <p:sp>
          <p:nvSpPr>
            <p:cNvPr id="763904943" name="Freeform 10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5704995" name="TextBox 10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89308525" name="Group 1082"/>
          <p:cNvGrpSpPr/>
          <p:nvPr/>
        </p:nvGrpSpPr>
        <p:grpSpPr bwMode="auto">
          <a:xfrm>
            <a:off x="6332024" y="2016260"/>
            <a:ext cx="143901" cy="143901"/>
            <a:chOff x="0" y="0"/>
            <a:chExt cx="812799" cy="812799"/>
          </a:xfrm>
        </p:grpSpPr>
        <p:sp>
          <p:nvSpPr>
            <p:cNvPr id="1099351384" name="Freeform 10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5311118" name="TextBox 10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0176938" name="Group 1085"/>
          <p:cNvGrpSpPr/>
          <p:nvPr/>
        </p:nvGrpSpPr>
        <p:grpSpPr bwMode="auto">
          <a:xfrm>
            <a:off x="6524644" y="2016260"/>
            <a:ext cx="143901" cy="143901"/>
            <a:chOff x="0" y="0"/>
            <a:chExt cx="812799" cy="812799"/>
          </a:xfrm>
        </p:grpSpPr>
        <p:sp>
          <p:nvSpPr>
            <p:cNvPr id="2138706543" name="Freeform 10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6869" name="TextBox 10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018298" name="Group 1088"/>
          <p:cNvGrpSpPr/>
          <p:nvPr/>
        </p:nvGrpSpPr>
        <p:grpSpPr bwMode="auto">
          <a:xfrm>
            <a:off x="6716174" y="2016260"/>
            <a:ext cx="143901" cy="143901"/>
            <a:chOff x="0" y="0"/>
            <a:chExt cx="812799" cy="812799"/>
          </a:xfrm>
        </p:grpSpPr>
        <p:sp>
          <p:nvSpPr>
            <p:cNvPr id="429588957" name="Freeform 10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24594070" name="TextBox 10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7368739" name="Group 1091"/>
          <p:cNvGrpSpPr/>
          <p:nvPr/>
        </p:nvGrpSpPr>
        <p:grpSpPr bwMode="auto">
          <a:xfrm>
            <a:off x="6908798" y="2016260"/>
            <a:ext cx="143901" cy="143901"/>
            <a:chOff x="0" y="0"/>
            <a:chExt cx="812799" cy="812799"/>
          </a:xfrm>
        </p:grpSpPr>
        <p:sp>
          <p:nvSpPr>
            <p:cNvPr id="81109615" name="Freeform 10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1591977" name="TextBox 10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5633799" name="Group 1094"/>
          <p:cNvGrpSpPr/>
          <p:nvPr/>
        </p:nvGrpSpPr>
        <p:grpSpPr bwMode="auto">
          <a:xfrm>
            <a:off x="7101426" y="2016260"/>
            <a:ext cx="143901" cy="143901"/>
            <a:chOff x="0" y="0"/>
            <a:chExt cx="812799" cy="812799"/>
          </a:xfrm>
        </p:grpSpPr>
        <p:sp>
          <p:nvSpPr>
            <p:cNvPr id="1947826850" name="Freeform 10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6899407" name="TextBox 10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2688404" name="Group 1097"/>
          <p:cNvGrpSpPr/>
          <p:nvPr/>
        </p:nvGrpSpPr>
        <p:grpSpPr bwMode="auto">
          <a:xfrm>
            <a:off x="4985844" y="2016260"/>
            <a:ext cx="143901" cy="143901"/>
            <a:chOff x="0" y="0"/>
            <a:chExt cx="812799" cy="812799"/>
          </a:xfrm>
        </p:grpSpPr>
        <p:sp>
          <p:nvSpPr>
            <p:cNvPr id="1227593275" name="Freeform 10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3983926" name="TextBox 10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5303925" name="Group 1100"/>
          <p:cNvGrpSpPr/>
          <p:nvPr/>
        </p:nvGrpSpPr>
        <p:grpSpPr bwMode="auto">
          <a:xfrm>
            <a:off x="5178467" y="2016260"/>
            <a:ext cx="143901" cy="143901"/>
            <a:chOff x="0" y="0"/>
            <a:chExt cx="812799" cy="812799"/>
          </a:xfrm>
        </p:grpSpPr>
        <p:sp>
          <p:nvSpPr>
            <p:cNvPr id="750744645" name="Freeform 11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0175428" name="TextBox 11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553231" name="Group 1103"/>
          <p:cNvGrpSpPr/>
          <p:nvPr/>
        </p:nvGrpSpPr>
        <p:grpSpPr bwMode="auto">
          <a:xfrm>
            <a:off x="5371095" y="2016260"/>
            <a:ext cx="143901" cy="143901"/>
            <a:chOff x="0" y="0"/>
            <a:chExt cx="812799" cy="812799"/>
          </a:xfrm>
        </p:grpSpPr>
        <p:sp>
          <p:nvSpPr>
            <p:cNvPr id="1459335417" name="Freeform 11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547168" name="TextBox 11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8700208" name="Group 1106"/>
          <p:cNvGrpSpPr/>
          <p:nvPr/>
        </p:nvGrpSpPr>
        <p:grpSpPr bwMode="auto">
          <a:xfrm>
            <a:off x="5562624" y="4494549"/>
            <a:ext cx="143901" cy="143901"/>
            <a:chOff x="0" y="0"/>
            <a:chExt cx="812799" cy="812799"/>
          </a:xfrm>
        </p:grpSpPr>
        <p:sp>
          <p:nvSpPr>
            <p:cNvPr id="932796847" name="Freeform 11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5075525" name="TextBox 11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7855082" name="Group 1109"/>
          <p:cNvGrpSpPr/>
          <p:nvPr/>
        </p:nvGrpSpPr>
        <p:grpSpPr bwMode="auto">
          <a:xfrm>
            <a:off x="5755248" y="4494549"/>
            <a:ext cx="143901" cy="143901"/>
            <a:chOff x="0" y="0"/>
            <a:chExt cx="812799" cy="812799"/>
          </a:xfrm>
        </p:grpSpPr>
        <p:sp>
          <p:nvSpPr>
            <p:cNvPr id="1000735271" name="Freeform 11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14516437" name="TextBox 11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7975453" name="Group 1112"/>
          <p:cNvGrpSpPr/>
          <p:nvPr/>
        </p:nvGrpSpPr>
        <p:grpSpPr bwMode="auto">
          <a:xfrm>
            <a:off x="5947869" y="4494549"/>
            <a:ext cx="143901" cy="143901"/>
            <a:chOff x="0" y="0"/>
            <a:chExt cx="812799" cy="812799"/>
          </a:xfrm>
        </p:grpSpPr>
        <p:sp>
          <p:nvSpPr>
            <p:cNvPr id="1528994340" name="Freeform 11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9463191" name="TextBox 11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912005" name="Group 1115"/>
          <p:cNvGrpSpPr/>
          <p:nvPr/>
        </p:nvGrpSpPr>
        <p:grpSpPr bwMode="auto">
          <a:xfrm>
            <a:off x="6139398" y="4494549"/>
            <a:ext cx="143901" cy="143901"/>
            <a:chOff x="0" y="0"/>
            <a:chExt cx="812799" cy="812799"/>
          </a:xfrm>
        </p:grpSpPr>
        <p:sp>
          <p:nvSpPr>
            <p:cNvPr id="1149706598" name="Freeform 11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640805" name="TextBox 11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5785145" name="Group 1118"/>
          <p:cNvGrpSpPr/>
          <p:nvPr/>
        </p:nvGrpSpPr>
        <p:grpSpPr bwMode="auto">
          <a:xfrm>
            <a:off x="6332024" y="4494549"/>
            <a:ext cx="143901" cy="143901"/>
            <a:chOff x="0" y="0"/>
            <a:chExt cx="812799" cy="812799"/>
          </a:xfrm>
        </p:grpSpPr>
        <p:sp>
          <p:nvSpPr>
            <p:cNvPr id="495052880" name="Freeform 11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3401705" name="TextBox 11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6656843" name="Group 1121"/>
          <p:cNvGrpSpPr/>
          <p:nvPr/>
        </p:nvGrpSpPr>
        <p:grpSpPr bwMode="auto">
          <a:xfrm>
            <a:off x="6524644" y="4494549"/>
            <a:ext cx="143901" cy="143901"/>
            <a:chOff x="0" y="0"/>
            <a:chExt cx="812799" cy="812799"/>
          </a:xfrm>
        </p:grpSpPr>
        <p:sp>
          <p:nvSpPr>
            <p:cNvPr id="1617391091" name="Freeform 11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0661959" name="TextBox 11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5803763" name="Group 1124"/>
          <p:cNvGrpSpPr/>
          <p:nvPr/>
        </p:nvGrpSpPr>
        <p:grpSpPr bwMode="auto">
          <a:xfrm>
            <a:off x="6716174" y="4494549"/>
            <a:ext cx="143901" cy="143901"/>
            <a:chOff x="0" y="0"/>
            <a:chExt cx="812799" cy="812799"/>
          </a:xfrm>
        </p:grpSpPr>
        <p:sp>
          <p:nvSpPr>
            <p:cNvPr id="1156257653" name="Freeform 11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940134" name="TextBox 11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9049394" name="Group 1127"/>
          <p:cNvGrpSpPr/>
          <p:nvPr/>
        </p:nvGrpSpPr>
        <p:grpSpPr bwMode="auto">
          <a:xfrm>
            <a:off x="6908798" y="4494549"/>
            <a:ext cx="143901" cy="143901"/>
            <a:chOff x="0" y="0"/>
            <a:chExt cx="812799" cy="812799"/>
          </a:xfrm>
        </p:grpSpPr>
        <p:sp>
          <p:nvSpPr>
            <p:cNvPr id="1049702103" name="Freeform 11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780972" name="TextBox 11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414487" name="Group 1130"/>
          <p:cNvGrpSpPr/>
          <p:nvPr/>
        </p:nvGrpSpPr>
        <p:grpSpPr bwMode="auto">
          <a:xfrm>
            <a:off x="7101426" y="4494549"/>
            <a:ext cx="143901" cy="143901"/>
            <a:chOff x="0" y="0"/>
            <a:chExt cx="812799" cy="812799"/>
          </a:xfrm>
        </p:grpSpPr>
        <p:sp>
          <p:nvSpPr>
            <p:cNvPr id="620362063" name="Freeform 11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1011874" name="TextBox 11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111002" name="Group 1133"/>
          <p:cNvGrpSpPr/>
          <p:nvPr/>
        </p:nvGrpSpPr>
        <p:grpSpPr bwMode="auto">
          <a:xfrm>
            <a:off x="4985844" y="4494549"/>
            <a:ext cx="143901" cy="143901"/>
            <a:chOff x="0" y="0"/>
            <a:chExt cx="812799" cy="812799"/>
          </a:xfrm>
        </p:grpSpPr>
        <p:sp>
          <p:nvSpPr>
            <p:cNvPr id="1971029241" name="Freeform 11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953245" name="TextBox 11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7286673" name="Group 1136"/>
          <p:cNvGrpSpPr/>
          <p:nvPr/>
        </p:nvGrpSpPr>
        <p:grpSpPr bwMode="auto">
          <a:xfrm>
            <a:off x="5178467" y="4494549"/>
            <a:ext cx="143901" cy="143901"/>
            <a:chOff x="0" y="0"/>
            <a:chExt cx="812799" cy="812799"/>
          </a:xfrm>
        </p:grpSpPr>
        <p:sp>
          <p:nvSpPr>
            <p:cNvPr id="1198377191" name="Freeform 11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8436303" name="TextBox 11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2799796" name="Group 1139"/>
          <p:cNvGrpSpPr/>
          <p:nvPr/>
        </p:nvGrpSpPr>
        <p:grpSpPr bwMode="auto">
          <a:xfrm>
            <a:off x="5371095" y="4494549"/>
            <a:ext cx="143901" cy="143901"/>
            <a:chOff x="0" y="0"/>
            <a:chExt cx="812799" cy="812799"/>
          </a:xfrm>
        </p:grpSpPr>
        <p:sp>
          <p:nvSpPr>
            <p:cNvPr id="385162019" name="Freeform 11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229461" name="TextBox 11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0045194" name="Group 1142"/>
          <p:cNvGrpSpPr/>
          <p:nvPr/>
        </p:nvGrpSpPr>
        <p:grpSpPr bwMode="auto">
          <a:xfrm>
            <a:off x="5562624" y="4684020"/>
            <a:ext cx="143901" cy="143901"/>
            <a:chOff x="0" y="0"/>
            <a:chExt cx="812799" cy="812799"/>
          </a:xfrm>
        </p:grpSpPr>
        <p:sp>
          <p:nvSpPr>
            <p:cNvPr id="1148202345" name="Freeform 11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484785" name="TextBox 11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358361" name="Group 1145"/>
          <p:cNvGrpSpPr/>
          <p:nvPr/>
        </p:nvGrpSpPr>
        <p:grpSpPr bwMode="auto">
          <a:xfrm>
            <a:off x="5755248" y="4684020"/>
            <a:ext cx="143901" cy="143901"/>
            <a:chOff x="0" y="0"/>
            <a:chExt cx="812799" cy="812799"/>
          </a:xfrm>
        </p:grpSpPr>
        <p:sp>
          <p:nvSpPr>
            <p:cNvPr id="1945506719" name="Freeform 11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442677" name="TextBox 11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5297678" name="Group 1148"/>
          <p:cNvGrpSpPr/>
          <p:nvPr/>
        </p:nvGrpSpPr>
        <p:grpSpPr bwMode="auto">
          <a:xfrm>
            <a:off x="5947869" y="4684020"/>
            <a:ext cx="143901" cy="143901"/>
            <a:chOff x="0" y="0"/>
            <a:chExt cx="812799" cy="812799"/>
          </a:xfrm>
        </p:grpSpPr>
        <p:sp>
          <p:nvSpPr>
            <p:cNvPr id="295189379" name="Freeform 11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6189973" name="TextBox 11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8892834" name="Group 1151"/>
          <p:cNvGrpSpPr/>
          <p:nvPr/>
        </p:nvGrpSpPr>
        <p:grpSpPr bwMode="auto">
          <a:xfrm>
            <a:off x="6139398" y="4684020"/>
            <a:ext cx="143901" cy="143901"/>
            <a:chOff x="0" y="0"/>
            <a:chExt cx="812799" cy="812799"/>
          </a:xfrm>
        </p:grpSpPr>
        <p:sp>
          <p:nvSpPr>
            <p:cNvPr id="1687601896" name="Freeform 11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20220" name="TextBox 11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5534886" name="Group 1154"/>
          <p:cNvGrpSpPr/>
          <p:nvPr/>
        </p:nvGrpSpPr>
        <p:grpSpPr bwMode="auto">
          <a:xfrm>
            <a:off x="6332024" y="4684020"/>
            <a:ext cx="143901" cy="143901"/>
            <a:chOff x="0" y="0"/>
            <a:chExt cx="812799" cy="812799"/>
          </a:xfrm>
        </p:grpSpPr>
        <p:sp>
          <p:nvSpPr>
            <p:cNvPr id="171408626" name="Freeform 11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3196040" name="TextBox 11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6221649" name="Group 1157"/>
          <p:cNvGrpSpPr/>
          <p:nvPr/>
        </p:nvGrpSpPr>
        <p:grpSpPr bwMode="auto">
          <a:xfrm>
            <a:off x="6524644" y="4684020"/>
            <a:ext cx="143901" cy="143901"/>
            <a:chOff x="0" y="0"/>
            <a:chExt cx="812799" cy="812799"/>
          </a:xfrm>
        </p:grpSpPr>
        <p:sp>
          <p:nvSpPr>
            <p:cNvPr id="416944411" name="Freeform 11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8911627" name="TextBox 11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3233107" name="Group 1160"/>
          <p:cNvGrpSpPr/>
          <p:nvPr/>
        </p:nvGrpSpPr>
        <p:grpSpPr bwMode="auto">
          <a:xfrm>
            <a:off x="6716174" y="4684020"/>
            <a:ext cx="143901" cy="143901"/>
            <a:chOff x="0" y="0"/>
            <a:chExt cx="812799" cy="812799"/>
          </a:xfrm>
        </p:grpSpPr>
        <p:sp>
          <p:nvSpPr>
            <p:cNvPr id="1920830153" name="Freeform 11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7078222" name="TextBox 11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3996642" name="Group 1163"/>
          <p:cNvGrpSpPr/>
          <p:nvPr/>
        </p:nvGrpSpPr>
        <p:grpSpPr bwMode="auto">
          <a:xfrm>
            <a:off x="6908798" y="4684020"/>
            <a:ext cx="143901" cy="143901"/>
            <a:chOff x="0" y="0"/>
            <a:chExt cx="812799" cy="812799"/>
          </a:xfrm>
        </p:grpSpPr>
        <p:sp>
          <p:nvSpPr>
            <p:cNvPr id="1498143209" name="Freeform 11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830526" name="TextBox 11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102480" name="Group 1166"/>
          <p:cNvGrpSpPr/>
          <p:nvPr/>
        </p:nvGrpSpPr>
        <p:grpSpPr bwMode="auto">
          <a:xfrm>
            <a:off x="7101426" y="4684020"/>
            <a:ext cx="143901" cy="143901"/>
            <a:chOff x="0" y="0"/>
            <a:chExt cx="812799" cy="812799"/>
          </a:xfrm>
        </p:grpSpPr>
        <p:sp>
          <p:nvSpPr>
            <p:cNvPr id="1425689737" name="Freeform 11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745936" name="TextBox 11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712843" name="Group 1169"/>
          <p:cNvGrpSpPr/>
          <p:nvPr/>
        </p:nvGrpSpPr>
        <p:grpSpPr bwMode="auto">
          <a:xfrm>
            <a:off x="4985844" y="4684020"/>
            <a:ext cx="143901" cy="143901"/>
            <a:chOff x="0" y="0"/>
            <a:chExt cx="812799" cy="812799"/>
          </a:xfrm>
        </p:grpSpPr>
        <p:sp>
          <p:nvSpPr>
            <p:cNvPr id="1138756202" name="Freeform 11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6437998" name="TextBox 11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3066371" name="Group 1172"/>
          <p:cNvGrpSpPr/>
          <p:nvPr/>
        </p:nvGrpSpPr>
        <p:grpSpPr bwMode="auto">
          <a:xfrm>
            <a:off x="5178467" y="4684020"/>
            <a:ext cx="143901" cy="143901"/>
            <a:chOff x="0" y="0"/>
            <a:chExt cx="812799" cy="812799"/>
          </a:xfrm>
        </p:grpSpPr>
        <p:sp>
          <p:nvSpPr>
            <p:cNvPr id="1025052827" name="Freeform 11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3329852" name="TextBox 11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9897321" name="Group 1175"/>
          <p:cNvGrpSpPr/>
          <p:nvPr/>
        </p:nvGrpSpPr>
        <p:grpSpPr bwMode="auto">
          <a:xfrm>
            <a:off x="5371095" y="4684020"/>
            <a:ext cx="143901" cy="143901"/>
            <a:chOff x="0" y="0"/>
            <a:chExt cx="812799" cy="812799"/>
          </a:xfrm>
        </p:grpSpPr>
        <p:sp>
          <p:nvSpPr>
            <p:cNvPr id="845626629" name="Freeform 11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6626136" name="TextBox 11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9105048" name="Group 1178"/>
          <p:cNvGrpSpPr/>
          <p:nvPr/>
        </p:nvGrpSpPr>
        <p:grpSpPr bwMode="auto">
          <a:xfrm>
            <a:off x="4671867" y="584155"/>
            <a:ext cx="2887434" cy="5486400"/>
            <a:chOff x="0" y="0"/>
            <a:chExt cx="1140714" cy="2167465"/>
          </a:xfrm>
        </p:grpSpPr>
        <p:sp>
          <p:nvSpPr>
            <p:cNvPr id="1880749990" name="Freeform 1179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19008723" name="TextBox 1180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1693975" name="Group 1181"/>
          <p:cNvGrpSpPr/>
          <p:nvPr/>
        </p:nvGrpSpPr>
        <p:grpSpPr bwMode="auto">
          <a:xfrm>
            <a:off x="545502" y="584155"/>
            <a:ext cx="2887434" cy="5486400"/>
            <a:chOff x="0" y="0"/>
            <a:chExt cx="1140714" cy="2167465"/>
          </a:xfrm>
        </p:grpSpPr>
        <p:sp>
          <p:nvSpPr>
            <p:cNvPr id="1498661740" name="Freeform 1182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906079162" name="TextBox 1183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7759691" name="Group 1184"/>
          <p:cNvGrpSpPr/>
          <p:nvPr/>
        </p:nvGrpSpPr>
        <p:grpSpPr bwMode="auto">
          <a:xfrm>
            <a:off x="8800275" y="584155"/>
            <a:ext cx="2887434" cy="5486400"/>
            <a:chOff x="0" y="0"/>
            <a:chExt cx="1140714" cy="2167465"/>
          </a:xfrm>
        </p:grpSpPr>
        <p:sp>
          <p:nvSpPr>
            <p:cNvPr id="968062535" name="Freeform 1185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636742957" name="TextBox 1186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6910746" name="Group 1187"/>
          <p:cNvGrpSpPr/>
          <p:nvPr/>
        </p:nvGrpSpPr>
        <p:grpSpPr bwMode="auto">
          <a:xfrm>
            <a:off x="9691029" y="2207788"/>
            <a:ext cx="143901" cy="143901"/>
            <a:chOff x="0" y="0"/>
            <a:chExt cx="812799" cy="812799"/>
          </a:xfrm>
        </p:grpSpPr>
        <p:sp>
          <p:nvSpPr>
            <p:cNvPr id="779618800" name="Freeform 11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2689898" name="TextBox 11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3243906" name="Group 1190"/>
          <p:cNvGrpSpPr/>
          <p:nvPr/>
        </p:nvGrpSpPr>
        <p:grpSpPr bwMode="auto">
          <a:xfrm>
            <a:off x="9883656" y="2207788"/>
            <a:ext cx="143901" cy="143901"/>
            <a:chOff x="0" y="0"/>
            <a:chExt cx="812799" cy="812799"/>
          </a:xfrm>
        </p:grpSpPr>
        <p:sp>
          <p:nvSpPr>
            <p:cNvPr id="2071107268" name="Freeform 11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2141520" name="TextBox 11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7242860" name="Group 1193"/>
          <p:cNvGrpSpPr/>
          <p:nvPr/>
        </p:nvGrpSpPr>
        <p:grpSpPr bwMode="auto">
          <a:xfrm>
            <a:off x="10076277" y="2207788"/>
            <a:ext cx="143901" cy="143901"/>
            <a:chOff x="0" y="0"/>
            <a:chExt cx="812799" cy="812799"/>
          </a:xfrm>
        </p:grpSpPr>
        <p:sp>
          <p:nvSpPr>
            <p:cNvPr id="1431651553" name="Freeform 11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6693810" name="TextBox 11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44299" name="Group 1196"/>
          <p:cNvGrpSpPr/>
          <p:nvPr/>
        </p:nvGrpSpPr>
        <p:grpSpPr bwMode="auto">
          <a:xfrm>
            <a:off x="10267806" y="2207788"/>
            <a:ext cx="143901" cy="143901"/>
            <a:chOff x="0" y="0"/>
            <a:chExt cx="812799" cy="812799"/>
          </a:xfrm>
        </p:grpSpPr>
        <p:sp>
          <p:nvSpPr>
            <p:cNvPr id="974869124" name="Freeform 11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757457" name="TextBox 11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3822658" name="Group 1199"/>
          <p:cNvGrpSpPr/>
          <p:nvPr/>
        </p:nvGrpSpPr>
        <p:grpSpPr bwMode="auto">
          <a:xfrm>
            <a:off x="10460430" y="2207788"/>
            <a:ext cx="143901" cy="143901"/>
            <a:chOff x="0" y="0"/>
            <a:chExt cx="812799" cy="812799"/>
          </a:xfrm>
        </p:grpSpPr>
        <p:sp>
          <p:nvSpPr>
            <p:cNvPr id="326276465" name="Freeform 12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0294163" name="TextBox 12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5505998" name="Group 1202"/>
          <p:cNvGrpSpPr/>
          <p:nvPr/>
        </p:nvGrpSpPr>
        <p:grpSpPr bwMode="auto">
          <a:xfrm>
            <a:off x="10653053" y="2207788"/>
            <a:ext cx="143901" cy="143901"/>
            <a:chOff x="0" y="0"/>
            <a:chExt cx="812799" cy="812799"/>
          </a:xfrm>
        </p:grpSpPr>
        <p:sp>
          <p:nvSpPr>
            <p:cNvPr id="533160983" name="Freeform 12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8945974" name="TextBox 12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7062589" name="Group 1205"/>
          <p:cNvGrpSpPr/>
          <p:nvPr/>
        </p:nvGrpSpPr>
        <p:grpSpPr bwMode="auto">
          <a:xfrm>
            <a:off x="10844581" y="2207788"/>
            <a:ext cx="143901" cy="143901"/>
            <a:chOff x="0" y="0"/>
            <a:chExt cx="812799" cy="812799"/>
          </a:xfrm>
        </p:grpSpPr>
        <p:sp>
          <p:nvSpPr>
            <p:cNvPr id="756021167" name="Freeform 12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663630" name="TextBox 12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8897912" name="Group 1208"/>
          <p:cNvGrpSpPr/>
          <p:nvPr/>
        </p:nvGrpSpPr>
        <p:grpSpPr bwMode="auto">
          <a:xfrm>
            <a:off x="11037207" y="2207788"/>
            <a:ext cx="143901" cy="143901"/>
            <a:chOff x="0" y="0"/>
            <a:chExt cx="812799" cy="812799"/>
          </a:xfrm>
        </p:grpSpPr>
        <p:sp>
          <p:nvSpPr>
            <p:cNvPr id="1064864526" name="Freeform 12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46809552" name="TextBox 12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5282101" name="Group 1211"/>
          <p:cNvGrpSpPr/>
          <p:nvPr/>
        </p:nvGrpSpPr>
        <p:grpSpPr bwMode="auto">
          <a:xfrm>
            <a:off x="11229831" y="2207788"/>
            <a:ext cx="143901" cy="143901"/>
            <a:chOff x="0" y="0"/>
            <a:chExt cx="812799" cy="812799"/>
          </a:xfrm>
        </p:grpSpPr>
        <p:sp>
          <p:nvSpPr>
            <p:cNvPr id="373920961" name="Freeform 12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282724" name="TextBox 12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2675424" name="Group 1214"/>
          <p:cNvGrpSpPr/>
          <p:nvPr/>
        </p:nvGrpSpPr>
        <p:grpSpPr bwMode="auto">
          <a:xfrm>
            <a:off x="9114255" y="2207788"/>
            <a:ext cx="143901" cy="143901"/>
            <a:chOff x="0" y="0"/>
            <a:chExt cx="812799" cy="812799"/>
          </a:xfrm>
        </p:grpSpPr>
        <p:sp>
          <p:nvSpPr>
            <p:cNvPr id="1393045198" name="Freeform 12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6974008" name="TextBox 12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9799516" name="Group 1217"/>
          <p:cNvGrpSpPr/>
          <p:nvPr/>
        </p:nvGrpSpPr>
        <p:grpSpPr bwMode="auto">
          <a:xfrm>
            <a:off x="9306876" y="2207788"/>
            <a:ext cx="143901" cy="143901"/>
            <a:chOff x="0" y="0"/>
            <a:chExt cx="812799" cy="812799"/>
          </a:xfrm>
        </p:grpSpPr>
        <p:sp>
          <p:nvSpPr>
            <p:cNvPr id="346572973" name="Freeform 12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03689115" name="TextBox 12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1679710" name="Group 1220"/>
          <p:cNvGrpSpPr/>
          <p:nvPr/>
        </p:nvGrpSpPr>
        <p:grpSpPr bwMode="auto">
          <a:xfrm>
            <a:off x="9499500" y="2207788"/>
            <a:ext cx="143901" cy="143901"/>
            <a:chOff x="0" y="0"/>
            <a:chExt cx="812799" cy="812799"/>
          </a:xfrm>
        </p:grpSpPr>
        <p:sp>
          <p:nvSpPr>
            <p:cNvPr id="1375153015" name="Freeform 12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6342763" name="TextBox 12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1915494" name="Group 1223"/>
          <p:cNvGrpSpPr/>
          <p:nvPr/>
        </p:nvGrpSpPr>
        <p:grpSpPr bwMode="auto">
          <a:xfrm>
            <a:off x="9691029" y="2397260"/>
            <a:ext cx="143901" cy="143901"/>
            <a:chOff x="0" y="0"/>
            <a:chExt cx="812799" cy="812799"/>
          </a:xfrm>
        </p:grpSpPr>
        <p:sp>
          <p:nvSpPr>
            <p:cNvPr id="1931928721" name="Freeform 12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329306" name="TextBox 12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98554919" name="Group 1226"/>
          <p:cNvGrpSpPr/>
          <p:nvPr/>
        </p:nvGrpSpPr>
        <p:grpSpPr bwMode="auto">
          <a:xfrm>
            <a:off x="9883656" y="2397260"/>
            <a:ext cx="143901" cy="143901"/>
            <a:chOff x="0" y="0"/>
            <a:chExt cx="812799" cy="812799"/>
          </a:xfrm>
        </p:grpSpPr>
        <p:sp>
          <p:nvSpPr>
            <p:cNvPr id="1856007006" name="Freeform 12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1736414" name="TextBox 12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4748210" name="Group 1229"/>
          <p:cNvGrpSpPr/>
          <p:nvPr/>
        </p:nvGrpSpPr>
        <p:grpSpPr bwMode="auto">
          <a:xfrm>
            <a:off x="10076277" y="2397260"/>
            <a:ext cx="143901" cy="143901"/>
            <a:chOff x="0" y="0"/>
            <a:chExt cx="812799" cy="812799"/>
          </a:xfrm>
        </p:grpSpPr>
        <p:sp>
          <p:nvSpPr>
            <p:cNvPr id="202857397" name="Freeform 12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6923563" name="TextBox 12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8841833" name="Group 1232"/>
          <p:cNvGrpSpPr/>
          <p:nvPr/>
        </p:nvGrpSpPr>
        <p:grpSpPr bwMode="auto">
          <a:xfrm>
            <a:off x="10267806" y="2397260"/>
            <a:ext cx="143901" cy="143901"/>
            <a:chOff x="0" y="0"/>
            <a:chExt cx="812799" cy="812799"/>
          </a:xfrm>
        </p:grpSpPr>
        <p:sp>
          <p:nvSpPr>
            <p:cNvPr id="328320646" name="Freeform 12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0613745" name="TextBox 12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5196830" name="Group 1235"/>
          <p:cNvGrpSpPr/>
          <p:nvPr/>
        </p:nvGrpSpPr>
        <p:grpSpPr bwMode="auto">
          <a:xfrm>
            <a:off x="10460430" y="2397260"/>
            <a:ext cx="143901" cy="143901"/>
            <a:chOff x="0" y="0"/>
            <a:chExt cx="812799" cy="812799"/>
          </a:xfrm>
        </p:grpSpPr>
        <p:sp>
          <p:nvSpPr>
            <p:cNvPr id="1057888913" name="Freeform 12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5421365" name="TextBox 12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8787380" name="Group 1238"/>
          <p:cNvGrpSpPr/>
          <p:nvPr/>
        </p:nvGrpSpPr>
        <p:grpSpPr bwMode="auto">
          <a:xfrm>
            <a:off x="10653053" y="2397260"/>
            <a:ext cx="143901" cy="143901"/>
            <a:chOff x="0" y="0"/>
            <a:chExt cx="812799" cy="812799"/>
          </a:xfrm>
        </p:grpSpPr>
        <p:sp>
          <p:nvSpPr>
            <p:cNvPr id="424023843" name="Freeform 12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501954" name="TextBox 12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4516677" name="Group 1241"/>
          <p:cNvGrpSpPr/>
          <p:nvPr/>
        </p:nvGrpSpPr>
        <p:grpSpPr bwMode="auto">
          <a:xfrm>
            <a:off x="10844581" y="2397260"/>
            <a:ext cx="143901" cy="143901"/>
            <a:chOff x="0" y="0"/>
            <a:chExt cx="812799" cy="812799"/>
          </a:xfrm>
        </p:grpSpPr>
        <p:sp>
          <p:nvSpPr>
            <p:cNvPr id="679473024" name="Freeform 12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750938" name="TextBox 12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0416832" name="Group 1244"/>
          <p:cNvGrpSpPr/>
          <p:nvPr/>
        </p:nvGrpSpPr>
        <p:grpSpPr bwMode="auto">
          <a:xfrm>
            <a:off x="11037207" y="2397260"/>
            <a:ext cx="143901" cy="143901"/>
            <a:chOff x="0" y="0"/>
            <a:chExt cx="812799" cy="812799"/>
          </a:xfrm>
        </p:grpSpPr>
        <p:sp>
          <p:nvSpPr>
            <p:cNvPr id="602329002" name="Freeform 12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6157386" name="TextBox 12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8519547" name="Group 1247"/>
          <p:cNvGrpSpPr/>
          <p:nvPr/>
        </p:nvGrpSpPr>
        <p:grpSpPr bwMode="auto">
          <a:xfrm>
            <a:off x="11229831" y="2397260"/>
            <a:ext cx="143901" cy="143901"/>
            <a:chOff x="0" y="0"/>
            <a:chExt cx="812799" cy="812799"/>
          </a:xfrm>
        </p:grpSpPr>
        <p:sp>
          <p:nvSpPr>
            <p:cNvPr id="557885659" name="Freeform 12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352766" name="TextBox 12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9328554" name="Group 1250"/>
          <p:cNvGrpSpPr/>
          <p:nvPr/>
        </p:nvGrpSpPr>
        <p:grpSpPr bwMode="auto">
          <a:xfrm>
            <a:off x="9114255" y="2397260"/>
            <a:ext cx="143901" cy="143901"/>
            <a:chOff x="0" y="0"/>
            <a:chExt cx="812799" cy="812799"/>
          </a:xfrm>
        </p:grpSpPr>
        <p:sp>
          <p:nvSpPr>
            <p:cNvPr id="168267938" name="Freeform 12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7991414" name="TextBox 12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9562417" name="Group 1253"/>
          <p:cNvGrpSpPr/>
          <p:nvPr/>
        </p:nvGrpSpPr>
        <p:grpSpPr bwMode="auto">
          <a:xfrm>
            <a:off x="9306876" y="2397260"/>
            <a:ext cx="143901" cy="143901"/>
            <a:chOff x="0" y="0"/>
            <a:chExt cx="812799" cy="812799"/>
          </a:xfrm>
        </p:grpSpPr>
        <p:sp>
          <p:nvSpPr>
            <p:cNvPr id="763628040" name="Freeform 12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236776" name="TextBox 12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2546515" name="Group 1256"/>
          <p:cNvGrpSpPr/>
          <p:nvPr/>
        </p:nvGrpSpPr>
        <p:grpSpPr bwMode="auto">
          <a:xfrm>
            <a:off x="9499500" y="2397260"/>
            <a:ext cx="143901" cy="143901"/>
            <a:chOff x="0" y="0"/>
            <a:chExt cx="812799" cy="812799"/>
          </a:xfrm>
        </p:grpSpPr>
        <p:sp>
          <p:nvSpPr>
            <p:cNvPr id="1107560456" name="Freeform 12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3781333" name="TextBox 12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8023894" name="Group 1259"/>
          <p:cNvGrpSpPr/>
          <p:nvPr/>
        </p:nvGrpSpPr>
        <p:grpSpPr bwMode="auto">
          <a:xfrm>
            <a:off x="9691029" y="2588788"/>
            <a:ext cx="143901" cy="143901"/>
            <a:chOff x="0" y="0"/>
            <a:chExt cx="812799" cy="812799"/>
          </a:xfrm>
        </p:grpSpPr>
        <p:sp>
          <p:nvSpPr>
            <p:cNvPr id="168136404" name="Freeform 12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40725803" name="TextBox 12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851343" name="Group 1262"/>
          <p:cNvGrpSpPr/>
          <p:nvPr/>
        </p:nvGrpSpPr>
        <p:grpSpPr bwMode="auto">
          <a:xfrm>
            <a:off x="9883656" y="2588788"/>
            <a:ext cx="143901" cy="143901"/>
            <a:chOff x="0" y="0"/>
            <a:chExt cx="812799" cy="812799"/>
          </a:xfrm>
        </p:grpSpPr>
        <p:sp>
          <p:nvSpPr>
            <p:cNvPr id="516617798" name="Freeform 12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8782184" name="TextBox 12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9013560" name="Group 1265"/>
          <p:cNvGrpSpPr/>
          <p:nvPr/>
        </p:nvGrpSpPr>
        <p:grpSpPr bwMode="auto">
          <a:xfrm>
            <a:off x="10076277" y="2588788"/>
            <a:ext cx="143901" cy="143901"/>
            <a:chOff x="0" y="0"/>
            <a:chExt cx="812799" cy="812799"/>
          </a:xfrm>
        </p:grpSpPr>
        <p:sp>
          <p:nvSpPr>
            <p:cNvPr id="701464230" name="Freeform 12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379019" name="TextBox 12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5999731" name="Group 1268"/>
          <p:cNvGrpSpPr/>
          <p:nvPr/>
        </p:nvGrpSpPr>
        <p:grpSpPr bwMode="auto">
          <a:xfrm>
            <a:off x="10267806" y="2588788"/>
            <a:ext cx="143901" cy="143901"/>
            <a:chOff x="0" y="0"/>
            <a:chExt cx="812799" cy="812799"/>
          </a:xfrm>
        </p:grpSpPr>
        <p:sp>
          <p:nvSpPr>
            <p:cNvPr id="1006927899" name="Freeform 12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925450" name="TextBox 12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7635744" name="Group 1271"/>
          <p:cNvGrpSpPr/>
          <p:nvPr/>
        </p:nvGrpSpPr>
        <p:grpSpPr bwMode="auto">
          <a:xfrm>
            <a:off x="10460430" y="2588788"/>
            <a:ext cx="143901" cy="143901"/>
            <a:chOff x="0" y="0"/>
            <a:chExt cx="812799" cy="812799"/>
          </a:xfrm>
        </p:grpSpPr>
        <p:sp>
          <p:nvSpPr>
            <p:cNvPr id="1247827451" name="Freeform 12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0822230" name="TextBox 12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2683569" name="Group 1274"/>
          <p:cNvGrpSpPr/>
          <p:nvPr/>
        </p:nvGrpSpPr>
        <p:grpSpPr bwMode="auto">
          <a:xfrm>
            <a:off x="10653053" y="2588788"/>
            <a:ext cx="143901" cy="143901"/>
            <a:chOff x="0" y="0"/>
            <a:chExt cx="812799" cy="812799"/>
          </a:xfrm>
        </p:grpSpPr>
        <p:sp>
          <p:nvSpPr>
            <p:cNvPr id="699490507" name="Freeform 12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964691" name="TextBox 12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449060" name="Group 1277"/>
          <p:cNvGrpSpPr/>
          <p:nvPr/>
        </p:nvGrpSpPr>
        <p:grpSpPr bwMode="auto">
          <a:xfrm>
            <a:off x="10844581" y="2588788"/>
            <a:ext cx="143901" cy="143901"/>
            <a:chOff x="0" y="0"/>
            <a:chExt cx="812799" cy="812799"/>
          </a:xfrm>
        </p:grpSpPr>
        <p:sp>
          <p:nvSpPr>
            <p:cNvPr id="1680146895" name="Freeform 12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6553400" name="TextBox 12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3209113" name="Group 1280"/>
          <p:cNvGrpSpPr/>
          <p:nvPr/>
        </p:nvGrpSpPr>
        <p:grpSpPr bwMode="auto">
          <a:xfrm>
            <a:off x="11037207" y="2588788"/>
            <a:ext cx="143901" cy="143901"/>
            <a:chOff x="0" y="0"/>
            <a:chExt cx="812799" cy="812799"/>
          </a:xfrm>
        </p:grpSpPr>
        <p:sp>
          <p:nvSpPr>
            <p:cNvPr id="729616238" name="Freeform 12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0420554" name="TextBox 12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5016217" name="Group 1283"/>
          <p:cNvGrpSpPr/>
          <p:nvPr/>
        </p:nvGrpSpPr>
        <p:grpSpPr bwMode="auto">
          <a:xfrm>
            <a:off x="11229831" y="2588788"/>
            <a:ext cx="143901" cy="143901"/>
            <a:chOff x="0" y="0"/>
            <a:chExt cx="812799" cy="812799"/>
          </a:xfrm>
        </p:grpSpPr>
        <p:sp>
          <p:nvSpPr>
            <p:cNvPr id="858428422" name="Freeform 12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7989736" name="TextBox 12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8604792" name="Group 1286"/>
          <p:cNvGrpSpPr/>
          <p:nvPr/>
        </p:nvGrpSpPr>
        <p:grpSpPr bwMode="auto">
          <a:xfrm>
            <a:off x="9114255" y="2588788"/>
            <a:ext cx="143901" cy="143901"/>
            <a:chOff x="0" y="0"/>
            <a:chExt cx="812799" cy="812799"/>
          </a:xfrm>
        </p:grpSpPr>
        <p:sp>
          <p:nvSpPr>
            <p:cNvPr id="2010333895" name="Freeform 12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85610" name="TextBox 12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9916532" name="Group 1289"/>
          <p:cNvGrpSpPr/>
          <p:nvPr/>
        </p:nvGrpSpPr>
        <p:grpSpPr bwMode="auto">
          <a:xfrm>
            <a:off x="9306876" y="2588788"/>
            <a:ext cx="143901" cy="143901"/>
            <a:chOff x="0" y="0"/>
            <a:chExt cx="812799" cy="812799"/>
          </a:xfrm>
        </p:grpSpPr>
        <p:sp>
          <p:nvSpPr>
            <p:cNvPr id="561394381" name="Freeform 12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1900134" name="TextBox 12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0188523" name="Group 1292"/>
          <p:cNvGrpSpPr/>
          <p:nvPr/>
        </p:nvGrpSpPr>
        <p:grpSpPr bwMode="auto">
          <a:xfrm>
            <a:off x="9499500" y="2588788"/>
            <a:ext cx="143901" cy="143901"/>
            <a:chOff x="0" y="0"/>
            <a:chExt cx="812799" cy="812799"/>
          </a:xfrm>
        </p:grpSpPr>
        <p:sp>
          <p:nvSpPr>
            <p:cNvPr id="1635984557" name="Freeform 12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2147479" name="TextBox 12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7953333" name="Group 1295"/>
          <p:cNvGrpSpPr/>
          <p:nvPr/>
        </p:nvGrpSpPr>
        <p:grpSpPr bwMode="auto">
          <a:xfrm>
            <a:off x="9691029" y="2778259"/>
            <a:ext cx="143901" cy="143901"/>
            <a:chOff x="0" y="0"/>
            <a:chExt cx="812799" cy="812799"/>
          </a:xfrm>
        </p:grpSpPr>
        <p:sp>
          <p:nvSpPr>
            <p:cNvPr id="1751726895" name="Freeform 12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6006401" name="TextBox 12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0852218" name="Group 1298"/>
          <p:cNvGrpSpPr/>
          <p:nvPr/>
        </p:nvGrpSpPr>
        <p:grpSpPr bwMode="auto">
          <a:xfrm>
            <a:off x="9883656" y="2778259"/>
            <a:ext cx="143901" cy="143901"/>
            <a:chOff x="0" y="0"/>
            <a:chExt cx="812799" cy="812799"/>
          </a:xfrm>
        </p:grpSpPr>
        <p:sp>
          <p:nvSpPr>
            <p:cNvPr id="816124339" name="Freeform 12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9684091" name="TextBox 13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7147359" name="Group 1301"/>
          <p:cNvGrpSpPr/>
          <p:nvPr/>
        </p:nvGrpSpPr>
        <p:grpSpPr bwMode="auto">
          <a:xfrm>
            <a:off x="10076277" y="2778259"/>
            <a:ext cx="143901" cy="143901"/>
            <a:chOff x="0" y="0"/>
            <a:chExt cx="812799" cy="812799"/>
          </a:xfrm>
        </p:grpSpPr>
        <p:sp>
          <p:nvSpPr>
            <p:cNvPr id="2085092683" name="Freeform 13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6427597" name="TextBox 13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8057542" name="Group 1304"/>
          <p:cNvGrpSpPr/>
          <p:nvPr/>
        </p:nvGrpSpPr>
        <p:grpSpPr bwMode="auto">
          <a:xfrm>
            <a:off x="10267806" y="2778259"/>
            <a:ext cx="143901" cy="143901"/>
            <a:chOff x="0" y="0"/>
            <a:chExt cx="812799" cy="812799"/>
          </a:xfrm>
        </p:grpSpPr>
        <p:sp>
          <p:nvSpPr>
            <p:cNvPr id="2051517880" name="Freeform 13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2138462" name="TextBox 13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0755091" name="Group 1307"/>
          <p:cNvGrpSpPr/>
          <p:nvPr/>
        </p:nvGrpSpPr>
        <p:grpSpPr bwMode="auto">
          <a:xfrm>
            <a:off x="10460430" y="2778259"/>
            <a:ext cx="143901" cy="143901"/>
            <a:chOff x="0" y="0"/>
            <a:chExt cx="812799" cy="812799"/>
          </a:xfrm>
        </p:grpSpPr>
        <p:sp>
          <p:nvSpPr>
            <p:cNvPr id="630221808" name="Freeform 13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2112576" name="TextBox 13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8041889" name="Group 1310"/>
          <p:cNvGrpSpPr/>
          <p:nvPr/>
        </p:nvGrpSpPr>
        <p:grpSpPr bwMode="auto">
          <a:xfrm>
            <a:off x="10653053" y="2778259"/>
            <a:ext cx="143901" cy="143901"/>
            <a:chOff x="0" y="0"/>
            <a:chExt cx="812799" cy="812799"/>
          </a:xfrm>
        </p:grpSpPr>
        <p:sp>
          <p:nvSpPr>
            <p:cNvPr id="437321913" name="Freeform 13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0226523" name="TextBox 13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9690128" name="Group 1313"/>
          <p:cNvGrpSpPr/>
          <p:nvPr/>
        </p:nvGrpSpPr>
        <p:grpSpPr bwMode="auto">
          <a:xfrm>
            <a:off x="10844581" y="2778259"/>
            <a:ext cx="143901" cy="143901"/>
            <a:chOff x="0" y="0"/>
            <a:chExt cx="812799" cy="812799"/>
          </a:xfrm>
        </p:grpSpPr>
        <p:sp>
          <p:nvSpPr>
            <p:cNvPr id="899166671" name="Freeform 13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525222" name="TextBox 13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7925884" name="Group 1316"/>
          <p:cNvGrpSpPr/>
          <p:nvPr/>
        </p:nvGrpSpPr>
        <p:grpSpPr bwMode="auto">
          <a:xfrm>
            <a:off x="11037207" y="2778259"/>
            <a:ext cx="143901" cy="143901"/>
            <a:chOff x="0" y="0"/>
            <a:chExt cx="812799" cy="812799"/>
          </a:xfrm>
        </p:grpSpPr>
        <p:sp>
          <p:nvSpPr>
            <p:cNvPr id="1601002935" name="Freeform 13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751953" name="TextBox 13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0357256" name="Group 1319"/>
          <p:cNvGrpSpPr/>
          <p:nvPr/>
        </p:nvGrpSpPr>
        <p:grpSpPr bwMode="auto">
          <a:xfrm>
            <a:off x="11229831" y="2778259"/>
            <a:ext cx="143901" cy="143901"/>
            <a:chOff x="0" y="0"/>
            <a:chExt cx="812799" cy="812799"/>
          </a:xfrm>
        </p:grpSpPr>
        <p:sp>
          <p:nvSpPr>
            <p:cNvPr id="66530517" name="Freeform 13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3275614" name="TextBox 13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7353242" name="Group 1322"/>
          <p:cNvGrpSpPr/>
          <p:nvPr/>
        </p:nvGrpSpPr>
        <p:grpSpPr bwMode="auto">
          <a:xfrm>
            <a:off x="9114255" y="2778259"/>
            <a:ext cx="143901" cy="143901"/>
            <a:chOff x="0" y="0"/>
            <a:chExt cx="812799" cy="812799"/>
          </a:xfrm>
        </p:grpSpPr>
        <p:sp>
          <p:nvSpPr>
            <p:cNvPr id="947801190" name="Freeform 13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615030" name="TextBox 13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8545920" name="Group 1325"/>
          <p:cNvGrpSpPr/>
          <p:nvPr/>
        </p:nvGrpSpPr>
        <p:grpSpPr bwMode="auto">
          <a:xfrm>
            <a:off x="9306876" y="2778259"/>
            <a:ext cx="143901" cy="143901"/>
            <a:chOff x="0" y="0"/>
            <a:chExt cx="812799" cy="812799"/>
          </a:xfrm>
        </p:grpSpPr>
        <p:sp>
          <p:nvSpPr>
            <p:cNvPr id="651439930" name="Freeform 13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5687797" name="TextBox 13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6118197" name="Group 1328"/>
          <p:cNvGrpSpPr/>
          <p:nvPr/>
        </p:nvGrpSpPr>
        <p:grpSpPr bwMode="auto">
          <a:xfrm>
            <a:off x="9499500" y="2778259"/>
            <a:ext cx="143901" cy="143901"/>
            <a:chOff x="0" y="0"/>
            <a:chExt cx="812799" cy="812799"/>
          </a:xfrm>
        </p:grpSpPr>
        <p:sp>
          <p:nvSpPr>
            <p:cNvPr id="1871357782" name="Freeform 13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4960977" name="TextBox 13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9006851" name="Group 1331"/>
          <p:cNvGrpSpPr/>
          <p:nvPr/>
        </p:nvGrpSpPr>
        <p:grpSpPr bwMode="auto">
          <a:xfrm>
            <a:off x="9691029" y="2969787"/>
            <a:ext cx="143901" cy="143901"/>
            <a:chOff x="0" y="0"/>
            <a:chExt cx="812799" cy="812799"/>
          </a:xfrm>
        </p:grpSpPr>
        <p:sp>
          <p:nvSpPr>
            <p:cNvPr id="2091707256" name="Freeform 13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5413616" name="TextBox 13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8432289" name="Group 1334"/>
          <p:cNvGrpSpPr/>
          <p:nvPr/>
        </p:nvGrpSpPr>
        <p:grpSpPr bwMode="auto">
          <a:xfrm>
            <a:off x="9883656" y="2969787"/>
            <a:ext cx="143901" cy="143901"/>
            <a:chOff x="0" y="0"/>
            <a:chExt cx="812799" cy="812799"/>
          </a:xfrm>
        </p:grpSpPr>
        <p:sp>
          <p:nvSpPr>
            <p:cNvPr id="1503020724" name="Freeform 13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2272262" name="TextBox 13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6516746" name="Group 1337"/>
          <p:cNvGrpSpPr/>
          <p:nvPr/>
        </p:nvGrpSpPr>
        <p:grpSpPr bwMode="auto">
          <a:xfrm>
            <a:off x="10076277" y="2969787"/>
            <a:ext cx="143901" cy="143901"/>
            <a:chOff x="0" y="0"/>
            <a:chExt cx="812799" cy="812799"/>
          </a:xfrm>
        </p:grpSpPr>
        <p:sp>
          <p:nvSpPr>
            <p:cNvPr id="200185807" name="Freeform 13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960878" name="TextBox 13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7144773" name="Group 1340"/>
          <p:cNvGrpSpPr/>
          <p:nvPr/>
        </p:nvGrpSpPr>
        <p:grpSpPr bwMode="auto">
          <a:xfrm>
            <a:off x="10267806" y="2969787"/>
            <a:ext cx="143901" cy="143901"/>
            <a:chOff x="0" y="0"/>
            <a:chExt cx="812799" cy="812799"/>
          </a:xfrm>
        </p:grpSpPr>
        <p:sp>
          <p:nvSpPr>
            <p:cNvPr id="1798994933" name="Freeform 13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6467617" name="TextBox 13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8905004" name="Group 1343"/>
          <p:cNvGrpSpPr/>
          <p:nvPr/>
        </p:nvGrpSpPr>
        <p:grpSpPr bwMode="auto">
          <a:xfrm>
            <a:off x="10460430" y="2969787"/>
            <a:ext cx="143901" cy="143901"/>
            <a:chOff x="0" y="0"/>
            <a:chExt cx="812799" cy="812799"/>
          </a:xfrm>
        </p:grpSpPr>
        <p:sp>
          <p:nvSpPr>
            <p:cNvPr id="1932663239" name="Freeform 13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994876" name="TextBox 13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4503743" name="Group 1346"/>
          <p:cNvGrpSpPr/>
          <p:nvPr/>
        </p:nvGrpSpPr>
        <p:grpSpPr bwMode="auto">
          <a:xfrm>
            <a:off x="10653053" y="2969787"/>
            <a:ext cx="143901" cy="143901"/>
            <a:chOff x="0" y="0"/>
            <a:chExt cx="812799" cy="812799"/>
          </a:xfrm>
        </p:grpSpPr>
        <p:sp>
          <p:nvSpPr>
            <p:cNvPr id="2143419837" name="Freeform 13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7991450" name="TextBox 13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419733" name="Group 1349"/>
          <p:cNvGrpSpPr/>
          <p:nvPr/>
        </p:nvGrpSpPr>
        <p:grpSpPr bwMode="auto">
          <a:xfrm>
            <a:off x="10844581" y="2969787"/>
            <a:ext cx="143901" cy="143901"/>
            <a:chOff x="0" y="0"/>
            <a:chExt cx="812799" cy="812799"/>
          </a:xfrm>
        </p:grpSpPr>
        <p:sp>
          <p:nvSpPr>
            <p:cNvPr id="1742615329" name="Freeform 13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933139" name="TextBox 13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0999773" name="Group 1352"/>
          <p:cNvGrpSpPr/>
          <p:nvPr/>
        </p:nvGrpSpPr>
        <p:grpSpPr bwMode="auto">
          <a:xfrm>
            <a:off x="11037207" y="2969787"/>
            <a:ext cx="143901" cy="143901"/>
            <a:chOff x="0" y="0"/>
            <a:chExt cx="812799" cy="812799"/>
          </a:xfrm>
        </p:grpSpPr>
        <p:sp>
          <p:nvSpPr>
            <p:cNvPr id="1945862685" name="Freeform 13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382342" name="TextBox 13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1406435" name="Group 1355"/>
          <p:cNvGrpSpPr/>
          <p:nvPr/>
        </p:nvGrpSpPr>
        <p:grpSpPr bwMode="auto">
          <a:xfrm>
            <a:off x="11229831" y="2969787"/>
            <a:ext cx="143901" cy="143901"/>
            <a:chOff x="0" y="0"/>
            <a:chExt cx="812799" cy="812799"/>
          </a:xfrm>
        </p:grpSpPr>
        <p:sp>
          <p:nvSpPr>
            <p:cNvPr id="1400981335" name="Freeform 13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7995110" name="TextBox 13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0100512" name="Group 1358"/>
          <p:cNvGrpSpPr/>
          <p:nvPr/>
        </p:nvGrpSpPr>
        <p:grpSpPr bwMode="auto">
          <a:xfrm>
            <a:off x="9114255" y="2969787"/>
            <a:ext cx="143901" cy="143901"/>
            <a:chOff x="0" y="0"/>
            <a:chExt cx="812799" cy="812799"/>
          </a:xfrm>
        </p:grpSpPr>
        <p:sp>
          <p:nvSpPr>
            <p:cNvPr id="451018709" name="Freeform 13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843479" name="TextBox 13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5340573" name="Group 1361"/>
          <p:cNvGrpSpPr/>
          <p:nvPr/>
        </p:nvGrpSpPr>
        <p:grpSpPr bwMode="auto">
          <a:xfrm>
            <a:off x="9306876" y="2969787"/>
            <a:ext cx="143901" cy="143901"/>
            <a:chOff x="0" y="0"/>
            <a:chExt cx="812799" cy="812799"/>
          </a:xfrm>
        </p:grpSpPr>
        <p:sp>
          <p:nvSpPr>
            <p:cNvPr id="1859474495" name="Freeform 13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0376425" name="TextBox 13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9868278" name="Group 1364"/>
          <p:cNvGrpSpPr/>
          <p:nvPr/>
        </p:nvGrpSpPr>
        <p:grpSpPr bwMode="auto">
          <a:xfrm>
            <a:off x="9499500" y="2969787"/>
            <a:ext cx="143901" cy="143901"/>
            <a:chOff x="0" y="0"/>
            <a:chExt cx="812799" cy="812799"/>
          </a:xfrm>
        </p:grpSpPr>
        <p:sp>
          <p:nvSpPr>
            <p:cNvPr id="343420437" name="Freeform 13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35980452" name="TextBox 13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9976730" name="Group 1367"/>
          <p:cNvGrpSpPr/>
          <p:nvPr/>
        </p:nvGrpSpPr>
        <p:grpSpPr bwMode="auto">
          <a:xfrm>
            <a:off x="9691029" y="3159260"/>
            <a:ext cx="143901" cy="143901"/>
            <a:chOff x="0" y="0"/>
            <a:chExt cx="812799" cy="812799"/>
          </a:xfrm>
        </p:grpSpPr>
        <p:sp>
          <p:nvSpPr>
            <p:cNvPr id="1235764108" name="Freeform 13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8594386" name="TextBox 13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229204" name="Group 1370"/>
          <p:cNvGrpSpPr/>
          <p:nvPr/>
        </p:nvGrpSpPr>
        <p:grpSpPr bwMode="auto">
          <a:xfrm>
            <a:off x="9883656" y="3159260"/>
            <a:ext cx="143901" cy="143901"/>
            <a:chOff x="0" y="0"/>
            <a:chExt cx="812799" cy="812799"/>
          </a:xfrm>
        </p:grpSpPr>
        <p:sp>
          <p:nvSpPr>
            <p:cNvPr id="1202135029" name="Freeform 13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6641688" name="TextBox 13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60881100" name="Group 1373"/>
          <p:cNvGrpSpPr/>
          <p:nvPr/>
        </p:nvGrpSpPr>
        <p:grpSpPr bwMode="auto">
          <a:xfrm>
            <a:off x="10076277" y="3159260"/>
            <a:ext cx="143901" cy="143901"/>
            <a:chOff x="0" y="0"/>
            <a:chExt cx="812799" cy="812799"/>
          </a:xfrm>
        </p:grpSpPr>
        <p:sp>
          <p:nvSpPr>
            <p:cNvPr id="888456675" name="Freeform 13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8054587" name="TextBox 13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6476002" name="Group 1376"/>
          <p:cNvGrpSpPr/>
          <p:nvPr/>
        </p:nvGrpSpPr>
        <p:grpSpPr bwMode="auto">
          <a:xfrm>
            <a:off x="10267806" y="3159260"/>
            <a:ext cx="143901" cy="143901"/>
            <a:chOff x="0" y="0"/>
            <a:chExt cx="812799" cy="812799"/>
          </a:xfrm>
        </p:grpSpPr>
        <p:sp>
          <p:nvSpPr>
            <p:cNvPr id="1997043592" name="Freeform 13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9873221" name="TextBox 13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2921401" name="Group 1379"/>
          <p:cNvGrpSpPr/>
          <p:nvPr/>
        </p:nvGrpSpPr>
        <p:grpSpPr bwMode="auto">
          <a:xfrm>
            <a:off x="10460430" y="3159260"/>
            <a:ext cx="143901" cy="143901"/>
            <a:chOff x="0" y="0"/>
            <a:chExt cx="812799" cy="812799"/>
          </a:xfrm>
        </p:grpSpPr>
        <p:sp>
          <p:nvSpPr>
            <p:cNvPr id="2128917225" name="Freeform 13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93428" name="TextBox 13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7616850" name="Group 1382"/>
          <p:cNvGrpSpPr/>
          <p:nvPr/>
        </p:nvGrpSpPr>
        <p:grpSpPr bwMode="auto">
          <a:xfrm>
            <a:off x="10653053" y="3159260"/>
            <a:ext cx="143901" cy="143901"/>
            <a:chOff x="0" y="0"/>
            <a:chExt cx="812799" cy="812799"/>
          </a:xfrm>
        </p:grpSpPr>
        <p:sp>
          <p:nvSpPr>
            <p:cNvPr id="463405132" name="Freeform 13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7291179" name="TextBox 13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1253291" name="Group 1385"/>
          <p:cNvGrpSpPr/>
          <p:nvPr/>
        </p:nvGrpSpPr>
        <p:grpSpPr bwMode="auto">
          <a:xfrm>
            <a:off x="10844581" y="3159260"/>
            <a:ext cx="143901" cy="143901"/>
            <a:chOff x="0" y="0"/>
            <a:chExt cx="812799" cy="812799"/>
          </a:xfrm>
        </p:grpSpPr>
        <p:sp>
          <p:nvSpPr>
            <p:cNvPr id="1343121826" name="Freeform 13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2070891" name="TextBox 13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9298104" name="Group 1388"/>
          <p:cNvGrpSpPr/>
          <p:nvPr/>
        </p:nvGrpSpPr>
        <p:grpSpPr bwMode="auto">
          <a:xfrm>
            <a:off x="11037207" y="3159260"/>
            <a:ext cx="143901" cy="143901"/>
            <a:chOff x="0" y="0"/>
            <a:chExt cx="812799" cy="812799"/>
          </a:xfrm>
        </p:grpSpPr>
        <p:sp>
          <p:nvSpPr>
            <p:cNvPr id="1486485181" name="Freeform 13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753039" name="TextBox 13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0796933" name="Group 1391"/>
          <p:cNvGrpSpPr/>
          <p:nvPr/>
        </p:nvGrpSpPr>
        <p:grpSpPr bwMode="auto">
          <a:xfrm>
            <a:off x="11229831" y="3159260"/>
            <a:ext cx="143901" cy="143901"/>
            <a:chOff x="0" y="0"/>
            <a:chExt cx="812799" cy="812799"/>
          </a:xfrm>
        </p:grpSpPr>
        <p:sp>
          <p:nvSpPr>
            <p:cNvPr id="904808683" name="Freeform 13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85230901" name="TextBox 13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4955290" name="Group 1394"/>
          <p:cNvGrpSpPr/>
          <p:nvPr/>
        </p:nvGrpSpPr>
        <p:grpSpPr bwMode="auto">
          <a:xfrm>
            <a:off x="9114255" y="3159260"/>
            <a:ext cx="143901" cy="143901"/>
            <a:chOff x="0" y="0"/>
            <a:chExt cx="812799" cy="812799"/>
          </a:xfrm>
        </p:grpSpPr>
        <p:sp>
          <p:nvSpPr>
            <p:cNvPr id="320279023" name="Freeform 13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1771971" name="TextBox 13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8788645" name="Group 1397"/>
          <p:cNvGrpSpPr/>
          <p:nvPr/>
        </p:nvGrpSpPr>
        <p:grpSpPr bwMode="auto">
          <a:xfrm>
            <a:off x="9306876" y="3159260"/>
            <a:ext cx="143901" cy="143901"/>
            <a:chOff x="0" y="0"/>
            <a:chExt cx="812799" cy="812799"/>
          </a:xfrm>
        </p:grpSpPr>
        <p:sp>
          <p:nvSpPr>
            <p:cNvPr id="2006118014" name="Freeform 13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6344429" name="TextBox 13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4529588" name="Group 1400"/>
          <p:cNvGrpSpPr/>
          <p:nvPr/>
        </p:nvGrpSpPr>
        <p:grpSpPr bwMode="auto">
          <a:xfrm>
            <a:off x="9499500" y="3159260"/>
            <a:ext cx="143901" cy="143901"/>
            <a:chOff x="0" y="0"/>
            <a:chExt cx="812799" cy="812799"/>
          </a:xfrm>
        </p:grpSpPr>
        <p:sp>
          <p:nvSpPr>
            <p:cNvPr id="1035712295" name="Freeform 14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4381844" name="TextBox 14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7591605" name="Group 1403"/>
          <p:cNvGrpSpPr/>
          <p:nvPr/>
        </p:nvGrpSpPr>
        <p:grpSpPr bwMode="auto">
          <a:xfrm>
            <a:off x="9691029" y="3352577"/>
            <a:ext cx="143901" cy="143901"/>
            <a:chOff x="0" y="0"/>
            <a:chExt cx="812799" cy="812799"/>
          </a:xfrm>
        </p:grpSpPr>
        <p:sp>
          <p:nvSpPr>
            <p:cNvPr id="50382720" name="Freeform 14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0184545" name="TextBox 14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0434780" name="Group 1406"/>
          <p:cNvGrpSpPr/>
          <p:nvPr/>
        </p:nvGrpSpPr>
        <p:grpSpPr bwMode="auto">
          <a:xfrm>
            <a:off x="9883656" y="3352577"/>
            <a:ext cx="143901" cy="143901"/>
            <a:chOff x="0" y="0"/>
            <a:chExt cx="812799" cy="812799"/>
          </a:xfrm>
        </p:grpSpPr>
        <p:sp>
          <p:nvSpPr>
            <p:cNvPr id="507306411" name="Freeform 14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7661187" name="TextBox 14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688071" name="Group 1409"/>
          <p:cNvGrpSpPr/>
          <p:nvPr/>
        </p:nvGrpSpPr>
        <p:grpSpPr bwMode="auto">
          <a:xfrm>
            <a:off x="10076277" y="3352577"/>
            <a:ext cx="143901" cy="143901"/>
            <a:chOff x="0" y="0"/>
            <a:chExt cx="812799" cy="812799"/>
          </a:xfrm>
        </p:grpSpPr>
        <p:sp>
          <p:nvSpPr>
            <p:cNvPr id="743787994" name="Freeform 14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435215" name="TextBox 14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959796" name="Group 1412"/>
          <p:cNvGrpSpPr/>
          <p:nvPr/>
        </p:nvGrpSpPr>
        <p:grpSpPr bwMode="auto">
          <a:xfrm>
            <a:off x="10267806" y="3352577"/>
            <a:ext cx="143901" cy="143901"/>
            <a:chOff x="0" y="0"/>
            <a:chExt cx="812799" cy="812799"/>
          </a:xfrm>
        </p:grpSpPr>
        <p:sp>
          <p:nvSpPr>
            <p:cNvPr id="1495531318" name="Freeform 14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065773" name="TextBox 14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1040187" name="Group 1415"/>
          <p:cNvGrpSpPr/>
          <p:nvPr/>
        </p:nvGrpSpPr>
        <p:grpSpPr bwMode="auto">
          <a:xfrm>
            <a:off x="10460430" y="3352577"/>
            <a:ext cx="143901" cy="143901"/>
            <a:chOff x="0" y="0"/>
            <a:chExt cx="812799" cy="812799"/>
          </a:xfrm>
        </p:grpSpPr>
        <p:sp>
          <p:nvSpPr>
            <p:cNvPr id="44560301" name="Freeform 14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2035559" name="TextBox 14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8486742" name="Group 1418"/>
          <p:cNvGrpSpPr/>
          <p:nvPr/>
        </p:nvGrpSpPr>
        <p:grpSpPr bwMode="auto">
          <a:xfrm>
            <a:off x="10653053" y="3352577"/>
            <a:ext cx="143901" cy="143901"/>
            <a:chOff x="0" y="0"/>
            <a:chExt cx="812799" cy="812799"/>
          </a:xfrm>
        </p:grpSpPr>
        <p:sp>
          <p:nvSpPr>
            <p:cNvPr id="1549646658" name="Freeform 14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59999514" name="TextBox 14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4316359" name="Group 1421"/>
          <p:cNvGrpSpPr/>
          <p:nvPr/>
        </p:nvGrpSpPr>
        <p:grpSpPr bwMode="auto">
          <a:xfrm>
            <a:off x="10844581" y="3352577"/>
            <a:ext cx="143901" cy="143901"/>
            <a:chOff x="0" y="0"/>
            <a:chExt cx="812799" cy="812799"/>
          </a:xfrm>
        </p:grpSpPr>
        <p:sp>
          <p:nvSpPr>
            <p:cNvPr id="1732598242" name="Freeform 14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5278565" name="TextBox 14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4562067" name="Group 1424"/>
          <p:cNvGrpSpPr/>
          <p:nvPr/>
        </p:nvGrpSpPr>
        <p:grpSpPr bwMode="auto">
          <a:xfrm>
            <a:off x="11037207" y="3352577"/>
            <a:ext cx="143901" cy="143901"/>
            <a:chOff x="0" y="0"/>
            <a:chExt cx="812799" cy="812799"/>
          </a:xfrm>
        </p:grpSpPr>
        <p:sp>
          <p:nvSpPr>
            <p:cNvPr id="1289125238" name="Freeform 14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1026919" name="TextBox 14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4076603" name="Group 1427"/>
          <p:cNvGrpSpPr/>
          <p:nvPr/>
        </p:nvGrpSpPr>
        <p:grpSpPr bwMode="auto">
          <a:xfrm>
            <a:off x="11229831" y="3352577"/>
            <a:ext cx="143901" cy="143901"/>
            <a:chOff x="0" y="0"/>
            <a:chExt cx="812799" cy="812799"/>
          </a:xfrm>
        </p:grpSpPr>
        <p:sp>
          <p:nvSpPr>
            <p:cNvPr id="995728550" name="Freeform 14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9235701" name="TextBox 14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5217415" name="Group 1430"/>
          <p:cNvGrpSpPr/>
          <p:nvPr/>
        </p:nvGrpSpPr>
        <p:grpSpPr bwMode="auto">
          <a:xfrm>
            <a:off x="9114255" y="3352577"/>
            <a:ext cx="143901" cy="143901"/>
            <a:chOff x="0" y="0"/>
            <a:chExt cx="812799" cy="812799"/>
          </a:xfrm>
        </p:grpSpPr>
        <p:sp>
          <p:nvSpPr>
            <p:cNvPr id="1250254321" name="Freeform 14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014613" name="TextBox 14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990236" name="Group 1433"/>
          <p:cNvGrpSpPr/>
          <p:nvPr/>
        </p:nvGrpSpPr>
        <p:grpSpPr bwMode="auto">
          <a:xfrm>
            <a:off x="9306876" y="3352577"/>
            <a:ext cx="143901" cy="143901"/>
            <a:chOff x="0" y="0"/>
            <a:chExt cx="812799" cy="812799"/>
          </a:xfrm>
        </p:grpSpPr>
        <p:sp>
          <p:nvSpPr>
            <p:cNvPr id="1873006631" name="Freeform 14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11528" name="TextBox 14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7118847" name="Group 1436"/>
          <p:cNvGrpSpPr/>
          <p:nvPr/>
        </p:nvGrpSpPr>
        <p:grpSpPr bwMode="auto">
          <a:xfrm>
            <a:off x="9499500" y="3352577"/>
            <a:ext cx="143901" cy="143901"/>
            <a:chOff x="0" y="0"/>
            <a:chExt cx="812799" cy="812799"/>
          </a:xfrm>
        </p:grpSpPr>
        <p:sp>
          <p:nvSpPr>
            <p:cNvPr id="202966351" name="Freeform 14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2565384" name="TextBox 14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7337167" name="Group 1439"/>
          <p:cNvGrpSpPr/>
          <p:nvPr/>
        </p:nvGrpSpPr>
        <p:grpSpPr bwMode="auto">
          <a:xfrm>
            <a:off x="9691029" y="3542049"/>
            <a:ext cx="143901" cy="143901"/>
            <a:chOff x="0" y="0"/>
            <a:chExt cx="812799" cy="812799"/>
          </a:xfrm>
        </p:grpSpPr>
        <p:sp>
          <p:nvSpPr>
            <p:cNvPr id="1512518352" name="Freeform 14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40265035" name="TextBox 14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4407377" name="Group 1442"/>
          <p:cNvGrpSpPr/>
          <p:nvPr/>
        </p:nvGrpSpPr>
        <p:grpSpPr bwMode="auto">
          <a:xfrm>
            <a:off x="9883656" y="3542049"/>
            <a:ext cx="143901" cy="143901"/>
            <a:chOff x="0" y="0"/>
            <a:chExt cx="812799" cy="812799"/>
          </a:xfrm>
        </p:grpSpPr>
        <p:sp>
          <p:nvSpPr>
            <p:cNvPr id="1425670414" name="Freeform 14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90245680" name="TextBox 14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7596440" name="Group 1445"/>
          <p:cNvGrpSpPr/>
          <p:nvPr/>
        </p:nvGrpSpPr>
        <p:grpSpPr bwMode="auto">
          <a:xfrm>
            <a:off x="10076277" y="3542049"/>
            <a:ext cx="143901" cy="143901"/>
            <a:chOff x="0" y="0"/>
            <a:chExt cx="812799" cy="812799"/>
          </a:xfrm>
        </p:grpSpPr>
        <p:sp>
          <p:nvSpPr>
            <p:cNvPr id="1579891828" name="Freeform 14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8392380" name="TextBox 14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7031648" name="Group 1448"/>
          <p:cNvGrpSpPr/>
          <p:nvPr/>
        </p:nvGrpSpPr>
        <p:grpSpPr bwMode="auto">
          <a:xfrm>
            <a:off x="10267806" y="3542049"/>
            <a:ext cx="143901" cy="143901"/>
            <a:chOff x="0" y="0"/>
            <a:chExt cx="812799" cy="812799"/>
          </a:xfrm>
        </p:grpSpPr>
        <p:sp>
          <p:nvSpPr>
            <p:cNvPr id="412357994" name="Freeform 14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0776357" name="TextBox 14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8256763" name="Group 1451"/>
          <p:cNvGrpSpPr/>
          <p:nvPr/>
        </p:nvGrpSpPr>
        <p:grpSpPr bwMode="auto">
          <a:xfrm>
            <a:off x="10460430" y="3542049"/>
            <a:ext cx="143901" cy="143901"/>
            <a:chOff x="0" y="0"/>
            <a:chExt cx="812799" cy="812799"/>
          </a:xfrm>
        </p:grpSpPr>
        <p:sp>
          <p:nvSpPr>
            <p:cNvPr id="2065585162" name="Freeform 14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91536519" name="TextBox 14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5053128" name="Group 1454"/>
          <p:cNvGrpSpPr/>
          <p:nvPr/>
        </p:nvGrpSpPr>
        <p:grpSpPr bwMode="auto">
          <a:xfrm>
            <a:off x="10653053" y="3542049"/>
            <a:ext cx="143901" cy="143901"/>
            <a:chOff x="0" y="0"/>
            <a:chExt cx="812799" cy="812799"/>
          </a:xfrm>
        </p:grpSpPr>
        <p:sp>
          <p:nvSpPr>
            <p:cNvPr id="938615519" name="Freeform 14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3224" name="TextBox 14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732936" name="Group 1457"/>
          <p:cNvGrpSpPr/>
          <p:nvPr/>
        </p:nvGrpSpPr>
        <p:grpSpPr bwMode="auto">
          <a:xfrm>
            <a:off x="10844581" y="3542049"/>
            <a:ext cx="143901" cy="143901"/>
            <a:chOff x="0" y="0"/>
            <a:chExt cx="812799" cy="812799"/>
          </a:xfrm>
        </p:grpSpPr>
        <p:sp>
          <p:nvSpPr>
            <p:cNvPr id="1170121962" name="Freeform 14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0535355" name="TextBox 14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0216312" name="Group 1460"/>
          <p:cNvGrpSpPr/>
          <p:nvPr/>
        </p:nvGrpSpPr>
        <p:grpSpPr bwMode="auto">
          <a:xfrm>
            <a:off x="11037207" y="3542049"/>
            <a:ext cx="143901" cy="143901"/>
            <a:chOff x="0" y="0"/>
            <a:chExt cx="812799" cy="812799"/>
          </a:xfrm>
        </p:grpSpPr>
        <p:sp>
          <p:nvSpPr>
            <p:cNvPr id="660182236" name="Freeform 14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0530282" name="TextBox 14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0549117" name="Group 1463"/>
          <p:cNvGrpSpPr/>
          <p:nvPr/>
        </p:nvGrpSpPr>
        <p:grpSpPr bwMode="auto">
          <a:xfrm>
            <a:off x="11229831" y="3542049"/>
            <a:ext cx="143901" cy="143901"/>
            <a:chOff x="0" y="0"/>
            <a:chExt cx="812799" cy="812799"/>
          </a:xfrm>
        </p:grpSpPr>
        <p:sp>
          <p:nvSpPr>
            <p:cNvPr id="168382992" name="Freeform 14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403854" name="TextBox 14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989382" name="Group 1466"/>
          <p:cNvGrpSpPr/>
          <p:nvPr/>
        </p:nvGrpSpPr>
        <p:grpSpPr bwMode="auto">
          <a:xfrm>
            <a:off x="9114255" y="3542049"/>
            <a:ext cx="143901" cy="143901"/>
            <a:chOff x="0" y="0"/>
            <a:chExt cx="812799" cy="812799"/>
          </a:xfrm>
        </p:grpSpPr>
        <p:sp>
          <p:nvSpPr>
            <p:cNvPr id="1937901342" name="Freeform 14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90464455" name="TextBox 14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4885474" name="Group 1469"/>
          <p:cNvGrpSpPr/>
          <p:nvPr/>
        </p:nvGrpSpPr>
        <p:grpSpPr bwMode="auto">
          <a:xfrm>
            <a:off x="9306876" y="3542049"/>
            <a:ext cx="143901" cy="143901"/>
            <a:chOff x="0" y="0"/>
            <a:chExt cx="812799" cy="812799"/>
          </a:xfrm>
        </p:grpSpPr>
        <p:sp>
          <p:nvSpPr>
            <p:cNvPr id="434805340" name="Freeform 14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1186243" name="TextBox 14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5129443" name="Group 1472"/>
          <p:cNvGrpSpPr/>
          <p:nvPr/>
        </p:nvGrpSpPr>
        <p:grpSpPr bwMode="auto">
          <a:xfrm>
            <a:off x="9499500" y="3542049"/>
            <a:ext cx="143901" cy="143901"/>
            <a:chOff x="0" y="0"/>
            <a:chExt cx="812799" cy="812799"/>
          </a:xfrm>
        </p:grpSpPr>
        <p:sp>
          <p:nvSpPr>
            <p:cNvPr id="1840630975" name="Freeform 14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55332671" name="TextBox 14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8598208" name="Group 1475"/>
          <p:cNvGrpSpPr/>
          <p:nvPr/>
        </p:nvGrpSpPr>
        <p:grpSpPr bwMode="auto">
          <a:xfrm>
            <a:off x="9691029" y="3733577"/>
            <a:ext cx="143901" cy="143901"/>
            <a:chOff x="0" y="0"/>
            <a:chExt cx="812799" cy="812799"/>
          </a:xfrm>
        </p:grpSpPr>
        <p:sp>
          <p:nvSpPr>
            <p:cNvPr id="2068308579" name="Freeform 14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254170" name="TextBox 14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4361830" name="Group 1478"/>
          <p:cNvGrpSpPr/>
          <p:nvPr/>
        </p:nvGrpSpPr>
        <p:grpSpPr bwMode="auto">
          <a:xfrm>
            <a:off x="9883656" y="3733577"/>
            <a:ext cx="143901" cy="143901"/>
            <a:chOff x="0" y="0"/>
            <a:chExt cx="812799" cy="812799"/>
          </a:xfrm>
        </p:grpSpPr>
        <p:sp>
          <p:nvSpPr>
            <p:cNvPr id="1678195047" name="Freeform 14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720612" name="TextBox 14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3637761" name="Group 1481"/>
          <p:cNvGrpSpPr/>
          <p:nvPr/>
        </p:nvGrpSpPr>
        <p:grpSpPr bwMode="auto">
          <a:xfrm>
            <a:off x="10076277" y="3733577"/>
            <a:ext cx="143901" cy="143901"/>
            <a:chOff x="0" y="0"/>
            <a:chExt cx="812799" cy="812799"/>
          </a:xfrm>
        </p:grpSpPr>
        <p:sp>
          <p:nvSpPr>
            <p:cNvPr id="1144894290" name="Freeform 14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96566666" name="TextBox 14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3753444" name="Group 1484"/>
          <p:cNvGrpSpPr/>
          <p:nvPr/>
        </p:nvGrpSpPr>
        <p:grpSpPr bwMode="auto">
          <a:xfrm>
            <a:off x="10267806" y="3733577"/>
            <a:ext cx="143901" cy="143901"/>
            <a:chOff x="0" y="0"/>
            <a:chExt cx="812799" cy="812799"/>
          </a:xfrm>
        </p:grpSpPr>
        <p:sp>
          <p:nvSpPr>
            <p:cNvPr id="333069743" name="Freeform 14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640498" name="TextBox 14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9466896" name="Group 1487"/>
          <p:cNvGrpSpPr/>
          <p:nvPr/>
        </p:nvGrpSpPr>
        <p:grpSpPr bwMode="auto">
          <a:xfrm>
            <a:off x="10460430" y="3733577"/>
            <a:ext cx="143901" cy="143901"/>
            <a:chOff x="0" y="0"/>
            <a:chExt cx="812799" cy="812799"/>
          </a:xfrm>
        </p:grpSpPr>
        <p:sp>
          <p:nvSpPr>
            <p:cNvPr id="1279434396" name="Freeform 14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53273" name="TextBox 14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5248391" name="Group 1490"/>
          <p:cNvGrpSpPr/>
          <p:nvPr/>
        </p:nvGrpSpPr>
        <p:grpSpPr bwMode="auto">
          <a:xfrm>
            <a:off x="10653053" y="3733577"/>
            <a:ext cx="143901" cy="143901"/>
            <a:chOff x="0" y="0"/>
            <a:chExt cx="812799" cy="812799"/>
          </a:xfrm>
        </p:grpSpPr>
        <p:sp>
          <p:nvSpPr>
            <p:cNvPr id="2132194131" name="Freeform 14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471492" name="TextBox 14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1536915" name="Group 1493"/>
          <p:cNvGrpSpPr/>
          <p:nvPr/>
        </p:nvGrpSpPr>
        <p:grpSpPr bwMode="auto">
          <a:xfrm>
            <a:off x="10844581" y="3733577"/>
            <a:ext cx="143901" cy="143901"/>
            <a:chOff x="0" y="0"/>
            <a:chExt cx="812799" cy="812799"/>
          </a:xfrm>
        </p:grpSpPr>
        <p:sp>
          <p:nvSpPr>
            <p:cNvPr id="236846693" name="Freeform 14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912203" name="TextBox 14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658891" name="Group 1496"/>
          <p:cNvGrpSpPr/>
          <p:nvPr/>
        </p:nvGrpSpPr>
        <p:grpSpPr bwMode="auto">
          <a:xfrm>
            <a:off x="11037207" y="3733577"/>
            <a:ext cx="143901" cy="143901"/>
            <a:chOff x="0" y="0"/>
            <a:chExt cx="812799" cy="812799"/>
          </a:xfrm>
        </p:grpSpPr>
        <p:sp>
          <p:nvSpPr>
            <p:cNvPr id="1488798386" name="Freeform 14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0981754" name="TextBox 14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8357252" name="Group 1499"/>
          <p:cNvGrpSpPr/>
          <p:nvPr/>
        </p:nvGrpSpPr>
        <p:grpSpPr bwMode="auto">
          <a:xfrm>
            <a:off x="11229831" y="3733577"/>
            <a:ext cx="143901" cy="143901"/>
            <a:chOff x="0" y="0"/>
            <a:chExt cx="812799" cy="812799"/>
          </a:xfrm>
        </p:grpSpPr>
        <p:sp>
          <p:nvSpPr>
            <p:cNvPr id="1424475685" name="Freeform 15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55811" name="TextBox 15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9417355" name="Group 1502"/>
          <p:cNvGrpSpPr/>
          <p:nvPr/>
        </p:nvGrpSpPr>
        <p:grpSpPr bwMode="auto">
          <a:xfrm>
            <a:off x="9114255" y="3733577"/>
            <a:ext cx="143901" cy="143901"/>
            <a:chOff x="0" y="0"/>
            <a:chExt cx="812799" cy="812799"/>
          </a:xfrm>
        </p:grpSpPr>
        <p:sp>
          <p:nvSpPr>
            <p:cNvPr id="1889968843" name="Freeform 15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519668" name="TextBox 15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0421152" name="Group 1505"/>
          <p:cNvGrpSpPr/>
          <p:nvPr/>
        </p:nvGrpSpPr>
        <p:grpSpPr bwMode="auto">
          <a:xfrm>
            <a:off x="9306876" y="3733577"/>
            <a:ext cx="143901" cy="143901"/>
            <a:chOff x="0" y="0"/>
            <a:chExt cx="812799" cy="812799"/>
          </a:xfrm>
        </p:grpSpPr>
        <p:sp>
          <p:nvSpPr>
            <p:cNvPr id="245308398" name="Freeform 15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1306129" name="TextBox 15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0582327" name="Group 1508"/>
          <p:cNvGrpSpPr/>
          <p:nvPr/>
        </p:nvGrpSpPr>
        <p:grpSpPr bwMode="auto">
          <a:xfrm>
            <a:off x="9499500" y="3733577"/>
            <a:ext cx="143901" cy="143901"/>
            <a:chOff x="0" y="0"/>
            <a:chExt cx="812799" cy="812799"/>
          </a:xfrm>
        </p:grpSpPr>
        <p:sp>
          <p:nvSpPr>
            <p:cNvPr id="1961127987" name="Freeform 15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824115" name="TextBox 15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4297672" name="Group 1511"/>
          <p:cNvGrpSpPr/>
          <p:nvPr/>
        </p:nvGrpSpPr>
        <p:grpSpPr bwMode="auto">
          <a:xfrm>
            <a:off x="9691029" y="3923049"/>
            <a:ext cx="143901" cy="143901"/>
            <a:chOff x="0" y="0"/>
            <a:chExt cx="812799" cy="812799"/>
          </a:xfrm>
        </p:grpSpPr>
        <p:sp>
          <p:nvSpPr>
            <p:cNvPr id="945060799" name="Freeform 15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1130569" name="TextBox 15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0534333" name="Group 1514"/>
          <p:cNvGrpSpPr/>
          <p:nvPr/>
        </p:nvGrpSpPr>
        <p:grpSpPr bwMode="auto">
          <a:xfrm>
            <a:off x="9883656" y="3923049"/>
            <a:ext cx="143901" cy="143901"/>
            <a:chOff x="0" y="0"/>
            <a:chExt cx="812799" cy="812799"/>
          </a:xfrm>
        </p:grpSpPr>
        <p:sp>
          <p:nvSpPr>
            <p:cNvPr id="1356455002" name="Freeform 15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9649330" name="TextBox 15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2133371" name="Group 1517"/>
          <p:cNvGrpSpPr/>
          <p:nvPr/>
        </p:nvGrpSpPr>
        <p:grpSpPr bwMode="auto">
          <a:xfrm>
            <a:off x="10076277" y="3923049"/>
            <a:ext cx="143901" cy="143901"/>
            <a:chOff x="0" y="0"/>
            <a:chExt cx="812799" cy="812799"/>
          </a:xfrm>
        </p:grpSpPr>
        <p:sp>
          <p:nvSpPr>
            <p:cNvPr id="1968047370" name="Freeform 15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575051" name="TextBox 15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5362757" name="Group 1520"/>
          <p:cNvGrpSpPr/>
          <p:nvPr/>
        </p:nvGrpSpPr>
        <p:grpSpPr bwMode="auto">
          <a:xfrm>
            <a:off x="10267806" y="3923049"/>
            <a:ext cx="143901" cy="143901"/>
            <a:chOff x="0" y="0"/>
            <a:chExt cx="812799" cy="812799"/>
          </a:xfrm>
        </p:grpSpPr>
        <p:sp>
          <p:nvSpPr>
            <p:cNvPr id="1087962017" name="Freeform 15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724362" name="TextBox 15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126666" name="Group 1523"/>
          <p:cNvGrpSpPr/>
          <p:nvPr/>
        </p:nvGrpSpPr>
        <p:grpSpPr bwMode="auto">
          <a:xfrm>
            <a:off x="10460430" y="3923049"/>
            <a:ext cx="143901" cy="143901"/>
            <a:chOff x="0" y="0"/>
            <a:chExt cx="812799" cy="812799"/>
          </a:xfrm>
        </p:grpSpPr>
        <p:sp>
          <p:nvSpPr>
            <p:cNvPr id="827040536" name="Freeform 15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8826702" name="TextBox 15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4470184" name="Group 1526"/>
          <p:cNvGrpSpPr/>
          <p:nvPr/>
        </p:nvGrpSpPr>
        <p:grpSpPr bwMode="auto">
          <a:xfrm>
            <a:off x="10653053" y="3923049"/>
            <a:ext cx="143901" cy="143901"/>
            <a:chOff x="0" y="0"/>
            <a:chExt cx="812799" cy="812799"/>
          </a:xfrm>
        </p:grpSpPr>
        <p:sp>
          <p:nvSpPr>
            <p:cNvPr id="2053315720" name="Freeform 15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966632" name="TextBox 15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0282656" name="Group 1529"/>
          <p:cNvGrpSpPr/>
          <p:nvPr/>
        </p:nvGrpSpPr>
        <p:grpSpPr bwMode="auto">
          <a:xfrm>
            <a:off x="10844581" y="3923049"/>
            <a:ext cx="143901" cy="143901"/>
            <a:chOff x="0" y="0"/>
            <a:chExt cx="812799" cy="812799"/>
          </a:xfrm>
        </p:grpSpPr>
        <p:sp>
          <p:nvSpPr>
            <p:cNvPr id="666392355" name="Freeform 15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9170619" name="TextBox 15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4285096" name="Group 1532"/>
          <p:cNvGrpSpPr/>
          <p:nvPr/>
        </p:nvGrpSpPr>
        <p:grpSpPr bwMode="auto">
          <a:xfrm>
            <a:off x="11037207" y="3923049"/>
            <a:ext cx="143901" cy="143901"/>
            <a:chOff x="0" y="0"/>
            <a:chExt cx="812799" cy="812799"/>
          </a:xfrm>
        </p:grpSpPr>
        <p:sp>
          <p:nvSpPr>
            <p:cNvPr id="2113415090" name="Freeform 15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897072" name="TextBox 15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9890196" name="Group 1535"/>
          <p:cNvGrpSpPr/>
          <p:nvPr/>
        </p:nvGrpSpPr>
        <p:grpSpPr bwMode="auto">
          <a:xfrm>
            <a:off x="11229831" y="3923049"/>
            <a:ext cx="143901" cy="143901"/>
            <a:chOff x="0" y="0"/>
            <a:chExt cx="812799" cy="812799"/>
          </a:xfrm>
        </p:grpSpPr>
        <p:sp>
          <p:nvSpPr>
            <p:cNvPr id="239254762" name="Freeform 15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4985801" name="TextBox 15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7743194" name="Group 1538"/>
          <p:cNvGrpSpPr/>
          <p:nvPr/>
        </p:nvGrpSpPr>
        <p:grpSpPr bwMode="auto">
          <a:xfrm>
            <a:off x="9114255" y="3923049"/>
            <a:ext cx="143901" cy="143901"/>
            <a:chOff x="0" y="0"/>
            <a:chExt cx="812799" cy="812799"/>
          </a:xfrm>
        </p:grpSpPr>
        <p:sp>
          <p:nvSpPr>
            <p:cNvPr id="1257006552" name="Freeform 15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8862200" name="TextBox 15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6013265" name="Group 1541"/>
          <p:cNvGrpSpPr/>
          <p:nvPr/>
        </p:nvGrpSpPr>
        <p:grpSpPr bwMode="auto">
          <a:xfrm>
            <a:off x="9306876" y="3923049"/>
            <a:ext cx="143901" cy="143901"/>
            <a:chOff x="0" y="0"/>
            <a:chExt cx="812799" cy="812799"/>
          </a:xfrm>
        </p:grpSpPr>
        <p:sp>
          <p:nvSpPr>
            <p:cNvPr id="1120480118" name="Freeform 15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8836497" name="TextBox 15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6919292" name="Group 1544"/>
          <p:cNvGrpSpPr/>
          <p:nvPr/>
        </p:nvGrpSpPr>
        <p:grpSpPr bwMode="auto">
          <a:xfrm>
            <a:off x="9499500" y="3923049"/>
            <a:ext cx="143901" cy="143901"/>
            <a:chOff x="0" y="0"/>
            <a:chExt cx="812799" cy="812799"/>
          </a:xfrm>
        </p:grpSpPr>
        <p:sp>
          <p:nvSpPr>
            <p:cNvPr id="745826009" name="Freeform 15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81252528" name="TextBox 15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1901278" name="Group 1547"/>
          <p:cNvGrpSpPr/>
          <p:nvPr/>
        </p:nvGrpSpPr>
        <p:grpSpPr bwMode="auto">
          <a:xfrm>
            <a:off x="9691029" y="4114577"/>
            <a:ext cx="143901" cy="143901"/>
            <a:chOff x="0" y="0"/>
            <a:chExt cx="812799" cy="812799"/>
          </a:xfrm>
        </p:grpSpPr>
        <p:sp>
          <p:nvSpPr>
            <p:cNvPr id="1765944729" name="Freeform 15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99512537" name="TextBox 15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0495795" name="Group 1550"/>
          <p:cNvGrpSpPr/>
          <p:nvPr/>
        </p:nvGrpSpPr>
        <p:grpSpPr bwMode="auto">
          <a:xfrm>
            <a:off x="9883656" y="4114577"/>
            <a:ext cx="143901" cy="143901"/>
            <a:chOff x="0" y="0"/>
            <a:chExt cx="812799" cy="812799"/>
          </a:xfrm>
        </p:grpSpPr>
        <p:sp>
          <p:nvSpPr>
            <p:cNvPr id="98429792" name="Freeform 15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1931181" name="TextBox 15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7608505" name="Group 1553"/>
          <p:cNvGrpSpPr/>
          <p:nvPr/>
        </p:nvGrpSpPr>
        <p:grpSpPr bwMode="auto">
          <a:xfrm>
            <a:off x="10076277" y="4114577"/>
            <a:ext cx="143901" cy="143901"/>
            <a:chOff x="0" y="0"/>
            <a:chExt cx="812799" cy="812799"/>
          </a:xfrm>
        </p:grpSpPr>
        <p:sp>
          <p:nvSpPr>
            <p:cNvPr id="655898753" name="Freeform 15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53226606" name="TextBox 15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0717034" name="Group 1556"/>
          <p:cNvGrpSpPr/>
          <p:nvPr/>
        </p:nvGrpSpPr>
        <p:grpSpPr bwMode="auto">
          <a:xfrm>
            <a:off x="10267806" y="4114577"/>
            <a:ext cx="143901" cy="143901"/>
            <a:chOff x="0" y="0"/>
            <a:chExt cx="812799" cy="812799"/>
          </a:xfrm>
        </p:grpSpPr>
        <p:sp>
          <p:nvSpPr>
            <p:cNvPr id="1738221945" name="Freeform 15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454417" name="TextBox 15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052374" name="Group 1559"/>
          <p:cNvGrpSpPr/>
          <p:nvPr/>
        </p:nvGrpSpPr>
        <p:grpSpPr bwMode="auto">
          <a:xfrm>
            <a:off x="10460430" y="4114577"/>
            <a:ext cx="143901" cy="143901"/>
            <a:chOff x="0" y="0"/>
            <a:chExt cx="812799" cy="812799"/>
          </a:xfrm>
        </p:grpSpPr>
        <p:sp>
          <p:nvSpPr>
            <p:cNvPr id="1063320564" name="Freeform 15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6493524" name="TextBox 15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6552878" name="Group 1562"/>
          <p:cNvGrpSpPr/>
          <p:nvPr/>
        </p:nvGrpSpPr>
        <p:grpSpPr bwMode="auto">
          <a:xfrm>
            <a:off x="10653053" y="4114577"/>
            <a:ext cx="143901" cy="143901"/>
            <a:chOff x="0" y="0"/>
            <a:chExt cx="812799" cy="812799"/>
          </a:xfrm>
        </p:grpSpPr>
        <p:sp>
          <p:nvSpPr>
            <p:cNvPr id="1054350926" name="Freeform 15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1777564" name="TextBox 15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9137455" name="Group 1565"/>
          <p:cNvGrpSpPr/>
          <p:nvPr/>
        </p:nvGrpSpPr>
        <p:grpSpPr bwMode="auto">
          <a:xfrm>
            <a:off x="10844581" y="4114577"/>
            <a:ext cx="143901" cy="143901"/>
            <a:chOff x="0" y="0"/>
            <a:chExt cx="812799" cy="812799"/>
          </a:xfrm>
        </p:grpSpPr>
        <p:sp>
          <p:nvSpPr>
            <p:cNvPr id="1224665204" name="Freeform 15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1660985" name="TextBox 15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682524" name="Group 1568"/>
          <p:cNvGrpSpPr/>
          <p:nvPr/>
        </p:nvGrpSpPr>
        <p:grpSpPr bwMode="auto">
          <a:xfrm>
            <a:off x="11037207" y="4114577"/>
            <a:ext cx="143901" cy="143901"/>
            <a:chOff x="0" y="0"/>
            <a:chExt cx="812799" cy="812799"/>
          </a:xfrm>
        </p:grpSpPr>
        <p:sp>
          <p:nvSpPr>
            <p:cNvPr id="641204456" name="Freeform 15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258128" name="TextBox 15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2149062" name="Group 1571"/>
          <p:cNvGrpSpPr/>
          <p:nvPr/>
        </p:nvGrpSpPr>
        <p:grpSpPr bwMode="auto">
          <a:xfrm>
            <a:off x="11229831" y="4114577"/>
            <a:ext cx="143901" cy="143901"/>
            <a:chOff x="0" y="0"/>
            <a:chExt cx="812799" cy="812799"/>
          </a:xfrm>
        </p:grpSpPr>
        <p:sp>
          <p:nvSpPr>
            <p:cNvPr id="1869997311" name="Freeform 15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684460" name="TextBox 15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7984818" name="Group 1574"/>
          <p:cNvGrpSpPr/>
          <p:nvPr/>
        </p:nvGrpSpPr>
        <p:grpSpPr bwMode="auto">
          <a:xfrm>
            <a:off x="9114255" y="4114577"/>
            <a:ext cx="143901" cy="143901"/>
            <a:chOff x="0" y="0"/>
            <a:chExt cx="812799" cy="812799"/>
          </a:xfrm>
        </p:grpSpPr>
        <p:sp>
          <p:nvSpPr>
            <p:cNvPr id="804285659" name="Freeform 15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5799852" name="TextBox 15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6824178" name="Group 1577"/>
          <p:cNvGrpSpPr/>
          <p:nvPr/>
        </p:nvGrpSpPr>
        <p:grpSpPr bwMode="auto">
          <a:xfrm>
            <a:off x="9306876" y="4114577"/>
            <a:ext cx="143901" cy="143901"/>
            <a:chOff x="0" y="0"/>
            <a:chExt cx="812799" cy="812799"/>
          </a:xfrm>
        </p:grpSpPr>
        <p:sp>
          <p:nvSpPr>
            <p:cNvPr id="1056694450" name="Freeform 15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1988478" name="TextBox 15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6229" name="Group 1580"/>
          <p:cNvGrpSpPr/>
          <p:nvPr/>
        </p:nvGrpSpPr>
        <p:grpSpPr bwMode="auto">
          <a:xfrm>
            <a:off x="9499500" y="4114577"/>
            <a:ext cx="143901" cy="143901"/>
            <a:chOff x="0" y="0"/>
            <a:chExt cx="812799" cy="812799"/>
          </a:xfrm>
        </p:grpSpPr>
        <p:sp>
          <p:nvSpPr>
            <p:cNvPr id="1246907386" name="Freeform 15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20704185" name="TextBox 15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4640244" name="Group 1583"/>
          <p:cNvGrpSpPr/>
          <p:nvPr/>
        </p:nvGrpSpPr>
        <p:grpSpPr bwMode="auto">
          <a:xfrm>
            <a:off x="9691029" y="4304050"/>
            <a:ext cx="143901" cy="143901"/>
            <a:chOff x="0" y="0"/>
            <a:chExt cx="812799" cy="812799"/>
          </a:xfrm>
        </p:grpSpPr>
        <p:sp>
          <p:nvSpPr>
            <p:cNvPr id="1412619815" name="Freeform 15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4329476" name="TextBox 15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1609452" name="Group 1586"/>
          <p:cNvGrpSpPr/>
          <p:nvPr/>
        </p:nvGrpSpPr>
        <p:grpSpPr bwMode="auto">
          <a:xfrm>
            <a:off x="9883656" y="4304050"/>
            <a:ext cx="143901" cy="143901"/>
            <a:chOff x="0" y="0"/>
            <a:chExt cx="812799" cy="812799"/>
          </a:xfrm>
        </p:grpSpPr>
        <p:sp>
          <p:nvSpPr>
            <p:cNvPr id="1910427506" name="Freeform 15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893341" name="TextBox 15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2754433" name="Group 1589"/>
          <p:cNvGrpSpPr/>
          <p:nvPr/>
        </p:nvGrpSpPr>
        <p:grpSpPr bwMode="auto">
          <a:xfrm>
            <a:off x="10076277" y="4304050"/>
            <a:ext cx="143901" cy="143901"/>
            <a:chOff x="0" y="0"/>
            <a:chExt cx="812799" cy="812799"/>
          </a:xfrm>
        </p:grpSpPr>
        <p:sp>
          <p:nvSpPr>
            <p:cNvPr id="123608397" name="Freeform 15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2919178" name="TextBox 15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3218781" name="Group 1592"/>
          <p:cNvGrpSpPr/>
          <p:nvPr/>
        </p:nvGrpSpPr>
        <p:grpSpPr bwMode="auto">
          <a:xfrm>
            <a:off x="10267806" y="4304050"/>
            <a:ext cx="143901" cy="143901"/>
            <a:chOff x="0" y="0"/>
            <a:chExt cx="812799" cy="812799"/>
          </a:xfrm>
        </p:grpSpPr>
        <p:sp>
          <p:nvSpPr>
            <p:cNvPr id="38655930" name="Freeform 15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295584" name="TextBox 15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8042974" name="Group 1595"/>
          <p:cNvGrpSpPr/>
          <p:nvPr/>
        </p:nvGrpSpPr>
        <p:grpSpPr bwMode="auto">
          <a:xfrm>
            <a:off x="10460430" y="4304050"/>
            <a:ext cx="143901" cy="143901"/>
            <a:chOff x="0" y="0"/>
            <a:chExt cx="812799" cy="812799"/>
          </a:xfrm>
        </p:grpSpPr>
        <p:sp>
          <p:nvSpPr>
            <p:cNvPr id="37704410" name="Freeform 15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5085160" name="TextBox 15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527552" name="Group 1598"/>
          <p:cNvGrpSpPr/>
          <p:nvPr/>
        </p:nvGrpSpPr>
        <p:grpSpPr bwMode="auto">
          <a:xfrm>
            <a:off x="10653053" y="4304050"/>
            <a:ext cx="143901" cy="143901"/>
            <a:chOff x="0" y="0"/>
            <a:chExt cx="812799" cy="812799"/>
          </a:xfrm>
        </p:grpSpPr>
        <p:sp>
          <p:nvSpPr>
            <p:cNvPr id="294554288" name="Freeform 15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4397000" name="TextBox 16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0203528" name="Group 1601"/>
          <p:cNvGrpSpPr/>
          <p:nvPr/>
        </p:nvGrpSpPr>
        <p:grpSpPr bwMode="auto">
          <a:xfrm>
            <a:off x="10844581" y="4304050"/>
            <a:ext cx="143901" cy="143901"/>
            <a:chOff x="0" y="0"/>
            <a:chExt cx="812799" cy="812799"/>
          </a:xfrm>
        </p:grpSpPr>
        <p:sp>
          <p:nvSpPr>
            <p:cNvPr id="1973865918" name="Freeform 16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11046874" name="TextBox 16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8164068" name="Group 1604"/>
          <p:cNvGrpSpPr/>
          <p:nvPr/>
        </p:nvGrpSpPr>
        <p:grpSpPr bwMode="auto">
          <a:xfrm>
            <a:off x="11037207" y="4304050"/>
            <a:ext cx="143901" cy="143901"/>
            <a:chOff x="0" y="0"/>
            <a:chExt cx="812799" cy="812799"/>
          </a:xfrm>
        </p:grpSpPr>
        <p:sp>
          <p:nvSpPr>
            <p:cNvPr id="56741066" name="Freeform 16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7315465" name="TextBox 16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255757" name="Group 1607"/>
          <p:cNvGrpSpPr/>
          <p:nvPr/>
        </p:nvGrpSpPr>
        <p:grpSpPr bwMode="auto">
          <a:xfrm>
            <a:off x="11229831" y="4304050"/>
            <a:ext cx="143901" cy="143901"/>
            <a:chOff x="0" y="0"/>
            <a:chExt cx="812799" cy="812799"/>
          </a:xfrm>
        </p:grpSpPr>
        <p:sp>
          <p:nvSpPr>
            <p:cNvPr id="1470523267" name="Freeform 16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100088" name="TextBox 16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9129559" name="Group 1610"/>
          <p:cNvGrpSpPr/>
          <p:nvPr/>
        </p:nvGrpSpPr>
        <p:grpSpPr bwMode="auto">
          <a:xfrm>
            <a:off x="9114255" y="4304050"/>
            <a:ext cx="143901" cy="143901"/>
            <a:chOff x="0" y="0"/>
            <a:chExt cx="812799" cy="812799"/>
          </a:xfrm>
        </p:grpSpPr>
        <p:sp>
          <p:nvSpPr>
            <p:cNvPr id="803580605" name="Freeform 16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7787278" name="TextBox 16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556075" name="Group 1613"/>
          <p:cNvGrpSpPr/>
          <p:nvPr/>
        </p:nvGrpSpPr>
        <p:grpSpPr bwMode="auto">
          <a:xfrm>
            <a:off x="9306876" y="4304050"/>
            <a:ext cx="143901" cy="143901"/>
            <a:chOff x="0" y="0"/>
            <a:chExt cx="812799" cy="812799"/>
          </a:xfrm>
        </p:grpSpPr>
        <p:sp>
          <p:nvSpPr>
            <p:cNvPr id="778550660" name="Freeform 16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6349979" name="TextBox 16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1790780" name="Group 1616"/>
          <p:cNvGrpSpPr/>
          <p:nvPr/>
        </p:nvGrpSpPr>
        <p:grpSpPr bwMode="auto">
          <a:xfrm>
            <a:off x="9499500" y="4304050"/>
            <a:ext cx="143901" cy="143901"/>
            <a:chOff x="0" y="0"/>
            <a:chExt cx="812799" cy="812799"/>
          </a:xfrm>
        </p:grpSpPr>
        <p:sp>
          <p:nvSpPr>
            <p:cNvPr id="55591018" name="Freeform 16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915188" name="TextBox 16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1658068" name="Group 1619"/>
          <p:cNvGrpSpPr/>
          <p:nvPr/>
        </p:nvGrpSpPr>
        <p:grpSpPr bwMode="auto">
          <a:xfrm>
            <a:off x="9691029" y="1826787"/>
            <a:ext cx="143901" cy="143901"/>
            <a:chOff x="0" y="0"/>
            <a:chExt cx="812799" cy="812799"/>
          </a:xfrm>
        </p:grpSpPr>
        <p:sp>
          <p:nvSpPr>
            <p:cNvPr id="447417806" name="Freeform 16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2447434" name="TextBox 16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72083" name="Group 1622"/>
          <p:cNvGrpSpPr/>
          <p:nvPr/>
        </p:nvGrpSpPr>
        <p:grpSpPr bwMode="auto">
          <a:xfrm>
            <a:off x="9883656" y="1826787"/>
            <a:ext cx="143901" cy="143901"/>
            <a:chOff x="0" y="0"/>
            <a:chExt cx="812799" cy="812799"/>
          </a:xfrm>
        </p:grpSpPr>
        <p:sp>
          <p:nvSpPr>
            <p:cNvPr id="1837932430" name="Freeform 16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9885759" name="TextBox 16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9690805" name="Group 1625"/>
          <p:cNvGrpSpPr/>
          <p:nvPr/>
        </p:nvGrpSpPr>
        <p:grpSpPr bwMode="auto">
          <a:xfrm>
            <a:off x="10076277" y="1826787"/>
            <a:ext cx="143901" cy="143901"/>
            <a:chOff x="0" y="0"/>
            <a:chExt cx="812799" cy="812799"/>
          </a:xfrm>
        </p:grpSpPr>
        <p:sp>
          <p:nvSpPr>
            <p:cNvPr id="593682756" name="Freeform 16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3279696" name="TextBox 16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911578" name="Group 1628"/>
          <p:cNvGrpSpPr/>
          <p:nvPr/>
        </p:nvGrpSpPr>
        <p:grpSpPr bwMode="auto">
          <a:xfrm>
            <a:off x="10267806" y="1826787"/>
            <a:ext cx="143901" cy="143901"/>
            <a:chOff x="0" y="0"/>
            <a:chExt cx="812799" cy="812799"/>
          </a:xfrm>
        </p:grpSpPr>
        <p:sp>
          <p:nvSpPr>
            <p:cNvPr id="1023685618" name="Freeform 16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12810" name="TextBox 16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0807491" name="Group 1631"/>
          <p:cNvGrpSpPr/>
          <p:nvPr/>
        </p:nvGrpSpPr>
        <p:grpSpPr bwMode="auto">
          <a:xfrm>
            <a:off x="10460430" y="1826787"/>
            <a:ext cx="143901" cy="143901"/>
            <a:chOff x="0" y="0"/>
            <a:chExt cx="812799" cy="812799"/>
          </a:xfrm>
        </p:grpSpPr>
        <p:sp>
          <p:nvSpPr>
            <p:cNvPr id="1800518778" name="Freeform 16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430330" name="TextBox 16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1892682" name="Group 1634"/>
          <p:cNvGrpSpPr/>
          <p:nvPr/>
        </p:nvGrpSpPr>
        <p:grpSpPr bwMode="auto">
          <a:xfrm>
            <a:off x="10653053" y="1826787"/>
            <a:ext cx="143901" cy="143901"/>
            <a:chOff x="0" y="0"/>
            <a:chExt cx="812799" cy="812799"/>
          </a:xfrm>
        </p:grpSpPr>
        <p:sp>
          <p:nvSpPr>
            <p:cNvPr id="1171024099" name="Freeform 16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794998" name="TextBox 16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862553" name="Group 1637"/>
          <p:cNvGrpSpPr/>
          <p:nvPr/>
        </p:nvGrpSpPr>
        <p:grpSpPr bwMode="auto">
          <a:xfrm>
            <a:off x="10844581" y="1826787"/>
            <a:ext cx="143901" cy="143901"/>
            <a:chOff x="0" y="0"/>
            <a:chExt cx="812799" cy="812799"/>
          </a:xfrm>
        </p:grpSpPr>
        <p:sp>
          <p:nvSpPr>
            <p:cNvPr id="111653253" name="Freeform 16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1706122" name="TextBox 16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1613473" name="Group 1640"/>
          <p:cNvGrpSpPr/>
          <p:nvPr/>
        </p:nvGrpSpPr>
        <p:grpSpPr bwMode="auto">
          <a:xfrm>
            <a:off x="11037207" y="1826787"/>
            <a:ext cx="143901" cy="143901"/>
            <a:chOff x="0" y="0"/>
            <a:chExt cx="812799" cy="812799"/>
          </a:xfrm>
        </p:grpSpPr>
        <p:sp>
          <p:nvSpPr>
            <p:cNvPr id="1854457188" name="Freeform 16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692963" name="TextBox 16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1110516" name="Group 1643"/>
          <p:cNvGrpSpPr/>
          <p:nvPr/>
        </p:nvGrpSpPr>
        <p:grpSpPr bwMode="auto">
          <a:xfrm>
            <a:off x="11229831" y="1826787"/>
            <a:ext cx="143901" cy="143901"/>
            <a:chOff x="0" y="0"/>
            <a:chExt cx="812799" cy="812799"/>
          </a:xfrm>
        </p:grpSpPr>
        <p:sp>
          <p:nvSpPr>
            <p:cNvPr id="167129412" name="Freeform 16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3659912" name="TextBox 16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64741581" name="Group 1646"/>
          <p:cNvGrpSpPr/>
          <p:nvPr/>
        </p:nvGrpSpPr>
        <p:grpSpPr bwMode="auto">
          <a:xfrm>
            <a:off x="9114255" y="1826787"/>
            <a:ext cx="143901" cy="143901"/>
            <a:chOff x="0" y="0"/>
            <a:chExt cx="812799" cy="812799"/>
          </a:xfrm>
        </p:grpSpPr>
        <p:sp>
          <p:nvSpPr>
            <p:cNvPr id="1897884528" name="Freeform 16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823339" name="TextBox 16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3800241" name="Group 1649"/>
          <p:cNvGrpSpPr/>
          <p:nvPr/>
        </p:nvGrpSpPr>
        <p:grpSpPr bwMode="auto">
          <a:xfrm>
            <a:off x="9306876" y="1826787"/>
            <a:ext cx="143901" cy="143901"/>
            <a:chOff x="0" y="0"/>
            <a:chExt cx="812799" cy="812799"/>
          </a:xfrm>
        </p:grpSpPr>
        <p:sp>
          <p:nvSpPr>
            <p:cNvPr id="803436121" name="Freeform 16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314692" name="TextBox 16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2214066" name="Group 1652"/>
          <p:cNvGrpSpPr/>
          <p:nvPr/>
        </p:nvGrpSpPr>
        <p:grpSpPr bwMode="auto">
          <a:xfrm>
            <a:off x="9499500" y="1826787"/>
            <a:ext cx="143901" cy="143901"/>
            <a:chOff x="0" y="0"/>
            <a:chExt cx="812799" cy="812799"/>
          </a:xfrm>
        </p:grpSpPr>
        <p:sp>
          <p:nvSpPr>
            <p:cNvPr id="2123505538" name="Freeform 16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9200926" name="TextBox 16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2661798" name="Group 1655"/>
          <p:cNvGrpSpPr/>
          <p:nvPr/>
        </p:nvGrpSpPr>
        <p:grpSpPr bwMode="auto">
          <a:xfrm>
            <a:off x="9691029" y="2016260"/>
            <a:ext cx="143901" cy="143901"/>
            <a:chOff x="0" y="0"/>
            <a:chExt cx="812799" cy="812799"/>
          </a:xfrm>
        </p:grpSpPr>
        <p:sp>
          <p:nvSpPr>
            <p:cNvPr id="2027974321" name="Freeform 16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290037" name="TextBox 16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1595399" name="Group 1658"/>
          <p:cNvGrpSpPr/>
          <p:nvPr/>
        </p:nvGrpSpPr>
        <p:grpSpPr bwMode="auto">
          <a:xfrm>
            <a:off x="9883656" y="2016260"/>
            <a:ext cx="143901" cy="143901"/>
            <a:chOff x="0" y="0"/>
            <a:chExt cx="812799" cy="812799"/>
          </a:xfrm>
        </p:grpSpPr>
        <p:sp>
          <p:nvSpPr>
            <p:cNvPr id="1970185363" name="Freeform 16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2427899" name="TextBox 16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2433600" name="Group 1661"/>
          <p:cNvGrpSpPr/>
          <p:nvPr/>
        </p:nvGrpSpPr>
        <p:grpSpPr bwMode="auto">
          <a:xfrm>
            <a:off x="10076277" y="2016260"/>
            <a:ext cx="143901" cy="143901"/>
            <a:chOff x="0" y="0"/>
            <a:chExt cx="812799" cy="812799"/>
          </a:xfrm>
        </p:grpSpPr>
        <p:sp>
          <p:nvSpPr>
            <p:cNvPr id="1957658239" name="Freeform 16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043326" name="TextBox 16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8026015" name="Group 1664"/>
          <p:cNvGrpSpPr/>
          <p:nvPr/>
        </p:nvGrpSpPr>
        <p:grpSpPr bwMode="auto">
          <a:xfrm>
            <a:off x="10267806" y="2016260"/>
            <a:ext cx="143901" cy="143901"/>
            <a:chOff x="0" y="0"/>
            <a:chExt cx="812799" cy="812799"/>
          </a:xfrm>
        </p:grpSpPr>
        <p:sp>
          <p:nvSpPr>
            <p:cNvPr id="1123274864" name="Freeform 16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8852462" name="TextBox 16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220666" name="Group 1667"/>
          <p:cNvGrpSpPr/>
          <p:nvPr/>
        </p:nvGrpSpPr>
        <p:grpSpPr bwMode="auto">
          <a:xfrm>
            <a:off x="10460430" y="2016260"/>
            <a:ext cx="143901" cy="143901"/>
            <a:chOff x="0" y="0"/>
            <a:chExt cx="812799" cy="812799"/>
          </a:xfrm>
        </p:grpSpPr>
        <p:sp>
          <p:nvSpPr>
            <p:cNvPr id="1149430874" name="Freeform 16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45394" name="TextBox 16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7815572" name="Group 1670"/>
          <p:cNvGrpSpPr/>
          <p:nvPr/>
        </p:nvGrpSpPr>
        <p:grpSpPr bwMode="auto">
          <a:xfrm>
            <a:off x="10653053" y="2016260"/>
            <a:ext cx="143901" cy="143901"/>
            <a:chOff x="0" y="0"/>
            <a:chExt cx="812799" cy="812799"/>
          </a:xfrm>
        </p:grpSpPr>
        <p:sp>
          <p:nvSpPr>
            <p:cNvPr id="1419992100" name="Freeform 16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2273498" name="TextBox 16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7163899" name="Group 1673"/>
          <p:cNvGrpSpPr/>
          <p:nvPr/>
        </p:nvGrpSpPr>
        <p:grpSpPr bwMode="auto">
          <a:xfrm>
            <a:off x="10844581" y="2016260"/>
            <a:ext cx="143901" cy="143901"/>
            <a:chOff x="0" y="0"/>
            <a:chExt cx="812799" cy="812799"/>
          </a:xfrm>
        </p:grpSpPr>
        <p:sp>
          <p:nvSpPr>
            <p:cNvPr id="549037028" name="Freeform 16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5902828" name="TextBox 16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5214476" name="Group 1676"/>
          <p:cNvGrpSpPr/>
          <p:nvPr/>
        </p:nvGrpSpPr>
        <p:grpSpPr bwMode="auto">
          <a:xfrm>
            <a:off x="11037207" y="2016260"/>
            <a:ext cx="143901" cy="143901"/>
            <a:chOff x="0" y="0"/>
            <a:chExt cx="812799" cy="812799"/>
          </a:xfrm>
        </p:grpSpPr>
        <p:sp>
          <p:nvSpPr>
            <p:cNvPr id="1682071849" name="Freeform 16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887262" name="TextBox 16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9153681" name="Group 1679"/>
          <p:cNvGrpSpPr/>
          <p:nvPr/>
        </p:nvGrpSpPr>
        <p:grpSpPr bwMode="auto">
          <a:xfrm>
            <a:off x="11229831" y="2016260"/>
            <a:ext cx="143901" cy="143901"/>
            <a:chOff x="0" y="0"/>
            <a:chExt cx="812799" cy="812799"/>
          </a:xfrm>
        </p:grpSpPr>
        <p:sp>
          <p:nvSpPr>
            <p:cNvPr id="514266704" name="Freeform 16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4746948" name="TextBox 16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2038970" name="Group 1682"/>
          <p:cNvGrpSpPr/>
          <p:nvPr/>
        </p:nvGrpSpPr>
        <p:grpSpPr bwMode="auto">
          <a:xfrm>
            <a:off x="9114255" y="2016260"/>
            <a:ext cx="143901" cy="143901"/>
            <a:chOff x="0" y="0"/>
            <a:chExt cx="812799" cy="812799"/>
          </a:xfrm>
        </p:grpSpPr>
        <p:sp>
          <p:nvSpPr>
            <p:cNvPr id="375964740" name="Freeform 16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9884564" name="TextBox 16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3221253" name="Group 1685"/>
          <p:cNvGrpSpPr/>
          <p:nvPr/>
        </p:nvGrpSpPr>
        <p:grpSpPr bwMode="auto">
          <a:xfrm>
            <a:off x="9306876" y="2016260"/>
            <a:ext cx="143901" cy="143901"/>
            <a:chOff x="0" y="0"/>
            <a:chExt cx="812799" cy="812799"/>
          </a:xfrm>
        </p:grpSpPr>
        <p:sp>
          <p:nvSpPr>
            <p:cNvPr id="1172854471" name="Freeform 16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4104812" name="TextBox 16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337717" name="Group 1688"/>
          <p:cNvGrpSpPr/>
          <p:nvPr/>
        </p:nvGrpSpPr>
        <p:grpSpPr bwMode="auto">
          <a:xfrm>
            <a:off x="9499500" y="2016260"/>
            <a:ext cx="143901" cy="143901"/>
            <a:chOff x="0" y="0"/>
            <a:chExt cx="812799" cy="812799"/>
          </a:xfrm>
        </p:grpSpPr>
        <p:sp>
          <p:nvSpPr>
            <p:cNvPr id="1730849294" name="Freeform 16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2108510" name="TextBox 16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3990126" name="Group 1691"/>
          <p:cNvGrpSpPr/>
          <p:nvPr/>
        </p:nvGrpSpPr>
        <p:grpSpPr bwMode="auto">
          <a:xfrm>
            <a:off x="9691029" y="4494549"/>
            <a:ext cx="143901" cy="143901"/>
            <a:chOff x="0" y="0"/>
            <a:chExt cx="812799" cy="812799"/>
          </a:xfrm>
        </p:grpSpPr>
        <p:sp>
          <p:nvSpPr>
            <p:cNvPr id="1235888305" name="Freeform 16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559179" name="TextBox 16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2653497" name="Group 1694"/>
          <p:cNvGrpSpPr/>
          <p:nvPr/>
        </p:nvGrpSpPr>
        <p:grpSpPr bwMode="auto">
          <a:xfrm>
            <a:off x="9883656" y="4494549"/>
            <a:ext cx="143901" cy="143901"/>
            <a:chOff x="0" y="0"/>
            <a:chExt cx="812799" cy="812799"/>
          </a:xfrm>
        </p:grpSpPr>
        <p:sp>
          <p:nvSpPr>
            <p:cNvPr id="1430812548" name="Freeform 16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5885429" name="TextBox 16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8230146" name="Group 1697"/>
          <p:cNvGrpSpPr/>
          <p:nvPr/>
        </p:nvGrpSpPr>
        <p:grpSpPr bwMode="auto">
          <a:xfrm>
            <a:off x="10076277" y="4494549"/>
            <a:ext cx="143901" cy="143901"/>
            <a:chOff x="0" y="0"/>
            <a:chExt cx="812799" cy="812799"/>
          </a:xfrm>
        </p:grpSpPr>
        <p:sp>
          <p:nvSpPr>
            <p:cNvPr id="2075665064" name="Freeform 16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2368991" name="TextBox 16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6867456" name="Group 1700"/>
          <p:cNvGrpSpPr/>
          <p:nvPr/>
        </p:nvGrpSpPr>
        <p:grpSpPr bwMode="auto">
          <a:xfrm>
            <a:off x="10267806" y="4494549"/>
            <a:ext cx="143901" cy="143901"/>
            <a:chOff x="0" y="0"/>
            <a:chExt cx="812799" cy="812799"/>
          </a:xfrm>
        </p:grpSpPr>
        <p:sp>
          <p:nvSpPr>
            <p:cNvPr id="437709048" name="Freeform 17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3612699" name="TextBox 17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0011854" name="Group 1703"/>
          <p:cNvGrpSpPr/>
          <p:nvPr/>
        </p:nvGrpSpPr>
        <p:grpSpPr bwMode="auto">
          <a:xfrm>
            <a:off x="10460430" y="4494549"/>
            <a:ext cx="143901" cy="143901"/>
            <a:chOff x="0" y="0"/>
            <a:chExt cx="812799" cy="812799"/>
          </a:xfrm>
        </p:grpSpPr>
        <p:sp>
          <p:nvSpPr>
            <p:cNvPr id="1491354027" name="Freeform 17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035003" name="TextBox 17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1028110" name="Group 1706"/>
          <p:cNvGrpSpPr/>
          <p:nvPr/>
        </p:nvGrpSpPr>
        <p:grpSpPr bwMode="auto">
          <a:xfrm>
            <a:off x="10653053" y="4494549"/>
            <a:ext cx="143901" cy="143901"/>
            <a:chOff x="0" y="0"/>
            <a:chExt cx="812799" cy="812799"/>
          </a:xfrm>
        </p:grpSpPr>
        <p:sp>
          <p:nvSpPr>
            <p:cNvPr id="114834869" name="Freeform 17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2984069" name="TextBox 17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0297387" name="Group 1709"/>
          <p:cNvGrpSpPr/>
          <p:nvPr/>
        </p:nvGrpSpPr>
        <p:grpSpPr bwMode="auto">
          <a:xfrm>
            <a:off x="10844581" y="4494549"/>
            <a:ext cx="143901" cy="143901"/>
            <a:chOff x="0" y="0"/>
            <a:chExt cx="812799" cy="812799"/>
          </a:xfrm>
        </p:grpSpPr>
        <p:sp>
          <p:nvSpPr>
            <p:cNvPr id="1070509080" name="Freeform 17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4318465" name="TextBox 17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4106302" name="Group 1712"/>
          <p:cNvGrpSpPr/>
          <p:nvPr/>
        </p:nvGrpSpPr>
        <p:grpSpPr bwMode="auto">
          <a:xfrm>
            <a:off x="11037207" y="4494549"/>
            <a:ext cx="143901" cy="143901"/>
            <a:chOff x="0" y="0"/>
            <a:chExt cx="812799" cy="812799"/>
          </a:xfrm>
        </p:grpSpPr>
        <p:sp>
          <p:nvSpPr>
            <p:cNvPr id="1736409230" name="Freeform 17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3927934" name="TextBox 17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7512814" name="Group 1715"/>
          <p:cNvGrpSpPr/>
          <p:nvPr/>
        </p:nvGrpSpPr>
        <p:grpSpPr bwMode="auto">
          <a:xfrm>
            <a:off x="11229831" y="4494549"/>
            <a:ext cx="143901" cy="143901"/>
            <a:chOff x="0" y="0"/>
            <a:chExt cx="812799" cy="812799"/>
          </a:xfrm>
        </p:grpSpPr>
        <p:sp>
          <p:nvSpPr>
            <p:cNvPr id="427201175" name="Freeform 17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0874605" name="TextBox 17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8372766" name="Group 1718"/>
          <p:cNvGrpSpPr/>
          <p:nvPr/>
        </p:nvGrpSpPr>
        <p:grpSpPr bwMode="auto">
          <a:xfrm>
            <a:off x="9114255" y="4494549"/>
            <a:ext cx="143901" cy="143901"/>
            <a:chOff x="0" y="0"/>
            <a:chExt cx="812799" cy="812799"/>
          </a:xfrm>
        </p:grpSpPr>
        <p:sp>
          <p:nvSpPr>
            <p:cNvPr id="1102521922" name="Freeform 17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6632542" name="TextBox 17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2810866" name="Group 1721"/>
          <p:cNvGrpSpPr/>
          <p:nvPr/>
        </p:nvGrpSpPr>
        <p:grpSpPr bwMode="auto">
          <a:xfrm>
            <a:off x="9306876" y="4494549"/>
            <a:ext cx="143901" cy="143901"/>
            <a:chOff x="0" y="0"/>
            <a:chExt cx="812799" cy="812799"/>
          </a:xfrm>
        </p:grpSpPr>
        <p:sp>
          <p:nvSpPr>
            <p:cNvPr id="1175326510" name="Freeform 17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2311216" name="TextBox 17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1658792" name="Group 1724"/>
          <p:cNvGrpSpPr/>
          <p:nvPr/>
        </p:nvGrpSpPr>
        <p:grpSpPr bwMode="auto">
          <a:xfrm>
            <a:off x="9499500" y="4494549"/>
            <a:ext cx="143901" cy="143901"/>
            <a:chOff x="0" y="0"/>
            <a:chExt cx="812799" cy="812799"/>
          </a:xfrm>
        </p:grpSpPr>
        <p:sp>
          <p:nvSpPr>
            <p:cNvPr id="1840372914" name="Freeform 17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461992" name="TextBox 17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1175166" name="Group 1727"/>
          <p:cNvGrpSpPr/>
          <p:nvPr/>
        </p:nvGrpSpPr>
        <p:grpSpPr bwMode="auto">
          <a:xfrm>
            <a:off x="9691029" y="4684020"/>
            <a:ext cx="143901" cy="143901"/>
            <a:chOff x="0" y="0"/>
            <a:chExt cx="812799" cy="812799"/>
          </a:xfrm>
        </p:grpSpPr>
        <p:sp>
          <p:nvSpPr>
            <p:cNvPr id="1251968290" name="Freeform 17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64898649" name="TextBox 17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0130754" name="Group 1730"/>
          <p:cNvGrpSpPr/>
          <p:nvPr/>
        </p:nvGrpSpPr>
        <p:grpSpPr bwMode="auto">
          <a:xfrm>
            <a:off x="9883656" y="4684020"/>
            <a:ext cx="143901" cy="143901"/>
            <a:chOff x="0" y="0"/>
            <a:chExt cx="812799" cy="812799"/>
          </a:xfrm>
        </p:grpSpPr>
        <p:sp>
          <p:nvSpPr>
            <p:cNvPr id="1777387516" name="Freeform 17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0466642" name="TextBox 17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5744531" name="Group 1733"/>
          <p:cNvGrpSpPr/>
          <p:nvPr/>
        </p:nvGrpSpPr>
        <p:grpSpPr bwMode="auto">
          <a:xfrm>
            <a:off x="10076277" y="4684020"/>
            <a:ext cx="143901" cy="143901"/>
            <a:chOff x="0" y="0"/>
            <a:chExt cx="812799" cy="812799"/>
          </a:xfrm>
        </p:grpSpPr>
        <p:sp>
          <p:nvSpPr>
            <p:cNvPr id="1563089699" name="Freeform 17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8462497" name="TextBox 17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9646315" name="Group 1736"/>
          <p:cNvGrpSpPr/>
          <p:nvPr/>
        </p:nvGrpSpPr>
        <p:grpSpPr bwMode="auto">
          <a:xfrm>
            <a:off x="10267806" y="4684020"/>
            <a:ext cx="143901" cy="143901"/>
            <a:chOff x="0" y="0"/>
            <a:chExt cx="812799" cy="812799"/>
          </a:xfrm>
        </p:grpSpPr>
        <p:sp>
          <p:nvSpPr>
            <p:cNvPr id="1359332362" name="Freeform 17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6207114" name="TextBox 17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8151849" name="Group 1739"/>
          <p:cNvGrpSpPr/>
          <p:nvPr/>
        </p:nvGrpSpPr>
        <p:grpSpPr bwMode="auto">
          <a:xfrm>
            <a:off x="10460430" y="4684020"/>
            <a:ext cx="143901" cy="143901"/>
            <a:chOff x="0" y="0"/>
            <a:chExt cx="812799" cy="812799"/>
          </a:xfrm>
        </p:grpSpPr>
        <p:sp>
          <p:nvSpPr>
            <p:cNvPr id="575085587" name="Freeform 17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8496454" name="TextBox 17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218253" name="Group 1742"/>
          <p:cNvGrpSpPr/>
          <p:nvPr/>
        </p:nvGrpSpPr>
        <p:grpSpPr bwMode="auto">
          <a:xfrm>
            <a:off x="10653053" y="4684020"/>
            <a:ext cx="143901" cy="143901"/>
            <a:chOff x="0" y="0"/>
            <a:chExt cx="812799" cy="812799"/>
          </a:xfrm>
        </p:grpSpPr>
        <p:sp>
          <p:nvSpPr>
            <p:cNvPr id="373325193" name="Freeform 17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36770614" name="TextBox 17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1092651" name="Group 1745"/>
          <p:cNvGrpSpPr/>
          <p:nvPr/>
        </p:nvGrpSpPr>
        <p:grpSpPr bwMode="auto">
          <a:xfrm>
            <a:off x="10844581" y="4684020"/>
            <a:ext cx="143901" cy="143901"/>
            <a:chOff x="0" y="0"/>
            <a:chExt cx="812799" cy="812799"/>
          </a:xfrm>
        </p:grpSpPr>
        <p:sp>
          <p:nvSpPr>
            <p:cNvPr id="366638273" name="Freeform 17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392368" name="TextBox 17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9099593" name="Group 1748"/>
          <p:cNvGrpSpPr/>
          <p:nvPr/>
        </p:nvGrpSpPr>
        <p:grpSpPr bwMode="auto">
          <a:xfrm>
            <a:off x="11037207" y="4684020"/>
            <a:ext cx="143901" cy="143901"/>
            <a:chOff x="0" y="0"/>
            <a:chExt cx="812799" cy="812799"/>
          </a:xfrm>
        </p:grpSpPr>
        <p:sp>
          <p:nvSpPr>
            <p:cNvPr id="2017153835" name="Freeform 17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766047" name="TextBox 17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6532534" name="Group 1751"/>
          <p:cNvGrpSpPr/>
          <p:nvPr/>
        </p:nvGrpSpPr>
        <p:grpSpPr bwMode="auto">
          <a:xfrm>
            <a:off x="11229831" y="4684020"/>
            <a:ext cx="143901" cy="143901"/>
            <a:chOff x="0" y="0"/>
            <a:chExt cx="812799" cy="812799"/>
          </a:xfrm>
        </p:grpSpPr>
        <p:sp>
          <p:nvSpPr>
            <p:cNvPr id="134870164" name="Freeform 17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5721271" name="TextBox 17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9090104" name="Group 1754"/>
          <p:cNvGrpSpPr/>
          <p:nvPr/>
        </p:nvGrpSpPr>
        <p:grpSpPr bwMode="auto">
          <a:xfrm>
            <a:off x="9114255" y="4684020"/>
            <a:ext cx="143901" cy="143901"/>
            <a:chOff x="0" y="0"/>
            <a:chExt cx="812799" cy="812799"/>
          </a:xfrm>
        </p:grpSpPr>
        <p:sp>
          <p:nvSpPr>
            <p:cNvPr id="2043087250" name="Freeform 17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74965304" name="TextBox 17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654676" name="Group 1757"/>
          <p:cNvGrpSpPr/>
          <p:nvPr/>
        </p:nvGrpSpPr>
        <p:grpSpPr bwMode="auto">
          <a:xfrm>
            <a:off x="9306876" y="4684020"/>
            <a:ext cx="143901" cy="143901"/>
            <a:chOff x="0" y="0"/>
            <a:chExt cx="812799" cy="812799"/>
          </a:xfrm>
        </p:grpSpPr>
        <p:sp>
          <p:nvSpPr>
            <p:cNvPr id="1507386436" name="Freeform 17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7295519" name="TextBox 17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1326862" name="Group 1760"/>
          <p:cNvGrpSpPr/>
          <p:nvPr/>
        </p:nvGrpSpPr>
        <p:grpSpPr bwMode="auto">
          <a:xfrm>
            <a:off x="9499500" y="4684020"/>
            <a:ext cx="143901" cy="143901"/>
            <a:chOff x="0" y="0"/>
            <a:chExt cx="812799" cy="812799"/>
          </a:xfrm>
        </p:grpSpPr>
        <p:sp>
          <p:nvSpPr>
            <p:cNvPr id="1998080847" name="Freeform 17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580152" name="TextBox 17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648711419" name="AutoShape 1763"/>
          <p:cNvSpPr/>
          <p:nvPr/>
        </p:nvSpPr>
        <p:spPr bwMode="auto">
          <a:xfrm flipH="1">
            <a:off x="3432937" y="3327356"/>
            <a:ext cx="123892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95353" name="AutoShape 1764"/>
          <p:cNvSpPr/>
          <p:nvPr/>
        </p:nvSpPr>
        <p:spPr bwMode="auto">
          <a:xfrm flipH="1">
            <a:off x="7559303" y="3327356"/>
            <a:ext cx="12409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3154160" name="AutoShape 26"/>
          <p:cNvSpPr/>
          <p:nvPr/>
        </p:nvSpPr>
        <p:spPr bwMode="auto">
          <a:xfrm flipH="1" flipV="1">
            <a:off x="1847466" y="1068224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9361511" name="AutoShape 27"/>
          <p:cNvSpPr/>
          <p:nvPr/>
        </p:nvSpPr>
        <p:spPr bwMode="auto">
          <a:xfrm flipH="1" flipV="1">
            <a:off x="1847466" y="2231410"/>
            <a:ext cx="3268031" cy="91309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5855191" name="AutoShape 28"/>
          <p:cNvSpPr/>
          <p:nvPr/>
        </p:nvSpPr>
        <p:spPr bwMode="auto">
          <a:xfrm flipH="1" flipV="1">
            <a:off x="1847466" y="3394594"/>
            <a:ext cx="3268031" cy="687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6619787" name="AutoShape 29"/>
          <p:cNvSpPr/>
          <p:nvPr/>
        </p:nvSpPr>
        <p:spPr bwMode="auto">
          <a:xfrm flipH="1">
            <a:off x="1847466" y="3658444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0264004" name="AutoShape 30"/>
          <p:cNvSpPr/>
          <p:nvPr/>
        </p:nvSpPr>
        <p:spPr bwMode="auto">
          <a:xfrm flipH="1">
            <a:off x="1847466" y="3914791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769630" name="Freeform 31"/>
          <p:cNvSpPr/>
          <p:nvPr/>
        </p:nvSpPr>
        <p:spPr bwMode="auto">
          <a:xfrm>
            <a:off x="1047906" y="62950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0370123" name="Freeform 32"/>
          <p:cNvSpPr/>
          <p:nvPr/>
        </p:nvSpPr>
        <p:spPr bwMode="auto">
          <a:xfrm>
            <a:off x="1047906" y="2955877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5337407" name="Freeform 33"/>
          <p:cNvSpPr/>
          <p:nvPr/>
        </p:nvSpPr>
        <p:spPr bwMode="auto">
          <a:xfrm>
            <a:off x="1047906" y="1792693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8194495" name="Freeform 34"/>
          <p:cNvSpPr/>
          <p:nvPr/>
        </p:nvSpPr>
        <p:spPr bwMode="auto">
          <a:xfrm>
            <a:off x="1047906" y="527943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7193515" name="Freeform 35"/>
          <p:cNvSpPr/>
          <p:nvPr/>
        </p:nvSpPr>
        <p:spPr bwMode="auto">
          <a:xfrm>
            <a:off x="1047906" y="4119062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9633980" name="AutoShape 36"/>
          <p:cNvSpPr/>
          <p:nvPr/>
        </p:nvSpPr>
        <p:spPr bwMode="auto">
          <a:xfrm flipH="1" flipV="1">
            <a:off x="6968889" y="3919315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2480890" name="AutoShape 37"/>
          <p:cNvSpPr/>
          <p:nvPr/>
        </p:nvSpPr>
        <p:spPr bwMode="auto">
          <a:xfrm flipH="1" flipV="1">
            <a:off x="6968889" y="3662968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6436737" name="AutoShape 38"/>
          <p:cNvSpPr/>
          <p:nvPr/>
        </p:nvSpPr>
        <p:spPr bwMode="auto">
          <a:xfrm flipH="1" flipV="1">
            <a:off x="6968889" y="3405998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8613117" name="AutoShape 39"/>
          <p:cNvSpPr/>
          <p:nvPr/>
        </p:nvSpPr>
        <p:spPr bwMode="auto">
          <a:xfrm flipH="1">
            <a:off x="6968889" y="2251888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5315819" name="AutoShape 40"/>
          <p:cNvSpPr/>
          <p:nvPr/>
        </p:nvSpPr>
        <p:spPr bwMode="auto">
          <a:xfrm flipH="1">
            <a:off x="6968889" y="1088704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470258" name="Freeform 41"/>
          <p:cNvSpPr/>
          <p:nvPr/>
        </p:nvSpPr>
        <p:spPr bwMode="auto">
          <a:xfrm>
            <a:off x="10236921" y="649986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0267357" name="Freeform 42"/>
          <p:cNvSpPr/>
          <p:nvPr/>
        </p:nvSpPr>
        <p:spPr bwMode="auto">
          <a:xfrm>
            <a:off x="10236921" y="2976355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156535" name="Freeform 43"/>
          <p:cNvSpPr/>
          <p:nvPr/>
        </p:nvSpPr>
        <p:spPr bwMode="auto">
          <a:xfrm>
            <a:off x="10236921" y="1813171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8333843" name="Freeform 44"/>
          <p:cNvSpPr/>
          <p:nvPr/>
        </p:nvSpPr>
        <p:spPr bwMode="auto">
          <a:xfrm>
            <a:off x="10236921" y="529990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4623910" name="Freeform 45"/>
          <p:cNvSpPr/>
          <p:nvPr/>
        </p:nvSpPr>
        <p:spPr bwMode="auto">
          <a:xfrm>
            <a:off x="10236921" y="413954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847363" name="Freeform 46"/>
          <p:cNvSpPr/>
          <p:nvPr/>
        </p:nvSpPr>
        <p:spPr bwMode="auto">
          <a:xfrm>
            <a:off x="5115501" y="2517168"/>
            <a:ext cx="1853388" cy="1772514"/>
          </a:xfrm>
          <a:custGeom>
            <a:avLst/>
            <a:gdLst/>
            <a:ahLst/>
            <a:cxnLst/>
            <a:rect l="l" t="t" r="r" b="b"/>
            <a:pathLst>
              <a:path w="1853389" h="1772514" fill="norm" stroke="1" extrusionOk="0">
                <a:moveTo>
                  <a:pt x="0" y="0"/>
                </a:moveTo>
                <a:lnTo>
                  <a:pt x="1853389" y="0"/>
                </a:lnTo>
                <a:lnTo>
                  <a:pt x="1853389" y="1772514"/>
                </a:lnTo>
                <a:lnTo>
                  <a:pt x="0" y="177251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5440692" name="Freeform 47"/>
          <p:cNvSpPr/>
          <p:nvPr/>
        </p:nvSpPr>
        <p:spPr bwMode="auto">
          <a:xfrm>
            <a:off x="3267788" y="1766622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149899" name="Freeform 48"/>
          <p:cNvSpPr/>
          <p:nvPr/>
        </p:nvSpPr>
        <p:spPr bwMode="auto">
          <a:xfrm>
            <a:off x="3267788" y="2467759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4357727" name="Freeform 49"/>
          <p:cNvSpPr/>
          <p:nvPr/>
        </p:nvSpPr>
        <p:spPr bwMode="auto">
          <a:xfrm>
            <a:off x="3267788" y="3180898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472746" name="Freeform 50"/>
          <p:cNvSpPr/>
          <p:nvPr/>
        </p:nvSpPr>
        <p:spPr bwMode="auto">
          <a:xfrm>
            <a:off x="3267788" y="3894040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6162139" name="Freeform 51"/>
          <p:cNvSpPr/>
          <p:nvPr/>
        </p:nvSpPr>
        <p:spPr bwMode="auto">
          <a:xfrm>
            <a:off x="3267788" y="4604721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3190771" name="Freeform 52"/>
          <p:cNvSpPr/>
          <p:nvPr/>
        </p:nvSpPr>
        <p:spPr bwMode="auto">
          <a:xfrm>
            <a:off x="8388113" y="1731007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607280" name="Freeform 53"/>
          <p:cNvSpPr/>
          <p:nvPr/>
        </p:nvSpPr>
        <p:spPr bwMode="auto">
          <a:xfrm>
            <a:off x="8388113" y="243214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6138550" name="Freeform 54"/>
          <p:cNvSpPr/>
          <p:nvPr/>
        </p:nvSpPr>
        <p:spPr bwMode="auto">
          <a:xfrm>
            <a:off x="8388113" y="314528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0506619" name="Freeform 55"/>
          <p:cNvSpPr/>
          <p:nvPr/>
        </p:nvSpPr>
        <p:spPr bwMode="auto">
          <a:xfrm>
            <a:off x="8388113" y="385842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0150592" name="Freeform 56"/>
          <p:cNvSpPr/>
          <p:nvPr/>
        </p:nvSpPr>
        <p:spPr bwMode="auto">
          <a:xfrm>
            <a:off x="8388113" y="456910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454270088" name=""/>
          <p:cNvPicPr>
            <a:picLocks noChangeAspect="1"/>
          </p:cNvPicPr>
          <p:nvPr/>
        </p:nvPicPr>
        <p:blipFill>
          <a:blip r:embed="rId24"/>
          <a:stretch/>
        </p:blipFill>
        <p:spPr bwMode="auto">
          <a:xfrm flipH="0" flipV="0">
            <a:off x="5577255" y="4538773"/>
            <a:ext cx="986670" cy="9866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1185728" name="Freeform 27"/>
          <p:cNvSpPr/>
          <p:nvPr/>
        </p:nvSpPr>
        <p:spPr bwMode="auto">
          <a:xfrm rot="0" flipH="0" flipV="0">
            <a:off x="479007" y="634966"/>
            <a:ext cx="5678752" cy="5657456"/>
          </a:xfrm>
          <a:custGeom>
            <a:avLst/>
            <a:gdLst/>
            <a:ahLst/>
            <a:cxnLst/>
            <a:rect l="l" t="t" r="r" b="b"/>
            <a:pathLst>
              <a:path w="7571673" h="7543280" fill="norm" stroke="1" extrusionOk="0">
                <a:moveTo>
                  <a:pt x="0" y="0"/>
                </a:moveTo>
                <a:lnTo>
                  <a:pt x="7571673" y="0"/>
                </a:lnTo>
                <a:lnTo>
                  <a:pt x="7571673" y="7543280"/>
                </a:lnTo>
                <a:lnTo>
                  <a:pt x="0" y="75432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grpSp>
        <p:nvGrpSpPr>
          <p:cNvPr id="635659157" name="Group 28"/>
          <p:cNvGrpSpPr/>
          <p:nvPr/>
        </p:nvGrpSpPr>
        <p:grpSpPr bwMode="auto">
          <a:xfrm rot="0" flipH="0" flipV="0">
            <a:off x="479007" y="633483"/>
            <a:ext cx="5657456" cy="5657456"/>
            <a:chOff x="0" y="0"/>
            <a:chExt cx="5657456" cy="5657456"/>
          </a:xfrm>
        </p:grpSpPr>
        <p:sp>
          <p:nvSpPr>
            <p:cNvPr id="623280162" name="Freeform 29"/>
            <p:cNvSpPr/>
            <p:nvPr/>
          </p:nvSpPr>
          <p:spPr bwMode="auto">
            <a:xfrm>
              <a:off x="0" y="0"/>
              <a:ext cx="5657456" cy="5657456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80512514" name="TextBox 30"/>
            <p:cNvSpPr txBox="1"/>
            <p:nvPr/>
          </p:nvSpPr>
          <p:spPr bwMode="auto">
            <a:xfrm>
              <a:off x="530373" y="198894"/>
              <a:ext cx="4596675" cy="49281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336310723" name="AutoShape 31"/>
          <p:cNvSpPr/>
          <p:nvPr/>
        </p:nvSpPr>
        <p:spPr bwMode="auto">
          <a:xfrm flipH="1" flipV="1">
            <a:off x="4643717" y="2445675"/>
            <a:ext cx="2092613" cy="73376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0011953" name="AutoShape 32"/>
          <p:cNvSpPr/>
          <p:nvPr/>
        </p:nvSpPr>
        <p:spPr bwMode="auto">
          <a:xfrm flipH="1" flipV="1">
            <a:off x="2818913" y="1184544"/>
            <a:ext cx="3917417" cy="18886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5425633" name="AutoShape 33"/>
          <p:cNvSpPr/>
          <p:nvPr/>
        </p:nvSpPr>
        <p:spPr bwMode="auto">
          <a:xfrm flipH="1" flipV="1">
            <a:off x="1088105" y="2831192"/>
            <a:ext cx="5648225" cy="55264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5171606" name="AutoShape 34"/>
          <p:cNvSpPr/>
          <p:nvPr/>
        </p:nvSpPr>
        <p:spPr bwMode="auto">
          <a:xfrm flipH="1">
            <a:off x="3900074" y="3531662"/>
            <a:ext cx="2836253" cy="2410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145442" name="AutoShape 35"/>
          <p:cNvSpPr/>
          <p:nvPr/>
        </p:nvSpPr>
        <p:spPr bwMode="auto">
          <a:xfrm flipH="1">
            <a:off x="2015239" y="3699537"/>
            <a:ext cx="4721090" cy="138139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2183987" name="Freeform 36"/>
          <p:cNvSpPr/>
          <p:nvPr/>
        </p:nvSpPr>
        <p:spPr bwMode="auto">
          <a:xfrm>
            <a:off x="2395377" y="95215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2836524" name="Freeform 38"/>
          <p:cNvSpPr/>
          <p:nvPr/>
        </p:nvSpPr>
        <p:spPr bwMode="auto">
          <a:xfrm>
            <a:off x="4220181" y="2213281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2668935" name="Freeform 39"/>
          <p:cNvSpPr/>
          <p:nvPr/>
        </p:nvSpPr>
        <p:spPr bwMode="auto">
          <a:xfrm>
            <a:off x="664568" y="2578078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685756" name="Freeform 40"/>
          <p:cNvSpPr/>
          <p:nvPr/>
        </p:nvSpPr>
        <p:spPr bwMode="auto">
          <a:xfrm>
            <a:off x="3476539" y="355827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531262" name="Freeform 41"/>
          <p:cNvSpPr/>
          <p:nvPr/>
        </p:nvSpPr>
        <p:spPr bwMode="auto">
          <a:xfrm>
            <a:off x="1591700" y="4910501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946713" name="Freeform 42"/>
          <p:cNvSpPr/>
          <p:nvPr/>
        </p:nvSpPr>
        <p:spPr bwMode="auto">
          <a:xfrm>
            <a:off x="6736333" y="2819150"/>
            <a:ext cx="1617093" cy="1287609"/>
          </a:xfrm>
          <a:custGeom>
            <a:avLst/>
            <a:gdLst/>
            <a:ahLst/>
            <a:cxnLst/>
            <a:rect l="l" t="t" r="r" b="b"/>
            <a:pathLst>
              <a:path w="1617094" h="1287611" fill="norm" stroke="1" extrusionOk="0">
                <a:moveTo>
                  <a:pt x="0" y="0"/>
                </a:moveTo>
                <a:lnTo>
                  <a:pt x="1617094" y="0"/>
                </a:lnTo>
                <a:lnTo>
                  <a:pt x="1617094" y="1287611"/>
                </a:lnTo>
                <a:lnTo>
                  <a:pt x="0" y="12876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3424212" name="AutoShape 43"/>
          <p:cNvSpPr/>
          <p:nvPr/>
        </p:nvSpPr>
        <p:spPr bwMode="auto">
          <a:xfrm flipH="1">
            <a:off x="8353426" y="3462956"/>
            <a:ext cx="959772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317844" name="Freeform 45"/>
          <p:cNvSpPr/>
          <p:nvPr/>
        </p:nvSpPr>
        <p:spPr bwMode="auto">
          <a:xfrm rot="0" flipH="0" flipV="0">
            <a:off x="9313200" y="2601016"/>
            <a:ext cx="2441007" cy="1723878"/>
          </a:xfrm>
          <a:custGeom>
            <a:avLst/>
            <a:gdLst/>
            <a:ahLst/>
            <a:cxnLst/>
            <a:rect l="l" t="t" r="r" b="b"/>
            <a:pathLst>
              <a:path w="2845795" h="2009746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009746"/>
                </a:lnTo>
                <a:lnTo>
                  <a:pt x="0" y="20097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17763152" name="TextBox 46"/>
          <p:cNvSpPr txBox="1"/>
          <p:nvPr/>
        </p:nvSpPr>
        <p:spPr bwMode="auto">
          <a:xfrm rot="0" flipH="0" flipV="0">
            <a:off x="9313200" y="2592849"/>
            <a:ext cx="2441007" cy="173204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583497026" name="Freeform 48"/>
          <p:cNvSpPr/>
          <p:nvPr/>
        </p:nvSpPr>
        <p:spPr bwMode="auto">
          <a:xfrm rot="0" flipH="0" flipV="0">
            <a:off x="9529317" y="268828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5882794" name="TextBox 49"/>
          <p:cNvSpPr txBox="1"/>
          <p:nvPr/>
        </p:nvSpPr>
        <p:spPr bwMode="auto">
          <a:xfrm rot="0" flipH="0" flipV="0">
            <a:off x="9529317" y="268011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155914124" name="AutoShape 50"/>
          <p:cNvSpPr/>
          <p:nvPr/>
        </p:nvSpPr>
        <p:spPr bwMode="auto">
          <a:xfrm>
            <a:off x="10533704" y="2688282"/>
            <a:ext cx="0" cy="15526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8359381" name="Freeform 52"/>
          <p:cNvSpPr/>
          <p:nvPr/>
        </p:nvSpPr>
        <p:spPr bwMode="auto">
          <a:xfrm rot="0" flipH="0" flipV="0">
            <a:off x="9529317" y="301559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7489458" name="TextBox 53"/>
          <p:cNvSpPr txBox="1"/>
          <p:nvPr/>
        </p:nvSpPr>
        <p:spPr bwMode="auto">
          <a:xfrm rot="0" flipH="0" flipV="0">
            <a:off x="9529317" y="300743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430212921" name="Freeform 55"/>
          <p:cNvSpPr/>
          <p:nvPr/>
        </p:nvSpPr>
        <p:spPr bwMode="auto">
          <a:xfrm rot="0" flipH="0" flipV="0">
            <a:off x="9529380" y="334291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77077493" name="TextBox 56"/>
          <p:cNvSpPr txBox="1"/>
          <p:nvPr/>
        </p:nvSpPr>
        <p:spPr bwMode="auto">
          <a:xfrm rot="0" flipH="0" flipV="0">
            <a:off x="9529380" y="333474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12195313" name="Freeform 58"/>
          <p:cNvSpPr/>
          <p:nvPr/>
        </p:nvSpPr>
        <p:spPr bwMode="auto">
          <a:xfrm rot="0" flipH="0" flipV="0">
            <a:off x="9529380" y="3670232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6334375" name="TextBox 59"/>
          <p:cNvSpPr txBox="1"/>
          <p:nvPr/>
        </p:nvSpPr>
        <p:spPr bwMode="auto">
          <a:xfrm rot="0" flipH="0" flipV="0">
            <a:off x="9529380" y="3662065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99087172" name="Freeform 61"/>
          <p:cNvSpPr/>
          <p:nvPr/>
        </p:nvSpPr>
        <p:spPr bwMode="auto">
          <a:xfrm rot="0" flipH="0" flipV="0">
            <a:off x="9529380" y="3997547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14566530" name="TextBox 62"/>
          <p:cNvSpPr txBox="1"/>
          <p:nvPr/>
        </p:nvSpPr>
        <p:spPr bwMode="auto">
          <a:xfrm rot="0" flipH="0" flipV="0">
            <a:off x="9529380" y="3989380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257995301" name="Freeform 64"/>
          <p:cNvSpPr/>
          <p:nvPr/>
        </p:nvSpPr>
        <p:spPr bwMode="auto">
          <a:xfrm rot="0" flipH="0" flipV="0">
            <a:off x="10756416" y="268828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4082138" name="TextBox 65"/>
          <p:cNvSpPr txBox="1"/>
          <p:nvPr/>
        </p:nvSpPr>
        <p:spPr bwMode="auto">
          <a:xfrm rot="0" flipH="0" flipV="0">
            <a:off x="10756416" y="268011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520572884" name="Freeform 67"/>
          <p:cNvSpPr/>
          <p:nvPr/>
        </p:nvSpPr>
        <p:spPr bwMode="auto">
          <a:xfrm rot="0" flipH="0" flipV="0">
            <a:off x="10756416" y="301559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788183" name="TextBox 68"/>
          <p:cNvSpPr txBox="1"/>
          <p:nvPr/>
        </p:nvSpPr>
        <p:spPr bwMode="auto">
          <a:xfrm rot="0" flipH="0" flipV="0">
            <a:off x="10756416" y="300743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369605060" name="Freeform 70"/>
          <p:cNvSpPr/>
          <p:nvPr/>
        </p:nvSpPr>
        <p:spPr bwMode="auto">
          <a:xfrm rot="0" flipH="0" flipV="0">
            <a:off x="10756479" y="334291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8889579" name="TextBox 71"/>
          <p:cNvSpPr txBox="1"/>
          <p:nvPr/>
        </p:nvSpPr>
        <p:spPr bwMode="auto">
          <a:xfrm rot="0" flipH="0" flipV="0">
            <a:off x="10756479" y="333474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605576162" name="Freeform 73"/>
          <p:cNvSpPr/>
          <p:nvPr/>
        </p:nvSpPr>
        <p:spPr bwMode="auto">
          <a:xfrm rot="0" flipH="0" flipV="0">
            <a:off x="10756479" y="3670232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9383131" name="TextBox 74"/>
          <p:cNvSpPr txBox="1"/>
          <p:nvPr/>
        </p:nvSpPr>
        <p:spPr bwMode="auto">
          <a:xfrm rot="0" flipH="0" flipV="0">
            <a:off x="10756479" y="3662065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85645689" name="Freeform 76"/>
          <p:cNvSpPr/>
          <p:nvPr/>
        </p:nvSpPr>
        <p:spPr bwMode="auto">
          <a:xfrm rot="0" flipH="0" flipV="0">
            <a:off x="10756479" y="3997547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2092667" name="TextBox 77"/>
          <p:cNvSpPr txBox="1"/>
          <p:nvPr/>
        </p:nvSpPr>
        <p:spPr bwMode="auto">
          <a:xfrm rot="0" flipH="0" flipV="0">
            <a:off x="10756479" y="3989380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pic>
        <p:nvPicPr>
          <p:cNvPr id="1268211279" name=""/>
          <p:cNvPicPr>
            <a:picLocks noChangeAspect="1"/>
          </p:cNvPicPr>
          <p:nvPr/>
        </p:nvPicPr>
        <p:blipFill>
          <a:blip r:embed="rId10"/>
          <a:stretch/>
        </p:blipFill>
        <p:spPr bwMode="auto">
          <a:xfrm flipH="0" flipV="0">
            <a:off x="7120395" y="4291379"/>
            <a:ext cx="848968" cy="8489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3139550" name="Freeform 26"/>
          <p:cNvSpPr/>
          <p:nvPr/>
        </p:nvSpPr>
        <p:spPr bwMode="auto">
          <a:xfrm>
            <a:off x="5660086" y="1535295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20" y="0"/>
                </a:lnTo>
                <a:lnTo>
                  <a:pt x="1311720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0019320" name="AutoShape 28"/>
          <p:cNvSpPr/>
          <p:nvPr/>
        </p:nvSpPr>
        <p:spPr bwMode="auto">
          <a:xfrm flipH="1">
            <a:off x="2754160" y="2002745"/>
            <a:ext cx="290592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246441" name="Freeform 29"/>
          <p:cNvSpPr/>
          <p:nvPr/>
        </p:nvSpPr>
        <p:spPr bwMode="auto">
          <a:xfrm>
            <a:off x="7928894" y="1049573"/>
            <a:ext cx="990947" cy="842303"/>
          </a:xfrm>
          <a:custGeom>
            <a:avLst/>
            <a:gdLst/>
            <a:ahLst/>
            <a:cxnLst/>
            <a:rect l="l" t="t" r="r" b="b"/>
            <a:pathLst>
              <a:path w="990949" h="842306" fill="norm" stroke="1" extrusionOk="0">
                <a:moveTo>
                  <a:pt x="0" y="0"/>
                </a:moveTo>
                <a:lnTo>
                  <a:pt x="990948" y="0"/>
                </a:lnTo>
                <a:lnTo>
                  <a:pt x="990948" y="842306"/>
                </a:lnTo>
                <a:lnTo>
                  <a:pt x="0" y="8423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17357" name="Freeform 30"/>
          <p:cNvSpPr/>
          <p:nvPr/>
        </p:nvSpPr>
        <p:spPr bwMode="auto">
          <a:xfrm>
            <a:off x="3930400" y="1104055"/>
            <a:ext cx="553446" cy="787824"/>
          </a:xfrm>
          <a:custGeom>
            <a:avLst/>
            <a:gdLst/>
            <a:ahLst/>
            <a:cxnLst/>
            <a:rect l="l" t="t" r="r" b="b"/>
            <a:pathLst>
              <a:path w="553446" h="787824" fill="norm" stroke="1" extrusionOk="0">
                <a:moveTo>
                  <a:pt x="0" y="0"/>
                </a:moveTo>
                <a:lnTo>
                  <a:pt x="553446" y="0"/>
                </a:lnTo>
                <a:lnTo>
                  <a:pt x="553446" y="787824"/>
                </a:lnTo>
                <a:lnTo>
                  <a:pt x="0" y="78782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8098760" name="AutoShape 31"/>
          <p:cNvSpPr/>
          <p:nvPr/>
        </p:nvSpPr>
        <p:spPr bwMode="auto">
          <a:xfrm flipH="1">
            <a:off x="6971806" y="2002745"/>
            <a:ext cx="2905123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3710976" name="Freeform 32"/>
          <p:cNvSpPr/>
          <p:nvPr/>
        </p:nvSpPr>
        <p:spPr bwMode="auto">
          <a:xfrm>
            <a:off x="9876931" y="1535295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9782442" name="Freeform 34"/>
          <p:cNvSpPr/>
          <p:nvPr/>
        </p:nvSpPr>
        <p:spPr bwMode="auto">
          <a:xfrm>
            <a:off x="5562664" y="4520928"/>
            <a:ext cx="1506561" cy="1280577"/>
          </a:xfrm>
          <a:custGeom>
            <a:avLst/>
            <a:gdLst/>
            <a:ahLst/>
            <a:cxnLst/>
            <a:rect l="l" t="t" r="r" b="b"/>
            <a:pathLst>
              <a:path w="1506563" h="1280579" fill="norm" stroke="1" extrusionOk="0">
                <a:moveTo>
                  <a:pt x="0" y="0"/>
                </a:moveTo>
                <a:lnTo>
                  <a:pt x="1506564" y="0"/>
                </a:lnTo>
                <a:lnTo>
                  <a:pt x="1506564" y="1280579"/>
                </a:lnTo>
                <a:lnTo>
                  <a:pt x="0" y="128057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4219278" name="AutoShape 35"/>
          <p:cNvSpPr/>
          <p:nvPr/>
        </p:nvSpPr>
        <p:spPr bwMode="auto">
          <a:xfrm flipH="1">
            <a:off x="2754160" y="5161221"/>
            <a:ext cx="280850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1374127" name="Freeform 36"/>
          <p:cNvSpPr/>
          <p:nvPr/>
        </p:nvSpPr>
        <p:spPr bwMode="auto">
          <a:xfrm>
            <a:off x="9876931" y="4501434"/>
            <a:ext cx="1311717" cy="1285483"/>
          </a:xfrm>
          <a:custGeom>
            <a:avLst/>
            <a:gdLst/>
            <a:ahLst/>
            <a:cxnLst/>
            <a:rect l="l" t="t" r="r" b="b"/>
            <a:pathLst>
              <a:path w="1311719" h="1285485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1285485"/>
                </a:lnTo>
                <a:lnTo>
                  <a:pt x="0" y="12854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6838672" name="AutoShape 37"/>
          <p:cNvSpPr/>
          <p:nvPr/>
        </p:nvSpPr>
        <p:spPr bwMode="auto">
          <a:xfrm flipH="1">
            <a:off x="7069227" y="5144178"/>
            <a:ext cx="2807703" cy="1704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2185566" name="Freeform 38"/>
          <p:cNvSpPr/>
          <p:nvPr/>
        </p:nvSpPr>
        <p:spPr bwMode="auto">
          <a:xfrm>
            <a:off x="8604846" y="1049573"/>
            <a:ext cx="314995" cy="448392"/>
          </a:xfrm>
          <a:custGeom>
            <a:avLst/>
            <a:gdLst/>
            <a:ahLst/>
            <a:cxnLst/>
            <a:rect l="l" t="t" r="r" b="b"/>
            <a:pathLst>
              <a:path w="314997" h="448394" fill="norm" stroke="1" extrusionOk="0">
                <a:moveTo>
                  <a:pt x="0" y="0"/>
                </a:moveTo>
                <a:lnTo>
                  <a:pt x="314997" y="0"/>
                </a:lnTo>
                <a:lnTo>
                  <a:pt x="314997" y="448394"/>
                </a:lnTo>
                <a:lnTo>
                  <a:pt x="0" y="44839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340718097" name=""/>
          <p:cNvPicPr>
            <a:picLocks noChangeAspect="1"/>
          </p:cNvPicPr>
          <p:nvPr/>
        </p:nvPicPr>
        <p:blipFill>
          <a:blip r:embed="rId10"/>
          <a:srcRect l="0" t="0" r="8328" b="0"/>
          <a:stretch/>
        </p:blipFill>
        <p:spPr bwMode="auto">
          <a:xfrm flipH="0" flipV="0">
            <a:off x="697302" y="841134"/>
            <a:ext cx="1885511" cy="2056855"/>
          </a:xfrm>
          <a:prstGeom prst="rect">
            <a:avLst/>
          </a:prstGeom>
        </p:spPr>
      </p:pic>
      <p:pic>
        <p:nvPicPr>
          <p:cNvPr id="730846941" name=""/>
          <p:cNvPicPr>
            <a:picLocks noChangeAspect="1"/>
          </p:cNvPicPr>
          <p:nvPr/>
        </p:nvPicPr>
        <p:blipFill>
          <a:blip r:embed="rId11"/>
          <a:srcRect l="0" t="0" r="8328" b="0"/>
          <a:stretch/>
        </p:blipFill>
        <p:spPr bwMode="auto">
          <a:xfrm flipH="0" flipV="0">
            <a:off x="748373" y="3932098"/>
            <a:ext cx="1885511" cy="20568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44581076" name=""/>
          <p:cNvGrpSpPr/>
          <p:nvPr/>
        </p:nvGrpSpPr>
        <p:grpSpPr bwMode="auto">
          <a:xfrm>
            <a:off x="3131767" y="537979"/>
            <a:ext cx="5889528" cy="6041695"/>
            <a:chOff x="0" y="0"/>
            <a:chExt cx="5889528" cy="6041695"/>
          </a:xfrm>
        </p:grpSpPr>
        <p:sp>
          <p:nvSpPr>
            <p:cNvPr id="376929691" name="Freeform 26"/>
            <p:cNvSpPr/>
            <p:nvPr/>
          </p:nvSpPr>
          <p:spPr bwMode="auto">
            <a:xfrm>
              <a:off x="0" y="0"/>
              <a:ext cx="604289" cy="663143"/>
            </a:xfrm>
            <a:custGeom>
              <a:avLst/>
              <a:gdLst/>
              <a:ahLst/>
              <a:cxnLst/>
              <a:rect l="l" t="t" r="r" b="b"/>
              <a:pathLst>
                <a:path w="604291" h="663145" fill="norm" stroke="1" extrusionOk="0">
                  <a:moveTo>
                    <a:pt x="0" y="0"/>
                  </a:moveTo>
                  <a:lnTo>
                    <a:pt x="604291" y="0"/>
                  </a:lnTo>
                  <a:lnTo>
                    <a:pt x="604291" y="663145"/>
                  </a:lnTo>
                  <a:lnTo>
                    <a:pt x="0" y="6631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307797" name="Freeform 27"/>
            <p:cNvSpPr/>
            <p:nvPr/>
          </p:nvSpPr>
          <p:spPr bwMode="auto">
            <a:xfrm>
              <a:off x="5163908" y="85367"/>
              <a:ext cx="725620" cy="577775"/>
            </a:xfrm>
            <a:custGeom>
              <a:avLst/>
              <a:gdLst/>
              <a:ahLst/>
              <a:cxnLst/>
              <a:rect l="l" t="t" r="r" b="b"/>
              <a:pathLst>
                <a:path w="725622" h="577777" fill="norm" stroke="1" extrusionOk="0">
                  <a:moveTo>
                    <a:pt x="0" y="0"/>
                  </a:moveTo>
                  <a:lnTo>
                    <a:pt x="725622" y="0"/>
                  </a:lnTo>
                  <a:lnTo>
                    <a:pt x="725622" y="577777"/>
                  </a:lnTo>
                  <a:lnTo>
                    <a:pt x="0" y="5777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823545" name="AutoShape 28"/>
            <p:cNvSpPr/>
            <p:nvPr/>
          </p:nvSpPr>
          <p:spPr bwMode="auto">
            <a:xfrm flipV="1">
              <a:off x="302145" y="663144"/>
              <a:ext cx="0" cy="537855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4419744" name="AutoShape 29"/>
            <p:cNvSpPr/>
            <p:nvPr/>
          </p:nvSpPr>
          <p:spPr bwMode="auto">
            <a:xfrm flipH="1" flipV="1">
              <a:off x="5526720" y="663144"/>
              <a:ext cx="0" cy="537855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4521539" name="AutoShape 30"/>
            <p:cNvSpPr/>
            <p:nvPr/>
          </p:nvSpPr>
          <p:spPr bwMode="auto">
            <a:xfrm>
              <a:off x="302145" y="1494207"/>
              <a:ext cx="522457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5635553" name="TextBox 31"/>
            <p:cNvSpPr txBox="1"/>
            <p:nvPr/>
          </p:nvSpPr>
          <p:spPr bwMode="auto">
            <a:xfrm flipH="0" flipV="0">
              <a:off x="302145" y="1088031"/>
              <a:ext cx="5226011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87848284" name=""/>
          <p:cNvGrpSpPr/>
          <p:nvPr/>
        </p:nvGrpSpPr>
        <p:grpSpPr bwMode="auto">
          <a:xfrm>
            <a:off x="3048298" y="426701"/>
            <a:ext cx="5890546" cy="6042742"/>
            <a:chOff x="0" y="0"/>
            <a:chExt cx="5890546" cy="6042742"/>
          </a:xfrm>
        </p:grpSpPr>
        <p:sp>
          <p:nvSpPr>
            <p:cNvPr id="191874669" name="Freeform 26"/>
            <p:cNvSpPr/>
            <p:nvPr/>
          </p:nvSpPr>
          <p:spPr bwMode="auto">
            <a:xfrm>
              <a:off x="0" y="0"/>
              <a:ext cx="604395" cy="663258"/>
            </a:xfrm>
            <a:custGeom>
              <a:avLst/>
              <a:gdLst/>
              <a:ahLst/>
              <a:cxnLst/>
              <a:rect l="l" t="t" r="r" b="b"/>
              <a:pathLst>
                <a:path w="604395" h="663260" fill="norm" stroke="1" extrusionOk="0">
                  <a:moveTo>
                    <a:pt x="0" y="0"/>
                  </a:moveTo>
                  <a:lnTo>
                    <a:pt x="604395" y="0"/>
                  </a:lnTo>
                  <a:lnTo>
                    <a:pt x="604395" y="663260"/>
                  </a:lnTo>
                  <a:lnTo>
                    <a:pt x="0" y="6632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5149098" name="Freeform 27"/>
            <p:cNvSpPr/>
            <p:nvPr/>
          </p:nvSpPr>
          <p:spPr bwMode="auto">
            <a:xfrm>
              <a:off x="5164800" y="85383"/>
              <a:ext cx="725746" cy="577874"/>
            </a:xfrm>
            <a:custGeom>
              <a:avLst/>
              <a:gdLst/>
              <a:ahLst/>
              <a:cxnLst/>
              <a:rect l="l" t="t" r="r" b="b"/>
              <a:pathLst>
                <a:path w="725748" h="577877" fill="norm" stroke="1" extrusionOk="0">
                  <a:moveTo>
                    <a:pt x="0" y="0"/>
                  </a:moveTo>
                  <a:lnTo>
                    <a:pt x="725748" y="0"/>
                  </a:lnTo>
                  <a:lnTo>
                    <a:pt x="725748" y="577877"/>
                  </a:lnTo>
                  <a:lnTo>
                    <a:pt x="0" y="577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3712841" name="AutoShape 28"/>
            <p:cNvSpPr/>
            <p:nvPr/>
          </p:nvSpPr>
          <p:spPr bwMode="auto">
            <a:xfrm flipV="1">
              <a:off x="302196" y="663261"/>
              <a:ext cx="0" cy="53794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5755688" name="AutoShape 29"/>
            <p:cNvSpPr/>
            <p:nvPr/>
          </p:nvSpPr>
          <p:spPr bwMode="auto">
            <a:xfrm flipV="1">
              <a:off x="5527673" y="663261"/>
              <a:ext cx="0" cy="53794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4535335" name="AutoShape 30"/>
            <p:cNvSpPr/>
            <p:nvPr/>
          </p:nvSpPr>
          <p:spPr bwMode="auto">
            <a:xfrm>
              <a:off x="302196" y="1494466"/>
              <a:ext cx="522547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7702838" name="TextBox 31"/>
            <p:cNvSpPr txBox="1"/>
            <p:nvPr/>
          </p:nvSpPr>
          <p:spPr bwMode="auto">
            <a:xfrm flipH="0" flipV="0">
              <a:off x="302196" y="1088226"/>
              <a:ext cx="52269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280231" name="AutoShape 32"/>
            <p:cNvSpPr/>
            <p:nvPr/>
          </p:nvSpPr>
          <p:spPr bwMode="auto">
            <a:xfrm flipH="1">
              <a:off x="302196" y="2134870"/>
              <a:ext cx="522547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6362180" name="TextBox 33"/>
            <p:cNvSpPr txBox="1"/>
            <p:nvPr/>
          </p:nvSpPr>
          <p:spPr bwMode="auto">
            <a:xfrm flipH="0" flipV="0">
              <a:off x="302196" y="1728478"/>
              <a:ext cx="52269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16694307" name=""/>
          <p:cNvGrpSpPr/>
          <p:nvPr/>
        </p:nvGrpSpPr>
        <p:grpSpPr bwMode="auto">
          <a:xfrm>
            <a:off x="593392" y="503986"/>
            <a:ext cx="11046426" cy="6036999"/>
            <a:chOff x="0" y="0"/>
            <a:chExt cx="11046426" cy="6036999"/>
          </a:xfrm>
        </p:grpSpPr>
        <p:sp>
          <p:nvSpPr>
            <p:cNvPr id="1281832548" name="Freeform 26"/>
            <p:cNvSpPr/>
            <p:nvPr/>
          </p:nvSpPr>
          <p:spPr bwMode="auto">
            <a:xfrm>
              <a:off x="0" y="0"/>
              <a:ext cx="603818" cy="662628"/>
            </a:xfrm>
            <a:custGeom>
              <a:avLst/>
              <a:gdLst/>
              <a:ahLst/>
              <a:cxnLst/>
              <a:rect l="l" t="t" r="r" b="b"/>
              <a:pathLst>
                <a:path w="603821" h="662630" fill="norm" stroke="1" extrusionOk="0">
                  <a:moveTo>
                    <a:pt x="0" y="0"/>
                  </a:moveTo>
                  <a:lnTo>
                    <a:pt x="603822" y="0"/>
                  </a:lnTo>
                  <a:lnTo>
                    <a:pt x="603822" y="662630"/>
                  </a:lnTo>
                  <a:lnTo>
                    <a:pt x="0" y="6626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592904" name="Freeform 27"/>
            <p:cNvSpPr/>
            <p:nvPr/>
          </p:nvSpPr>
          <p:spPr bwMode="auto">
            <a:xfrm>
              <a:off x="5159894" y="85301"/>
              <a:ext cx="725058" cy="577326"/>
            </a:xfrm>
            <a:custGeom>
              <a:avLst/>
              <a:gdLst/>
              <a:ahLst/>
              <a:cxnLst/>
              <a:rect l="l" t="t" r="r" b="b"/>
              <a:pathLst>
                <a:path w="725058" h="577328" fill="norm" stroke="1" extrusionOk="0">
                  <a:moveTo>
                    <a:pt x="0" y="0"/>
                  </a:moveTo>
                  <a:lnTo>
                    <a:pt x="725058" y="0"/>
                  </a:lnTo>
                  <a:lnTo>
                    <a:pt x="725058" y="577328"/>
                  </a:lnTo>
                  <a:lnTo>
                    <a:pt x="0" y="5773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8850197" name="AutoShape 28"/>
            <p:cNvSpPr/>
            <p:nvPr/>
          </p:nvSpPr>
          <p:spPr bwMode="auto">
            <a:xfrm flipV="1">
              <a:off x="301914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8351268" name="AutoShape 29"/>
            <p:cNvSpPr/>
            <p:nvPr/>
          </p:nvSpPr>
          <p:spPr bwMode="auto">
            <a:xfrm flipV="1">
              <a:off x="5522423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098562" name="AutoShape 30"/>
            <p:cNvSpPr/>
            <p:nvPr/>
          </p:nvSpPr>
          <p:spPr bwMode="auto">
            <a:xfrm>
              <a:off x="301914" y="1493046"/>
              <a:ext cx="5220510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5935596" name="TextBox 31"/>
            <p:cNvSpPr txBox="1"/>
            <p:nvPr/>
          </p:nvSpPr>
          <p:spPr bwMode="auto">
            <a:xfrm flipH="0" flipV="0">
              <a:off x="301912" y="1087149"/>
              <a:ext cx="520213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7396010" name="AutoShape 32"/>
            <p:cNvSpPr/>
            <p:nvPr/>
          </p:nvSpPr>
          <p:spPr bwMode="auto">
            <a:xfrm flipH="1">
              <a:off x="301914" y="2132842"/>
              <a:ext cx="5220510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8503076" name="TextBox 33"/>
            <p:cNvSpPr txBox="1"/>
            <p:nvPr/>
          </p:nvSpPr>
          <p:spPr bwMode="auto">
            <a:xfrm flipH="0" flipV="0">
              <a:off x="301912" y="1726791"/>
              <a:ext cx="520213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776100" name="Freeform 34"/>
            <p:cNvSpPr/>
            <p:nvPr/>
          </p:nvSpPr>
          <p:spPr bwMode="auto">
            <a:xfrm>
              <a:off x="10442610" y="0"/>
              <a:ext cx="603818" cy="662628"/>
            </a:xfrm>
            <a:custGeom>
              <a:avLst/>
              <a:gdLst/>
              <a:ahLst/>
              <a:cxnLst/>
              <a:rect l="l" t="t" r="r" b="b"/>
              <a:pathLst>
                <a:path w="603821" h="662630" fill="norm" stroke="1" extrusionOk="0">
                  <a:moveTo>
                    <a:pt x="0" y="0"/>
                  </a:moveTo>
                  <a:lnTo>
                    <a:pt x="603821" y="0"/>
                  </a:lnTo>
                  <a:lnTo>
                    <a:pt x="603821" y="662630"/>
                  </a:lnTo>
                  <a:lnTo>
                    <a:pt x="0" y="6626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1874443" name="AutoShape 35"/>
            <p:cNvSpPr/>
            <p:nvPr/>
          </p:nvSpPr>
          <p:spPr bwMode="auto">
            <a:xfrm flipH="1" flipV="1">
              <a:off x="10744518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76194948" name=""/>
          <p:cNvGrpSpPr/>
          <p:nvPr/>
        </p:nvGrpSpPr>
        <p:grpSpPr bwMode="auto">
          <a:xfrm>
            <a:off x="593101" y="503826"/>
            <a:ext cx="11047012" cy="6037320"/>
            <a:chOff x="0" y="0"/>
            <a:chExt cx="11047012" cy="6037320"/>
          </a:xfrm>
        </p:grpSpPr>
        <p:sp>
          <p:nvSpPr>
            <p:cNvPr id="2135961055" name="Freeform 26"/>
            <p:cNvSpPr/>
            <p:nvPr/>
          </p:nvSpPr>
          <p:spPr bwMode="auto">
            <a:xfrm>
              <a:off x="0" y="0"/>
              <a:ext cx="603851" cy="662663"/>
            </a:xfrm>
            <a:custGeom>
              <a:avLst/>
              <a:gdLst/>
              <a:ahLst/>
              <a:cxnLst/>
              <a:rect l="l" t="t" r="r" b="b"/>
              <a:pathLst>
                <a:path w="603853" h="662665" fill="norm" stroke="1" extrusionOk="0">
                  <a:moveTo>
                    <a:pt x="0" y="0"/>
                  </a:moveTo>
                  <a:lnTo>
                    <a:pt x="603854" y="0"/>
                  </a:lnTo>
                  <a:lnTo>
                    <a:pt x="603854" y="662664"/>
                  </a:lnTo>
                  <a:lnTo>
                    <a:pt x="0" y="6626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6970879" name="Freeform 27"/>
            <p:cNvSpPr/>
            <p:nvPr/>
          </p:nvSpPr>
          <p:spPr bwMode="auto">
            <a:xfrm>
              <a:off x="5160166" y="85305"/>
              <a:ext cx="725095" cy="577356"/>
            </a:xfrm>
            <a:custGeom>
              <a:avLst/>
              <a:gdLst/>
              <a:ahLst/>
              <a:cxnLst/>
              <a:rect l="l" t="t" r="r" b="b"/>
              <a:pathLst>
                <a:path w="725097" h="577358" fill="norm" stroke="1" extrusionOk="0">
                  <a:moveTo>
                    <a:pt x="0" y="0"/>
                  </a:moveTo>
                  <a:lnTo>
                    <a:pt x="725097" y="0"/>
                  </a:lnTo>
                  <a:lnTo>
                    <a:pt x="725097" y="577358"/>
                  </a:lnTo>
                  <a:lnTo>
                    <a:pt x="0" y="5773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8058442" name="AutoShape 28"/>
            <p:cNvSpPr/>
            <p:nvPr/>
          </p:nvSpPr>
          <p:spPr bwMode="auto">
            <a:xfrm flipV="1">
              <a:off x="30192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0586264" name="AutoShape 29"/>
            <p:cNvSpPr/>
            <p:nvPr/>
          </p:nvSpPr>
          <p:spPr bwMode="auto">
            <a:xfrm flipV="1">
              <a:off x="552271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2848171" name="AutoShape 30"/>
            <p:cNvSpPr/>
            <p:nvPr/>
          </p:nvSpPr>
          <p:spPr bwMode="auto">
            <a:xfrm>
              <a:off x="301925" y="1493125"/>
              <a:ext cx="522078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0812256" name="TextBox 31"/>
            <p:cNvSpPr txBox="1"/>
            <p:nvPr/>
          </p:nvSpPr>
          <p:spPr bwMode="auto">
            <a:xfrm flipH="0" flipV="0">
              <a:off x="301924" y="1087209"/>
              <a:ext cx="522222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2959430" name="AutoShape 32"/>
            <p:cNvSpPr/>
            <p:nvPr/>
          </p:nvSpPr>
          <p:spPr bwMode="auto">
            <a:xfrm flipH="1">
              <a:off x="301925" y="2132955"/>
              <a:ext cx="522078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1284988" name="TextBox 33"/>
            <p:cNvSpPr txBox="1"/>
            <p:nvPr/>
          </p:nvSpPr>
          <p:spPr bwMode="auto">
            <a:xfrm flipH="0" flipV="0">
              <a:off x="301924" y="1726884"/>
              <a:ext cx="522222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93682838" name="Freeform 34"/>
            <p:cNvSpPr/>
            <p:nvPr/>
          </p:nvSpPr>
          <p:spPr bwMode="auto">
            <a:xfrm>
              <a:off x="10443161" y="0"/>
              <a:ext cx="603851" cy="662663"/>
            </a:xfrm>
            <a:custGeom>
              <a:avLst/>
              <a:gdLst/>
              <a:ahLst/>
              <a:cxnLst/>
              <a:rect l="l" t="t" r="r" b="b"/>
              <a:pathLst>
                <a:path w="603853" h="662665" fill="norm" stroke="1" extrusionOk="0">
                  <a:moveTo>
                    <a:pt x="0" y="0"/>
                  </a:moveTo>
                  <a:lnTo>
                    <a:pt x="603853" y="0"/>
                  </a:lnTo>
                  <a:lnTo>
                    <a:pt x="603853" y="662664"/>
                  </a:lnTo>
                  <a:lnTo>
                    <a:pt x="0" y="6626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516501" name="AutoShape 35"/>
            <p:cNvSpPr/>
            <p:nvPr/>
          </p:nvSpPr>
          <p:spPr bwMode="auto">
            <a:xfrm flipV="1">
              <a:off x="1074508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7290236" name="TextBox 36"/>
            <p:cNvSpPr txBox="1"/>
            <p:nvPr/>
          </p:nvSpPr>
          <p:spPr bwMode="auto">
            <a:xfrm flipH="0" flipV="0">
              <a:off x="5524153" y="3022805"/>
              <a:ext cx="522237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68948622" name="AutoShape 37"/>
            <p:cNvSpPr/>
            <p:nvPr/>
          </p:nvSpPr>
          <p:spPr bwMode="auto">
            <a:xfrm flipH="1">
              <a:off x="5522715" y="3429321"/>
              <a:ext cx="5222369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10588059" name=""/>
          <p:cNvGrpSpPr/>
          <p:nvPr/>
        </p:nvGrpSpPr>
        <p:grpSpPr bwMode="auto">
          <a:xfrm>
            <a:off x="594172" y="504411"/>
            <a:ext cx="11044869" cy="6036149"/>
            <a:chOff x="0" y="0"/>
            <a:chExt cx="11044869" cy="6036149"/>
          </a:xfrm>
        </p:grpSpPr>
        <p:sp>
          <p:nvSpPr>
            <p:cNvPr id="1176078969" name="Freeform 26"/>
            <p:cNvSpPr/>
            <p:nvPr/>
          </p:nvSpPr>
          <p:spPr bwMode="auto">
            <a:xfrm>
              <a:off x="0" y="0"/>
              <a:ext cx="603734" cy="662534"/>
            </a:xfrm>
            <a:custGeom>
              <a:avLst/>
              <a:gdLst/>
              <a:ahLst/>
              <a:cxnLst/>
              <a:rect l="l" t="t" r="r" b="b"/>
              <a:pathLst>
                <a:path w="603736" h="662536" fill="norm" stroke="1" extrusionOk="0">
                  <a:moveTo>
                    <a:pt x="0" y="0"/>
                  </a:moveTo>
                  <a:lnTo>
                    <a:pt x="603736" y="0"/>
                  </a:lnTo>
                  <a:lnTo>
                    <a:pt x="603736" y="662536"/>
                  </a:lnTo>
                  <a:lnTo>
                    <a:pt x="0" y="662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9687035" name="Freeform 27"/>
            <p:cNvSpPr/>
            <p:nvPr/>
          </p:nvSpPr>
          <p:spPr bwMode="auto">
            <a:xfrm>
              <a:off x="5159166" y="85290"/>
              <a:ext cx="724953" cy="577244"/>
            </a:xfrm>
            <a:custGeom>
              <a:avLst/>
              <a:gdLst/>
              <a:ahLst/>
              <a:cxnLst/>
              <a:rect l="l" t="t" r="r" b="b"/>
              <a:pathLst>
                <a:path w="724956" h="577246" fill="norm" stroke="1" extrusionOk="0">
                  <a:moveTo>
                    <a:pt x="0" y="0"/>
                  </a:moveTo>
                  <a:lnTo>
                    <a:pt x="724957" y="0"/>
                  </a:lnTo>
                  <a:lnTo>
                    <a:pt x="724957" y="577246"/>
                  </a:lnTo>
                  <a:lnTo>
                    <a:pt x="0" y="5772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868735" name="AutoShape 28"/>
            <p:cNvSpPr/>
            <p:nvPr/>
          </p:nvSpPr>
          <p:spPr bwMode="auto">
            <a:xfrm flipV="1">
              <a:off x="301867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361915" name="AutoShape 29"/>
            <p:cNvSpPr/>
            <p:nvPr/>
          </p:nvSpPr>
          <p:spPr bwMode="auto">
            <a:xfrm flipV="1">
              <a:off x="5521644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4218894" name="AutoShape 30"/>
            <p:cNvSpPr/>
            <p:nvPr/>
          </p:nvSpPr>
          <p:spPr bwMode="auto">
            <a:xfrm>
              <a:off x="301867" y="1492836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7278036" name="TextBox 31"/>
            <p:cNvSpPr txBox="1"/>
            <p:nvPr/>
          </p:nvSpPr>
          <p:spPr bwMode="auto">
            <a:xfrm flipH="0" flipV="0">
              <a:off x="301866" y="1086989"/>
              <a:ext cx="520139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3828408" name="AutoShape 32"/>
            <p:cNvSpPr/>
            <p:nvPr/>
          </p:nvSpPr>
          <p:spPr bwMode="auto">
            <a:xfrm flipH="1">
              <a:off x="301867" y="2132542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982434" name="TextBox 33"/>
            <p:cNvSpPr txBox="1"/>
            <p:nvPr/>
          </p:nvSpPr>
          <p:spPr bwMode="auto">
            <a:xfrm flipH="0" flipV="0">
              <a:off x="301866" y="1726542"/>
              <a:ext cx="520139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75738625" name="Freeform 34"/>
            <p:cNvSpPr/>
            <p:nvPr/>
          </p:nvSpPr>
          <p:spPr bwMode="auto">
            <a:xfrm>
              <a:off x="10441136" y="0"/>
              <a:ext cx="603734" cy="662534"/>
            </a:xfrm>
            <a:custGeom>
              <a:avLst/>
              <a:gdLst/>
              <a:ahLst/>
              <a:cxnLst/>
              <a:rect l="l" t="t" r="r" b="b"/>
              <a:pathLst>
                <a:path w="603736" h="662536" fill="norm" stroke="1" extrusionOk="0">
                  <a:moveTo>
                    <a:pt x="0" y="0"/>
                  </a:moveTo>
                  <a:lnTo>
                    <a:pt x="603736" y="0"/>
                  </a:lnTo>
                  <a:lnTo>
                    <a:pt x="603736" y="662536"/>
                  </a:lnTo>
                  <a:lnTo>
                    <a:pt x="0" y="662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3545903" name="AutoShape 35"/>
            <p:cNvSpPr/>
            <p:nvPr/>
          </p:nvSpPr>
          <p:spPr bwMode="auto">
            <a:xfrm flipV="1">
              <a:off x="10743001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11399" name="TextBox 36"/>
            <p:cNvSpPr txBox="1"/>
            <p:nvPr/>
          </p:nvSpPr>
          <p:spPr bwMode="auto">
            <a:xfrm flipH="0" flipV="0">
              <a:off x="5523082" y="3022211"/>
              <a:ext cx="5220636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202422" name="AutoShape 37"/>
            <p:cNvSpPr/>
            <p:nvPr/>
          </p:nvSpPr>
          <p:spPr bwMode="auto">
            <a:xfrm flipH="1">
              <a:off x="5521644" y="3428658"/>
              <a:ext cx="5221357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3162901" name="AutoShape 38"/>
            <p:cNvSpPr/>
            <p:nvPr/>
          </p:nvSpPr>
          <p:spPr bwMode="auto">
            <a:xfrm flipH="1">
              <a:off x="301867" y="4723031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8342252" name="TextBox 39"/>
            <p:cNvSpPr txBox="1"/>
            <p:nvPr/>
          </p:nvSpPr>
          <p:spPr bwMode="auto">
            <a:xfrm flipH="0" flipV="0">
              <a:off x="301866" y="4317183"/>
              <a:ext cx="5221215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unsigned transaction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14907387" name=""/>
          <p:cNvGrpSpPr/>
          <p:nvPr/>
        </p:nvGrpSpPr>
        <p:grpSpPr bwMode="auto">
          <a:xfrm>
            <a:off x="515665" y="502175"/>
            <a:ext cx="11053054" cy="6040622"/>
            <a:chOff x="0" y="0"/>
            <a:chExt cx="11053054" cy="6040622"/>
          </a:xfrm>
        </p:grpSpPr>
        <p:sp>
          <p:nvSpPr>
            <p:cNvPr id="1255186603" name="Freeform 26"/>
            <p:cNvSpPr/>
            <p:nvPr/>
          </p:nvSpPr>
          <p:spPr bwMode="auto">
            <a:xfrm>
              <a:off x="0" y="0"/>
              <a:ext cx="604182" cy="663025"/>
            </a:xfrm>
            <a:custGeom>
              <a:avLst/>
              <a:gdLst/>
              <a:ahLst/>
              <a:cxnLst/>
              <a:rect l="l" t="t" r="r" b="b"/>
              <a:pathLst>
                <a:path w="604184" h="663027" fill="norm" stroke="1" extrusionOk="0">
                  <a:moveTo>
                    <a:pt x="0" y="0"/>
                  </a:moveTo>
                  <a:lnTo>
                    <a:pt x="604184" y="0"/>
                  </a:lnTo>
                  <a:lnTo>
                    <a:pt x="604184" y="663027"/>
                  </a:lnTo>
                  <a:lnTo>
                    <a:pt x="0" y="6630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1748477" name="Freeform 27"/>
            <p:cNvSpPr/>
            <p:nvPr/>
          </p:nvSpPr>
          <p:spPr bwMode="auto">
            <a:xfrm>
              <a:off x="5162989" y="85352"/>
              <a:ext cx="725491" cy="577674"/>
            </a:xfrm>
            <a:custGeom>
              <a:avLst/>
              <a:gdLst/>
              <a:ahLst/>
              <a:cxnLst/>
              <a:rect l="l" t="t" r="r" b="b"/>
              <a:pathLst>
                <a:path w="725493" h="577674" fill="norm" stroke="1" extrusionOk="0">
                  <a:moveTo>
                    <a:pt x="0" y="0"/>
                  </a:moveTo>
                  <a:lnTo>
                    <a:pt x="725494" y="0"/>
                  </a:lnTo>
                  <a:lnTo>
                    <a:pt x="725494" y="577674"/>
                  </a:lnTo>
                  <a:lnTo>
                    <a:pt x="0" y="577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3075439" name="AutoShape 28"/>
            <p:cNvSpPr/>
            <p:nvPr/>
          </p:nvSpPr>
          <p:spPr bwMode="auto">
            <a:xfrm flipV="1">
              <a:off x="302091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7137037" name="AutoShape 29"/>
            <p:cNvSpPr/>
            <p:nvPr/>
          </p:nvSpPr>
          <p:spPr bwMode="auto">
            <a:xfrm flipV="1">
              <a:off x="5525736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3669560" name="AutoShape 30"/>
            <p:cNvSpPr/>
            <p:nvPr/>
          </p:nvSpPr>
          <p:spPr bwMode="auto">
            <a:xfrm>
              <a:off x="302091" y="1493942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1251743" name="TextBox 31"/>
            <p:cNvSpPr txBox="1"/>
            <p:nvPr/>
          </p:nvSpPr>
          <p:spPr bwMode="auto">
            <a:xfrm flipH="0" flipV="0">
              <a:off x="349059" y="1087828"/>
              <a:ext cx="51781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75735611" name="AutoShape 32"/>
            <p:cNvSpPr/>
            <p:nvPr/>
          </p:nvSpPr>
          <p:spPr bwMode="auto">
            <a:xfrm flipH="1">
              <a:off x="302091" y="2134122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4297072" name="TextBox 33"/>
            <p:cNvSpPr txBox="1"/>
            <p:nvPr/>
          </p:nvSpPr>
          <p:spPr bwMode="auto">
            <a:xfrm flipH="0" flipV="0">
              <a:off x="302090" y="1727856"/>
              <a:ext cx="5224363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9008916" name="Freeform 34"/>
            <p:cNvSpPr/>
            <p:nvPr/>
          </p:nvSpPr>
          <p:spPr bwMode="auto">
            <a:xfrm>
              <a:off x="10448872" y="0"/>
              <a:ext cx="604182" cy="663025"/>
            </a:xfrm>
            <a:custGeom>
              <a:avLst/>
              <a:gdLst/>
              <a:ahLst/>
              <a:cxnLst/>
              <a:rect l="l" t="t" r="r" b="b"/>
              <a:pathLst>
                <a:path w="604184" h="663027" fill="norm" stroke="1" extrusionOk="0">
                  <a:moveTo>
                    <a:pt x="0" y="0"/>
                  </a:moveTo>
                  <a:lnTo>
                    <a:pt x="604183" y="0"/>
                  </a:lnTo>
                  <a:lnTo>
                    <a:pt x="604183" y="663027"/>
                  </a:lnTo>
                  <a:lnTo>
                    <a:pt x="0" y="6630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915916" name="AutoShape 35"/>
            <p:cNvSpPr/>
            <p:nvPr/>
          </p:nvSpPr>
          <p:spPr bwMode="auto">
            <a:xfrm flipV="1">
              <a:off x="10750964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8658713" name="TextBox 36"/>
            <p:cNvSpPr txBox="1"/>
            <p:nvPr/>
          </p:nvSpPr>
          <p:spPr bwMode="auto">
            <a:xfrm flipH="0" flipV="0">
              <a:off x="5647339" y="3024485"/>
              <a:ext cx="5001345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68630836" name="AutoShape 37"/>
            <p:cNvSpPr/>
            <p:nvPr/>
          </p:nvSpPr>
          <p:spPr bwMode="auto">
            <a:xfrm flipH="1">
              <a:off x="5525736" y="3431197"/>
              <a:ext cx="5225229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2220457" name="AutoShape 38"/>
            <p:cNvSpPr/>
            <p:nvPr/>
          </p:nvSpPr>
          <p:spPr bwMode="auto">
            <a:xfrm flipH="1">
              <a:off x="302091" y="4726530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3146347" name="AutoShape 39"/>
            <p:cNvSpPr/>
            <p:nvPr/>
          </p:nvSpPr>
          <p:spPr bwMode="auto">
            <a:xfrm flipH="1">
              <a:off x="302091" y="5361284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284047" name="TextBox 40"/>
            <p:cNvSpPr txBox="1"/>
            <p:nvPr/>
          </p:nvSpPr>
          <p:spPr bwMode="auto">
            <a:xfrm flipH="0" flipV="0">
              <a:off x="349059" y="4320417"/>
              <a:ext cx="5178834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unsigned transaction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90916532" name="TextBox 41"/>
            <p:cNvSpPr txBox="1"/>
            <p:nvPr/>
          </p:nvSpPr>
          <p:spPr bwMode="auto">
            <a:xfrm flipH="0" flipV="0">
              <a:off x="349059" y="4957196"/>
              <a:ext cx="5178834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signature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5671373" name="Freeform 27"/>
          <p:cNvSpPr/>
          <p:nvPr/>
        </p:nvSpPr>
        <p:spPr bwMode="auto">
          <a:xfrm rot="0" flipH="0" flipV="0">
            <a:off x="207458" y="823935"/>
            <a:ext cx="12202583" cy="4785970"/>
          </a:xfrm>
          <a:prstGeom prst="rect">
            <a:avLst/>
          </a:prstGeom>
          <a:blipFill>
            <a:blip r:embed="rId3"/>
            <a:srcRect l="-73779" t="0" r="-81186" b="0"/>
            <a:stretch/>
          </a:blipFill>
          <a:ln/>
        </p:spPr>
        <p:txBody>
          <a:bodyPr/>
          <a:p/>
        </p:txBody>
      </p:sp>
      <p:sp>
        <p:nvSpPr>
          <p:cNvPr id="1438222183" name="TextBox 28"/>
          <p:cNvSpPr txBox="1"/>
          <p:nvPr/>
        </p:nvSpPr>
        <p:spPr bwMode="auto">
          <a:xfrm flipH="0" flipV="0">
            <a:off x="3738503" y="5639670"/>
            <a:ext cx="478741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Gregory Maxwell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9902649" name="TextBox 28"/>
          <p:cNvSpPr txBox="1"/>
          <p:nvPr/>
        </p:nvSpPr>
        <p:spPr bwMode="auto">
          <a:xfrm flipH="0" flipV="0">
            <a:off x="3685810" y="5713957"/>
            <a:ext cx="4945577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Peter Todd</a:t>
            </a:r>
            <a:endParaRPr sz="1600">
              <a:latin typeface="IBM Plex Sans"/>
              <a:cs typeface="IBM Plex Sans"/>
            </a:endParaRPr>
          </a:p>
        </p:txBody>
      </p:sp>
      <p:pic>
        <p:nvPicPr>
          <p:cNvPr id="212460368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685813" y="714152"/>
            <a:ext cx="4944138" cy="4944138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6003921" name="TextBox 28"/>
          <p:cNvSpPr txBox="1"/>
          <p:nvPr/>
        </p:nvSpPr>
        <p:spPr bwMode="auto">
          <a:xfrm flipH="0" flipV="0">
            <a:off x="730208" y="5769236"/>
            <a:ext cx="478533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nopara73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1313548741" name="Group 29"/>
          <p:cNvGrpSpPr/>
          <p:nvPr/>
        </p:nvGrpSpPr>
        <p:grpSpPr bwMode="auto">
          <a:xfrm>
            <a:off x="6550589" y="880159"/>
            <a:ext cx="4785972" cy="4785972"/>
            <a:chOff x="0" y="0"/>
            <a:chExt cx="812799" cy="812799"/>
          </a:xfrm>
        </p:grpSpPr>
        <p:sp>
          <p:nvSpPr>
            <p:cNvPr id="9679446" name="Freeform 30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sp>
        <p:nvSpPr>
          <p:cNvPr id="761821178" name="TextBox 31"/>
          <p:cNvSpPr txBox="1"/>
          <p:nvPr/>
        </p:nvSpPr>
        <p:spPr bwMode="auto">
          <a:xfrm flipH="0" flipV="0">
            <a:off x="6652036" y="5769236"/>
            <a:ext cx="4688484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TDevD</a:t>
            </a:r>
            <a:endParaRPr sz="2000">
              <a:latin typeface="IBM Plex Sans"/>
              <a:cs typeface="IBM Plex Sans"/>
            </a:endParaRPr>
          </a:p>
        </p:txBody>
      </p:sp>
      <p:pic>
        <p:nvPicPr>
          <p:cNvPr id="677216742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730208" y="806695"/>
            <a:ext cx="4860635" cy="4860635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50538096" name=""/>
          <p:cNvGrpSpPr/>
          <p:nvPr/>
        </p:nvGrpSpPr>
        <p:grpSpPr bwMode="auto">
          <a:xfrm>
            <a:off x="2514729" y="228201"/>
            <a:ext cx="6911163" cy="6429375"/>
            <a:chOff x="0" y="0"/>
            <a:chExt cx="6911163" cy="6429375"/>
          </a:xfrm>
        </p:grpSpPr>
        <p:sp>
          <p:nvSpPr>
            <p:cNvPr id="209124603" name="TextBox 32"/>
            <p:cNvSpPr txBox="1"/>
            <p:nvPr/>
          </p:nvSpPr>
          <p:spPr bwMode="auto">
            <a:xfrm>
              <a:off x="301099" y="23625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Zerolink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2111552" name="TextBox 33"/>
            <p:cNvSpPr txBox="1"/>
            <p:nvPr/>
          </p:nvSpPr>
          <p:spPr bwMode="auto">
            <a:xfrm>
              <a:off x="475767" y="868518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1510113" name="TextBox 38"/>
            <p:cNvSpPr txBox="1"/>
            <p:nvPr/>
          </p:nvSpPr>
          <p:spPr bwMode="auto">
            <a:xfrm>
              <a:off x="4096944" y="868518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3684037" name="Rectangle: Rounded Corners 12"/>
            <p:cNvSpPr/>
            <p:nvPr/>
          </p:nvSpPr>
          <p:spPr bwMode="auto">
            <a:xfrm flipH="0" flipV="0">
              <a:off x="0" y="0"/>
              <a:ext cx="6911163" cy="642937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969071106" name=""/>
            <p:cNvGrpSpPr/>
            <p:nvPr/>
          </p:nvGrpSpPr>
          <p:grpSpPr bwMode="auto">
            <a:xfrm>
              <a:off x="434445" y="1331028"/>
              <a:ext cx="5927904" cy="4796321"/>
              <a:chOff x="0" y="0"/>
              <a:chExt cx="5927904" cy="4796321"/>
            </a:xfrm>
          </p:grpSpPr>
          <p:sp>
            <p:nvSpPr>
              <p:cNvPr id="301498128" name="Freeform 30"/>
              <p:cNvSpPr/>
              <p:nvPr/>
            </p:nvSpPr>
            <p:spPr bwMode="auto">
              <a:xfrm rot="0" flipH="0" flipV="0">
                <a:off x="0" y="214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38810422" name="TextBox 31"/>
              <p:cNvSpPr txBox="1"/>
              <p:nvPr/>
            </p:nvSpPr>
            <p:spPr bwMode="auto">
              <a:xfrm rot="0" flipH="0" flipV="0">
                <a:off x="0" y="45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15229402" name="AutoShape 34"/>
              <p:cNvSpPr/>
              <p:nvPr/>
            </p:nvSpPr>
            <p:spPr bwMode="auto">
              <a:xfrm flipH="0" flipV="0">
                <a:off x="2963952" y="0"/>
                <a:ext cx="0" cy="479631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165150491" name="Freeform 36"/>
              <p:cNvSpPr/>
              <p:nvPr/>
            </p:nvSpPr>
            <p:spPr bwMode="auto">
              <a:xfrm rot="0" flipH="0" flipV="0">
                <a:off x="0" y="118032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55075824" name="TextBox 37"/>
              <p:cNvSpPr txBox="1"/>
              <p:nvPr/>
            </p:nvSpPr>
            <p:spPr bwMode="auto">
              <a:xfrm rot="0" flipH="0" flipV="0">
                <a:off x="0" y="101155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2064862" name="Freeform 40"/>
              <p:cNvSpPr/>
              <p:nvPr/>
            </p:nvSpPr>
            <p:spPr bwMode="auto">
              <a:xfrm rot="0" flipH="0" flipV="0">
                <a:off x="187" y="214623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20475749" name="TextBox 41"/>
              <p:cNvSpPr txBox="1"/>
              <p:nvPr/>
            </p:nvSpPr>
            <p:spPr bwMode="auto">
              <a:xfrm rot="0" flipH="0" flipV="0">
                <a:off x="187" y="197746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07853794" name="Freeform 43"/>
              <p:cNvSpPr/>
              <p:nvPr/>
            </p:nvSpPr>
            <p:spPr bwMode="auto">
              <a:xfrm rot="0" flipH="0" flipV="0">
                <a:off x="187" y="311214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16466384" name="TextBox 44"/>
              <p:cNvSpPr txBox="1"/>
              <p:nvPr/>
            </p:nvSpPr>
            <p:spPr bwMode="auto">
              <a:xfrm rot="0" flipH="0" flipV="0">
                <a:off x="187" y="294337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28338751" name="Freeform 46"/>
              <p:cNvSpPr/>
              <p:nvPr/>
            </p:nvSpPr>
            <p:spPr bwMode="auto">
              <a:xfrm rot="0" flipH="0" flipV="0">
                <a:off x="187" y="407805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51321298" name="TextBox 47"/>
              <p:cNvSpPr txBox="1"/>
              <p:nvPr/>
            </p:nvSpPr>
            <p:spPr bwMode="auto">
              <a:xfrm rot="0" flipH="0" flipV="0">
                <a:off x="187" y="390929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55711115" name="Freeform 49"/>
              <p:cNvSpPr/>
              <p:nvPr/>
            </p:nvSpPr>
            <p:spPr bwMode="auto">
              <a:xfrm rot="0" flipH="0" flipV="0">
                <a:off x="3621178" y="214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46754709" name="TextBox 50"/>
              <p:cNvSpPr txBox="1"/>
              <p:nvPr/>
            </p:nvSpPr>
            <p:spPr bwMode="auto">
              <a:xfrm rot="0" flipH="0" flipV="0">
                <a:off x="3621178" y="45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47613779" name="Freeform 52"/>
              <p:cNvSpPr/>
              <p:nvPr/>
            </p:nvSpPr>
            <p:spPr bwMode="auto">
              <a:xfrm rot="0" flipH="0" flipV="0">
                <a:off x="3621178" y="118032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34195062" name="TextBox 53"/>
              <p:cNvSpPr txBox="1"/>
              <p:nvPr/>
            </p:nvSpPr>
            <p:spPr bwMode="auto">
              <a:xfrm rot="0" flipH="0" flipV="0">
                <a:off x="3621178" y="101155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57533596" name="Freeform 55"/>
              <p:cNvSpPr/>
              <p:nvPr/>
            </p:nvSpPr>
            <p:spPr bwMode="auto">
              <a:xfrm rot="0" flipH="0" flipV="0">
                <a:off x="3621364" y="214623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81087326" name="TextBox 56"/>
              <p:cNvSpPr txBox="1"/>
              <p:nvPr/>
            </p:nvSpPr>
            <p:spPr bwMode="auto">
              <a:xfrm rot="0" flipH="0" flipV="0">
                <a:off x="3621364" y="197746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301404" name="Freeform 58"/>
              <p:cNvSpPr/>
              <p:nvPr/>
            </p:nvSpPr>
            <p:spPr bwMode="auto">
              <a:xfrm rot="0" flipH="0" flipV="0">
                <a:off x="3621364" y="311214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31529651" name="TextBox 59"/>
              <p:cNvSpPr txBox="1"/>
              <p:nvPr/>
            </p:nvSpPr>
            <p:spPr bwMode="auto">
              <a:xfrm rot="0" flipH="0" flipV="0">
                <a:off x="3621364" y="294337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01798928" name="Freeform 61"/>
              <p:cNvSpPr/>
              <p:nvPr/>
            </p:nvSpPr>
            <p:spPr bwMode="auto">
              <a:xfrm rot="0" flipH="0" flipV="0">
                <a:off x="3621364" y="407805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25755623" name="TextBox 62"/>
              <p:cNvSpPr txBox="1"/>
              <p:nvPr/>
            </p:nvSpPr>
            <p:spPr bwMode="auto">
              <a:xfrm rot="0" flipH="0" flipV="0">
                <a:off x="3621364" y="390929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06533107" name=""/>
          <p:cNvGrpSpPr/>
          <p:nvPr/>
        </p:nvGrpSpPr>
        <p:grpSpPr bwMode="auto">
          <a:xfrm>
            <a:off x="702104" y="397334"/>
            <a:ext cx="10767243" cy="5977998"/>
            <a:chOff x="0" y="0"/>
            <a:chExt cx="10767243" cy="5977998"/>
          </a:xfrm>
        </p:grpSpPr>
        <p:sp>
          <p:nvSpPr>
            <p:cNvPr id="1284365017" name="Freeform 32"/>
            <p:cNvSpPr/>
            <p:nvPr/>
          </p:nvSpPr>
          <p:spPr bwMode="auto">
            <a:xfrm>
              <a:off x="531136" y="198154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5665992" name="Freeform 33"/>
            <p:cNvSpPr/>
            <p:nvPr/>
          </p:nvSpPr>
          <p:spPr bwMode="auto">
            <a:xfrm>
              <a:off x="2384590" y="1311188"/>
              <a:ext cx="755172" cy="755172"/>
            </a:xfrm>
            <a:custGeom>
              <a:avLst/>
              <a:gdLst/>
              <a:ahLst/>
              <a:cxnLst/>
              <a:rect l="l" t="t" r="r" b="b"/>
              <a:pathLst>
                <a:path w="755174" h="755174" fill="norm" stroke="1" extrusionOk="0">
                  <a:moveTo>
                    <a:pt x="0" y="0"/>
                  </a:moveTo>
                  <a:lnTo>
                    <a:pt x="755174" y="0"/>
                  </a:lnTo>
                  <a:lnTo>
                    <a:pt x="755174" y="755173"/>
                  </a:lnTo>
                  <a:lnTo>
                    <a:pt x="0" y="755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2102800" name="Freeform 34"/>
            <p:cNvSpPr/>
            <p:nvPr/>
          </p:nvSpPr>
          <p:spPr bwMode="auto">
            <a:xfrm>
              <a:off x="1521865" y="2955517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5698511" name="Freeform 35"/>
            <p:cNvSpPr/>
            <p:nvPr/>
          </p:nvSpPr>
          <p:spPr bwMode="auto">
            <a:xfrm>
              <a:off x="531136" y="3168801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8"/>
                  </a:lnTo>
                  <a:lnTo>
                    <a:pt x="0" y="4265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1459833" name="Freeform 36"/>
            <p:cNvSpPr/>
            <p:nvPr/>
          </p:nvSpPr>
          <p:spPr bwMode="auto">
            <a:xfrm>
              <a:off x="1361160" y="3926198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8"/>
                  </a:lnTo>
                  <a:lnTo>
                    <a:pt x="0" y="4265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0448271" name="Freeform 37"/>
            <p:cNvSpPr/>
            <p:nvPr/>
          </p:nvSpPr>
          <p:spPr bwMode="auto">
            <a:xfrm>
              <a:off x="2384590" y="3728169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3074449" name="Freeform 38"/>
            <p:cNvSpPr/>
            <p:nvPr/>
          </p:nvSpPr>
          <p:spPr bwMode="auto">
            <a:xfrm>
              <a:off x="317851" y="4581300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6783647" name="Freeform 39"/>
            <p:cNvSpPr/>
            <p:nvPr/>
          </p:nvSpPr>
          <p:spPr bwMode="auto">
            <a:xfrm>
              <a:off x="1134847" y="4896880"/>
              <a:ext cx="600300" cy="600300"/>
            </a:xfrm>
            <a:custGeom>
              <a:avLst/>
              <a:gdLst/>
              <a:ahLst/>
              <a:cxnLst/>
              <a:rect l="l" t="t" r="r" b="b"/>
              <a:pathLst>
                <a:path w="600302" h="600302" fill="norm" stroke="1" extrusionOk="0">
                  <a:moveTo>
                    <a:pt x="0" y="0"/>
                  </a:moveTo>
                  <a:lnTo>
                    <a:pt x="600303" y="0"/>
                  </a:lnTo>
                  <a:lnTo>
                    <a:pt x="600303" y="600302"/>
                  </a:lnTo>
                  <a:lnTo>
                    <a:pt x="0" y="600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296291" name="Freeform 40"/>
            <p:cNvSpPr/>
            <p:nvPr/>
          </p:nvSpPr>
          <p:spPr bwMode="auto">
            <a:xfrm>
              <a:off x="1457863" y="171568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2751857" name="Freeform 41"/>
            <p:cNvSpPr/>
            <p:nvPr/>
          </p:nvSpPr>
          <p:spPr bwMode="auto">
            <a:xfrm>
              <a:off x="2762178" y="4794586"/>
              <a:ext cx="600300" cy="600300"/>
            </a:xfrm>
            <a:custGeom>
              <a:avLst/>
              <a:gdLst/>
              <a:ahLst/>
              <a:cxnLst/>
              <a:rect l="l" t="t" r="r" b="b"/>
              <a:pathLst>
                <a:path w="600302" h="600302" fill="norm" stroke="1" extrusionOk="0">
                  <a:moveTo>
                    <a:pt x="0" y="0"/>
                  </a:moveTo>
                  <a:lnTo>
                    <a:pt x="600303" y="0"/>
                  </a:lnTo>
                  <a:lnTo>
                    <a:pt x="600303" y="600302"/>
                  </a:lnTo>
                  <a:lnTo>
                    <a:pt x="0" y="600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6807308" name="Freeform 42"/>
            <p:cNvSpPr/>
            <p:nvPr/>
          </p:nvSpPr>
          <p:spPr bwMode="auto">
            <a:xfrm>
              <a:off x="2307156" y="2738637"/>
              <a:ext cx="755172" cy="755172"/>
            </a:xfrm>
            <a:custGeom>
              <a:avLst/>
              <a:gdLst/>
              <a:ahLst/>
              <a:cxnLst/>
              <a:rect l="l" t="t" r="r" b="b"/>
              <a:pathLst>
                <a:path w="755174" h="755174" fill="norm" stroke="1" extrusionOk="0">
                  <a:moveTo>
                    <a:pt x="0" y="0"/>
                  </a:moveTo>
                  <a:lnTo>
                    <a:pt x="755173" y="0"/>
                  </a:lnTo>
                  <a:lnTo>
                    <a:pt x="755173" y="755173"/>
                  </a:lnTo>
                  <a:lnTo>
                    <a:pt x="0" y="755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448052" name="Freeform 43"/>
            <p:cNvSpPr/>
            <p:nvPr/>
          </p:nvSpPr>
          <p:spPr bwMode="auto">
            <a:xfrm>
              <a:off x="531136" y="1218981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1708346" name="Freeform 44"/>
            <p:cNvSpPr/>
            <p:nvPr/>
          </p:nvSpPr>
          <p:spPr bwMode="auto">
            <a:xfrm>
              <a:off x="7998985" y="121898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27014339" name="Freeform 45"/>
            <p:cNvSpPr/>
            <p:nvPr/>
          </p:nvSpPr>
          <p:spPr bwMode="auto">
            <a:xfrm>
              <a:off x="9944449" y="2046207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8381110" name="Freeform 46"/>
            <p:cNvSpPr/>
            <p:nvPr/>
          </p:nvSpPr>
          <p:spPr bwMode="auto">
            <a:xfrm>
              <a:off x="7851422" y="2247405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2"/>
                  </a:lnTo>
                  <a:lnTo>
                    <a:pt x="0" y="5317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3738226" name="Freeform 47"/>
            <p:cNvSpPr/>
            <p:nvPr/>
          </p:nvSpPr>
          <p:spPr bwMode="auto">
            <a:xfrm>
              <a:off x="9944449" y="3067243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1296129" name="Freeform 48"/>
            <p:cNvSpPr/>
            <p:nvPr/>
          </p:nvSpPr>
          <p:spPr bwMode="auto">
            <a:xfrm>
              <a:off x="9180726" y="142291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595313" name="Freeform 49"/>
            <p:cNvSpPr/>
            <p:nvPr/>
          </p:nvSpPr>
          <p:spPr bwMode="auto">
            <a:xfrm>
              <a:off x="8649004" y="285036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9996898" name="Freeform 50"/>
            <p:cNvSpPr/>
            <p:nvPr/>
          </p:nvSpPr>
          <p:spPr bwMode="auto">
            <a:xfrm>
              <a:off x="7585562" y="4049580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097255" name="Freeform 51"/>
            <p:cNvSpPr/>
            <p:nvPr/>
          </p:nvSpPr>
          <p:spPr bwMode="auto">
            <a:xfrm>
              <a:off x="9816921" y="394964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2"/>
                  </a:lnTo>
                  <a:lnTo>
                    <a:pt x="0" y="5317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2000817" name="Freeform 52"/>
            <p:cNvSpPr/>
            <p:nvPr/>
          </p:nvSpPr>
          <p:spPr bwMode="auto">
            <a:xfrm>
              <a:off x="8117282" y="5129028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2" y="0"/>
                  </a:lnTo>
                  <a:lnTo>
                    <a:pt x="531722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8892997" name="Freeform 53"/>
            <p:cNvSpPr/>
            <p:nvPr/>
          </p:nvSpPr>
          <p:spPr bwMode="auto">
            <a:xfrm>
              <a:off x="8732268" y="4215502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6003887" name="Freeform 54"/>
            <p:cNvSpPr/>
            <p:nvPr/>
          </p:nvSpPr>
          <p:spPr bwMode="auto">
            <a:xfrm>
              <a:off x="10036671" y="5236535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2" y="0"/>
                  </a:lnTo>
                  <a:lnTo>
                    <a:pt x="531722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659784" name="TextBox 55"/>
            <p:cNvSpPr txBox="1"/>
            <p:nvPr/>
          </p:nvSpPr>
          <p:spPr bwMode="auto">
            <a:xfrm flipH="0" flipV="0">
              <a:off x="39344" y="463956"/>
              <a:ext cx="3594883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pre-mix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354716193" name="TextBox 56"/>
            <p:cNvSpPr txBox="1"/>
            <p:nvPr/>
          </p:nvSpPr>
          <p:spPr bwMode="auto">
            <a:xfrm flipH="0" flipV="0">
              <a:off x="7398487" y="463956"/>
              <a:ext cx="3368756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post-mix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780308820" name="Freeform 58"/>
            <p:cNvSpPr/>
            <p:nvPr/>
          </p:nvSpPr>
          <p:spPr bwMode="auto">
            <a:xfrm rot="0" flipH="0" flipV="0">
              <a:off x="3859016" y="2143649"/>
              <a:ext cx="3208488" cy="1945145"/>
            </a:xfrm>
            <a:custGeom>
              <a:avLst/>
              <a:gdLst/>
              <a:ahLst/>
              <a:cxnLst/>
              <a:rect l="l" t="t" r="r" b="b"/>
              <a:pathLst>
                <a:path w="4277986" h="2593529" fill="norm" stroke="1" extrusionOk="0">
                  <a:moveTo>
                    <a:pt x="0" y="0"/>
                  </a:moveTo>
                  <a:lnTo>
                    <a:pt x="4277986" y="0"/>
                  </a:lnTo>
                  <a:lnTo>
                    <a:pt x="4277986" y="2593529"/>
                  </a:lnTo>
                  <a:lnTo>
                    <a:pt x="0" y="25935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</p:sp>
        <p:sp>
          <p:nvSpPr>
            <p:cNvPr id="1767246651" name="TextBox 59"/>
            <p:cNvSpPr txBox="1"/>
            <p:nvPr/>
          </p:nvSpPr>
          <p:spPr bwMode="auto">
            <a:xfrm rot="0" flipH="0" flipV="0">
              <a:off x="4314925" y="3031664"/>
              <a:ext cx="2367807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coinjoins</a:t>
              </a:r>
              <a:endParaRPr/>
            </a:p>
          </p:txBody>
        </p:sp>
        <p:sp>
          <p:nvSpPr>
            <p:cNvPr id="386031795" name="AutoShape 60"/>
            <p:cNvSpPr/>
            <p:nvPr/>
          </p:nvSpPr>
          <p:spPr bwMode="auto">
            <a:xfrm>
              <a:off x="1989585" y="2062215"/>
              <a:ext cx="1869431" cy="56723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3804922" name="AutoShape 61"/>
            <p:cNvSpPr/>
            <p:nvPr/>
          </p:nvSpPr>
          <p:spPr bwMode="auto">
            <a:xfrm>
              <a:off x="3062329" y="3116223"/>
              <a:ext cx="796686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2103253" name="AutoShape 62"/>
            <p:cNvSpPr/>
            <p:nvPr/>
          </p:nvSpPr>
          <p:spPr bwMode="auto">
            <a:xfrm flipV="1">
              <a:off x="1735149" y="3944899"/>
              <a:ext cx="2123866" cy="109708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5937900" name="AutoShape 63"/>
            <p:cNvSpPr/>
            <p:nvPr/>
          </p:nvSpPr>
          <p:spPr bwMode="auto">
            <a:xfrm>
              <a:off x="7067506" y="3921797"/>
              <a:ext cx="518053" cy="26013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71357999" name="AutoShape 64"/>
            <p:cNvSpPr/>
            <p:nvPr/>
          </p:nvSpPr>
          <p:spPr bwMode="auto">
            <a:xfrm>
              <a:off x="7067506" y="3116223"/>
              <a:ext cx="158149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8662283" name="AutoShape 65"/>
            <p:cNvSpPr/>
            <p:nvPr/>
          </p:nvSpPr>
          <p:spPr bwMode="auto">
            <a:xfrm flipV="1">
              <a:off x="7067506" y="2573667"/>
              <a:ext cx="783914" cy="17809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9411176" name="AutoShape 66"/>
            <p:cNvSpPr/>
            <p:nvPr/>
          </p:nvSpPr>
          <p:spPr bwMode="auto">
            <a:xfrm flipV="1">
              <a:off x="8383142" y="2337626"/>
              <a:ext cx="1561304" cy="1500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22636650" name="AutoShape 67"/>
            <p:cNvSpPr/>
            <p:nvPr/>
          </p:nvSpPr>
          <p:spPr bwMode="auto">
            <a:xfrm>
              <a:off x="9180726" y="3160733"/>
              <a:ext cx="763722" cy="12785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9035104" name="AutoShape 68"/>
            <p:cNvSpPr/>
            <p:nvPr/>
          </p:nvSpPr>
          <p:spPr bwMode="auto">
            <a:xfrm flipV="1">
              <a:off x="9263986" y="4280667"/>
              <a:ext cx="552929" cy="13552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8966934" name="AutoShape 69"/>
            <p:cNvSpPr/>
            <p:nvPr/>
          </p:nvSpPr>
          <p:spPr bwMode="auto">
            <a:xfrm>
              <a:off x="8117282" y="4353910"/>
              <a:ext cx="614983" cy="8898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1770051" name="Freeform 70"/>
            <p:cNvSpPr/>
            <p:nvPr/>
          </p:nvSpPr>
          <p:spPr bwMode="auto">
            <a:xfrm>
              <a:off x="5162345" y="4280667"/>
              <a:ext cx="601830" cy="551426"/>
            </a:xfrm>
            <a:custGeom>
              <a:avLst/>
              <a:gdLst/>
              <a:ahLst/>
              <a:cxnLst/>
              <a:rect l="l" t="t" r="r" b="b"/>
              <a:pathLst>
                <a:path w="601831" h="551428" fill="norm" stroke="1" extrusionOk="0">
                  <a:moveTo>
                    <a:pt x="0" y="0"/>
                  </a:moveTo>
                  <a:lnTo>
                    <a:pt x="601831" y="0"/>
                  </a:lnTo>
                  <a:lnTo>
                    <a:pt x="601831" y="551428"/>
                  </a:lnTo>
                  <a:lnTo>
                    <a:pt x="0" y="5514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2021549" name="Rectangle: Rounded Corners 12"/>
            <p:cNvSpPr/>
            <p:nvPr/>
          </p:nvSpPr>
          <p:spPr bwMode="auto">
            <a:xfrm>
              <a:off x="0" y="88604"/>
              <a:ext cx="3632789" cy="588939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7425332" name="Rectangle: Rounded Corners 12"/>
            <p:cNvSpPr/>
            <p:nvPr/>
          </p:nvSpPr>
          <p:spPr bwMode="auto">
            <a:xfrm>
              <a:off x="7398487" y="0"/>
              <a:ext cx="3367676" cy="59779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6872125" name=""/>
          <p:cNvGrpSpPr/>
          <p:nvPr/>
        </p:nvGrpSpPr>
        <p:grpSpPr bwMode="auto">
          <a:xfrm>
            <a:off x="627688" y="439559"/>
            <a:ext cx="10854067" cy="5889391"/>
            <a:chOff x="0" y="0"/>
            <a:chExt cx="10854067" cy="5889391"/>
          </a:xfrm>
        </p:grpSpPr>
        <p:sp>
          <p:nvSpPr>
            <p:cNvPr id="1880644315" name="Freeform 29"/>
            <p:cNvSpPr/>
            <p:nvPr/>
          </p:nvSpPr>
          <p:spPr bwMode="auto">
            <a:xfrm>
              <a:off x="488417" y="1992069"/>
              <a:ext cx="560007" cy="560007"/>
            </a:xfrm>
            <a:custGeom>
              <a:avLst/>
              <a:gdLst/>
              <a:ahLst/>
              <a:cxnLst/>
              <a:rect l="l" t="t" r="r" b="b"/>
              <a:pathLst>
                <a:path w="560007" h="560007" fill="norm" stroke="1" extrusionOk="0">
                  <a:moveTo>
                    <a:pt x="0" y="0"/>
                  </a:moveTo>
                  <a:lnTo>
                    <a:pt x="560007" y="0"/>
                  </a:lnTo>
                  <a:lnTo>
                    <a:pt x="560007" y="560007"/>
                  </a:lnTo>
                  <a:lnTo>
                    <a:pt x="0" y="5600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2381760" name="Freeform 30"/>
            <p:cNvSpPr/>
            <p:nvPr/>
          </p:nvSpPr>
          <p:spPr bwMode="auto">
            <a:xfrm>
              <a:off x="2440471" y="1286050"/>
              <a:ext cx="795344" cy="795344"/>
            </a:xfrm>
            <a:custGeom>
              <a:avLst/>
              <a:gdLst/>
              <a:ahLst/>
              <a:cxnLst/>
              <a:rect l="l" t="t" r="r" b="b"/>
              <a:pathLst>
                <a:path w="795346" h="795346" fill="norm" stroke="1" extrusionOk="0">
                  <a:moveTo>
                    <a:pt x="0" y="0"/>
                  </a:moveTo>
                  <a:lnTo>
                    <a:pt x="795346" y="0"/>
                  </a:lnTo>
                  <a:lnTo>
                    <a:pt x="795346" y="795346"/>
                  </a:lnTo>
                  <a:lnTo>
                    <a:pt x="0" y="7953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964358" name="Freeform 31"/>
            <p:cNvSpPr/>
            <p:nvPr/>
          </p:nvSpPr>
          <p:spPr bwMode="auto">
            <a:xfrm>
              <a:off x="1531849" y="3017853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60" y="0"/>
                  </a:lnTo>
                  <a:lnTo>
                    <a:pt x="449260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698192" name="Freeform 32"/>
            <p:cNvSpPr/>
            <p:nvPr/>
          </p:nvSpPr>
          <p:spPr bwMode="auto">
            <a:xfrm>
              <a:off x="488417" y="3242484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664044" name="Freeform 33"/>
            <p:cNvSpPr/>
            <p:nvPr/>
          </p:nvSpPr>
          <p:spPr bwMode="auto">
            <a:xfrm>
              <a:off x="1362595" y="4040172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5976632" name="Freeform 34"/>
            <p:cNvSpPr/>
            <p:nvPr/>
          </p:nvSpPr>
          <p:spPr bwMode="auto">
            <a:xfrm>
              <a:off x="2440471" y="3831606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3516357" name="Freeform 35"/>
            <p:cNvSpPr/>
            <p:nvPr/>
          </p:nvSpPr>
          <p:spPr bwMode="auto">
            <a:xfrm>
              <a:off x="263787" y="4730124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60"/>
                  </a:lnTo>
                  <a:lnTo>
                    <a:pt x="0" y="4492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3485527" name="Freeform 36"/>
            <p:cNvSpPr/>
            <p:nvPr/>
          </p:nvSpPr>
          <p:spPr bwMode="auto">
            <a:xfrm>
              <a:off x="1124244" y="5062491"/>
              <a:ext cx="632235" cy="632235"/>
            </a:xfrm>
            <a:custGeom>
              <a:avLst/>
              <a:gdLst/>
              <a:ahLst/>
              <a:cxnLst/>
              <a:rect l="l" t="t" r="r" b="b"/>
              <a:pathLst>
                <a:path w="632237" h="632237" fill="norm" stroke="1" extrusionOk="0">
                  <a:moveTo>
                    <a:pt x="0" y="0"/>
                  </a:moveTo>
                  <a:lnTo>
                    <a:pt x="632237" y="0"/>
                  </a:lnTo>
                  <a:lnTo>
                    <a:pt x="632237" y="632236"/>
                  </a:lnTo>
                  <a:lnTo>
                    <a:pt x="0" y="6322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3495555" name="Freeform 37"/>
            <p:cNvSpPr/>
            <p:nvPr/>
          </p:nvSpPr>
          <p:spPr bwMode="auto">
            <a:xfrm>
              <a:off x="1464444" y="1712065"/>
              <a:ext cx="560007" cy="560007"/>
            </a:xfrm>
            <a:custGeom>
              <a:avLst/>
              <a:gdLst/>
              <a:ahLst/>
              <a:cxnLst/>
              <a:rect l="l" t="t" r="r" b="b"/>
              <a:pathLst>
                <a:path w="560007" h="560007" fill="norm" stroke="1" extrusionOk="0">
                  <a:moveTo>
                    <a:pt x="0" y="0"/>
                  </a:moveTo>
                  <a:lnTo>
                    <a:pt x="560007" y="0"/>
                  </a:lnTo>
                  <a:lnTo>
                    <a:pt x="560007" y="560007"/>
                  </a:lnTo>
                  <a:lnTo>
                    <a:pt x="0" y="5600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8499911" name="Freeform 38"/>
            <p:cNvSpPr/>
            <p:nvPr/>
          </p:nvSpPr>
          <p:spPr bwMode="auto">
            <a:xfrm>
              <a:off x="2838143" y="4954752"/>
              <a:ext cx="632235" cy="632235"/>
            </a:xfrm>
            <a:custGeom>
              <a:avLst/>
              <a:gdLst/>
              <a:ahLst/>
              <a:cxnLst/>
              <a:rect l="l" t="t" r="r" b="b"/>
              <a:pathLst>
                <a:path w="632237" h="632237" fill="norm" stroke="1" extrusionOk="0">
                  <a:moveTo>
                    <a:pt x="0" y="0"/>
                  </a:moveTo>
                  <a:lnTo>
                    <a:pt x="632236" y="0"/>
                  </a:lnTo>
                  <a:lnTo>
                    <a:pt x="632236" y="632237"/>
                  </a:lnTo>
                  <a:lnTo>
                    <a:pt x="0" y="6322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6474706" name="Freeform 39"/>
            <p:cNvSpPr/>
            <p:nvPr/>
          </p:nvSpPr>
          <p:spPr bwMode="auto">
            <a:xfrm>
              <a:off x="2358915" y="2789434"/>
              <a:ext cx="795344" cy="795344"/>
            </a:xfrm>
            <a:custGeom>
              <a:avLst/>
              <a:gdLst/>
              <a:ahLst/>
              <a:cxnLst/>
              <a:rect l="l" t="t" r="r" b="b"/>
              <a:pathLst>
                <a:path w="795346" h="795346" fill="norm" stroke="1" extrusionOk="0">
                  <a:moveTo>
                    <a:pt x="0" y="0"/>
                  </a:moveTo>
                  <a:lnTo>
                    <a:pt x="795346" y="0"/>
                  </a:lnTo>
                  <a:lnTo>
                    <a:pt x="795346" y="795347"/>
                  </a:lnTo>
                  <a:lnTo>
                    <a:pt x="0" y="795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6328746" name="Freeform 40"/>
            <p:cNvSpPr/>
            <p:nvPr/>
          </p:nvSpPr>
          <p:spPr bwMode="auto">
            <a:xfrm>
              <a:off x="488417" y="1188939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7536176" name="AutoShape 41"/>
            <p:cNvSpPr/>
            <p:nvPr/>
          </p:nvSpPr>
          <p:spPr bwMode="auto">
            <a:xfrm>
              <a:off x="2024451" y="2042199"/>
              <a:ext cx="4345617" cy="77804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6525513" name="AutoShape 42"/>
            <p:cNvSpPr/>
            <p:nvPr/>
          </p:nvSpPr>
          <p:spPr bwMode="auto">
            <a:xfrm flipV="1">
              <a:off x="3470379" y="4286188"/>
              <a:ext cx="2899818" cy="88789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8962706" name="AutoShape 43"/>
            <p:cNvSpPr/>
            <p:nvPr/>
          </p:nvSpPr>
          <p:spPr bwMode="auto">
            <a:xfrm flipV="1">
              <a:off x="1756480" y="3553218"/>
              <a:ext cx="4613715" cy="170833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0205682" name="AutoShape 66"/>
            <p:cNvSpPr/>
            <p:nvPr/>
          </p:nvSpPr>
          <p:spPr bwMode="auto">
            <a:xfrm>
              <a:off x="3235816" y="1729161"/>
              <a:ext cx="3134251" cy="35811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1454638" name="TextBox 68"/>
            <p:cNvSpPr txBox="1"/>
            <p:nvPr/>
          </p:nvSpPr>
          <p:spPr bwMode="auto">
            <a:xfrm flipH="0" flipV="0">
              <a:off x="0" y="386757"/>
              <a:ext cx="3634227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/>
            </a:p>
          </p:txBody>
        </p:sp>
        <p:sp>
          <p:nvSpPr>
            <p:cNvPr id="1052275959" name="Rectangle: Rounded Corners 12"/>
            <p:cNvSpPr/>
            <p:nvPr/>
          </p:nvSpPr>
          <p:spPr bwMode="auto">
            <a:xfrm>
              <a:off x="0" y="0"/>
              <a:ext cx="3632788" cy="588939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53315336" name=""/>
            <p:cNvGrpSpPr/>
            <p:nvPr/>
          </p:nvGrpSpPr>
          <p:grpSpPr bwMode="auto">
            <a:xfrm>
              <a:off x="3794028" y="487327"/>
              <a:ext cx="7060038" cy="5180552"/>
              <a:chOff x="0" y="0"/>
              <a:chExt cx="7060038" cy="5180552"/>
            </a:xfrm>
          </p:grpSpPr>
          <p:sp>
            <p:nvSpPr>
              <p:cNvPr id="35271022" name="Freeform 48"/>
              <p:cNvSpPr/>
              <p:nvPr/>
            </p:nvSpPr>
            <p:spPr bwMode="auto">
              <a:xfrm rot="0" flipH="0" flipV="0">
                <a:off x="2576040" y="1327430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487489128" name="TextBox 49"/>
              <p:cNvSpPr txBox="1"/>
              <p:nvPr/>
            </p:nvSpPr>
            <p:spPr bwMode="auto">
              <a:xfrm rot="0" flipH="0" flipV="0">
                <a:off x="2576040" y="1254251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413093027" name="AutoShape 50"/>
              <p:cNvSpPr/>
              <p:nvPr/>
            </p:nvSpPr>
            <p:spPr bwMode="auto">
              <a:xfrm>
                <a:off x="4617479" y="868392"/>
                <a:ext cx="0" cy="3935961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437348510" name="Freeform 52"/>
              <p:cNvSpPr/>
              <p:nvPr/>
            </p:nvSpPr>
            <p:spPr bwMode="auto">
              <a:xfrm rot="0" flipH="0" flipV="0">
                <a:off x="2576040" y="2060399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69320756" name="TextBox 53"/>
              <p:cNvSpPr txBox="1"/>
              <p:nvPr/>
            </p:nvSpPr>
            <p:spPr bwMode="auto">
              <a:xfrm rot="0" flipH="0" flipV="0">
                <a:off x="2576040" y="1987220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234942740" name="Freeform 55"/>
              <p:cNvSpPr/>
              <p:nvPr/>
            </p:nvSpPr>
            <p:spPr bwMode="auto">
              <a:xfrm rot="0" flipH="0" flipV="0">
                <a:off x="2576170" y="2793368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103307560" name="TextBox 56"/>
              <p:cNvSpPr txBox="1"/>
              <p:nvPr/>
            </p:nvSpPr>
            <p:spPr bwMode="auto">
              <a:xfrm rot="0" flipH="0" flipV="0">
                <a:off x="2576170" y="2720189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266668935" name="Freeform 58"/>
              <p:cNvSpPr/>
              <p:nvPr/>
            </p:nvSpPr>
            <p:spPr bwMode="auto">
              <a:xfrm rot="0" flipH="0" flipV="0">
                <a:off x="2576170" y="3526337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619260420" name="TextBox 59"/>
              <p:cNvSpPr txBox="1"/>
              <p:nvPr/>
            </p:nvSpPr>
            <p:spPr bwMode="auto">
              <a:xfrm rot="0" flipH="0" flipV="0">
                <a:off x="2576170" y="3453158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401795646" name="Freeform 61"/>
              <p:cNvSpPr/>
              <p:nvPr/>
            </p:nvSpPr>
            <p:spPr bwMode="auto">
              <a:xfrm rot="0" flipH="0" flipV="0">
                <a:off x="5070143" y="1327430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295652179" name="TextBox 62"/>
              <p:cNvSpPr txBox="1"/>
              <p:nvPr/>
            </p:nvSpPr>
            <p:spPr bwMode="auto">
              <a:xfrm rot="0" flipH="0" flipV="0">
                <a:off x="5070143" y="1254251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797284983" name="Freeform 64"/>
              <p:cNvSpPr/>
              <p:nvPr/>
            </p:nvSpPr>
            <p:spPr bwMode="auto">
              <a:xfrm rot="0" flipH="0" flipV="0">
                <a:off x="5070143" y="2060399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02285585" name="TextBox 65"/>
              <p:cNvSpPr txBox="1"/>
              <p:nvPr/>
            </p:nvSpPr>
            <p:spPr bwMode="auto">
              <a:xfrm rot="0" flipH="0" flipV="0">
                <a:off x="5070143" y="1987220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899625497" name="Freeform 67"/>
              <p:cNvSpPr/>
              <p:nvPr/>
            </p:nvSpPr>
            <p:spPr bwMode="auto">
              <a:xfrm>
                <a:off x="665541" y="65302"/>
                <a:ext cx="787869" cy="600750"/>
              </a:xfrm>
              <a:custGeom>
                <a:avLst/>
                <a:gdLst/>
                <a:ahLst/>
                <a:cxnLst/>
                <a:rect l="l" t="t" r="r" b="b"/>
                <a:pathLst>
                  <a:path w="787869" h="600750" fill="norm" stroke="1" extrusionOk="0">
                    <a:moveTo>
                      <a:pt x="0" y="0"/>
                    </a:moveTo>
                    <a:lnTo>
                      <a:pt x="787870" y="0"/>
                    </a:lnTo>
                    <a:lnTo>
                      <a:pt x="787870" y="600750"/>
                    </a:lnTo>
                    <a:lnTo>
                      <a:pt x="0" y="6007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2078498275" name="TextBox 69"/>
              <p:cNvSpPr txBox="1"/>
              <p:nvPr/>
            </p:nvSpPr>
            <p:spPr bwMode="auto">
              <a:xfrm>
                <a:off x="2484195" y="293826"/>
                <a:ext cx="4268002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68567440" name="TextBox 70"/>
              <p:cNvSpPr txBox="1"/>
              <p:nvPr/>
            </p:nvSpPr>
            <p:spPr bwMode="auto">
              <a:xfrm>
                <a:off x="2604498" y="820303"/>
                <a:ext cx="1533163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inputs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94158332" name="TextBox 71"/>
              <p:cNvSpPr txBox="1"/>
              <p:nvPr/>
            </p:nvSpPr>
            <p:spPr bwMode="auto">
              <a:xfrm>
                <a:off x="5098602" y="820303"/>
                <a:ext cx="1533163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outputs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53666731" name="TextBox 72"/>
              <p:cNvSpPr txBox="1"/>
              <p:nvPr/>
            </p:nvSpPr>
            <p:spPr bwMode="auto">
              <a:xfrm flipH="0" flipV="0">
                <a:off x="0" y="719273"/>
                <a:ext cx="2040383" cy="350879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 b="1" i="1">
                    <a:solidFill>
                      <a:srgbClr val="FF5C00"/>
                    </a:solidFill>
                    <a:latin typeface="IBM Plex Sans"/>
                    <a:ea typeface="IBM Plex Sans"/>
                    <a:cs typeface="IBM Plex Sans"/>
                  </a:rPr>
                  <a:t>CIOH</a:t>
                </a:r>
                <a:r>
                  <a:rPr lang="en-US" sz="1950" b="1" i="1">
                    <a:solidFill>
                      <a:srgbClr val="FF5C00"/>
                    </a:solidFill>
                    <a:latin typeface="Rubik Bold Italics"/>
                    <a:ea typeface="Rubik Bold Italics"/>
                    <a:cs typeface="Rubik Bold Italics"/>
                  </a:rPr>
                  <a:t>!</a:t>
                </a:r>
                <a:endParaRPr/>
              </a:p>
            </p:txBody>
          </p:sp>
          <p:sp>
            <p:nvSpPr>
              <p:cNvPr id="486371886" name="Rectangle: Rounded Corners 12"/>
              <p:cNvSpPr/>
              <p:nvPr/>
            </p:nvSpPr>
            <p:spPr bwMode="auto">
              <a:xfrm>
                <a:off x="2186784" y="0"/>
                <a:ext cx="4873254" cy="5180553"/>
              </a:xfrm>
              <a:prstGeom prst="roundRect">
                <a:avLst>
                  <a:gd name="adj" fmla="val 7239"/>
                </a:avLst>
              </a:prstGeom>
              <a:noFill/>
              <a:ln w="19049" cap="flat" cmpd="sng" algn="ctr">
                <a:solidFill>
                  <a:srgbClr val="FF5C00"/>
                </a:solidFill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29752246" name=""/>
          <p:cNvPicPr>
            <a:picLocks noChangeAspect="1"/>
          </p:cNvPicPr>
          <p:nvPr/>
        </p:nvPicPr>
        <p:blipFill>
          <a:blip r:embed="rId3"/>
          <a:srcRect l="-31270" t="0" r="-34256" b="0"/>
          <a:stretch/>
        </p:blipFill>
        <p:spPr bwMode="auto">
          <a:xfrm flipH="0" flipV="0">
            <a:off x="3104384" y="1313915"/>
            <a:ext cx="6491230" cy="401850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6735130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709426" y="211695"/>
            <a:ext cx="7082708" cy="633935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21382018" name=""/>
          <p:cNvPicPr>
            <a:picLocks noChangeAspect="1"/>
          </p:cNvPicPr>
          <p:nvPr/>
        </p:nvPicPr>
        <p:blipFill>
          <a:blip r:embed="rId3"/>
          <a:srcRect l="6058" t="12050" r="6251" b="14599"/>
          <a:stretch/>
        </p:blipFill>
        <p:spPr bwMode="auto">
          <a:xfrm flipH="0" flipV="0">
            <a:off x="2289179" y="1688229"/>
            <a:ext cx="7613641" cy="37258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7170803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41749" y="332876"/>
            <a:ext cx="11583561" cy="63596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9849453" name=""/>
          <p:cNvGrpSpPr/>
          <p:nvPr/>
        </p:nvGrpSpPr>
        <p:grpSpPr bwMode="auto">
          <a:xfrm>
            <a:off x="1748181" y="272850"/>
            <a:ext cx="8069892" cy="6340077"/>
            <a:chOff x="0" y="0"/>
            <a:chExt cx="8069892" cy="6340077"/>
          </a:xfrm>
        </p:grpSpPr>
        <p:sp>
          <p:nvSpPr>
            <p:cNvPr id="723927520" name="TextBox 32"/>
            <p:cNvSpPr txBox="1"/>
            <p:nvPr/>
          </p:nvSpPr>
          <p:spPr bwMode="auto">
            <a:xfrm>
              <a:off x="1671840" y="381003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Wasabi 1.0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88626504" name="TextBox 33"/>
            <p:cNvSpPr txBox="1"/>
            <p:nvPr/>
          </p:nvSpPr>
          <p:spPr bwMode="auto">
            <a:xfrm>
              <a:off x="1846509" y="123650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2714948" name="TextBox 38"/>
            <p:cNvSpPr txBox="1"/>
            <p:nvPr/>
          </p:nvSpPr>
          <p:spPr bwMode="auto">
            <a:xfrm>
              <a:off x="5467687" y="123650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31525740" name="Freeform 54"/>
            <p:cNvSpPr/>
            <p:nvPr/>
          </p:nvSpPr>
          <p:spPr bwMode="auto">
            <a:xfrm>
              <a:off x="0" y="1995228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3817366" name="Freeform 56"/>
            <p:cNvSpPr/>
            <p:nvPr/>
          </p:nvSpPr>
          <p:spPr bwMode="auto">
            <a:xfrm>
              <a:off x="0" y="2961138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1"/>
                  </a:lnTo>
                  <a:lnTo>
                    <a:pt x="0" y="7034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321433" name="AutoShape 58"/>
            <p:cNvSpPr/>
            <p:nvPr/>
          </p:nvSpPr>
          <p:spPr bwMode="auto">
            <a:xfrm flipH="1">
              <a:off x="641055" y="3312882"/>
              <a:ext cx="1164134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3411280" name="AutoShape 59"/>
            <p:cNvSpPr/>
            <p:nvPr/>
          </p:nvSpPr>
          <p:spPr bwMode="auto">
            <a:xfrm flipH="1">
              <a:off x="641055" y="2346972"/>
              <a:ext cx="116413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357837" name="Rectangle: Rounded Corners 12"/>
            <p:cNvSpPr/>
            <p:nvPr/>
          </p:nvSpPr>
          <p:spPr bwMode="auto">
            <a:xfrm flipH="0" flipV="0">
              <a:off x="1497591" y="0"/>
              <a:ext cx="6572301" cy="634007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615609112" name=""/>
            <p:cNvGrpSpPr/>
            <p:nvPr/>
          </p:nvGrpSpPr>
          <p:grpSpPr bwMode="auto">
            <a:xfrm>
              <a:off x="1805190" y="1828480"/>
              <a:ext cx="5927902" cy="4155364"/>
              <a:chOff x="0" y="0"/>
              <a:chExt cx="5927902" cy="4155364"/>
            </a:xfrm>
          </p:grpSpPr>
          <p:sp>
            <p:nvSpPr>
              <p:cNvPr id="1674812895" name="Freeform 30"/>
              <p:cNvSpPr/>
              <p:nvPr/>
            </p:nvSpPr>
            <p:spPr bwMode="auto">
              <a:xfrm rot="0" flipH="0" flipV="0">
                <a:off x="0" y="16876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69586367" name="TextBox 31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53288946" name="AutoShape 34"/>
              <p:cNvSpPr/>
              <p:nvPr/>
            </p:nvSpPr>
            <p:spPr bwMode="auto">
              <a:xfrm flipH="0" flipV="0">
                <a:off x="2963952" y="46751"/>
                <a:ext cx="0" cy="4099201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540116530" name="Freeform 36"/>
              <p:cNvSpPr/>
              <p:nvPr/>
            </p:nvSpPr>
            <p:spPr bwMode="auto">
              <a:xfrm rot="0" flipH="0" flipV="0">
                <a:off x="0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98227460" name="TextBox 37"/>
              <p:cNvSpPr txBox="1"/>
              <p:nvPr/>
            </p:nvSpPr>
            <p:spPr bwMode="auto">
              <a:xfrm rot="0" flipH="0" flipV="0">
                <a:off x="0" y="96591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76762817" name="Freeform 40"/>
              <p:cNvSpPr/>
              <p:nvPr/>
            </p:nvSpPr>
            <p:spPr bwMode="auto">
              <a:xfrm rot="0" flipH="0" flipV="0">
                <a:off x="3621177" y="16876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1903859" name="TextBox 41"/>
              <p:cNvSpPr txBox="1"/>
              <p:nvPr/>
            </p:nvSpPr>
            <p:spPr bwMode="auto">
              <a:xfrm rot="0" flipH="0" flipV="0">
                <a:off x="3621177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44154909" name="Freeform 43"/>
              <p:cNvSpPr/>
              <p:nvPr/>
            </p:nvSpPr>
            <p:spPr bwMode="auto">
              <a:xfrm rot="0" flipH="0" flipV="0">
                <a:off x="3621177" y="985849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92286149" name="TextBox 44"/>
              <p:cNvSpPr txBox="1"/>
              <p:nvPr/>
            </p:nvSpPr>
            <p:spPr bwMode="auto">
              <a:xfrm rot="0" flipH="0" flipV="0">
                <a:off x="3621177" y="81708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17477535" name="Freeform 46"/>
              <p:cNvSpPr/>
              <p:nvPr/>
            </p:nvSpPr>
            <p:spPr bwMode="auto">
              <a:xfrm rot="0" flipH="0" flipV="0">
                <a:off x="3621363" y="180293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076398" name="TextBox 47"/>
              <p:cNvSpPr txBox="1"/>
              <p:nvPr/>
            </p:nvSpPr>
            <p:spPr bwMode="auto">
              <a:xfrm rot="0" flipH="0" flipV="0">
                <a:off x="3621363" y="163416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08789363" name="Freeform 49"/>
              <p:cNvSpPr/>
              <p:nvPr/>
            </p:nvSpPr>
            <p:spPr bwMode="auto">
              <a:xfrm rot="0" flipH="0" flipV="0">
                <a:off x="3621363" y="262001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51866959" name="TextBox 50"/>
              <p:cNvSpPr txBox="1"/>
              <p:nvPr/>
            </p:nvSpPr>
            <p:spPr bwMode="auto">
              <a:xfrm rot="0" flipH="0" flipV="0">
                <a:off x="3621363" y="2451249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01987719" name="Freeform 52"/>
              <p:cNvSpPr/>
              <p:nvPr/>
            </p:nvSpPr>
            <p:spPr bwMode="auto">
              <a:xfrm rot="0" flipH="0" flipV="0">
                <a:off x="3621363" y="34371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44239116" name="TextBox 53"/>
              <p:cNvSpPr txBox="1"/>
              <p:nvPr/>
            </p:nvSpPr>
            <p:spPr bwMode="auto">
              <a:xfrm rot="0" flipH="0" flipV="0">
                <a:off x="3621363" y="326833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08522943" name=""/>
          <p:cNvGrpSpPr/>
          <p:nvPr/>
        </p:nvGrpSpPr>
        <p:grpSpPr bwMode="auto">
          <a:xfrm>
            <a:off x="650702" y="185207"/>
            <a:ext cx="9430839" cy="6518670"/>
            <a:chOff x="0" y="0"/>
            <a:chExt cx="9430839" cy="6518670"/>
          </a:xfrm>
        </p:grpSpPr>
        <p:sp>
          <p:nvSpPr>
            <p:cNvPr id="1468288132" name="TextBox 32"/>
            <p:cNvSpPr txBox="1"/>
            <p:nvPr/>
          </p:nvSpPr>
          <p:spPr bwMode="auto">
            <a:xfrm>
              <a:off x="2868870" y="132644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Wabisabi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2009652" name="TextBox 33"/>
            <p:cNvSpPr txBox="1"/>
            <p:nvPr/>
          </p:nvSpPr>
          <p:spPr bwMode="auto">
            <a:xfrm>
              <a:off x="3043540" y="61397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5610427" name="TextBox 38"/>
            <p:cNvSpPr txBox="1"/>
            <p:nvPr/>
          </p:nvSpPr>
          <p:spPr bwMode="auto">
            <a:xfrm>
              <a:off x="6664718" y="61397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24573822" name="Freeform 54"/>
            <p:cNvSpPr/>
            <p:nvPr/>
          </p:nvSpPr>
          <p:spPr bwMode="auto">
            <a:xfrm>
              <a:off x="1197030" y="878836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0733957" name="TextBox 55"/>
            <p:cNvSpPr txBox="1"/>
            <p:nvPr/>
          </p:nvSpPr>
          <p:spPr bwMode="auto">
            <a:xfrm>
              <a:off x="0" y="948204"/>
              <a:ext cx="1113031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9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9999846" name="Freeform 56"/>
            <p:cNvSpPr/>
            <p:nvPr/>
          </p:nvSpPr>
          <p:spPr bwMode="auto">
            <a:xfrm>
              <a:off x="1197030" y="1942069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7643367" name="TextBox 57"/>
            <p:cNvSpPr txBox="1"/>
            <p:nvPr/>
          </p:nvSpPr>
          <p:spPr bwMode="auto">
            <a:xfrm>
              <a:off x="0" y="2011440"/>
              <a:ext cx="1113031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9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1459860" name="AutoShape 58"/>
            <p:cNvSpPr/>
            <p:nvPr/>
          </p:nvSpPr>
          <p:spPr bwMode="auto">
            <a:xfrm flipH="1">
              <a:off x="1838086" y="2085968"/>
              <a:ext cx="1164134" cy="20784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4826289" name="AutoShape 59"/>
            <p:cNvSpPr/>
            <p:nvPr/>
          </p:nvSpPr>
          <p:spPr bwMode="auto">
            <a:xfrm flipH="1" flipV="1">
              <a:off x="1838086" y="1230579"/>
              <a:ext cx="1164134" cy="19510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7342827" name="Rectangle: Rounded Corners 12"/>
            <p:cNvSpPr/>
            <p:nvPr/>
          </p:nvSpPr>
          <p:spPr bwMode="auto">
            <a:xfrm flipH="0" flipV="0">
              <a:off x="2614876" y="0"/>
              <a:ext cx="6815963" cy="651867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548650544" name=""/>
            <p:cNvGrpSpPr/>
            <p:nvPr/>
          </p:nvGrpSpPr>
          <p:grpSpPr bwMode="auto">
            <a:xfrm>
              <a:off x="3002220" y="1023698"/>
              <a:ext cx="5927904" cy="5278527"/>
              <a:chOff x="0" y="0"/>
              <a:chExt cx="5927904" cy="5278527"/>
            </a:xfrm>
          </p:grpSpPr>
          <p:sp>
            <p:nvSpPr>
              <p:cNvPr id="1146239601" name="Freeform 30"/>
              <p:cNvSpPr/>
              <p:nvPr/>
            </p:nvSpPr>
            <p:spPr bwMode="auto">
              <a:xfrm rot="0" flipH="0" flipV="0">
                <a:off x="0" y="144660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13875258" name="TextBox 31"/>
              <p:cNvSpPr txBox="1"/>
              <p:nvPr/>
            </p:nvSpPr>
            <p:spPr bwMode="auto">
              <a:xfrm rot="0" flipH="0" flipV="0">
                <a:off x="0" y="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1707798" name="AutoShape 34"/>
              <p:cNvSpPr/>
              <p:nvPr/>
            </p:nvSpPr>
            <p:spPr bwMode="auto">
              <a:xfrm flipH="1">
                <a:off x="2963954" y="144661"/>
                <a:ext cx="0" cy="513386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595985722" name="Freeform 36"/>
              <p:cNvSpPr/>
              <p:nvPr/>
            </p:nvSpPr>
            <p:spPr bwMode="auto">
              <a:xfrm rot="0" flipH="0" flipV="0">
                <a:off x="0" y="80494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8777412" name="TextBox 37"/>
              <p:cNvSpPr txBox="1"/>
              <p:nvPr/>
            </p:nvSpPr>
            <p:spPr bwMode="auto">
              <a:xfrm rot="0" flipH="0" flipV="0">
                <a:off x="0" y="660279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20128520" name="Freeform 40"/>
              <p:cNvSpPr/>
              <p:nvPr/>
            </p:nvSpPr>
            <p:spPr bwMode="auto">
              <a:xfrm rot="0" flipH="0" flipV="0">
                <a:off x="3621178" y="144660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2447781" name="TextBox 41"/>
              <p:cNvSpPr txBox="1"/>
              <p:nvPr/>
            </p:nvSpPr>
            <p:spPr bwMode="auto">
              <a:xfrm rot="0" flipH="0" flipV="0">
                <a:off x="3621178" y="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5524277" name="Freeform 43"/>
              <p:cNvSpPr/>
              <p:nvPr/>
            </p:nvSpPr>
            <p:spPr bwMode="auto">
              <a:xfrm rot="0" flipH="0" flipV="0">
                <a:off x="3621178" y="80494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7591834" name="TextBox 44"/>
              <p:cNvSpPr txBox="1"/>
              <p:nvPr/>
            </p:nvSpPr>
            <p:spPr bwMode="auto">
              <a:xfrm rot="0" flipH="0" flipV="0">
                <a:off x="3621178" y="660279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31786232" name="Freeform 46"/>
              <p:cNvSpPr/>
              <p:nvPr/>
            </p:nvSpPr>
            <p:spPr bwMode="auto">
              <a:xfrm rot="0" flipH="0" flipV="0">
                <a:off x="3621364" y="146522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2794972" name="TextBox 47"/>
              <p:cNvSpPr txBox="1"/>
              <p:nvPr/>
            </p:nvSpPr>
            <p:spPr bwMode="auto">
              <a:xfrm rot="0" flipH="0" flipV="0">
                <a:off x="3621364" y="132056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49928316" name="Freeform 49"/>
              <p:cNvSpPr/>
              <p:nvPr/>
            </p:nvSpPr>
            <p:spPr bwMode="auto">
              <a:xfrm rot="0" flipH="0" flipV="0">
                <a:off x="3621364" y="2125503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6441431" name="TextBox 50"/>
              <p:cNvSpPr txBox="1"/>
              <p:nvPr/>
            </p:nvSpPr>
            <p:spPr bwMode="auto">
              <a:xfrm rot="0" flipH="0" flipV="0">
                <a:off x="3621364" y="198084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8958005" name="Freeform 52"/>
              <p:cNvSpPr/>
              <p:nvPr/>
            </p:nvSpPr>
            <p:spPr bwMode="auto">
              <a:xfrm rot="0" flipH="0" flipV="0">
                <a:off x="3621364" y="278578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4368516" name="TextBox 53"/>
              <p:cNvSpPr txBox="1"/>
              <p:nvPr/>
            </p:nvSpPr>
            <p:spPr bwMode="auto">
              <a:xfrm rot="0" flipH="0" flipV="0">
                <a:off x="3621364" y="264112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629587" name="Freeform 61"/>
              <p:cNvSpPr/>
              <p:nvPr/>
            </p:nvSpPr>
            <p:spPr bwMode="auto">
              <a:xfrm rot="0" flipH="0" flipV="0">
                <a:off x="3621364" y="344331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3459768" name="TextBox 62"/>
              <p:cNvSpPr txBox="1"/>
              <p:nvPr/>
            </p:nvSpPr>
            <p:spPr bwMode="auto">
              <a:xfrm rot="0" flipH="0" flipV="0">
                <a:off x="3621364" y="329865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23668759" name="Freeform 64"/>
              <p:cNvSpPr/>
              <p:nvPr/>
            </p:nvSpPr>
            <p:spPr bwMode="auto">
              <a:xfrm rot="0" flipH="0" flipV="0">
                <a:off x="3621364" y="4103595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64354501" name="TextBox 65"/>
              <p:cNvSpPr txBox="1"/>
              <p:nvPr/>
            </p:nvSpPr>
            <p:spPr bwMode="auto">
              <a:xfrm rot="0" flipH="0" flipV="0">
                <a:off x="3621364" y="3958932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19729948" name="Freeform 67"/>
              <p:cNvSpPr/>
              <p:nvPr/>
            </p:nvSpPr>
            <p:spPr bwMode="auto">
              <a:xfrm rot="0" flipH="0" flipV="0">
                <a:off x="3621364" y="476387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38519380" name="TextBox 68"/>
              <p:cNvSpPr txBox="1"/>
              <p:nvPr/>
            </p:nvSpPr>
            <p:spPr bwMode="auto">
              <a:xfrm rot="0" flipH="0" flipV="0">
                <a:off x="3621364" y="461921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6620369" name="AutoShape 26"/>
          <p:cNvSpPr/>
          <p:nvPr/>
        </p:nvSpPr>
        <p:spPr bwMode="auto">
          <a:xfrm flipH="1" flipV="1">
            <a:off x="1853766" y="111178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959574" name="AutoShape 27"/>
          <p:cNvSpPr/>
          <p:nvPr/>
        </p:nvSpPr>
        <p:spPr bwMode="auto">
          <a:xfrm flipH="1" flipV="1">
            <a:off x="1853766" y="2274966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5308533" name="AutoShape 28"/>
          <p:cNvSpPr/>
          <p:nvPr/>
        </p:nvSpPr>
        <p:spPr bwMode="auto">
          <a:xfrm flipH="1">
            <a:off x="1853766" y="3438150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903708" name="AutoShape 29"/>
          <p:cNvSpPr/>
          <p:nvPr/>
        </p:nvSpPr>
        <p:spPr bwMode="auto">
          <a:xfrm flipH="1">
            <a:off x="1834716" y="3693169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811679" name="AutoShape 30"/>
          <p:cNvSpPr/>
          <p:nvPr/>
        </p:nvSpPr>
        <p:spPr bwMode="auto">
          <a:xfrm flipH="1">
            <a:off x="1853766" y="3954434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8401496" name="AutoShape 31"/>
          <p:cNvSpPr/>
          <p:nvPr/>
        </p:nvSpPr>
        <p:spPr bwMode="auto">
          <a:xfrm flipH="1" flipV="1">
            <a:off x="6956138" y="3954041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7679063" name="AutoShape 32"/>
          <p:cNvSpPr/>
          <p:nvPr/>
        </p:nvSpPr>
        <p:spPr bwMode="auto">
          <a:xfrm flipH="1" flipV="1">
            <a:off x="6956138" y="3697694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0210182" name="AutoShape 33"/>
          <p:cNvSpPr/>
          <p:nvPr/>
        </p:nvSpPr>
        <p:spPr bwMode="auto">
          <a:xfrm flipH="1" flipV="1">
            <a:off x="6956138" y="3440723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197332" name="AutoShape 34"/>
          <p:cNvSpPr/>
          <p:nvPr/>
        </p:nvSpPr>
        <p:spPr bwMode="auto">
          <a:xfrm flipH="1">
            <a:off x="6956138" y="2286613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2405400" name="AutoShape 35"/>
          <p:cNvSpPr/>
          <p:nvPr/>
        </p:nvSpPr>
        <p:spPr bwMode="auto">
          <a:xfrm flipH="1">
            <a:off x="6956138" y="1123429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7034395" name="Freeform 36"/>
          <p:cNvSpPr/>
          <p:nvPr/>
        </p:nvSpPr>
        <p:spPr bwMode="auto">
          <a:xfrm>
            <a:off x="976332" y="67306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0009702" name="Group 37"/>
          <p:cNvGrpSpPr/>
          <p:nvPr/>
        </p:nvGrpSpPr>
        <p:grpSpPr bwMode="auto">
          <a:xfrm>
            <a:off x="5179851" y="2588558"/>
            <a:ext cx="1699185" cy="1699185"/>
            <a:chOff x="0" y="0"/>
            <a:chExt cx="812799" cy="812799"/>
          </a:xfrm>
        </p:grpSpPr>
        <p:sp>
          <p:nvSpPr>
            <p:cNvPr id="435026970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2514199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965033798" name="Freeform 41"/>
          <p:cNvSpPr/>
          <p:nvPr/>
        </p:nvSpPr>
        <p:spPr bwMode="auto">
          <a:xfrm>
            <a:off x="976332" y="183624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7964202" name="Freeform 42"/>
          <p:cNvSpPr/>
          <p:nvPr/>
        </p:nvSpPr>
        <p:spPr bwMode="auto">
          <a:xfrm>
            <a:off x="976332" y="2999433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961838" name="Freeform 43"/>
          <p:cNvSpPr/>
          <p:nvPr/>
        </p:nvSpPr>
        <p:spPr bwMode="auto">
          <a:xfrm>
            <a:off x="976332" y="416261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891542" name="Freeform 44"/>
          <p:cNvSpPr/>
          <p:nvPr/>
        </p:nvSpPr>
        <p:spPr bwMode="auto">
          <a:xfrm>
            <a:off x="976332" y="53258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9986208" name="Freeform 45"/>
          <p:cNvSpPr/>
          <p:nvPr/>
        </p:nvSpPr>
        <p:spPr bwMode="auto">
          <a:xfrm>
            <a:off x="10204163" y="67306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6211681" name="Freeform 46"/>
          <p:cNvSpPr/>
          <p:nvPr/>
        </p:nvSpPr>
        <p:spPr bwMode="auto">
          <a:xfrm>
            <a:off x="10204163" y="183624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4694647" name="Freeform 47"/>
          <p:cNvSpPr/>
          <p:nvPr/>
        </p:nvSpPr>
        <p:spPr bwMode="auto">
          <a:xfrm>
            <a:off x="10204163" y="2999433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5442323" name="Freeform 48"/>
          <p:cNvSpPr/>
          <p:nvPr/>
        </p:nvSpPr>
        <p:spPr bwMode="auto">
          <a:xfrm>
            <a:off x="10204163" y="416261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0461159" name="Freeform 49"/>
          <p:cNvSpPr/>
          <p:nvPr/>
        </p:nvSpPr>
        <p:spPr bwMode="auto">
          <a:xfrm>
            <a:off x="10204163" y="53258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973067737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539398" y="2921447"/>
            <a:ext cx="957006" cy="9570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85380820" name=""/>
          <p:cNvGrpSpPr/>
          <p:nvPr/>
        </p:nvGrpSpPr>
        <p:grpSpPr bwMode="auto">
          <a:xfrm>
            <a:off x="2677149" y="147173"/>
            <a:ext cx="6727359" cy="6503787"/>
            <a:chOff x="0" y="0"/>
            <a:chExt cx="6727359" cy="6503787"/>
          </a:xfrm>
        </p:grpSpPr>
        <p:sp>
          <p:nvSpPr>
            <p:cNvPr id="2143070051" name="TextBox 32"/>
            <p:cNvSpPr txBox="1"/>
            <p:nvPr/>
          </p:nvSpPr>
          <p:spPr bwMode="auto">
            <a:xfrm>
              <a:off x="228054" y="297660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5x5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8664478" name="TextBox 33"/>
            <p:cNvSpPr txBox="1"/>
            <p:nvPr/>
          </p:nvSpPr>
          <p:spPr bwMode="auto">
            <a:xfrm>
              <a:off x="402721" y="78109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47951712" name="AutoShape 34"/>
            <p:cNvSpPr/>
            <p:nvPr/>
          </p:nvSpPr>
          <p:spPr bwMode="auto">
            <a:xfrm>
              <a:off x="3325356" y="948337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6377555" name="TextBox 38"/>
            <p:cNvSpPr txBox="1"/>
            <p:nvPr/>
          </p:nvSpPr>
          <p:spPr bwMode="auto">
            <a:xfrm>
              <a:off x="4023900" y="78109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73979721" name="Rectangle: Rounded Corners 12"/>
            <p:cNvSpPr/>
            <p:nvPr/>
          </p:nvSpPr>
          <p:spPr bwMode="auto">
            <a:xfrm flipH="0" flipV="0">
              <a:off x="0" y="0"/>
              <a:ext cx="6727360" cy="650378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51932437" name=""/>
            <p:cNvGrpSpPr/>
            <p:nvPr/>
          </p:nvGrpSpPr>
          <p:grpSpPr bwMode="auto">
            <a:xfrm>
              <a:off x="361400" y="1384495"/>
              <a:ext cx="5927902" cy="4750675"/>
              <a:chOff x="0" y="0"/>
              <a:chExt cx="5927902" cy="4750675"/>
            </a:xfrm>
          </p:grpSpPr>
          <p:sp>
            <p:nvSpPr>
              <p:cNvPr id="1283118363" name="Freeform 30"/>
              <p:cNvSpPr/>
              <p:nvPr/>
            </p:nvSpPr>
            <p:spPr bwMode="auto">
              <a:xfrm rot="0" flipH="0" flipV="0">
                <a:off x="0" y="16876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076571969" name="TextBox 31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02936932" name="Freeform 36"/>
              <p:cNvSpPr/>
              <p:nvPr/>
            </p:nvSpPr>
            <p:spPr bwMode="auto">
              <a:xfrm rot="0" flipH="0" flipV="0">
                <a:off x="0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8752405" name="TextBox 37"/>
              <p:cNvSpPr txBox="1"/>
              <p:nvPr/>
            </p:nvSpPr>
            <p:spPr bwMode="auto">
              <a:xfrm rot="0" flipH="0" flipV="0">
                <a:off x="0" y="965911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35791110" name="Freeform 40"/>
              <p:cNvSpPr/>
              <p:nvPr/>
            </p:nvSpPr>
            <p:spPr bwMode="auto">
              <a:xfrm rot="0" flipH="0" flipV="0">
                <a:off x="186" y="210058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93486985" name="TextBox 41"/>
              <p:cNvSpPr txBox="1"/>
              <p:nvPr/>
            </p:nvSpPr>
            <p:spPr bwMode="auto">
              <a:xfrm rot="0" flipH="0" flipV="0">
                <a:off x="186" y="193182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131751029" name="Freeform 43"/>
              <p:cNvSpPr/>
              <p:nvPr/>
            </p:nvSpPr>
            <p:spPr bwMode="auto">
              <a:xfrm rot="0" flipH="0" flipV="0">
                <a:off x="186" y="30665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08311066" name="TextBox 44"/>
              <p:cNvSpPr txBox="1"/>
              <p:nvPr/>
            </p:nvSpPr>
            <p:spPr bwMode="auto">
              <a:xfrm rot="0" flipH="0" flipV="0">
                <a:off x="186" y="289773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048046821" name="Freeform 46"/>
              <p:cNvSpPr/>
              <p:nvPr/>
            </p:nvSpPr>
            <p:spPr bwMode="auto">
              <a:xfrm rot="0" flipH="0" flipV="0">
                <a:off x="186" y="4032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633850198" name="TextBox 47"/>
              <p:cNvSpPr txBox="1"/>
              <p:nvPr/>
            </p:nvSpPr>
            <p:spPr bwMode="auto">
              <a:xfrm rot="0" flipH="0" flipV="0">
                <a:off x="186" y="3863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681736618" name="Freeform 49"/>
              <p:cNvSpPr/>
              <p:nvPr/>
            </p:nvSpPr>
            <p:spPr bwMode="auto">
              <a:xfrm rot="0" flipH="0" flipV="0">
                <a:off x="3621179" y="16876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051752625" name="TextBox 50"/>
              <p:cNvSpPr txBox="1"/>
              <p:nvPr/>
            </p:nvSpPr>
            <p:spPr bwMode="auto">
              <a:xfrm rot="0" flipH="0" flipV="0">
                <a:off x="3621179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9404464" name="Freeform 52"/>
              <p:cNvSpPr/>
              <p:nvPr/>
            </p:nvSpPr>
            <p:spPr bwMode="auto">
              <a:xfrm rot="0" flipH="0" flipV="0">
                <a:off x="3621179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7524191" name="TextBox 53"/>
              <p:cNvSpPr txBox="1"/>
              <p:nvPr/>
            </p:nvSpPr>
            <p:spPr bwMode="auto">
              <a:xfrm rot="0" flipH="0" flipV="0">
                <a:off x="3621179" y="965911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366219339" name="Freeform 55"/>
              <p:cNvSpPr/>
              <p:nvPr/>
            </p:nvSpPr>
            <p:spPr bwMode="auto">
              <a:xfrm rot="0" flipH="0" flipV="0">
                <a:off x="3621363" y="210058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91442646" name="TextBox 56"/>
              <p:cNvSpPr txBox="1"/>
              <p:nvPr/>
            </p:nvSpPr>
            <p:spPr bwMode="auto">
              <a:xfrm rot="0" flipH="0" flipV="0">
                <a:off x="3621363" y="193182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42210211" name="Freeform 58"/>
              <p:cNvSpPr/>
              <p:nvPr/>
            </p:nvSpPr>
            <p:spPr bwMode="auto">
              <a:xfrm rot="0" flipH="0" flipV="0">
                <a:off x="3621363" y="30665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27205807" name="TextBox 59"/>
              <p:cNvSpPr txBox="1"/>
              <p:nvPr/>
            </p:nvSpPr>
            <p:spPr bwMode="auto">
              <a:xfrm rot="0" flipH="0" flipV="0">
                <a:off x="3621363" y="289773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69416448" name="Freeform 61"/>
              <p:cNvSpPr/>
              <p:nvPr/>
            </p:nvSpPr>
            <p:spPr bwMode="auto">
              <a:xfrm rot="0" flipH="0" flipV="0">
                <a:off x="3621363" y="4032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25051581" name="TextBox 62"/>
              <p:cNvSpPr txBox="1"/>
              <p:nvPr/>
            </p:nvSpPr>
            <p:spPr bwMode="auto">
              <a:xfrm rot="0" flipH="0" flipV="0">
                <a:off x="3621363" y="3863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72121565" name=""/>
          <p:cNvGrpSpPr/>
          <p:nvPr/>
        </p:nvGrpSpPr>
        <p:grpSpPr bwMode="auto">
          <a:xfrm>
            <a:off x="2586197" y="213319"/>
            <a:ext cx="6660904" cy="6369841"/>
            <a:chOff x="0" y="0"/>
            <a:chExt cx="6660904" cy="6369841"/>
          </a:xfrm>
        </p:grpSpPr>
        <p:sp>
          <p:nvSpPr>
            <p:cNvPr id="1090902521" name="TextBox 32"/>
            <p:cNvSpPr txBox="1"/>
            <p:nvPr/>
          </p:nvSpPr>
          <p:spPr bwMode="auto">
            <a:xfrm>
              <a:off x="228055" y="22026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6x6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3658642" name="TextBox 33"/>
            <p:cNvSpPr txBox="1"/>
            <p:nvPr/>
          </p:nvSpPr>
          <p:spPr bwMode="auto">
            <a:xfrm>
              <a:off x="402723" y="70370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08448444" name="AutoShape 34"/>
            <p:cNvSpPr/>
            <p:nvPr/>
          </p:nvSpPr>
          <p:spPr bwMode="auto">
            <a:xfrm>
              <a:off x="3325357" y="870948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220894" name="TextBox 38"/>
            <p:cNvSpPr txBox="1"/>
            <p:nvPr/>
          </p:nvSpPr>
          <p:spPr bwMode="auto">
            <a:xfrm>
              <a:off x="4023900" y="70370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43424853" name="Rectangle: Rounded Corners 12"/>
            <p:cNvSpPr/>
            <p:nvPr/>
          </p:nvSpPr>
          <p:spPr bwMode="auto">
            <a:xfrm flipH="0" flipV="0">
              <a:off x="0" y="0"/>
              <a:ext cx="6660906" cy="63698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7923592" name=""/>
            <p:cNvGrpSpPr/>
            <p:nvPr/>
          </p:nvGrpSpPr>
          <p:grpSpPr bwMode="auto">
            <a:xfrm>
              <a:off x="361404" y="1307106"/>
              <a:ext cx="5927901" cy="4758644"/>
              <a:chOff x="0" y="0"/>
              <a:chExt cx="5927901" cy="4758644"/>
            </a:xfrm>
          </p:grpSpPr>
          <p:sp>
            <p:nvSpPr>
              <p:cNvPr id="1792812786" name="Freeform 30"/>
              <p:cNvSpPr/>
              <p:nvPr/>
            </p:nvSpPr>
            <p:spPr bwMode="auto">
              <a:xfrm rot="0" flipH="0" flipV="0">
                <a:off x="0" y="16876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91002921" name="TextBox 31"/>
              <p:cNvSpPr txBox="1"/>
              <p:nvPr/>
            </p:nvSpPr>
            <p:spPr bwMode="auto">
              <a:xfrm rot="0" flipH="0" flipV="0">
                <a:off x="0" y="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65636003" name="Freeform 36"/>
              <p:cNvSpPr/>
              <p:nvPr/>
            </p:nvSpPr>
            <p:spPr bwMode="auto">
              <a:xfrm rot="0" flipH="0" flipV="0">
                <a:off x="0" y="963227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22799106" name="TextBox 37"/>
              <p:cNvSpPr txBox="1"/>
              <p:nvPr/>
            </p:nvSpPr>
            <p:spPr bwMode="auto">
              <a:xfrm rot="0" flipH="0" flipV="0">
                <a:off x="0" y="794461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92002631" name="Freeform 40"/>
              <p:cNvSpPr/>
              <p:nvPr/>
            </p:nvSpPr>
            <p:spPr bwMode="auto">
              <a:xfrm rot="0" flipH="0" flipV="0">
                <a:off x="185" y="1753318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934118117" name="TextBox 41"/>
              <p:cNvSpPr txBox="1"/>
              <p:nvPr/>
            </p:nvSpPr>
            <p:spPr bwMode="auto">
              <a:xfrm rot="0" flipH="0" flipV="0">
                <a:off x="185" y="1584553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68170098" name="Freeform 43"/>
              <p:cNvSpPr/>
              <p:nvPr/>
            </p:nvSpPr>
            <p:spPr bwMode="auto">
              <a:xfrm rot="0" flipH="0" flipV="0">
                <a:off x="185" y="2543411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49698567" name="TextBox 44"/>
              <p:cNvSpPr txBox="1"/>
              <p:nvPr/>
            </p:nvSpPr>
            <p:spPr bwMode="auto">
              <a:xfrm rot="0" flipH="0" flipV="0">
                <a:off x="185" y="2374644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10864195" name="Freeform 46"/>
              <p:cNvSpPr/>
              <p:nvPr/>
            </p:nvSpPr>
            <p:spPr bwMode="auto">
              <a:xfrm rot="0" flipH="0" flipV="0">
                <a:off x="185" y="3333503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81448195" name="TextBox 47"/>
              <p:cNvSpPr txBox="1"/>
              <p:nvPr/>
            </p:nvSpPr>
            <p:spPr bwMode="auto">
              <a:xfrm rot="0" flipH="0" flipV="0">
                <a:off x="185" y="3164738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67680218" name="Freeform 49"/>
              <p:cNvSpPr/>
              <p:nvPr/>
            </p:nvSpPr>
            <p:spPr bwMode="auto">
              <a:xfrm rot="0" flipH="0" flipV="0">
                <a:off x="3621177" y="16876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275785526" name="TextBox 50"/>
              <p:cNvSpPr txBox="1"/>
              <p:nvPr/>
            </p:nvSpPr>
            <p:spPr bwMode="auto">
              <a:xfrm rot="0" flipH="0" flipV="0">
                <a:off x="3621177" y="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525172489" name="Freeform 52"/>
              <p:cNvSpPr/>
              <p:nvPr/>
            </p:nvSpPr>
            <p:spPr bwMode="auto">
              <a:xfrm rot="0" flipH="0" flipV="0">
                <a:off x="3621362" y="1753318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4722117" name="TextBox 53"/>
              <p:cNvSpPr txBox="1"/>
              <p:nvPr/>
            </p:nvSpPr>
            <p:spPr bwMode="auto">
              <a:xfrm rot="0" flipH="0" flipV="0">
                <a:off x="3621362" y="1584553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847256485" name="Freeform 55"/>
              <p:cNvSpPr/>
              <p:nvPr/>
            </p:nvSpPr>
            <p:spPr bwMode="auto">
              <a:xfrm rot="0" flipH="0" flipV="0">
                <a:off x="3621362" y="2543411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85205114" name="TextBox 56"/>
              <p:cNvSpPr txBox="1"/>
              <p:nvPr/>
            </p:nvSpPr>
            <p:spPr bwMode="auto">
              <a:xfrm rot="0" flipH="0" flipV="0">
                <a:off x="3621362" y="2374644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8872435" name="Freeform 58"/>
              <p:cNvSpPr/>
              <p:nvPr/>
            </p:nvSpPr>
            <p:spPr bwMode="auto">
              <a:xfrm rot="0" flipH="0" flipV="0">
                <a:off x="185" y="412359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835111699" name="TextBox 59"/>
              <p:cNvSpPr txBox="1"/>
              <p:nvPr/>
            </p:nvSpPr>
            <p:spPr bwMode="auto">
              <a:xfrm rot="0" flipH="0" flipV="0">
                <a:off x="185" y="395483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80138877" name="Freeform 61"/>
              <p:cNvSpPr/>
              <p:nvPr/>
            </p:nvSpPr>
            <p:spPr bwMode="auto">
              <a:xfrm rot="0" flipH="0" flipV="0">
                <a:off x="3621362" y="958856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44434345" name="TextBox 62"/>
              <p:cNvSpPr txBox="1"/>
              <p:nvPr/>
            </p:nvSpPr>
            <p:spPr bwMode="auto">
              <a:xfrm rot="0" flipH="0" flipV="0">
                <a:off x="3621362" y="790092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69390349" name="Freeform 64"/>
              <p:cNvSpPr/>
              <p:nvPr/>
            </p:nvSpPr>
            <p:spPr bwMode="auto">
              <a:xfrm rot="0" flipH="0" flipV="0">
                <a:off x="3621177" y="3333503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95903857" name="TextBox 65"/>
              <p:cNvSpPr txBox="1"/>
              <p:nvPr/>
            </p:nvSpPr>
            <p:spPr bwMode="auto">
              <a:xfrm rot="0" flipH="0" flipV="0">
                <a:off x="3621177" y="3164738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75081661" name="Freeform 67"/>
              <p:cNvSpPr/>
              <p:nvPr/>
            </p:nvSpPr>
            <p:spPr bwMode="auto">
              <a:xfrm rot="0" flipH="0" flipV="0">
                <a:off x="3621177" y="412359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20010201" name="TextBox 68"/>
              <p:cNvSpPr txBox="1"/>
              <p:nvPr/>
            </p:nvSpPr>
            <p:spPr bwMode="auto">
              <a:xfrm rot="0" flipH="0" flipV="0">
                <a:off x="3621177" y="395483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41762988" name=""/>
          <p:cNvGrpSpPr/>
          <p:nvPr/>
        </p:nvGrpSpPr>
        <p:grpSpPr bwMode="auto">
          <a:xfrm>
            <a:off x="2662265" y="236470"/>
            <a:ext cx="6727358" cy="6474022"/>
            <a:chOff x="0" y="0"/>
            <a:chExt cx="6727358" cy="6474022"/>
          </a:xfrm>
        </p:grpSpPr>
        <p:sp>
          <p:nvSpPr>
            <p:cNvPr id="1252476722" name="TextBox 32"/>
            <p:cNvSpPr txBox="1"/>
            <p:nvPr/>
          </p:nvSpPr>
          <p:spPr bwMode="auto">
            <a:xfrm>
              <a:off x="228054" y="288731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7x7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07041131" name="TextBox 33"/>
            <p:cNvSpPr txBox="1"/>
            <p:nvPr/>
          </p:nvSpPr>
          <p:spPr bwMode="auto">
            <a:xfrm>
              <a:off x="402723" y="77216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2181941" name="AutoShape 34"/>
            <p:cNvSpPr/>
            <p:nvPr/>
          </p:nvSpPr>
          <p:spPr bwMode="auto">
            <a:xfrm>
              <a:off x="3325356" y="1034658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3411948" name="TextBox 38"/>
            <p:cNvSpPr txBox="1"/>
            <p:nvPr/>
          </p:nvSpPr>
          <p:spPr bwMode="auto">
            <a:xfrm>
              <a:off x="4023900" y="77216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22424913" name="Rectangle: Rounded Corners 12"/>
            <p:cNvSpPr/>
            <p:nvPr/>
          </p:nvSpPr>
          <p:spPr bwMode="auto">
            <a:xfrm flipH="0" flipV="0">
              <a:off x="0" y="0"/>
              <a:ext cx="6727359" cy="647402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78467139" name=""/>
            <p:cNvGrpSpPr/>
            <p:nvPr/>
          </p:nvGrpSpPr>
          <p:grpSpPr bwMode="auto">
            <a:xfrm>
              <a:off x="361401" y="1469685"/>
              <a:ext cx="5927902" cy="4599680"/>
              <a:chOff x="0" y="0"/>
              <a:chExt cx="5927902" cy="4599680"/>
            </a:xfrm>
          </p:grpSpPr>
          <p:sp>
            <p:nvSpPr>
              <p:cNvPr id="2083217307" name="Freeform 30"/>
              <p:cNvSpPr/>
              <p:nvPr/>
            </p:nvSpPr>
            <p:spPr bwMode="auto">
              <a:xfrm rot="0" flipH="0" flipV="0">
                <a:off x="0" y="16989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2932514" name="TextBox 31"/>
              <p:cNvSpPr txBox="1"/>
              <p:nvPr/>
            </p:nvSpPr>
            <p:spPr bwMode="auto">
              <a:xfrm rot="0" flipH="0" flipV="0">
                <a:off x="0" y="113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49818349" name="Freeform 36"/>
              <p:cNvSpPr/>
              <p:nvPr/>
            </p:nvSpPr>
            <p:spPr bwMode="auto">
              <a:xfrm rot="0" flipH="0" flipV="0">
                <a:off x="0" y="81652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3759931" name="TextBox 37"/>
              <p:cNvSpPr txBox="1"/>
              <p:nvPr/>
            </p:nvSpPr>
            <p:spPr bwMode="auto">
              <a:xfrm rot="0" flipH="0" flipV="0">
                <a:off x="0" y="647755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4284252" name="Freeform 40"/>
              <p:cNvSpPr/>
              <p:nvPr/>
            </p:nvSpPr>
            <p:spPr bwMode="auto">
              <a:xfrm rot="0" flipH="0" flipV="0">
                <a:off x="186" y="1465404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16351426" name="TextBox 41"/>
              <p:cNvSpPr txBox="1"/>
              <p:nvPr/>
            </p:nvSpPr>
            <p:spPr bwMode="auto">
              <a:xfrm rot="0" flipH="0" flipV="0">
                <a:off x="186" y="1296639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25158599" name="Freeform 43"/>
              <p:cNvSpPr/>
              <p:nvPr/>
            </p:nvSpPr>
            <p:spPr bwMode="auto">
              <a:xfrm rot="0" flipH="0" flipV="0">
                <a:off x="186" y="2114292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41030179" name="TextBox 44"/>
              <p:cNvSpPr txBox="1"/>
              <p:nvPr/>
            </p:nvSpPr>
            <p:spPr bwMode="auto">
              <a:xfrm rot="0" flipH="0" flipV="0">
                <a:off x="186" y="1945526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350323" name="Freeform 46"/>
              <p:cNvSpPr/>
              <p:nvPr/>
            </p:nvSpPr>
            <p:spPr bwMode="auto">
              <a:xfrm rot="0" flipH="0" flipV="0">
                <a:off x="186" y="276317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6137121" name="TextBox 47"/>
              <p:cNvSpPr txBox="1"/>
              <p:nvPr/>
            </p:nvSpPr>
            <p:spPr bwMode="auto">
              <a:xfrm rot="0" flipH="0" flipV="0">
                <a:off x="186" y="259441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4478581" name="Freeform 49"/>
              <p:cNvSpPr/>
              <p:nvPr/>
            </p:nvSpPr>
            <p:spPr bwMode="auto">
              <a:xfrm rot="0" flipH="0" flipV="0">
                <a:off x="186" y="341206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3168605" name="TextBox 50"/>
              <p:cNvSpPr txBox="1"/>
              <p:nvPr/>
            </p:nvSpPr>
            <p:spPr bwMode="auto">
              <a:xfrm rot="0" flipH="0" flipV="0">
                <a:off x="186" y="3243295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7472801" name="Freeform 52"/>
              <p:cNvSpPr/>
              <p:nvPr/>
            </p:nvSpPr>
            <p:spPr bwMode="auto">
              <a:xfrm rot="0" flipH="0" flipV="0">
                <a:off x="0" y="406094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4031951" name="TextBox 53"/>
              <p:cNvSpPr txBox="1"/>
              <p:nvPr/>
            </p:nvSpPr>
            <p:spPr bwMode="auto">
              <a:xfrm rot="0" flipH="0" flipV="0">
                <a:off x="0" y="389218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6628763" name="Freeform 55"/>
              <p:cNvSpPr/>
              <p:nvPr/>
            </p:nvSpPr>
            <p:spPr bwMode="auto">
              <a:xfrm rot="0" flipH="0" flipV="0">
                <a:off x="3621178" y="168765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4112505" name="TextBox 56"/>
              <p:cNvSpPr txBox="1"/>
              <p:nvPr/>
            </p:nvSpPr>
            <p:spPr bwMode="auto">
              <a:xfrm rot="0" flipH="0" flipV="0">
                <a:off x="3621178" y="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565787" name="Freeform 58"/>
              <p:cNvSpPr/>
              <p:nvPr/>
            </p:nvSpPr>
            <p:spPr bwMode="auto">
              <a:xfrm rot="0" flipH="0" flipV="0">
                <a:off x="3621178" y="815389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30923961" name="TextBox 59"/>
              <p:cNvSpPr txBox="1"/>
              <p:nvPr/>
            </p:nvSpPr>
            <p:spPr bwMode="auto">
              <a:xfrm rot="0" flipH="0" flipV="0">
                <a:off x="3621178" y="646623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7669934" name="Freeform 61"/>
              <p:cNvSpPr/>
              <p:nvPr/>
            </p:nvSpPr>
            <p:spPr bwMode="auto">
              <a:xfrm rot="0" flipH="0" flipV="0">
                <a:off x="3621363" y="146427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7540080" name="TextBox 62"/>
              <p:cNvSpPr txBox="1"/>
              <p:nvPr/>
            </p:nvSpPr>
            <p:spPr bwMode="auto">
              <a:xfrm rot="0" flipH="0" flipV="0">
                <a:off x="3621363" y="129551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5196113" name="Freeform 64"/>
              <p:cNvSpPr/>
              <p:nvPr/>
            </p:nvSpPr>
            <p:spPr bwMode="auto">
              <a:xfrm rot="0" flipH="0" flipV="0">
                <a:off x="3621363" y="211316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46766539" name="TextBox 65"/>
              <p:cNvSpPr txBox="1"/>
              <p:nvPr/>
            </p:nvSpPr>
            <p:spPr bwMode="auto">
              <a:xfrm rot="0" flipH="0" flipV="0">
                <a:off x="3621363" y="1944394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5230604" name="Freeform 67"/>
              <p:cNvSpPr/>
              <p:nvPr/>
            </p:nvSpPr>
            <p:spPr bwMode="auto">
              <a:xfrm rot="0" flipH="0" flipV="0">
                <a:off x="3621363" y="276204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08081906" name="TextBox 68"/>
              <p:cNvSpPr txBox="1"/>
              <p:nvPr/>
            </p:nvSpPr>
            <p:spPr bwMode="auto">
              <a:xfrm rot="0" flipH="0" flipV="0">
                <a:off x="3621363" y="259328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25061290" name="Freeform 70"/>
              <p:cNvSpPr/>
              <p:nvPr/>
            </p:nvSpPr>
            <p:spPr bwMode="auto">
              <a:xfrm rot="0" flipH="0" flipV="0">
                <a:off x="3621363" y="3410930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92647273" name="TextBox 71"/>
              <p:cNvSpPr txBox="1"/>
              <p:nvPr/>
            </p:nvSpPr>
            <p:spPr bwMode="auto">
              <a:xfrm rot="0" flipH="0" flipV="0">
                <a:off x="3621363" y="3242164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83010498" name="Freeform 73"/>
              <p:cNvSpPr/>
              <p:nvPr/>
            </p:nvSpPr>
            <p:spPr bwMode="auto">
              <a:xfrm rot="0" flipH="0" flipV="0">
                <a:off x="3621178" y="405981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3996810" name="TextBox 74"/>
              <p:cNvSpPr txBox="1"/>
              <p:nvPr/>
            </p:nvSpPr>
            <p:spPr bwMode="auto">
              <a:xfrm rot="0" flipH="0" flipV="0">
                <a:off x="3621178" y="389105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34668003" name=""/>
          <p:cNvGrpSpPr/>
          <p:nvPr/>
        </p:nvGrpSpPr>
        <p:grpSpPr bwMode="auto">
          <a:xfrm>
            <a:off x="2824323" y="221587"/>
            <a:ext cx="6638754" cy="6488905"/>
            <a:chOff x="0" y="0"/>
            <a:chExt cx="6638754" cy="6488905"/>
          </a:xfrm>
        </p:grpSpPr>
        <p:sp>
          <p:nvSpPr>
            <p:cNvPr id="1462372750" name="TextBox 32"/>
            <p:cNvSpPr txBox="1"/>
            <p:nvPr/>
          </p:nvSpPr>
          <p:spPr bwMode="auto">
            <a:xfrm>
              <a:off x="228055" y="28277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8x8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97001895" name="TextBox 33"/>
            <p:cNvSpPr txBox="1"/>
            <p:nvPr/>
          </p:nvSpPr>
          <p:spPr bwMode="auto">
            <a:xfrm>
              <a:off x="402723" y="766207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70897259" name="TextBox 38"/>
            <p:cNvSpPr txBox="1"/>
            <p:nvPr/>
          </p:nvSpPr>
          <p:spPr bwMode="auto">
            <a:xfrm>
              <a:off x="4023900" y="766207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33553967" name="Rectangle: Rounded Corners 12"/>
            <p:cNvSpPr/>
            <p:nvPr/>
          </p:nvSpPr>
          <p:spPr bwMode="auto">
            <a:xfrm flipH="0" flipV="0">
              <a:off x="0" y="0"/>
              <a:ext cx="6638755" cy="6488906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18054359" name=""/>
            <p:cNvGrpSpPr/>
            <p:nvPr/>
          </p:nvGrpSpPr>
          <p:grpSpPr bwMode="auto">
            <a:xfrm>
              <a:off x="342155" y="1123956"/>
              <a:ext cx="5947148" cy="4952982"/>
              <a:chOff x="0" y="0"/>
              <a:chExt cx="5947148" cy="4952982"/>
            </a:xfrm>
          </p:grpSpPr>
          <p:sp>
            <p:nvSpPr>
              <p:cNvPr id="1822653411" name="Freeform 30"/>
              <p:cNvSpPr/>
              <p:nvPr/>
            </p:nvSpPr>
            <p:spPr bwMode="auto">
              <a:xfrm rot="0" flipH="0" flipV="0">
                <a:off x="0" y="418299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35199954" name="TextBox 31"/>
              <p:cNvSpPr txBox="1"/>
              <p:nvPr/>
            </p:nvSpPr>
            <p:spPr bwMode="auto">
              <a:xfrm rot="0" flipH="0" flipV="0">
                <a:off x="0" y="27363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9536932" name="AutoShape 34"/>
              <p:cNvSpPr/>
              <p:nvPr/>
            </p:nvSpPr>
            <p:spPr bwMode="auto">
              <a:xfrm>
                <a:off x="2983199" y="0"/>
                <a:ext cx="0" cy="4948852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197171662" name="Freeform 36"/>
              <p:cNvSpPr/>
              <p:nvPr/>
            </p:nvSpPr>
            <p:spPr bwMode="auto">
              <a:xfrm rot="0" flipH="0" flipV="0">
                <a:off x="0" y="989818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1035804" name="TextBox 37"/>
              <p:cNvSpPr txBox="1"/>
              <p:nvPr/>
            </p:nvSpPr>
            <p:spPr bwMode="auto">
              <a:xfrm rot="0" flipH="0" flipV="0">
                <a:off x="0" y="845157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0793180" name="Freeform 40"/>
              <p:cNvSpPr/>
              <p:nvPr/>
            </p:nvSpPr>
            <p:spPr bwMode="auto">
              <a:xfrm rot="0" flipH="0" flipV="0">
                <a:off x="185" y="1564570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55497736" name="TextBox 41"/>
              <p:cNvSpPr txBox="1"/>
              <p:nvPr/>
            </p:nvSpPr>
            <p:spPr bwMode="auto">
              <a:xfrm rot="0" flipH="0" flipV="0">
                <a:off x="185" y="1419910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45078658" name="Freeform 43"/>
              <p:cNvSpPr/>
              <p:nvPr/>
            </p:nvSpPr>
            <p:spPr bwMode="auto">
              <a:xfrm rot="0" flipH="0" flipV="0">
                <a:off x="185" y="213932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28587656" name="TextBox 44"/>
              <p:cNvSpPr txBox="1"/>
              <p:nvPr/>
            </p:nvSpPr>
            <p:spPr bwMode="auto">
              <a:xfrm rot="0" flipH="0" flipV="0">
                <a:off x="185" y="199465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8246255" name="Freeform 46"/>
              <p:cNvSpPr/>
              <p:nvPr/>
            </p:nvSpPr>
            <p:spPr bwMode="auto">
              <a:xfrm rot="0" flipH="0" flipV="0">
                <a:off x="185" y="2714074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84644443" name="TextBox 47"/>
              <p:cNvSpPr txBox="1"/>
              <p:nvPr/>
            </p:nvSpPr>
            <p:spPr bwMode="auto">
              <a:xfrm rot="0" flipH="0" flipV="0">
                <a:off x="185" y="2569413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7461420" name="Freeform 49"/>
              <p:cNvSpPr/>
              <p:nvPr/>
            </p:nvSpPr>
            <p:spPr bwMode="auto">
              <a:xfrm rot="0" flipH="0" flipV="0">
                <a:off x="185" y="3288827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520049" name="TextBox 50"/>
              <p:cNvSpPr txBox="1"/>
              <p:nvPr/>
            </p:nvSpPr>
            <p:spPr bwMode="auto">
              <a:xfrm rot="0" flipH="0" flipV="0">
                <a:off x="185" y="3144166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5511399" name="Freeform 52"/>
              <p:cNvSpPr/>
              <p:nvPr/>
            </p:nvSpPr>
            <p:spPr bwMode="auto">
              <a:xfrm rot="0" flipH="0" flipV="0">
                <a:off x="0" y="386358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51757457" name="TextBox 53"/>
              <p:cNvSpPr txBox="1"/>
              <p:nvPr/>
            </p:nvSpPr>
            <p:spPr bwMode="auto">
              <a:xfrm rot="0" flipH="0" flipV="0">
                <a:off x="0" y="3718920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1697884" name="Freeform 55"/>
              <p:cNvSpPr/>
              <p:nvPr/>
            </p:nvSpPr>
            <p:spPr bwMode="auto">
              <a:xfrm rot="0" flipH="0" flipV="0">
                <a:off x="3640424" y="41722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1296636" name="TextBox 56"/>
              <p:cNvSpPr txBox="1"/>
              <p:nvPr/>
            </p:nvSpPr>
            <p:spPr bwMode="auto">
              <a:xfrm rot="0" flipH="0" flipV="0">
                <a:off x="3640424" y="27256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6740951" name="Freeform 58"/>
              <p:cNvSpPr/>
              <p:nvPr/>
            </p:nvSpPr>
            <p:spPr bwMode="auto">
              <a:xfrm rot="0" flipH="0" flipV="0">
                <a:off x="3640424" y="988740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678942" name="TextBox 59"/>
              <p:cNvSpPr txBox="1"/>
              <p:nvPr/>
            </p:nvSpPr>
            <p:spPr bwMode="auto">
              <a:xfrm rot="0" flipH="0" flipV="0">
                <a:off x="3640424" y="844078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32302361" name="Freeform 61"/>
              <p:cNvSpPr/>
              <p:nvPr/>
            </p:nvSpPr>
            <p:spPr bwMode="auto">
              <a:xfrm rot="0" flipH="0" flipV="0">
                <a:off x="3640609" y="156349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04721931" name="TextBox 62"/>
              <p:cNvSpPr txBox="1"/>
              <p:nvPr/>
            </p:nvSpPr>
            <p:spPr bwMode="auto">
              <a:xfrm rot="0" flipH="0" flipV="0">
                <a:off x="3640609" y="141883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4775324" name="Freeform 64"/>
              <p:cNvSpPr/>
              <p:nvPr/>
            </p:nvSpPr>
            <p:spPr bwMode="auto">
              <a:xfrm rot="0" flipH="0" flipV="0">
                <a:off x="3640609" y="2138245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37489111" name="TextBox 65"/>
              <p:cNvSpPr txBox="1"/>
              <p:nvPr/>
            </p:nvSpPr>
            <p:spPr bwMode="auto">
              <a:xfrm rot="0" flipH="0" flipV="0">
                <a:off x="3640609" y="1993584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2576605" name="Freeform 67"/>
              <p:cNvSpPr/>
              <p:nvPr/>
            </p:nvSpPr>
            <p:spPr bwMode="auto">
              <a:xfrm rot="0" flipH="0" flipV="0">
                <a:off x="3640609" y="2712996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94478797" name="TextBox 68"/>
              <p:cNvSpPr txBox="1"/>
              <p:nvPr/>
            </p:nvSpPr>
            <p:spPr bwMode="auto">
              <a:xfrm rot="0" flipH="0" flipV="0">
                <a:off x="3640609" y="2568335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5741555" name="Freeform 70"/>
              <p:cNvSpPr/>
              <p:nvPr/>
            </p:nvSpPr>
            <p:spPr bwMode="auto">
              <a:xfrm rot="0" flipH="0" flipV="0">
                <a:off x="3621366" y="3287748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390983" name="TextBox 71"/>
              <p:cNvSpPr txBox="1"/>
              <p:nvPr/>
            </p:nvSpPr>
            <p:spPr bwMode="auto">
              <a:xfrm rot="0" flipH="0" flipV="0">
                <a:off x="3621366" y="3143088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89746898" name="Freeform 73"/>
              <p:cNvSpPr/>
              <p:nvPr/>
            </p:nvSpPr>
            <p:spPr bwMode="auto">
              <a:xfrm rot="0" flipH="0" flipV="0">
                <a:off x="3621177" y="386250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214401" name="TextBox 74"/>
              <p:cNvSpPr txBox="1"/>
              <p:nvPr/>
            </p:nvSpPr>
            <p:spPr bwMode="auto">
              <a:xfrm rot="0" flipH="0" flipV="0">
                <a:off x="3621177" y="371783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9887718" name="Freeform 76"/>
              <p:cNvSpPr/>
              <p:nvPr/>
            </p:nvSpPr>
            <p:spPr bwMode="auto">
              <a:xfrm rot="0" flipH="0" flipV="0">
                <a:off x="185" y="443833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12068844" name="TextBox 77"/>
              <p:cNvSpPr txBox="1"/>
              <p:nvPr/>
            </p:nvSpPr>
            <p:spPr bwMode="auto">
              <a:xfrm rot="0" flipH="0" flipV="0">
                <a:off x="185" y="429366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4425773" name="Freeform 79"/>
              <p:cNvSpPr/>
              <p:nvPr/>
            </p:nvSpPr>
            <p:spPr bwMode="auto">
              <a:xfrm rot="0" flipH="0" flipV="0">
                <a:off x="3621366" y="443725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26945689" name="TextBox 80"/>
              <p:cNvSpPr txBox="1"/>
              <p:nvPr/>
            </p:nvSpPr>
            <p:spPr bwMode="auto">
              <a:xfrm rot="0" flipH="0" flipV="0">
                <a:off x="3621366" y="429259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072955" name="AutoShape 26"/>
          <p:cNvSpPr/>
          <p:nvPr/>
        </p:nvSpPr>
        <p:spPr bwMode="auto">
          <a:xfrm flipH="1">
            <a:off x="1278095" y="2747750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9900420" name="Freeform 27"/>
          <p:cNvSpPr/>
          <p:nvPr/>
        </p:nvSpPr>
        <p:spPr bwMode="auto">
          <a:xfrm>
            <a:off x="837991" y="331115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4" y="0"/>
                </a:lnTo>
                <a:lnTo>
                  <a:pt x="440104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088315" name="Freeform 28"/>
          <p:cNvSpPr/>
          <p:nvPr/>
        </p:nvSpPr>
        <p:spPr bwMode="auto">
          <a:xfrm>
            <a:off x="2839832" y="331115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4602354" name="Freeform 29"/>
          <p:cNvSpPr/>
          <p:nvPr/>
        </p:nvSpPr>
        <p:spPr bwMode="auto">
          <a:xfrm>
            <a:off x="2839832" y="375125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494060" name="Freeform 30"/>
          <p:cNvSpPr/>
          <p:nvPr/>
        </p:nvSpPr>
        <p:spPr bwMode="auto">
          <a:xfrm>
            <a:off x="2839832" y="419136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9651688" name="Freeform 31"/>
          <p:cNvSpPr/>
          <p:nvPr/>
        </p:nvSpPr>
        <p:spPr bwMode="auto">
          <a:xfrm>
            <a:off x="2839832" y="243094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2832454" name="Freeform 32"/>
          <p:cNvSpPr/>
          <p:nvPr/>
        </p:nvSpPr>
        <p:spPr bwMode="auto">
          <a:xfrm>
            <a:off x="2839832" y="287104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489129" name="AutoShape 33"/>
          <p:cNvSpPr/>
          <p:nvPr/>
        </p:nvSpPr>
        <p:spPr bwMode="auto">
          <a:xfrm flipH="1">
            <a:off x="1278095" y="3139479"/>
            <a:ext cx="1561735" cy="34334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7640241" name="AutoShape 34"/>
          <p:cNvSpPr/>
          <p:nvPr/>
        </p:nvSpPr>
        <p:spPr bwMode="auto">
          <a:xfrm flipH="1">
            <a:off x="1278095" y="3531205"/>
            <a:ext cx="156173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8255513" name="AutoShape 35"/>
          <p:cNvSpPr/>
          <p:nvPr/>
        </p:nvSpPr>
        <p:spPr bwMode="auto">
          <a:xfrm flipH="1" flipV="1">
            <a:off x="1278095" y="3585559"/>
            <a:ext cx="1561735" cy="38575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929182" name="AutoShape 36"/>
          <p:cNvSpPr/>
          <p:nvPr/>
        </p:nvSpPr>
        <p:spPr bwMode="auto">
          <a:xfrm flipH="1" flipV="1">
            <a:off x="1278095" y="3627963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2888449" name="Freeform 37"/>
          <p:cNvSpPr/>
          <p:nvPr/>
        </p:nvSpPr>
        <p:spPr bwMode="auto">
          <a:xfrm>
            <a:off x="5084541" y="133907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275775" name="Freeform 38"/>
          <p:cNvSpPr/>
          <p:nvPr/>
        </p:nvSpPr>
        <p:spPr bwMode="auto">
          <a:xfrm>
            <a:off x="5084541" y="177918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6003689" name="Freeform 39"/>
          <p:cNvSpPr/>
          <p:nvPr/>
        </p:nvSpPr>
        <p:spPr bwMode="auto">
          <a:xfrm>
            <a:off x="5084541" y="221928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5938451" name="Freeform 40"/>
          <p:cNvSpPr/>
          <p:nvPr/>
        </p:nvSpPr>
        <p:spPr bwMode="auto">
          <a:xfrm>
            <a:off x="5084541" y="45887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850482" name="Freeform 41"/>
          <p:cNvSpPr/>
          <p:nvPr/>
        </p:nvSpPr>
        <p:spPr bwMode="auto">
          <a:xfrm>
            <a:off x="5084541" y="89897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114953" name="Freeform 42"/>
          <p:cNvSpPr/>
          <p:nvPr/>
        </p:nvSpPr>
        <p:spPr bwMode="auto">
          <a:xfrm>
            <a:off x="5972240" y="52824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631547" name="Freeform 43"/>
          <p:cNvSpPr/>
          <p:nvPr/>
        </p:nvSpPr>
        <p:spPr bwMode="auto">
          <a:xfrm>
            <a:off x="5972240" y="572250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6309346" name="Freeform 44"/>
          <p:cNvSpPr/>
          <p:nvPr/>
        </p:nvSpPr>
        <p:spPr bwMode="auto">
          <a:xfrm>
            <a:off x="5972240" y="616261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8249318" name="Freeform 45"/>
          <p:cNvSpPr/>
          <p:nvPr/>
        </p:nvSpPr>
        <p:spPr bwMode="auto">
          <a:xfrm>
            <a:off x="5972240" y="440219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722626" name="Freeform 46"/>
          <p:cNvSpPr/>
          <p:nvPr/>
        </p:nvSpPr>
        <p:spPr bwMode="auto">
          <a:xfrm>
            <a:off x="5972240" y="48422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860476" name="Freeform 47"/>
          <p:cNvSpPr/>
          <p:nvPr/>
        </p:nvSpPr>
        <p:spPr bwMode="auto">
          <a:xfrm>
            <a:off x="7424673" y="275129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6705539" name="Freeform 48"/>
          <p:cNvSpPr/>
          <p:nvPr/>
        </p:nvSpPr>
        <p:spPr bwMode="auto">
          <a:xfrm>
            <a:off x="7424673" y="319139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5738247" name="Freeform 49"/>
          <p:cNvSpPr/>
          <p:nvPr/>
        </p:nvSpPr>
        <p:spPr bwMode="auto">
          <a:xfrm>
            <a:off x="7424673" y="36315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9629081" name="Freeform 50"/>
          <p:cNvSpPr/>
          <p:nvPr/>
        </p:nvSpPr>
        <p:spPr bwMode="auto">
          <a:xfrm>
            <a:off x="7424673" y="187108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17061" name="Freeform 51"/>
          <p:cNvSpPr/>
          <p:nvPr/>
        </p:nvSpPr>
        <p:spPr bwMode="auto">
          <a:xfrm>
            <a:off x="7424673" y="231118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6906854" name="Freeform 52"/>
          <p:cNvSpPr/>
          <p:nvPr/>
        </p:nvSpPr>
        <p:spPr bwMode="auto">
          <a:xfrm>
            <a:off x="10659955" y="151668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9188943" name="Freeform 53"/>
          <p:cNvSpPr/>
          <p:nvPr/>
        </p:nvSpPr>
        <p:spPr bwMode="auto">
          <a:xfrm>
            <a:off x="10659955" y="195679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4012484" name="Freeform 54"/>
          <p:cNvSpPr/>
          <p:nvPr/>
        </p:nvSpPr>
        <p:spPr bwMode="auto">
          <a:xfrm>
            <a:off x="10659955" y="23968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877252" name="Freeform 55"/>
          <p:cNvSpPr/>
          <p:nvPr/>
        </p:nvSpPr>
        <p:spPr bwMode="auto">
          <a:xfrm>
            <a:off x="10659955" y="63647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912724" name="Freeform 56"/>
          <p:cNvSpPr/>
          <p:nvPr/>
        </p:nvSpPr>
        <p:spPr bwMode="auto">
          <a:xfrm>
            <a:off x="10659955" y="107658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8157951" name="Freeform 57"/>
          <p:cNvSpPr/>
          <p:nvPr/>
        </p:nvSpPr>
        <p:spPr bwMode="auto">
          <a:xfrm>
            <a:off x="9988600" y="432369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1384447" name="Freeform 58"/>
          <p:cNvSpPr/>
          <p:nvPr/>
        </p:nvSpPr>
        <p:spPr bwMode="auto">
          <a:xfrm>
            <a:off x="9988600" y="47637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681884" name="Freeform 59"/>
          <p:cNvSpPr/>
          <p:nvPr/>
        </p:nvSpPr>
        <p:spPr bwMode="auto">
          <a:xfrm>
            <a:off x="9988600" y="52039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911400" name="Freeform 60"/>
          <p:cNvSpPr/>
          <p:nvPr/>
        </p:nvSpPr>
        <p:spPr bwMode="auto">
          <a:xfrm>
            <a:off x="9988600" y="344348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1244351" name="Freeform 61"/>
          <p:cNvSpPr/>
          <p:nvPr/>
        </p:nvSpPr>
        <p:spPr bwMode="auto">
          <a:xfrm>
            <a:off x="9988600" y="388359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4371284" name="AutoShape 62"/>
          <p:cNvSpPr/>
          <p:nvPr/>
        </p:nvSpPr>
        <p:spPr bwMode="auto">
          <a:xfrm flipH="1">
            <a:off x="3264660" y="898974"/>
            <a:ext cx="1835156" cy="19720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848934" name="AutoShape 63"/>
          <p:cNvSpPr/>
          <p:nvPr/>
        </p:nvSpPr>
        <p:spPr bwMode="auto">
          <a:xfrm flipH="1">
            <a:off x="3279938" y="1312353"/>
            <a:ext cx="1804601" cy="158541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1929073" name="AutoShape 64"/>
          <p:cNvSpPr/>
          <p:nvPr/>
        </p:nvSpPr>
        <p:spPr bwMode="auto">
          <a:xfrm flipH="1">
            <a:off x="3279938" y="1709313"/>
            <a:ext cx="1804601" cy="12316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677212" name="AutoShape 65"/>
          <p:cNvSpPr/>
          <p:nvPr/>
        </p:nvSpPr>
        <p:spPr bwMode="auto">
          <a:xfrm flipH="1">
            <a:off x="3279938" y="2106274"/>
            <a:ext cx="1804601" cy="87778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1013910" name="AutoShape 66"/>
          <p:cNvSpPr/>
          <p:nvPr/>
        </p:nvSpPr>
        <p:spPr bwMode="auto">
          <a:xfrm flipH="1">
            <a:off x="3279938" y="2503234"/>
            <a:ext cx="1804601" cy="523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7319382" name="AutoShape 67"/>
          <p:cNvSpPr/>
          <p:nvPr/>
        </p:nvSpPr>
        <p:spPr bwMode="auto">
          <a:xfrm flipH="1">
            <a:off x="3279938" y="2160253"/>
            <a:ext cx="4144734" cy="13018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8877763" name="AutoShape 68"/>
          <p:cNvSpPr/>
          <p:nvPr/>
        </p:nvSpPr>
        <p:spPr bwMode="auto">
          <a:xfrm flipH="1">
            <a:off x="3279938" y="2579235"/>
            <a:ext cx="4144734" cy="9039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5930375" name="AutoShape 69"/>
          <p:cNvSpPr/>
          <p:nvPr/>
        </p:nvSpPr>
        <p:spPr bwMode="auto">
          <a:xfrm flipH="1">
            <a:off x="3279938" y="2998216"/>
            <a:ext cx="4144734" cy="5061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373057" name="AutoShape 70"/>
          <p:cNvSpPr/>
          <p:nvPr/>
        </p:nvSpPr>
        <p:spPr bwMode="auto">
          <a:xfrm flipH="1">
            <a:off x="3279938" y="3417198"/>
            <a:ext cx="4144734" cy="10825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271027" name="AutoShape 71"/>
          <p:cNvSpPr/>
          <p:nvPr/>
        </p:nvSpPr>
        <p:spPr bwMode="auto">
          <a:xfrm flipH="1" flipV="1">
            <a:off x="3279938" y="3546581"/>
            <a:ext cx="4144734" cy="28959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993756" name="AutoShape 72"/>
          <p:cNvSpPr/>
          <p:nvPr/>
        </p:nvSpPr>
        <p:spPr bwMode="auto">
          <a:xfrm flipH="1" flipV="1">
            <a:off x="3279938" y="4426225"/>
            <a:ext cx="2692301" cy="1812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9137452" name="AutoShape 73"/>
          <p:cNvSpPr/>
          <p:nvPr/>
        </p:nvSpPr>
        <p:spPr bwMode="auto">
          <a:xfrm flipH="1" flipV="1">
            <a:off x="3279938" y="4457143"/>
            <a:ext cx="2692301" cy="55947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1914794" name="AutoShape 74"/>
          <p:cNvSpPr/>
          <p:nvPr/>
        </p:nvSpPr>
        <p:spPr bwMode="auto">
          <a:xfrm flipH="1" flipV="1">
            <a:off x="3279938" y="4488059"/>
            <a:ext cx="2692301" cy="9377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2562701" name="AutoShape 75"/>
          <p:cNvSpPr/>
          <p:nvPr/>
        </p:nvSpPr>
        <p:spPr bwMode="auto">
          <a:xfrm flipH="1" flipV="1">
            <a:off x="3279938" y="4518978"/>
            <a:ext cx="2692301" cy="131601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8033543" name="AutoShape 76"/>
          <p:cNvSpPr/>
          <p:nvPr/>
        </p:nvSpPr>
        <p:spPr bwMode="auto">
          <a:xfrm flipH="1" flipV="1">
            <a:off x="3279938" y="4549896"/>
            <a:ext cx="2692301" cy="169428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5974132" name="AutoShape 77"/>
          <p:cNvSpPr/>
          <p:nvPr/>
        </p:nvSpPr>
        <p:spPr bwMode="auto">
          <a:xfrm flipH="1">
            <a:off x="6412345" y="3788403"/>
            <a:ext cx="3576253" cy="202929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78702" name="AutoShape 78"/>
          <p:cNvSpPr/>
          <p:nvPr/>
        </p:nvSpPr>
        <p:spPr bwMode="auto">
          <a:xfrm flipH="1">
            <a:off x="6412345" y="4204395"/>
            <a:ext cx="3576253" cy="16374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0371144" name="AutoShape 79"/>
          <p:cNvSpPr/>
          <p:nvPr/>
        </p:nvSpPr>
        <p:spPr bwMode="auto">
          <a:xfrm flipH="1">
            <a:off x="6412345" y="4620385"/>
            <a:ext cx="3576253" cy="12455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8167683" name="AutoShape 80"/>
          <p:cNvSpPr/>
          <p:nvPr/>
        </p:nvSpPr>
        <p:spPr bwMode="auto">
          <a:xfrm flipH="1">
            <a:off x="6412345" y="5036379"/>
            <a:ext cx="3576253" cy="8536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621971" name="AutoShape 81"/>
          <p:cNvSpPr/>
          <p:nvPr/>
        </p:nvSpPr>
        <p:spPr bwMode="auto">
          <a:xfrm flipH="1">
            <a:off x="6412345" y="5452371"/>
            <a:ext cx="3576253" cy="4617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8508202" name="AutoShape 82"/>
          <p:cNvSpPr/>
          <p:nvPr/>
        </p:nvSpPr>
        <p:spPr bwMode="auto">
          <a:xfrm flipH="1">
            <a:off x="7864778" y="940505"/>
            <a:ext cx="2795175" cy="106665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2007901" name="AutoShape 83"/>
          <p:cNvSpPr/>
          <p:nvPr/>
        </p:nvSpPr>
        <p:spPr bwMode="auto">
          <a:xfrm flipH="1">
            <a:off x="7864778" y="1350676"/>
            <a:ext cx="2795175" cy="68642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831570" name="AutoShape 84"/>
          <p:cNvSpPr/>
          <p:nvPr/>
        </p:nvSpPr>
        <p:spPr bwMode="auto">
          <a:xfrm flipH="1">
            <a:off x="7864778" y="1760846"/>
            <a:ext cx="2795175" cy="3061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8676934" name="AutoShape 85"/>
          <p:cNvSpPr/>
          <p:nvPr/>
        </p:nvSpPr>
        <p:spPr bwMode="auto">
          <a:xfrm flipH="1" flipV="1">
            <a:off x="7864778" y="2096966"/>
            <a:ext cx="2795175" cy="740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9502958" name="AutoShape 86"/>
          <p:cNvSpPr/>
          <p:nvPr/>
        </p:nvSpPr>
        <p:spPr bwMode="auto">
          <a:xfrm flipH="1" flipV="1">
            <a:off x="7864778" y="2126900"/>
            <a:ext cx="2795175" cy="4542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30197613" name=""/>
          <p:cNvGrpSpPr/>
          <p:nvPr/>
        </p:nvGrpSpPr>
        <p:grpSpPr bwMode="auto">
          <a:xfrm>
            <a:off x="2547226" y="208359"/>
            <a:ext cx="6822554" cy="6533553"/>
            <a:chOff x="0" y="0"/>
            <a:chExt cx="6822554" cy="6533553"/>
          </a:xfrm>
        </p:grpSpPr>
        <p:sp>
          <p:nvSpPr>
            <p:cNvPr id="297429255" name="Freeform 30"/>
            <p:cNvSpPr/>
            <p:nvPr/>
          </p:nvSpPr>
          <p:spPr bwMode="auto">
            <a:xfrm rot="0" flipH="0" flipV="0">
              <a:off x="305524" y="1580051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0539201" name="TextBox 31"/>
            <p:cNvSpPr txBox="1"/>
            <p:nvPr/>
          </p:nvSpPr>
          <p:spPr bwMode="auto">
            <a:xfrm rot="0" flipH="0" flipV="0">
              <a:off x="305524" y="1411285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Incoming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7158666" name="TextBox 32"/>
            <p:cNvSpPr txBox="1"/>
            <p:nvPr/>
          </p:nvSpPr>
          <p:spPr bwMode="auto">
            <a:xfrm>
              <a:off x="323250" y="22919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2309904" name="TextBox 33"/>
            <p:cNvSpPr txBox="1"/>
            <p:nvPr/>
          </p:nvSpPr>
          <p:spPr bwMode="auto">
            <a:xfrm>
              <a:off x="497918" y="712629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4133246" name="AutoShape 34"/>
            <p:cNvSpPr/>
            <p:nvPr/>
          </p:nvSpPr>
          <p:spPr bwMode="auto">
            <a:xfrm>
              <a:off x="3420553" y="975127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2744548" name="Freeform 36"/>
            <p:cNvSpPr/>
            <p:nvPr/>
          </p:nvSpPr>
          <p:spPr bwMode="auto">
            <a:xfrm rot="0" flipH="0" flipV="0">
              <a:off x="305524" y="2545965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59905058" name="TextBox 37"/>
            <p:cNvSpPr txBox="1"/>
            <p:nvPr/>
          </p:nvSpPr>
          <p:spPr bwMode="auto">
            <a:xfrm rot="0" flipH="0" flipV="0">
              <a:off x="305524" y="2377196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74285296" name="TextBox 38"/>
            <p:cNvSpPr txBox="1"/>
            <p:nvPr/>
          </p:nvSpPr>
          <p:spPr bwMode="auto">
            <a:xfrm>
              <a:off x="4119096" y="712629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57097319" name="Freeform 40"/>
            <p:cNvSpPr/>
            <p:nvPr/>
          </p:nvSpPr>
          <p:spPr bwMode="auto">
            <a:xfrm rot="0" flipH="0" flipV="0">
              <a:off x="305524" y="3511874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7879874" name="TextBox 41"/>
            <p:cNvSpPr txBox="1"/>
            <p:nvPr/>
          </p:nvSpPr>
          <p:spPr bwMode="auto">
            <a:xfrm rot="0" flipH="0" flipV="0">
              <a:off x="305524" y="3343108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Incoming </a:t>
              </a: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0932345" name="Freeform 43"/>
            <p:cNvSpPr/>
            <p:nvPr/>
          </p:nvSpPr>
          <p:spPr bwMode="auto">
            <a:xfrm rot="0" flipH="0" flipV="0">
              <a:off x="305524" y="4477786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8425283" name="TextBox 44"/>
            <p:cNvSpPr txBox="1"/>
            <p:nvPr/>
          </p:nvSpPr>
          <p:spPr bwMode="auto">
            <a:xfrm rot="0" flipH="0" flipV="0">
              <a:off x="305524" y="4309020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06729846" name="Freeform 46"/>
            <p:cNvSpPr/>
            <p:nvPr/>
          </p:nvSpPr>
          <p:spPr bwMode="auto">
            <a:xfrm rot="0" flipH="0" flipV="0">
              <a:off x="305524" y="5443697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84726808" name="TextBox 47"/>
            <p:cNvSpPr txBox="1"/>
            <p:nvPr/>
          </p:nvSpPr>
          <p:spPr bwMode="auto">
            <a:xfrm rot="0" flipH="0" flipV="0">
              <a:off x="305524" y="5274931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76877921" name="Freeform 49"/>
            <p:cNvSpPr/>
            <p:nvPr/>
          </p:nvSpPr>
          <p:spPr bwMode="auto">
            <a:xfrm rot="0" flipH="0" flipV="0">
              <a:off x="3709146" y="1580051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67876398" name="TextBox 50"/>
            <p:cNvSpPr txBox="1"/>
            <p:nvPr/>
          </p:nvSpPr>
          <p:spPr bwMode="auto">
            <a:xfrm rot="0" flipH="0" flipV="0">
              <a:off x="3709146" y="1411285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3241675" name="Freeform 52"/>
            <p:cNvSpPr/>
            <p:nvPr/>
          </p:nvSpPr>
          <p:spPr bwMode="auto">
            <a:xfrm rot="0" flipH="0" flipV="0">
              <a:off x="3709146" y="2545965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6858019" name="TextBox 53"/>
            <p:cNvSpPr txBox="1"/>
            <p:nvPr/>
          </p:nvSpPr>
          <p:spPr bwMode="auto">
            <a:xfrm rot="0" flipH="0" flipV="0">
              <a:off x="3709146" y="2377196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8201806" name="Freeform 55"/>
            <p:cNvSpPr/>
            <p:nvPr/>
          </p:nvSpPr>
          <p:spPr bwMode="auto">
            <a:xfrm rot="0" flipH="0" flipV="0">
              <a:off x="3709146" y="3511874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3731815" name="TextBox 56"/>
            <p:cNvSpPr txBox="1"/>
            <p:nvPr/>
          </p:nvSpPr>
          <p:spPr bwMode="auto">
            <a:xfrm rot="0" flipH="0" flipV="0">
              <a:off x="3709146" y="3343108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59234492" name="Freeform 58"/>
            <p:cNvSpPr/>
            <p:nvPr/>
          </p:nvSpPr>
          <p:spPr bwMode="auto">
            <a:xfrm rot="0" flipH="0" flipV="0">
              <a:off x="3709146" y="4477788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0785127" name="TextBox 59"/>
            <p:cNvSpPr txBox="1"/>
            <p:nvPr/>
          </p:nvSpPr>
          <p:spPr bwMode="auto">
            <a:xfrm rot="0" flipH="0" flipV="0">
              <a:off x="3709146" y="4309020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31280982" name="Freeform 61"/>
            <p:cNvSpPr/>
            <p:nvPr/>
          </p:nvSpPr>
          <p:spPr bwMode="auto">
            <a:xfrm rot="0" flipH="0" flipV="0">
              <a:off x="3709146" y="5443697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6754905" name="TextBox 62"/>
            <p:cNvSpPr txBox="1"/>
            <p:nvPr/>
          </p:nvSpPr>
          <p:spPr bwMode="auto">
            <a:xfrm rot="0" flipH="0" flipV="0">
              <a:off x="3709146" y="5274931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54996786" name="Rectangle: Rounded Corners 12"/>
            <p:cNvSpPr/>
            <p:nvPr/>
          </p:nvSpPr>
          <p:spPr bwMode="auto">
            <a:xfrm flipH="0" flipV="0">
              <a:off x="0" y="0"/>
              <a:ext cx="6822556" cy="653355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43067851" name=""/>
          <p:cNvGrpSpPr/>
          <p:nvPr/>
        </p:nvGrpSpPr>
        <p:grpSpPr bwMode="auto">
          <a:xfrm>
            <a:off x="1143554" y="505463"/>
            <a:ext cx="8569461" cy="6187787"/>
            <a:chOff x="0" y="0"/>
            <a:chExt cx="8569461" cy="6187787"/>
          </a:xfrm>
        </p:grpSpPr>
        <p:sp>
          <p:nvSpPr>
            <p:cNvPr id="1830001121" name="Freeform 27"/>
            <p:cNvSpPr/>
            <p:nvPr/>
          </p:nvSpPr>
          <p:spPr bwMode="auto">
            <a:xfrm rot="0" flipH="0" flipV="0">
              <a:off x="6624195" y="0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4316347" name="Freeform 28"/>
            <p:cNvSpPr/>
            <p:nvPr/>
          </p:nvSpPr>
          <p:spPr bwMode="auto">
            <a:xfrm>
              <a:off x="6694535" y="3850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0231719" name="Freeform 29"/>
            <p:cNvSpPr/>
            <p:nvPr/>
          </p:nvSpPr>
          <p:spPr bwMode="auto">
            <a:xfrm>
              <a:off x="7116822" y="582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6668687" name="AutoShape 30"/>
            <p:cNvSpPr/>
            <p:nvPr/>
          </p:nvSpPr>
          <p:spPr bwMode="auto">
            <a:xfrm flipV="1">
              <a:off x="1186387" y="662611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122320" name="AutoShape 31"/>
            <p:cNvSpPr/>
            <p:nvPr/>
          </p:nvSpPr>
          <p:spPr bwMode="auto">
            <a:xfrm>
              <a:off x="7043005" y="548716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9753396" name="Freeform 33"/>
            <p:cNvSpPr/>
            <p:nvPr/>
          </p:nvSpPr>
          <p:spPr bwMode="auto">
            <a:xfrm rot="0" flipH="0" flipV="0">
              <a:off x="6624195" y="93588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6285985" name="Freeform 34"/>
            <p:cNvSpPr/>
            <p:nvPr/>
          </p:nvSpPr>
          <p:spPr bwMode="auto">
            <a:xfrm>
              <a:off x="6694535" y="97439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3572382" name="Freeform 35"/>
            <p:cNvSpPr/>
            <p:nvPr/>
          </p:nvSpPr>
          <p:spPr bwMode="auto">
            <a:xfrm>
              <a:off x="6811031" y="97439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1350686" name="Freeform 36"/>
            <p:cNvSpPr/>
            <p:nvPr/>
          </p:nvSpPr>
          <p:spPr bwMode="auto">
            <a:xfrm>
              <a:off x="7116822" y="994149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28000671" name="AutoShape 37"/>
            <p:cNvSpPr/>
            <p:nvPr/>
          </p:nvSpPr>
          <p:spPr bwMode="auto">
            <a:xfrm>
              <a:off x="1186387" y="1583344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3366593" name="AutoShape 38"/>
            <p:cNvSpPr/>
            <p:nvPr/>
          </p:nvSpPr>
          <p:spPr bwMode="auto">
            <a:xfrm>
              <a:off x="7043005" y="1469449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32414123" name="Freeform 40"/>
            <p:cNvSpPr/>
            <p:nvPr/>
          </p:nvSpPr>
          <p:spPr bwMode="auto">
            <a:xfrm rot="0" flipH="0" flipV="0">
              <a:off x="6624195" y="1856625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3701053" name="Freeform 41"/>
            <p:cNvSpPr/>
            <p:nvPr/>
          </p:nvSpPr>
          <p:spPr bwMode="auto">
            <a:xfrm>
              <a:off x="6694535" y="1895128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0646981" name="Freeform 42"/>
            <p:cNvSpPr/>
            <p:nvPr/>
          </p:nvSpPr>
          <p:spPr bwMode="auto">
            <a:xfrm>
              <a:off x="6811031" y="1895128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6451540" name="Freeform 43"/>
            <p:cNvSpPr/>
            <p:nvPr/>
          </p:nvSpPr>
          <p:spPr bwMode="auto">
            <a:xfrm>
              <a:off x="7116822" y="1914883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8051610" name="AutoShape 44"/>
            <p:cNvSpPr/>
            <p:nvPr/>
          </p:nvSpPr>
          <p:spPr bwMode="auto">
            <a:xfrm>
              <a:off x="1186387" y="2504077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8332405" name="AutoShape 45"/>
            <p:cNvSpPr/>
            <p:nvPr/>
          </p:nvSpPr>
          <p:spPr bwMode="auto">
            <a:xfrm>
              <a:off x="7043005" y="2390184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8206994" name="Freeform 47"/>
            <p:cNvSpPr/>
            <p:nvPr/>
          </p:nvSpPr>
          <p:spPr bwMode="auto">
            <a:xfrm rot="0" flipH="0" flipV="0">
              <a:off x="4790779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14137365" name="Freeform 48"/>
            <p:cNvSpPr/>
            <p:nvPr/>
          </p:nvSpPr>
          <p:spPr bwMode="auto">
            <a:xfrm>
              <a:off x="4861119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157128" name="Freeform 49"/>
            <p:cNvSpPr/>
            <p:nvPr/>
          </p:nvSpPr>
          <p:spPr bwMode="auto">
            <a:xfrm>
              <a:off x="4977617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2538715" name="Freeform 50"/>
            <p:cNvSpPr/>
            <p:nvPr/>
          </p:nvSpPr>
          <p:spPr bwMode="auto">
            <a:xfrm>
              <a:off x="5283405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059928" name="TextBox 51"/>
            <p:cNvSpPr txBox="1"/>
            <p:nvPr/>
          </p:nvSpPr>
          <p:spPr bwMode="auto">
            <a:xfrm>
              <a:off x="4693323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m/84'/0'/0'</a:t>
              </a:r>
              <a:endParaRPr/>
            </a:p>
          </p:txBody>
        </p:sp>
        <p:sp>
          <p:nvSpPr>
            <p:cNvPr id="1734399109" name="Freeform 53"/>
            <p:cNvSpPr/>
            <p:nvPr/>
          </p:nvSpPr>
          <p:spPr bwMode="auto">
            <a:xfrm rot="0" flipH="0" flipV="0">
              <a:off x="5707789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8499035" name="Freeform 54"/>
            <p:cNvSpPr/>
            <p:nvPr/>
          </p:nvSpPr>
          <p:spPr bwMode="auto">
            <a:xfrm>
              <a:off x="5778129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3734897" name="Freeform 55"/>
            <p:cNvSpPr/>
            <p:nvPr/>
          </p:nvSpPr>
          <p:spPr bwMode="auto">
            <a:xfrm>
              <a:off x="5894627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401262" name="Freeform 56"/>
            <p:cNvSpPr/>
            <p:nvPr/>
          </p:nvSpPr>
          <p:spPr bwMode="auto">
            <a:xfrm>
              <a:off x="6200414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7" y="0"/>
                  </a:lnTo>
                  <a:lnTo>
                    <a:pt x="274657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6375657" name="TextBox 57"/>
            <p:cNvSpPr txBox="1"/>
            <p:nvPr/>
          </p:nvSpPr>
          <p:spPr bwMode="auto">
            <a:xfrm>
              <a:off x="5610333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</a:t>
              </a:r>
              <a:endParaRPr/>
            </a:p>
          </p:txBody>
        </p:sp>
        <p:sp>
          <p:nvSpPr>
            <p:cNvPr id="635505113" name="Freeform 59"/>
            <p:cNvSpPr/>
            <p:nvPr/>
          </p:nvSpPr>
          <p:spPr bwMode="auto">
            <a:xfrm rot="0" flipH="0" flipV="0">
              <a:off x="6624195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4194462" name="Freeform 60"/>
            <p:cNvSpPr/>
            <p:nvPr/>
          </p:nvSpPr>
          <p:spPr bwMode="auto">
            <a:xfrm>
              <a:off x="6694535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6378557" name="Freeform 61"/>
            <p:cNvSpPr/>
            <p:nvPr/>
          </p:nvSpPr>
          <p:spPr bwMode="auto">
            <a:xfrm>
              <a:off x="6811031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302359" name="Freeform 62"/>
            <p:cNvSpPr/>
            <p:nvPr/>
          </p:nvSpPr>
          <p:spPr bwMode="auto">
            <a:xfrm>
              <a:off x="7116822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1311529" name="TextBox 63"/>
            <p:cNvSpPr txBox="1"/>
            <p:nvPr/>
          </p:nvSpPr>
          <p:spPr bwMode="auto">
            <a:xfrm>
              <a:off x="6526740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</a:t>
              </a:r>
              <a:endParaRPr/>
            </a:p>
          </p:txBody>
        </p:sp>
        <p:sp>
          <p:nvSpPr>
            <p:cNvPr id="1903014697" name="AutoShape 64"/>
            <p:cNvSpPr/>
            <p:nvPr/>
          </p:nvSpPr>
          <p:spPr bwMode="auto">
            <a:xfrm flipV="1">
              <a:off x="1186387" y="3425654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3199605" name="AutoShape 65"/>
            <p:cNvSpPr/>
            <p:nvPr/>
          </p:nvSpPr>
          <p:spPr bwMode="auto">
            <a:xfrm>
              <a:off x="7043005" y="3311759"/>
              <a:ext cx="136812" cy="331605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051846" name="Freeform 67"/>
            <p:cNvSpPr/>
            <p:nvPr/>
          </p:nvSpPr>
          <p:spPr bwMode="auto">
            <a:xfrm rot="0" flipH="0" flipV="0">
              <a:off x="4734725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6426042" name="Freeform 68"/>
            <p:cNvSpPr/>
            <p:nvPr/>
          </p:nvSpPr>
          <p:spPr bwMode="auto">
            <a:xfrm>
              <a:off x="4805063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1935683" name="Freeform 69"/>
            <p:cNvSpPr/>
            <p:nvPr/>
          </p:nvSpPr>
          <p:spPr bwMode="auto">
            <a:xfrm>
              <a:off x="492156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6660047" name="Freeform 70"/>
            <p:cNvSpPr/>
            <p:nvPr/>
          </p:nvSpPr>
          <p:spPr bwMode="auto">
            <a:xfrm>
              <a:off x="5227350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6789807" name="Freeform 72"/>
            <p:cNvSpPr/>
            <p:nvPr/>
          </p:nvSpPr>
          <p:spPr bwMode="auto">
            <a:xfrm rot="0" flipH="0" flipV="0">
              <a:off x="5651735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8527941" name="Freeform 73"/>
            <p:cNvSpPr/>
            <p:nvPr/>
          </p:nvSpPr>
          <p:spPr bwMode="auto">
            <a:xfrm>
              <a:off x="572207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6265266" name="Freeform 74"/>
            <p:cNvSpPr/>
            <p:nvPr/>
          </p:nvSpPr>
          <p:spPr bwMode="auto">
            <a:xfrm>
              <a:off x="5838571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37343250" name="Freeform 75"/>
            <p:cNvSpPr/>
            <p:nvPr/>
          </p:nvSpPr>
          <p:spPr bwMode="auto">
            <a:xfrm>
              <a:off x="6144360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358371" name="Freeform 77"/>
            <p:cNvSpPr/>
            <p:nvPr/>
          </p:nvSpPr>
          <p:spPr bwMode="auto">
            <a:xfrm rot="0" flipH="0" flipV="0">
              <a:off x="6743449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44924813" name="Freeform 78"/>
            <p:cNvSpPr/>
            <p:nvPr/>
          </p:nvSpPr>
          <p:spPr bwMode="auto">
            <a:xfrm>
              <a:off x="681379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1317950" name="Freeform 79"/>
            <p:cNvSpPr/>
            <p:nvPr/>
          </p:nvSpPr>
          <p:spPr bwMode="auto">
            <a:xfrm>
              <a:off x="6930287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2978950" name="Freeform 80"/>
            <p:cNvSpPr/>
            <p:nvPr/>
          </p:nvSpPr>
          <p:spPr bwMode="auto">
            <a:xfrm>
              <a:off x="7236077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4368816" name="Freeform 82"/>
            <p:cNvSpPr/>
            <p:nvPr/>
          </p:nvSpPr>
          <p:spPr bwMode="auto">
            <a:xfrm rot="0" flipH="0" flipV="0">
              <a:off x="7660888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7681872" name="Freeform 83"/>
            <p:cNvSpPr/>
            <p:nvPr/>
          </p:nvSpPr>
          <p:spPr bwMode="auto">
            <a:xfrm>
              <a:off x="7731228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5063930" name="Freeform 84"/>
            <p:cNvSpPr/>
            <p:nvPr/>
          </p:nvSpPr>
          <p:spPr bwMode="auto">
            <a:xfrm>
              <a:off x="7847724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6993310" name="Freeform 85"/>
            <p:cNvSpPr/>
            <p:nvPr/>
          </p:nvSpPr>
          <p:spPr bwMode="auto">
            <a:xfrm>
              <a:off x="8153513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2861255" name="AutoShape 86"/>
            <p:cNvSpPr/>
            <p:nvPr/>
          </p:nvSpPr>
          <p:spPr bwMode="auto">
            <a:xfrm>
              <a:off x="7043005" y="3318858"/>
              <a:ext cx="777839" cy="330393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7350284" name="AutoShape 87"/>
            <p:cNvSpPr/>
            <p:nvPr/>
          </p:nvSpPr>
          <p:spPr bwMode="auto">
            <a:xfrm flipH="1">
              <a:off x="6089988" y="3320462"/>
              <a:ext cx="37631" cy="34299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2401627" name="AutoShape 88"/>
            <p:cNvSpPr/>
            <p:nvPr/>
          </p:nvSpPr>
          <p:spPr bwMode="auto">
            <a:xfrm flipH="1">
              <a:off x="5504704" y="3328074"/>
              <a:ext cx="627332" cy="321178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90366966" name="AutoShape 89"/>
            <p:cNvSpPr/>
            <p:nvPr/>
          </p:nvSpPr>
          <p:spPr bwMode="auto">
            <a:xfrm flipV="1">
              <a:off x="1186387" y="4501219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8828388" name="Freeform 91"/>
            <p:cNvSpPr/>
            <p:nvPr/>
          </p:nvSpPr>
          <p:spPr bwMode="auto">
            <a:xfrm rot="0" flipH="0" flipV="0">
              <a:off x="5336971" y="4737120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7893003" name="Freeform 92"/>
            <p:cNvSpPr/>
            <p:nvPr/>
          </p:nvSpPr>
          <p:spPr bwMode="auto">
            <a:xfrm>
              <a:off x="5394456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6581268" name="Freeform 93"/>
            <p:cNvSpPr/>
            <p:nvPr/>
          </p:nvSpPr>
          <p:spPr bwMode="auto">
            <a:xfrm>
              <a:off x="5489660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0085806" name="Freeform 94"/>
            <p:cNvSpPr/>
            <p:nvPr/>
          </p:nvSpPr>
          <p:spPr bwMode="auto">
            <a:xfrm>
              <a:off x="5739562" y="478473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3774512" name="AutoShape 95"/>
            <p:cNvSpPr/>
            <p:nvPr/>
          </p:nvSpPr>
          <p:spPr bwMode="auto">
            <a:xfrm>
              <a:off x="5103412" y="5888960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9959646" name="Freeform 97"/>
            <p:cNvSpPr/>
            <p:nvPr/>
          </p:nvSpPr>
          <p:spPr bwMode="auto">
            <a:xfrm rot="0" flipH="0" flipV="0">
              <a:off x="5336971" y="5233461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1038401" name="Freeform 98"/>
            <p:cNvSpPr/>
            <p:nvPr/>
          </p:nvSpPr>
          <p:spPr bwMode="auto">
            <a:xfrm>
              <a:off x="5394456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96057177" name="Freeform 99"/>
            <p:cNvSpPr/>
            <p:nvPr/>
          </p:nvSpPr>
          <p:spPr bwMode="auto">
            <a:xfrm>
              <a:off x="5489660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5628089" name="Freeform 100"/>
            <p:cNvSpPr/>
            <p:nvPr/>
          </p:nvSpPr>
          <p:spPr bwMode="auto">
            <a:xfrm>
              <a:off x="5739562" y="528107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4111554" name="Freeform 102"/>
            <p:cNvSpPr/>
            <p:nvPr/>
          </p:nvSpPr>
          <p:spPr bwMode="auto">
            <a:xfrm rot="0" flipH="0" flipV="0">
              <a:off x="5336971" y="5730956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4853371" name="Freeform 103"/>
            <p:cNvSpPr/>
            <p:nvPr/>
          </p:nvSpPr>
          <p:spPr bwMode="auto">
            <a:xfrm>
              <a:off x="5394456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2947377" name="Freeform 104"/>
            <p:cNvSpPr/>
            <p:nvPr/>
          </p:nvSpPr>
          <p:spPr bwMode="auto">
            <a:xfrm>
              <a:off x="5489660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2594589" name="Freeform 105"/>
            <p:cNvSpPr/>
            <p:nvPr/>
          </p:nvSpPr>
          <p:spPr bwMode="auto">
            <a:xfrm>
              <a:off x="5739562" y="5778569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4"/>
                  </a:lnTo>
                  <a:lnTo>
                    <a:pt x="0" y="2207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39238346" name="Freeform 107"/>
            <p:cNvSpPr/>
            <p:nvPr/>
          </p:nvSpPr>
          <p:spPr bwMode="auto">
            <a:xfrm rot="0" flipH="0" flipV="0">
              <a:off x="6367938" y="4737120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341027" name="Freeform 108"/>
            <p:cNvSpPr/>
            <p:nvPr/>
          </p:nvSpPr>
          <p:spPr bwMode="auto">
            <a:xfrm>
              <a:off x="6425422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238072" name="Freeform 109"/>
            <p:cNvSpPr/>
            <p:nvPr/>
          </p:nvSpPr>
          <p:spPr bwMode="auto">
            <a:xfrm>
              <a:off x="6520628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1371038" name="Freeform 110"/>
            <p:cNvSpPr/>
            <p:nvPr/>
          </p:nvSpPr>
          <p:spPr bwMode="auto">
            <a:xfrm>
              <a:off x="6770529" y="478473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1906622" name="Freeform 112"/>
            <p:cNvSpPr/>
            <p:nvPr/>
          </p:nvSpPr>
          <p:spPr bwMode="auto">
            <a:xfrm rot="0" flipH="0" flipV="0">
              <a:off x="6367938" y="5233461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9986292" name="Freeform 113"/>
            <p:cNvSpPr/>
            <p:nvPr/>
          </p:nvSpPr>
          <p:spPr bwMode="auto">
            <a:xfrm>
              <a:off x="6425422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2515873" name="Freeform 114"/>
            <p:cNvSpPr/>
            <p:nvPr/>
          </p:nvSpPr>
          <p:spPr bwMode="auto">
            <a:xfrm>
              <a:off x="6520628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6328485" name="Freeform 115"/>
            <p:cNvSpPr/>
            <p:nvPr/>
          </p:nvSpPr>
          <p:spPr bwMode="auto">
            <a:xfrm>
              <a:off x="6770529" y="528107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78592" name="Freeform 117"/>
            <p:cNvSpPr/>
            <p:nvPr/>
          </p:nvSpPr>
          <p:spPr bwMode="auto">
            <a:xfrm rot="0" flipH="0" flipV="0">
              <a:off x="6367938" y="5730956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5396849" name="Freeform 118"/>
            <p:cNvSpPr/>
            <p:nvPr/>
          </p:nvSpPr>
          <p:spPr bwMode="auto">
            <a:xfrm>
              <a:off x="6425422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4466951" name="Freeform 119"/>
            <p:cNvSpPr/>
            <p:nvPr/>
          </p:nvSpPr>
          <p:spPr bwMode="auto">
            <a:xfrm>
              <a:off x="6520628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7558728" name="Freeform 120"/>
            <p:cNvSpPr/>
            <p:nvPr/>
          </p:nvSpPr>
          <p:spPr bwMode="auto">
            <a:xfrm>
              <a:off x="6770529" y="5778569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4"/>
                  </a:lnTo>
                  <a:lnTo>
                    <a:pt x="0" y="2207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7118598" name="Freeform 121"/>
            <p:cNvSpPr/>
            <p:nvPr/>
          </p:nvSpPr>
          <p:spPr bwMode="auto">
            <a:xfrm>
              <a:off x="8290842" y="4967838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5"/>
                  </a:lnTo>
                  <a:lnTo>
                    <a:pt x="0" y="1854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8919263" name="TextBox 122"/>
            <p:cNvSpPr txBox="1"/>
            <p:nvPr/>
          </p:nvSpPr>
          <p:spPr bwMode="auto">
            <a:xfrm flipH="0" flipV="0">
              <a:off x="1186385" y="17403"/>
              <a:ext cx="346827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2533964" name="TextBox 123"/>
            <p:cNvSpPr txBox="1"/>
            <p:nvPr/>
          </p:nvSpPr>
          <p:spPr bwMode="auto">
            <a:xfrm flipH="0" flipV="0">
              <a:off x="1186387" y="938135"/>
              <a:ext cx="347109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Purpose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7269298" name="TextBox 124"/>
            <p:cNvSpPr txBox="1"/>
            <p:nvPr/>
          </p:nvSpPr>
          <p:spPr bwMode="auto">
            <a:xfrm>
              <a:off x="6541677" y="394518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</a:t>
              </a:r>
              <a:endParaRPr/>
            </a:p>
          </p:txBody>
        </p:sp>
        <p:sp>
          <p:nvSpPr>
            <p:cNvPr id="1042852688" name="TextBox 125"/>
            <p:cNvSpPr txBox="1"/>
            <p:nvPr/>
          </p:nvSpPr>
          <p:spPr bwMode="auto">
            <a:xfrm>
              <a:off x="6526740" y="1337686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</a:t>
              </a:r>
              <a:endParaRPr/>
            </a:p>
          </p:txBody>
        </p:sp>
        <p:sp>
          <p:nvSpPr>
            <p:cNvPr id="2131525070" name="TextBox 126"/>
            <p:cNvSpPr txBox="1"/>
            <p:nvPr/>
          </p:nvSpPr>
          <p:spPr bwMode="auto">
            <a:xfrm flipH="0" flipV="0">
              <a:off x="1186385" y="1858412"/>
              <a:ext cx="3470291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 type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1629192" name="TextBox 127"/>
            <p:cNvSpPr txBox="1"/>
            <p:nvPr/>
          </p:nvSpPr>
          <p:spPr bwMode="auto">
            <a:xfrm>
              <a:off x="6526740" y="2258419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</a:t>
              </a:r>
              <a:endParaRPr/>
            </a:p>
          </p:txBody>
        </p:sp>
        <p:sp>
          <p:nvSpPr>
            <p:cNvPr id="1818277017" name="TextBox 128"/>
            <p:cNvSpPr txBox="1"/>
            <p:nvPr/>
          </p:nvSpPr>
          <p:spPr bwMode="auto">
            <a:xfrm flipH="0" flipV="0">
              <a:off x="1186385" y="2779148"/>
              <a:ext cx="346827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Accounts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0124017" name="TextBox 129"/>
            <p:cNvSpPr txBox="1"/>
            <p:nvPr/>
          </p:nvSpPr>
          <p:spPr bwMode="auto">
            <a:xfrm flipH="0" flipV="0">
              <a:off x="1186385" y="3773886"/>
              <a:ext cx="3470694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Chains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83457818" name="TextBox 130"/>
            <p:cNvSpPr txBox="1"/>
            <p:nvPr/>
          </p:nvSpPr>
          <p:spPr bwMode="auto">
            <a:xfrm>
              <a:off x="4637267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</a:t>
              </a:r>
              <a:endParaRPr/>
            </a:p>
          </p:txBody>
        </p:sp>
        <p:sp>
          <p:nvSpPr>
            <p:cNvPr id="196587746" name="TextBox 131"/>
            <p:cNvSpPr txBox="1"/>
            <p:nvPr/>
          </p:nvSpPr>
          <p:spPr bwMode="auto">
            <a:xfrm>
              <a:off x="5554278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</a:t>
              </a:r>
              <a:endParaRPr/>
            </a:p>
          </p:txBody>
        </p:sp>
        <p:sp>
          <p:nvSpPr>
            <p:cNvPr id="1352197921" name="TextBox 132"/>
            <p:cNvSpPr txBox="1"/>
            <p:nvPr/>
          </p:nvSpPr>
          <p:spPr bwMode="auto">
            <a:xfrm>
              <a:off x="6645996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m/84'/0'/2'/0</a:t>
              </a:r>
              <a:endParaRPr/>
            </a:p>
          </p:txBody>
        </p:sp>
        <p:sp>
          <p:nvSpPr>
            <p:cNvPr id="861447721" name="TextBox 133"/>
            <p:cNvSpPr txBox="1"/>
            <p:nvPr/>
          </p:nvSpPr>
          <p:spPr bwMode="auto">
            <a:xfrm>
              <a:off x="7563432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m/84'/0'/2'/1</a:t>
              </a:r>
              <a:endParaRPr/>
            </a:p>
          </p:txBody>
        </p:sp>
        <p:sp>
          <p:nvSpPr>
            <p:cNvPr id="1649054678" name="TextBox 134"/>
            <p:cNvSpPr txBox="1"/>
            <p:nvPr/>
          </p:nvSpPr>
          <p:spPr bwMode="auto">
            <a:xfrm>
              <a:off x="4653225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ext.</a:t>
              </a:r>
              <a:endParaRPr/>
            </a:p>
          </p:txBody>
        </p:sp>
        <p:sp>
          <p:nvSpPr>
            <p:cNvPr id="1732036172" name="TextBox 135"/>
            <p:cNvSpPr txBox="1"/>
            <p:nvPr/>
          </p:nvSpPr>
          <p:spPr bwMode="auto">
            <a:xfrm>
              <a:off x="5573314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int.</a:t>
              </a:r>
              <a:endParaRPr/>
            </a:p>
          </p:txBody>
        </p:sp>
        <p:sp>
          <p:nvSpPr>
            <p:cNvPr id="333489341" name="TextBox 136"/>
            <p:cNvSpPr txBox="1"/>
            <p:nvPr/>
          </p:nvSpPr>
          <p:spPr bwMode="auto">
            <a:xfrm>
              <a:off x="6645996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ext.</a:t>
              </a:r>
              <a:endParaRPr/>
            </a:p>
          </p:txBody>
        </p:sp>
        <p:sp>
          <p:nvSpPr>
            <p:cNvPr id="561321723" name="TextBox 137"/>
            <p:cNvSpPr txBox="1"/>
            <p:nvPr/>
          </p:nvSpPr>
          <p:spPr bwMode="auto">
            <a:xfrm>
              <a:off x="7566084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int.</a:t>
              </a:r>
              <a:endParaRPr/>
            </a:p>
          </p:txBody>
        </p:sp>
        <p:sp>
          <p:nvSpPr>
            <p:cNvPr id="1017904203" name="TextBox 138"/>
            <p:cNvSpPr txBox="1"/>
            <p:nvPr/>
          </p:nvSpPr>
          <p:spPr bwMode="auto">
            <a:xfrm flipH="0" flipV="0">
              <a:off x="1186385" y="5098982"/>
              <a:ext cx="3468679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46546740" name="TextBox 139"/>
            <p:cNvSpPr txBox="1"/>
            <p:nvPr/>
          </p:nvSpPr>
          <p:spPr bwMode="auto">
            <a:xfrm>
              <a:off x="5257328" y="5068244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m/84'/0'/1'/0/0</a:t>
              </a:r>
              <a:endParaRPr/>
            </a:p>
          </p:txBody>
        </p:sp>
        <p:sp>
          <p:nvSpPr>
            <p:cNvPr id="335057812" name="TextBox 140"/>
            <p:cNvSpPr txBox="1"/>
            <p:nvPr/>
          </p:nvSpPr>
          <p:spPr bwMode="auto">
            <a:xfrm>
              <a:off x="5257328" y="5564583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m/84'/0'/1'/0/1</a:t>
              </a:r>
              <a:endParaRPr/>
            </a:p>
          </p:txBody>
        </p:sp>
        <p:sp>
          <p:nvSpPr>
            <p:cNvPr id="982413720" name="TextBox 141"/>
            <p:cNvSpPr txBox="1"/>
            <p:nvPr/>
          </p:nvSpPr>
          <p:spPr bwMode="auto">
            <a:xfrm>
              <a:off x="5257328" y="6062079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m/84'/0'/1'/0/2</a:t>
              </a:r>
              <a:endParaRPr/>
            </a:p>
          </p:txBody>
        </p:sp>
        <p:sp>
          <p:nvSpPr>
            <p:cNvPr id="1736863545" name="TextBox 142"/>
            <p:cNvSpPr txBox="1"/>
            <p:nvPr/>
          </p:nvSpPr>
          <p:spPr bwMode="auto">
            <a:xfrm>
              <a:off x="6288294" y="5068244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m/84'/0'/1'/1/0</a:t>
              </a:r>
              <a:endParaRPr/>
            </a:p>
          </p:txBody>
        </p:sp>
        <p:sp>
          <p:nvSpPr>
            <p:cNvPr id="1913137487" name="TextBox 143"/>
            <p:cNvSpPr txBox="1"/>
            <p:nvPr/>
          </p:nvSpPr>
          <p:spPr bwMode="auto">
            <a:xfrm>
              <a:off x="6288294" y="5564583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m/84'/0'/1'/1/1</a:t>
              </a:r>
              <a:endParaRPr/>
            </a:p>
          </p:txBody>
        </p:sp>
        <p:sp>
          <p:nvSpPr>
            <p:cNvPr id="654430488" name="TextBox 144"/>
            <p:cNvSpPr txBox="1"/>
            <p:nvPr/>
          </p:nvSpPr>
          <p:spPr bwMode="auto">
            <a:xfrm>
              <a:off x="6288294" y="6062079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m/84'/0'/1'/1/2</a:t>
              </a:r>
              <a:endParaRPr/>
            </a:p>
          </p:txBody>
        </p:sp>
        <p:sp>
          <p:nvSpPr>
            <p:cNvPr id="1091944792" name="Freeform 145"/>
            <p:cNvSpPr/>
            <p:nvPr/>
          </p:nvSpPr>
          <p:spPr bwMode="auto">
            <a:xfrm>
              <a:off x="8290842" y="5232360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4"/>
                  </a:lnTo>
                  <a:lnTo>
                    <a:pt x="0" y="1854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6721923" name="Freeform 146"/>
            <p:cNvSpPr/>
            <p:nvPr/>
          </p:nvSpPr>
          <p:spPr bwMode="auto">
            <a:xfrm>
              <a:off x="8290842" y="5496753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5"/>
                  </a:lnTo>
                  <a:lnTo>
                    <a:pt x="0" y="1854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2481764" name="AutoShape 147"/>
            <p:cNvSpPr/>
            <p:nvPr/>
          </p:nvSpPr>
          <p:spPr bwMode="auto">
            <a:xfrm>
              <a:off x="5118368" y="4417866"/>
              <a:ext cx="0" cy="1486526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7676506" name="AutoShape 148"/>
            <p:cNvSpPr/>
            <p:nvPr/>
          </p:nvSpPr>
          <p:spPr bwMode="auto">
            <a:xfrm>
              <a:off x="5102934" y="5406898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8262628" name="AutoShape 149"/>
            <p:cNvSpPr/>
            <p:nvPr/>
          </p:nvSpPr>
          <p:spPr bwMode="auto">
            <a:xfrm>
              <a:off x="5102934" y="4895125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818036" name="AutoShape 150"/>
            <p:cNvSpPr/>
            <p:nvPr/>
          </p:nvSpPr>
          <p:spPr bwMode="auto">
            <a:xfrm>
              <a:off x="6132221" y="5892172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2635169" name="AutoShape 151"/>
            <p:cNvSpPr/>
            <p:nvPr/>
          </p:nvSpPr>
          <p:spPr bwMode="auto">
            <a:xfrm>
              <a:off x="6147180" y="4421079"/>
              <a:ext cx="0" cy="1486526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481623" name="AutoShape 152"/>
            <p:cNvSpPr/>
            <p:nvPr/>
          </p:nvSpPr>
          <p:spPr bwMode="auto">
            <a:xfrm>
              <a:off x="6131745" y="5410111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1379051" name="AutoShape 153"/>
            <p:cNvSpPr/>
            <p:nvPr/>
          </p:nvSpPr>
          <p:spPr bwMode="auto">
            <a:xfrm>
              <a:off x="6131745" y="4898338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765521" name="Freeform 154"/>
            <p:cNvSpPr/>
            <p:nvPr/>
          </p:nvSpPr>
          <p:spPr bwMode="auto">
            <a:xfrm rot="-8534550" flipH="1">
              <a:off x="0" y="2600505"/>
              <a:ext cx="994096" cy="355387"/>
            </a:xfrm>
            <a:custGeom>
              <a:avLst/>
              <a:gdLst/>
              <a:ahLst/>
              <a:cxnLst/>
              <a:rect l="l" t="t" r="r" b="b"/>
              <a:pathLst>
                <a:path w="994098" h="355390" fill="norm" stroke="1" extrusionOk="0">
                  <a:moveTo>
                    <a:pt x="994098" y="0"/>
                  </a:moveTo>
                  <a:lnTo>
                    <a:pt x="0" y="0"/>
                  </a:lnTo>
                  <a:lnTo>
                    <a:pt x="0" y="355391"/>
                  </a:lnTo>
                  <a:lnTo>
                    <a:pt x="994098" y="355391"/>
                  </a:lnTo>
                  <a:lnTo>
                    <a:pt x="994098" y="0"/>
                  </a:lnTo>
                  <a:close/>
                </a:path>
              </a:pathLst>
            </a:custGeom>
            <a:blipFill>
              <a:blip r:embed="rId5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951978" name="Freeform 51"/>
          <p:cNvSpPr/>
          <p:nvPr/>
        </p:nvSpPr>
        <p:spPr bwMode="auto">
          <a:xfrm>
            <a:off x="1544298" y="2393416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0"/>
                </a:moveTo>
                <a:lnTo>
                  <a:pt x="978866" y="0"/>
                </a:lnTo>
                <a:lnTo>
                  <a:pt x="978866" y="276529"/>
                </a:lnTo>
                <a:lnTo>
                  <a:pt x="0" y="2765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8043625" name="Freeform 52"/>
          <p:cNvSpPr/>
          <p:nvPr/>
        </p:nvSpPr>
        <p:spPr bwMode="auto">
          <a:xfrm rot="147169" flipH="1">
            <a:off x="9280476" y="5134743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29"/>
                </a:lnTo>
                <a:lnTo>
                  <a:pt x="978866" y="276529"/>
                </a:lnTo>
                <a:lnTo>
                  <a:pt x="97886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152046" name="Freeform 53"/>
          <p:cNvSpPr/>
          <p:nvPr/>
        </p:nvSpPr>
        <p:spPr bwMode="auto">
          <a:xfrm rot="-10253389" flipV="1">
            <a:off x="9026773" y="6227037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276530"/>
                </a:moveTo>
                <a:lnTo>
                  <a:pt x="978866" y="276530"/>
                </a:lnTo>
                <a:lnTo>
                  <a:pt x="978866" y="0"/>
                </a:lnTo>
                <a:lnTo>
                  <a:pt x="0" y="0"/>
                </a:lnTo>
                <a:lnTo>
                  <a:pt x="0" y="27653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814362" name="Freeform 54"/>
          <p:cNvSpPr/>
          <p:nvPr/>
        </p:nvSpPr>
        <p:spPr bwMode="auto">
          <a:xfrm rot="-10799952">
            <a:off x="9292749" y="1788431"/>
            <a:ext cx="477157" cy="2120711"/>
          </a:xfrm>
          <a:custGeom>
            <a:avLst/>
            <a:gdLst/>
            <a:ahLst/>
            <a:cxnLst/>
            <a:rect l="l" t="t" r="r" b="b"/>
            <a:pathLst>
              <a:path w="477160" h="2120713" fill="norm" stroke="1" extrusionOk="0">
                <a:moveTo>
                  <a:pt x="0" y="0"/>
                </a:moveTo>
                <a:lnTo>
                  <a:pt x="477160" y="0"/>
                </a:lnTo>
                <a:lnTo>
                  <a:pt x="477160" y="2120713"/>
                </a:lnTo>
                <a:lnTo>
                  <a:pt x="0" y="212071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3591785" name="TextBox 58"/>
          <p:cNvSpPr txBox="1"/>
          <p:nvPr/>
        </p:nvSpPr>
        <p:spPr bwMode="auto">
          <a:xfrm>
            <a:off x="489859" y="1458461"/>
            <a:ext cx="2078586" cy="585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UTXO digunakan untuk</a:t>
            </a:r>
            <a:endParaRPr lang="en-US" sz="16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2302"/>
              </a:lnSpc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siklus coinjoin</a:t>
            </a:r>
          </a:p>
        </p:txBody>
      </p:sp>
      <p:sp>
        <p:nvSpPr>
          <p:cNvPr id="1514942708" name="TextBox 59"/>
          <p:cNvSpPr txBox="1"/>
          <p:nvPr/>
        </p:nvSpPr>
        <p:spPr bwMode="auto">
          <a:xfrm>
            <a:off x="9677396" y="5742948"/>
            <a:ext cx="1922202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Biaya penambangan Tx0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95006706" name="TextBox 60"/>
          <p:cNvSpPr txBox="1"/>
          <p:nvPr/>
        </p:nvSpPr>
        <p:spPr bwMode="auto">
          <a:xfrm>
            <a:off x="9813530" y="2320421"/>
            <a:ext cx="1577880" cy="585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UTXO yang disamakan siap untuk pencampuran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11361273" name="TextBox 61"/>
          <p:cNvSpPr txBox="1"/>
          <p:nvPr/>
        </p:nvSpPr>
        <p:spPr bwMode="auto">
          <a:xfrm>
            <a:off x="9996424" y="4792111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Perubahan yang sangat besar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97669004" name="Freeform 62"/>
          <p:cNvSpPr/>
          <p:nvPr/>
        </p:nvSpPr>
        <p:spPr bwMode="auto">
          <a:xfrm rot="142735" flipH="1">
            <a:off x="9324096" y="4367828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30"/>
                </a:lnTo>
                <a:lnTo>
                  <a:pt x="978866" y="276530"/>
                </a:lnTo>
                <a:lnTo>
                  <a:pt x="978866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8275978" name="TextBox 63"/>
          <p:cNvSpPr txBox="1"/>
          <p:nvPr/>
        </p:nvSpPr>
        <p:spPr bwMode="auto">
          <a:xfrm>
            <a:off x="10021357" y="3921046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Biaya layanan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95949269" name="Rectangle: Rounded Corners 12"/>
          <p:cNvSpPr/>
          <p:nvPr/>
        </p:nvSpPr>
        <p:spPr bwMode="auto">
          <a:xfrm flipH="0" flipV="0">
            <a:off x="2897147" y="297655"/>
            <a:ext cx="6224475" cy="628165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28590035" name=""/>
          <p:cNvGrpSpPr/>
          <p:nvPr/>
        </p:nvGrpSpPr>
        <p:grpSpPr bwMode="auto">
          <a:xfrm>
            <a:off x="3101175" y="634185"/>
            <a:ext cx="5706140" cy="5748760"/>
            <a:chOff x="0" y="0"/>
            <a:chExt cx="5706140" cy="5748760"/>
          </a:xfrm>
        </p:grpSpPr>
        <p:sp>
          <p:nvSpPr>
            <p:cNvPr id="1501566873" name="AutoShape 32"/>
            <p:cNvSpPr/>
            <p:nvPr/>
          </p:nvSpPr>
          <p:spPr bwMode="auto">
            <a:xfrm>
              <a:off x="2853072" y="694500"/>
              <a:ext cx="0" cy="404648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1378411" name="TextBox 55"/>
            <p:cNvSpPr txBox="1"/>
            <p:nvPr/>
          </p:nvSpPr>
          <p:spPr bwMode="auto">
            <a:xfrm>
              <a:off x="16233" y="0"/>
              <a:ext cx="567475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5283482" name="TextBox 56"/>
            <p:cNvSpPr txBox="1"/>
            <p:nvPr/>
          </p:nvSpPr>
          <p:spPr bwMode="auto">
            <a:xfrm>
              <a:off x="155313" y="442775"/>
              <a:ext cx="203796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5663086" name="TextBox 57"/>
            <p:cNvSpPr txBox="1"/>
            <p:nvPr/>
          </p:nvSpPr>
          <p:spPr bwMode="auto">
            <a:xfrm>
              <a:off x="3492873" y="442775"/>
              <a:ext cx="203796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1513461909" name=""/>
            <p:cNvGrpSpPr/>
            <p:nvPr/>
          </p:nvGrpSpPr>
          <p:grpSpPr bwMode="auto">
            <a:xfrm>
              <a:off x="0" y="1116055"/>
              <a:ext cx="5706141" cy="4632705"/>
              <a:chOff x="0" y="0"/>
              <a:chExt cx="5706141" cy="4632705"/>
            </a:xfrm>
          </p:grpSpPr>
          <p:sp>
            <p:nvSpPr>
              <p:cNvPr id="1166447117" name="Freeform 30"/>
              <p:cNvSpPr/>
              <p:nvPr/>
            </p:nvSpPr>
            <p:spPr bwMode="auto">
              <a:xfrm rot="0" flipH="0" flipV="0">
                <a:off x="0" y="132495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56638858" name="TextBox 31"/>
              <p:cNvSpPr txBox="1"/>
              <p:nvPr/>
            </p:nvSpPr>
            <p:spPr bwMode="auto">
              <a:xfrm rot="0" flipH="0" flipV="0">
                <a:off x="0" y="0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38014811" name="Freeform 34"/>
              <p:cNvSpPr/>
              <p:nvPr/>
            </p:nvSpPr>
            <p:spPr bwMode="auto">
              <a:xfrm rot="0" flipH="0" flipV="0">
                <a:off x="3316829" y="132495"/>
                <a:ext cx="2389312" cy="493427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7" y="0"/>
                    </a:moveTo>
                    <a:lnTo>
                      <a:pt x="924177" y="0"/>
                    </a:lnTo>
                    <a:cubicBezTo>
                      <a:pt x="982949" y="0"/>
                      <a:pt x="1030593" y="47644"/>
                      <a:pt x="1030593" y="106417"/>
                    </a:cubicBezTo>
                    <a:lnTo>
                      <a:pt x="1030593" y="106417"/>
                    </a:lnTo>
                    <a:cubicBezTo>
                      <a:pt x="1030593" y="165189"/>
                      <a:pt x="982949" y="212833"/>
                      <a:pt x="924177" y="212833"/>
                    </a:cubicBezTo>
                    <a:lnTo>
                      <a:pt x="106417" y="212833"/>
                    </a:lnTo>
                    <a:cubicBezTo>
                      <a:pt x="47644" y="212833"/>
                      <a:pt x="0" y="165189"/>
                      <a:pt x="0" y="106417"/>
                    </a:cubicBezTo>
                    <a:lnTo>
                      <a:pt x="0" y="106417"/>
                    </a:lnTo>
                    <a:cubicBezTo>
                      <a:pt x="0" y="47644"/>
                      <a:pt x="47644" y="0"/>
                      <a:pt x="10641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365373124" name="TextBox 35"/>
              <p:cNvSpPr txBox="1"/>
              <p:nvPr/>
            </p:nvSpPr>
            <p:spPr bwMode="auto">
              <a:xfrm rot="0" flipH="0" flipV="0">
                <a:off x="3316829" y="0"/>
                <a:ext cx="2389312" cy="62592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7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6597715" name="Freeform 37"/>
              <p:cNvSpPr/>
              <p:nvPr/>
            </p:nvSpPr>
            <p:spPr bwMode="auto">
              <a:xfrm rot="0" flipH="0" flipV="0">
                <a:off x="3316829" y="860653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742368552" name="TextBox 38"/>
              <p:cNvSpPr txBox="1"/>
              <p:nvPr/>
            </p:nvSpPr>
            <p:spPr bwMode="auto">
              <a:xfrm rot="0" flipH="0" flipV="0">
                <a:off x="3316829" y="728158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00598727" name="Freeform 40"/>
              <p:cNvSpPr/>
              <p:nvPr/>
            </p:nvSpPr>
            <p:spPr bwMode="auto">
              <a:xfrm rot="0" flipH="0" flipV="0">
                <a:off x="3316829" y="1589431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75829258" name="TextBox 41"/>
              <p:cNvSpPr txBox="1"/>
              <p:nvPr/>
            </p:nvSpPr>
            <p:spPr bwMode="auto">
              <a:xfrm rot="0" flipH="0" flipV="0">
                <a:off x="3316829" y="1456935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326094574" name="Freeform 43"/>
              <p:cNvSpPr/>
              <p:nvPr/>
            </p:nvSpPr>
            <p:spPr bwMode="auto">
              <a:xfrm rot="0" flipH="0" flipV="0">
                <a:off x="3316829" y="2318206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08692257" name="TextBox 44"/>
              <p:cNvSpPr txBox="1"/>
              <p:nvPr/>
            </p:nvSpPr>
            <p:spPr bwMode="auto">
              <a:xfrm rot="0" flipH="0" flipV="0">
                <a:off x="3316829" y="2185710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85400514" name="Freeform 46"/>
              <p:cNvSpPr/>
              <p:nvPr/>
            </p:nvSpPr>
            <p:spPr bwMode="auto">
              <a:xfrm rot="0" flipH="0" flipV="0">
                <a:off x="3316829" y="3046981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40518244" name="TextBox 47"/>
              <p:cNvSpPr txBox="1"/>
              <p:nvPr/>
            </p:nvSpPr>
            <p:spPr bwMode="auto">
              <a:xfrm rot="0" flipH="0" flipV="0">
                <a:off x="3316829" y="2914485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009773823" name="Freeform 49"/>
              <p:cNvSpPr/>
              <p:nvPr/>
            </p:nvSpPr>
            <p:spPr bwMode="auto">
              <a:xfrm rot="0" flipH="0" flipV="0">
                <a:off x="3316829" y="4139277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52968636" name="TextBox 50"/>
              <p:cNvSpPr txBox="1"/>
              <p:nvPr/>
            </p:nvSpPr>
            <p:spPr bwMode="auto">
              <a:xfrm rot="0" flipH="0" flipV="0">
                <a:off x="3316829" y="4006782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5213195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81439" y="426155"/>
            <a:ext cx="11629121" cy="60056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44184516" name=""/>
          <p:cNvGrpSpPr/>
          <p:nvPr/>
        </p:nvGrpSpPr>
        <p:grpSpPr bwMode="auto">
          <a:xfrm>
            <a:off x="2420280" y="167859"/>
            <a:ext cx="7088369" cy="6480680"/>
            <a:chOff x="0" y="0"/>
            <a:chExt cx="7088369" cy="6480680"/>
          </a:xfrm>
        </p:grpSpPr>
        <p:sp>
          <p:nvSpPr>
            <p:cNvPr id="338651577" name="AutoShape 32"/>
            <p:cNvSpPr/>
            <p:nvPr/>
          </p:nvSpPr>
          <p:spPr bwMode="auto">
            <a:xfrm>
              <a:off x="3480361" y="1011256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579444" name="TextBox 51"/>
            <p:cNvSpPr txBox="1"/>
            <p:nvPr/>
          </p:nvSpPr>
          <p:spPr bwMode="auto">
            <a:xfrm>
              <a:off x="383058" y="265329"/>
              <a:ext cx="6195685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79987352" name="TextBox 52"/>
            <p:cNvSpPr txBox="1"/>
            <p:nvPr/>
          </p:nvSpPr>
          <p:spPr bwMode="auto">
            <a:xfrm>
              <a:off x="557726" y="748758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7986004" name="TextBox 53"/>
            <p:cNvSpPr txBox="1"/>
            <p:nvPr/>
          </p:nvSpPr>
          <p:spPr bwMode="auto">
            <a:xfrm>
              <a:off x="4178904" y="748758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8226544" name="Rectangle: Rounded Corners 12"/>
            <p:cNvSpPr/>
            <p:nvPr/>
          </p:nvSpPr>
          <p:spPr bwMode="auto">
            <a:xfrm>
              <a:off x="0" y="0"/>
              <a:ext cx="7088370" cy="575930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72336976" name=""/>
            <p:cNvGrpSpPr/>
            <p:nvPr/>
          </p:nvGrpSpPr>
          <p:grpSpPr bwMode="auto">
            <a:xfrm>
              <a:off x="365332" y="1472931"/>
              <a:ext cx="6230050" cy="5007749"/>
              <a:chOff x="0" y="0"/>
              <a:chExt cx="6230050" cy="5007749"/>
            </a:xfrm>
          </p:grpSpPr>
          <p:sp>
            <p:nvSpPr>
              <p:cNvPr id="2103758371" name="Freeform 30"/>
              <p:cNvSpPr/>
              <p:nvPr/>
            </p:nvSpPr>
            <p:spPr bwMode="auto">
              <a:xfrm rot="0" flipH="0" flipV="0">
                <a:off x="0" y="168765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85417513" name="TextBox 31"/>
              <p:cNvSpPr txBox="1"/>
              <p:nvPr/>
            </p:nvSpPr>
            <p:spPr bwMode="auto">
              <a:xfrm rot="0" flipH="0" flipV="0">
                <a:off x="0" y="0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2916101" name="Freeform 34"/>
              <p:cNvSpPr/>
              <p:nvPr/>
            </p:nvSpPr>
            <p:spPr bwMode="auto">
              <a:xfrm rot="0" flipH="0" flipV="0">
                <a:off x="3621363" y="168765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67657"/>
                      <a:pt x="985417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74142" y="212833"/>
                      <a:pt x="48477" y="202202"/>
                      <a:pt x="29554" y="183279"/>
                    </a:cubicBezTo>
                    <a:cubicBezTo>
                      <a:pt x="10631" y="164356"/>
                      <a:pt x="0" y="138691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5925773" name="TextBox 35"/>
              <p:cNvSpPr txBox="1"/>
              <p:nvPr/>
            </p:nvSpPr>
            <p:spPr bwMode="auto">
              <a:xfrm rot="0" flipH="0" flipV="0">
                <a:off x="3621363" y="0"/>
                <a:ext cx="2608687" cy="70750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7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44109531" name="Freeform 37"/>
              <p:cNvSpPr/>
              <p:nvPr/>
            </p:nvSpPr>
            <p:spPr bwMode="auto">
              <a:xfrm rot="0" flipH="0" flipV="0">
                <a:off x="3621363" y="963778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3054402" name="TextBox 38"/>
              <p:cNvSpPr txBox="1"/>
              <p:nvPr/>
            </p:nvSpPr>
            <p:spPr bwMode="auto">
              <a:xfrm rot="0" flipH="0" flipV="0">
                <a:off x="3621363" y="795013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48135707" name="Freeform 40"/>
              <p:cNvSpPr/>
              <p:nvPr/>
            </p:nvSpPr>
            <p:spPr bwMode="auto">
              <a:xfrm rot="0" flipH="0" flipV="0">
                <a:off x="3621363" y="1759469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72473593" name="TextBox 41"/>
              <p:cNvSpPr txBox="1"/>
              <p:nvPr/>
            </p:nvSpPr>
            <p:spPr bwMode="auto">
              <a:xfrm rot="0" flipH="0" flipV="0">
                <a:off x="3621363" y="1590703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73366778" name="Freeform 43"/>
              <p:cNvSpPr/>
              <p:nvPr/>
            </p:nvSpPr>
            <p:spPr bwMode="auto">
              <a:xfrm rot="0" flipH="0" flipV="0">
                <a:off x="3621363" y="2555158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04781190" name="TextBox 44"/>
              <p:cNvSpPr txBox="1"/>
              <p:nvPr/>
            </p:nvSpPr>
            <p:spPr bwMode="auto">
              <a:xfrm rot="0" flipH="0" flipV="0">
                <a:off x="3621363" y="2386392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10045538" name="Freeform 46"/>
              <p:cNvSpPr/>
              <p:nvPr/>
            </p:nvSpPr>
            <p:spPr bwMode="auto">
              <a:xfrm rot="0" flipH="0" flipV="0">
                <a:off x="3621363" y="3350847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91208606" name="TextBox 47"/>
              <p:cNvSpPr txBox="1"/>
              <p:nvPr/>
            </p:nvSpPr>
            <p:spPr bwMode="auto">
              <a:xfrm rot="0" flipH="0" flipV="0">
                <a:off x="3621363" y="3182081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46275293" name="Freeform 49"/>
              <p:cNvSpPr/>
              <p:nvPr/>
            </p:nvSpPr>
            <p:spPr bwMode="auto">
              <a:xfrm rot="0" flipH="0" flipV="0">
                <a:off x="3621363" y="4469017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9421036" name="TextBox 50"/>
              <p:cNvSpPr txBox="1"/>
              <p:nvPr/>
            </p:nvSpPr>
            <p:spPr bwMode="auto">
              <a:xfrm rot="0" flipH="0" flipV="0">
                <a:off x="3621363" y="4300250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94898645" name="AutoShape 54"/>
              <p:cNvSpPr/>
              <p:nvPr/>
            </p:nvSpPr>
            <p:spPr bwMode="auto">
              <a:xfrm>
                <a:off x="2608689" y="412615"/>
                <a:ext cx="1012673" cy="3182079"/>
              </a:xfrm>
              <a:prstGeom prst="line">
                <a:avLst/>
              </a:prstGeom>
              <a:grpFill/>
              <a:ln w="38100" cap="flat">
                <a:solidFill>
                  <a:srgbClr val="FF5C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61289611" name=""/>
          <p:cNvGrpSpPr/>
          <p:nvPr/>
        </p:nvGrpSpPr>
        <p:grpSpPr bwMode="auto">
          <a:xfrm>
            <a:off x="273618" y="343341"/>
            <a:ext cx="11562904" cy="6189717"/>
            <a:chOff x="0" y="0"/>
            <a:chExt cx="11562904" cy="6189717"/>
          </a:xfrm>
        </p:grpSpPr>
        <p:sp>
          <p:nvSpPr>
            <p:cNvPr id="1507841979" name="AutoShape 32"/>
            <p:cNvSpPr/>
            <p:nvPr/>
          </p:nvSpPr>
          <p:spPr bwMode="auto">
            <a:xfrm>
              <a:off x="2605793" y="1229562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4949217" name="TextBox 42"/>
            <p:cNvSpPr txBox="1"/>
            <p:nvPr/>
          </p:nvSpPr>
          <p:spPr bwMode="auto">
            <a:xfrm>
              <a:off x="150103" y="377802"/>
              <a:ext cx="4912458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4852008" name="TextBox 43"/>
            <p:cNvSpPr txBox="1"/>
            <p:nvPr/>
          </p:nvSpPr>
          <p:spPr bwMode="auto">
            <a:xfrm>
              <a:off x="235608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2492470" name="TextBox 44"/>
            <p:cNvSpPr txBox="1"/>
            <p:nvPr/>
          </p:nvSpPr>
          <p:spPr bwMode="auto">
            <a:xfrm>
              <a:off x="2748668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9477362" name="AutoShape 54"/>
            <p:cNvSpPr/>
            <p:nvPr/>
          </p:nvSpPr>
          <p:spPr bwMode="auto">
            <a:xfrm>
              <a:off x="8931358" y="1229562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4643190" name="TextBox 64"/>
            <p:cNvSpPr txBox="1"/>
            <p:nvPr/>
          </p:nvSpPr>
          <p:spPr bwMode="auto">
            <a:xfrm>
              <a:off x="6475668" y="377802"/>
              <a:ext cx="4912458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31088392" name="TextBox 65"/>
            <p:cNvSpPr txBox="1"/>
            <p:nvPr/>
          </p:nvSpPr>
          <p:spPr bwMode="auto">
            <a:xfrm>
              <a:off x="6561173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8873443" name="TextBox 66"/>
            <p:cNvSpPr txBox="1"/>
            <p:nvPr/>
          </p:nvSpPr>
          <p:spPr bwMode="auto">
            <a:xfrm>
              <a:off x="9074233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0786967" name="AutoShape 73"/>
            <p:cNvSpPr/>
            <p:nvPr/>
          </p:nvSpPr>
          <p:spPr bwMode="auto">
            <a:xfrm>
              <a:off x="4893648" y="2889572"/>
              <a:ext cx="1752579" cy="795349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41703803" name="Rectangle: Rounded Corners 12"/>
            <p:cNvSpPr/>
            <p:nvPr/>
          </p:nvSpPr>
          <p:spPr bwMode="auto">
            <a:xfrm>
              <a:off x="0" y="0"/>
              <a:ext cx="5303635" cy="61897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06355675" name="Rectangle: Rounded Corners 12"/>
            <p:cNvSpPr/>
            <p:nvPr/>
          </p:nvSpPr>
          <p:spPr bwMode="auto">
            <a:xfrm>
              <a:off x="6354723" y="0"/>
              <a:ext cx="5208181" cy="61897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136818992" name=""/>
            <p:cNvGrpSpPr/>
            <p:nvPr/>
          </p:nvGrpSpPr>
          <p:grpSpPr bwMode="auto">
            <a:xfrm>
              <a:off x="6642648" y="1689824"/>
              <a:ext cx="4580141" cy="3846204"/>
              <a:chOff x="0" y="0"/>
              <a:chExt cx="4580141" cy="3846204"/>
            </a:xfrm>
          </p:grpSpPr>
          <p:sp>
            <p:nvSpPr>
              <p:cNvPr id="803655936" name="Freeform 56"/>
              <p:cNvSpPr/>
              <p:nvPr/>
            </p:nvSpPr>
            <p:spPr bwMode="auto">
              <a:xfrm rot="0" flipH="0" flipV="0">
                <a:off x="2514089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4127163" name="TextBox 57"/>
              <p:cNvSpPr txBox="1"/>
              <p:nvPr/>
            </p:nvSpPr>
            <p:spPr bwMode="auto">
              <a:xfrm rot="0" flipH="0" flipV="0">
                <a:off x="2514089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84680774" name="Freeform 59"/>
              <p:cNvSpPr/>
              <p:nvPr/>
            </p:nvSpPr>
            <p:spPr bwMode="auto">
              <a:xfrm rot="0" flipH="0" flipV="0">
                <a:off x="2514089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70203025" name="TextBox 60"/>
              <p:cNvSpPr txBox="1"/>
              <p:nvPr/>
            </p:nvSpPr>
            <p:spPr bwMode="auto">
              <a:xfrm rot="0" flipH="0" flipV="0">
                <a:off x="2514089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7580712" name="Freeform 62"/>
              <p:cNvSpPr/>
              <p:nvPr/>
            </p:nvSpPr>
            <p:spPr bwMode="auto">
              <a:xfrm rot="0" flipH="0" flipV="0">
                <a:off x="2514089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5978442" name="TextBox 63"/>
              <p:cNvSpPr txBox="1"/>
              <p:nvPr/>
            </p:nvSpPr>
            <p:spPr bwMode="auto">
              <a:xfrm rot="0" flipH="0" flipV="0">
                <a:off x="2514089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45512452" name="Freeform 68"/>
              <p:cNvSpPr/>
              <p:nvPr/>
            </p:nvSpPr>
            <p:spPr bwMode="auto">
              <a:xfrm rot="0" flipH="0" flipV="0">
                <a:off x="2514089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48157072" name="TextBox 69"/>
              <p:cNvSpPr txBox="1"/>
              <p:nvPr/>
            </p:nvSpPr>
            <p:spPr bwMode="auto">
              <a:xfrm rot="0" flipH="0" flipV="0">
                <a:off x="2514089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98957721" name="Freeform 71"/>
              <p:cNvSpPr/>
              <p:nvPr/>
            </p:nvSpPr>
            <p:spPr bwMode="auto">
              <a:xfrm rot="0" flipH="0" flipV="0">
                <a:off x="2510509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2442838" name="TextBox 72"/>
              <p:cNvSpPr txBox="1"/>
              <p:nvPr/>
            </p:nvSpPr>
            <p:spPr bwMode="auto">
              <a:xfrm rot="0" flipH="0" flipV="0">
                <a:off x="2510509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6780452" name="Freeform 75"/>
              <p:cNvSpPr/>
              <p:nvPr/>
            </p:nvSpPr>
            <p:spPr bwMode="auto">
              <a:xfrm rot="0" flipH="0" flipV="0">
                <a:off x="3580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30039869" name="TextBox 76"/>
              <p:cNvSpPr txBox="1"/>
              <p:nvPr/>
            </p:nvSpPr>
            <p:spPr bwMode="auto">
              <a:xfrm rot="0" flipH="0" flipV="0">
                <a:off x="3580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89967182" name="Freeform 78"/>
              <p:cNvSpPr/>
              <p:nvPr/>
            </p:nvSpPr>
            <p:spPr bwMode="auto">
              <a:xfrm rot="0" flipH="0" flipV="0">
                <a:off x="3580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4408258" name="TextBox 79"/>
              <p:cNvSpPr txBox="1"/>
              <p:nvPr/>
            </p:nvSpPr>
            <p:spPr bwMode="auto">
              <a:xfrm rot="0" flipH="0" flipV="0">
                <a:off x="3580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5812402" name="Freeform 81"/>
              <p:cNvSpPr/>
              <p:nvPr/>
            </p:nvSpPr>
            <p:spPr bwMode="auto">
              <a:xfrm rot="0" flipH="0" flipV="0">
                <a:off x="3580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7376770" name="TextBox 82"/>
              <p:cNvSpPr txBox="1"/>
              <p:nvPr/>
            </p:nvSpPr>
            <p:spPr bwMode="auto">
              <a:xfrm rot="0" flipH="0" flipV="0">
                <a:off x="3580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9237153" name="Freeform 84"/>
              <p:cNvSpPr/>
              <p:nvPr/>
            </p:nvSpPr>
            <p:spPr bwMode="auto">
              <a:xfrm rot="0" flipH="0" flipV="0">
                <a:off x="3580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6832117" name="TextBox 85"/>
              <p:cNvSpPr txBox="1"/>
              <p:nvPr/>
            </p:nvSpPr>
            <p:spPr bwMode="auto">
              <a:xfrm rot="0" flipH="0" flipV="0">
                <a:off x="3580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6342043" name="Freeform 87"/>
              <p:cNvSpPr/>
              <p:nvPr/>
            </p:nvSpPr>
            <p:spPr bwMode="auto">
              <a:xfrm rot="0" flipH="0" flipV="0">
                <a:off x="0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17650220" name="TextBox 88"/>
              <p:cNvSpPr txBox="1"/>
              <p:nvPr/>
            </p:nvSpPr>
            <p:spPr bwMode="auto">
              <a:xfrm rot="0" flipH="0" flipV="0">
                <a:off x="0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737441970" name=""/>
            <p:cNvGrpSpPr/>
            <p:nvPr/>
          </p:nvGrpSpPr>
          <p:grpSpPr bwMode="auto">
            <a:xfrm>
              <a:off x="314531" y="1689824"/>
              <a:ext cx="4582692" cy="3846204"/>
              <a:chOff x="0" y="0"/>
              <a:chExt cx="4582692" cy="3846204"/>
            </a:xfrm>
          </p:grpSpPr>
          <p:sp>
            <p:nvSpPr>
              <p:cNvPr id="1783667981" name="Freeform 30"/>
              <p:cNvSpPr/>
              <p:nvPr/>
            </p:nvSpPr>
            <p:spPr bwMode="auto">
              <a:xfrm rot="0" flipH="0" flipV="0">
                <a:off x="0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04729750" name="TextBox 31"/>
              <p:cNvSpPr txBox="1"/>
              <p:nvPr/>
            </p:nvSpPr>
            <p:spPr bwMode="auto">
              <a:xfrm rot="0" flipH="0" flipV="0">
                <a:off x="0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90780063" name="Freeform 34"/>
              <p:cNvSpPr/>
              <p:nvPr/>
            </p:nvSpPr>
            <p:spPr bwMode="auto">
              <a:xfrm rot="0" flipH="0" flipV="0">
                <a:off x="2516641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67274477" name="TextBox 35"/>
              <p:cNvSpPr txBox="1"/>
              <p:nvPr/>
            </p:nvSpPr>
            <p:spPr bwMode="auto">
              <a:xfrm rot="0" flipH="0" flipV="0">
                <a:off x="2516641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87310600" name="Freeform 37"/>
              <p:cNvSpPr/>
              <p:nvPr/>
            </p:nvSpPr>
            <p:spPr bwMode="auto">
              <a:xfrm rot="0" flipH="0" flipV="0">
                <a:off x="2516641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4387698" name="TextBox 38"/>
              <p:cNvSpPr txBox="1"/>
              <p:nvPr/>
            </p:nvSpPr>
            <p:spPr bwMode="auto">
              <a:xfrm rot="0" flipH="0" flipV="0">
                <a:off x="2516641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1363378" name="Freeform 40"/>
              <p:cNvSpPr/>
              <p:nvPr/>
            </p:nvSpPr>
            <p:spPr bwMode="auto">
              <a:xfrm rot="0" flipH="0" flipV="0">
                <a:off x="2516641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0444752" name="TextBox 41"/>
              <p:cNvSpPr txBox="1"/>
              <p:nvPr/>
            </p:nvSpPr>
            <p:spPr bwMode="auto">
              <a:xfrm rot="0" flipH="0" flipV="0">
                <a:off x="2516641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84168247" name="Freeform 46"/>
              <p:cNvSpPr/>
              <p:nvPr/>
            </p:nvSpPr>
            <p:spPr bwMode="auto">
              <a:xfrm rot="0" flipH="0" flipV="0">
                <a:off x="2516641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28753284" name="TextBox 47"/>
              <p:cNvSpPr txBox="1"/>
              <p:nvPr/>
            </p:nvSpPr>
            <p:spPr bwMode="auto">
              <a:xfrm rot="0" flipH="0" flipV="0">
                <a:off x="2516641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90731835" name="Freeform 49"/>
              <p:cNvSpPr/>
              <p:nvPr/>
            </p:nvSpPr>
            <p:spPr bwMode="auto">
              <a:xfrm rot="0" flipH="0" flipV="0">
                <a:off x="2513059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30139543" name="TextBox 50"/>
              <p:cNvSpPr txBox="1"/>
              <p:nvPr/>
            </p:nvSpPr>
            <p:spPr bwMode="auto">
              <a:xfrm rot="0" flipH="0" flipV="0">
                <a:off x="2513059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72887699" name=""/>
          <p:cNvGrpSpPr/>
          <p:nvPr/>
        </p:nvGrpSpPr>
        <p:grpSpPr bwMode="auto">
          <a:xfrm>
            <a:off x="1639408" y="343341"/>
            <a:ext cx="9520119" cy="6258611"/>
            <a:chOff x="0" y="0"/>
            <a:chExt cx="9520119" cy="6258611"/>
          </a:xfrm>
        </p:grpSpPr>
        <p:sp>
          <p:nvSpPr>
            <p:cNvPr id="2026958844" name="Freeform 29"/>
            <p:cNvSpPr/>
            <p:nvPr/>
          </p:nvSpPr>
          <p:spPr bwMode="auto">
            <a:xfrm>
              <a:off x="344023" y="1953285"/>
              <a:ext cx="499774" cy="499774"/>
            </a:xfrm>
            <a:custGeom>
              <a:avLst/>
              <a:gdLst/>
              <a:ahLst/>
              <a:cxnLst/>
              <a:rect l="l" t="t" r="r" b="b"/>
              <a:pathLst>
                <a:path w="499776" h="499776" fill="norm" stroke="1" extrusionOk="0">
                  <a:moveTo>
                    <a:pt x="0" y="0"/>
                  </a:moveTo>
                  <a:lnTo>
                    <a:pt x="499775" y="0"/>
                  </a:lnTo>
                  <a:lnTo>
                    <a:pt x="499775" y="499776"/>
                  </a:lnTo>
                  <a:lnTo>
                    <a:pt x="0" y="4997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130662" name="Freeform 30"/>
            <p:cNvSpPr/>
            <p:nvPr/>
          </p:nvSpPr>
          <p:spPr bwMode="auto">
            <a:xfrm>
              <a:off x="2086123" y="1323202"/>
              <a:ext cx="709803" cy="709803"/>
            </a:xfrm>
            <a:custGeom>
              <a:avLst/>
              <a:gdLst/>
              <a:ahLst/>
              <a:cxnLst/>
              <a:rect l="l" t="t" r="r" b="b"/>
              <a:pathLst>
                <a:path w="709803" h="709803" fill="norm" stroke="1" extrusionOk="0">
                  <a:moveTo>
                    <a:pt x="0" y="0"/>
                  </a:moveTo>
                  <a:lnTo>
                    <a:pt x="709804" y="0"/>
                  </a:lnTo>
                  <a:lnTo>
                    <a:pt x="709804" y="709803"/>
                  </a:lnTo>
                  <a:lnTo>
                    <a:pt x="0" y="7098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8999213" name="Freeform 31"/>
            <p:cNvSpPr/>
            <p:nvPr/>
          </p:nvSpPr>
          <p:spPr bwMode="auto">
            <a:xfrm>
              <a:off x="1275230" y="2868741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40" y="0"/>
                  </a:lnTo>
                  <a:lnTo>
                    <a:pt x="400940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1513376" name="Freeform 32"/>
            <p:cNvSpPr/>
            <p:nvPr/>
          </p:nvSpPr>
          <p:spPr bwMode="auto">
            <a:xfrm>
              <a:off x="344023" y="3069211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3469939" name="TextBox 36"/>
            <p:cNvSpPr txBox="1"/>
            <p:nvPr/>
          </p:nvSpPr>
          <p:spPr bwMode="auto">
            <a:xfrm>
              <a:off x="0" y="4037297"/>
              <a:ext cx="3051675" cy="4127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4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postmix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3048371" name="Freeform 37"/>
            <p:cNvSpPr/>
            <p:nvPr/>
          </p:nvSpPr>
          <p:spPr bwMode="auto">
            <a:xfrm>
              <a:off x="1612400" y="1122640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0339409" name="Freeform 38"/>
            <p:cNvSpPr/>
            <p:nvPr/>
          </p:nvSpPr>
          <p:spPr bwMode="auto">
            <a:xfrm>
              <a:off x="993112" y="1383936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787082" name="Freeform 39"/>
            <p:cNvSpPr/>
            <p:nvPr/>
          </p:nvSpPr>
          <p:spPr bwMode="auto">
            <a:xfrm>
              <a:off x="143554" y="4924247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056251" name="Freeform 40"/>
            <p:cNvSpPr/>
            <p:nvPr/>
          </p:nvSpPr>
          <p:spPr bwMode="auto">
            <a:xfrm>
              <a:off x="2158907" y="5317512"/>
              <a:ext cx="564237" cy="564237"/>
            </a:xfrm>
            <a:custGeom>
              <a:avLst/>
              <a:gdLst/>
              <a:ahLst/>
              <a:cxnLst/>
              <a:rect l="l" t="t" r="r" b="b"/>
              <a:pathLst>
                <a:path w="564237" h="564237" fill="norm" stroke="1" extrusionOk="0">
                  <a:moveTo>
                    <a:pt x="0" y="0"/>
                  </a:moveTo>
                  <a:lnTo>
                    <a:pt x="564236" y="0"/>
                  </a:lnTo>
                  <a:lnTo>
                    <a:pt x="564236" y="564236"/>
                  </a:lnTo>
                  <a:lnTo>
                    <a:pt x="0" y="5642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6164814" name="Freeform 41"/>
            <p:cNvSpPr/>
            <p:nvPr/>
          </p:nvSpPr>
          <p:spPr bwMode="auto">
            <a:xfrm>
              <a:off x="1394050" y="4632183"/>
              <a:ext cx="499774" cy="499774"/>
            </a:xfrm>
            <a:custGeom>
              <a:avLst/>
              <a:gdLst/>
              <a:ahLst/>
              <a:cxnLst/>
              <a:rect l="l" t="t" r="r" b="b"/>
              <a:pathLst>
                <a:path w="499776" h="499776" fill="norm" stroke="1" extrusionOk="0">
                  <a:moveTo>
                    <a:pt x="0" y="0"/>
                  </a:moveTo>
                  <a:lnTo>
                    <a:pt x="499776" y="0"/>
                  </a:lnTo>
                  <a:lnTo>
                    <a:pt x="499776" y="499775"/>
                  </a:lnTo>
                  <a:lnTo>
                    <a:pt x="0" y="4997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3992811" name="Freeform 42"/>
            <p:cNvSpPr/>
            <p:nvPr/>
          </p:nvSpPr>
          <p:spPr bwMode="auto">
            <a:xfrm>
              <a:off x="1330283" y="1981570"/>
              <a:ext cx="564237" cy="564237"/>
            </a:xfrm>
            <a:custGeom>
              <a:avLst/>
              <a:gdLst/>
              <a:ahLst/>
              <a:cxnLst/>
              <a:rect l="l" t="t" r="r" b="b"/>
              <a:pathLst>
                <a:path w="564237" h="564237" fill="norm" stroke="1" extrusionOk="0">
                  <a:moveTo>
                    <a:pt x="0" y="0"/>
                  </a:moveTo>
                  <a:lnTo>
                    <a:pt x="564236" y="0"/>
                  </a:lnTo>
                  <a:lnTo>
                    <a:pt x="564236" y="564237"/>
                  </a:lnTo>
                  <a:lnTo>
                    <a:pt x="0" y="5642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6701924" name="Freeform 43"/>
            <p:cNvSpPr/>
            <p:nvPr/>
          </p:nvSpPr>
          <p:spPr bwMode="auto">
            <a:xfrm>
              <a:off x="2158907" y="2263689"/>
              <a:ext cx="709803" cy="709803"/>
            </a:xfrm>
            <a:custGeom>
              <a:avLst/>
              <a:gdLst/>
              <a:ahLst/>
              <a:cxnLst/>
              <a:rect l="l" t="t" r="r" b="b"/>
              <a:pathLst>
                <a:path w="709803" h="709803" fill="norm" stroke="1" extrusionOk="0">
                  <a:moveTo>
                    <a:pt x="0" y="0"/>
                  </a:moveTo>
                  <a:lnTo>
                    <a:pt x="709803" y="0"/>
                  </a:lnTo>
                  <a:lnTo>
                    <a:pt x="709803" y="709803"/>
                  </a:lnTo>
                  <a:lnTo>
                    <a:pt x="0" y="7098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791866" name="Freeform 44"/>
            <p:cNvSpPr/>
            <p:nvPr/>
          </p:nvSpPr>
          <p:spPr bwMode="auto">
            <a:xfrm>
              <a:off x="344023" y="1236535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5540314" name="AutoShape 45"/>
            <p:cNvSpPr/>
            <p:nvPr/>
          </p:nvSpPr>
          <p:spPr bwMode="auto">
            <a:xfrm flipV="1">
              <a:off x="1893827" y="2921170"/>
              <a:ext cx="3699248" cy="183681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9085614" name="AutoShape 46"/>
            <p:cNvSpPr/>
            <p:nvPr/>
          </p:nvSpPr>
          <p:spPr bwMode="auto">
            <a:xfrm>
              <a:off x="1676169" y="3125700"/>
              <a:ext cx="3917020" cy="110373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7736860" name="AutoShape 47"/>
            <p:cNvSpPr/>
            <p:nvPr/>
          </p:nvSpPr>
          <p:spPr bwMode="auto">
            <a:xfrm flipV="1">
              <a:off x="2723143" y="3575305"/>
              <a:ext cx="2870046" cy="184314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0949169" name="Freeform 52"/>
            <p:cNvSpPr/>
            <p:nvPr/>
          </p:nvSpPr>
          <p:spPr bwMode="auto">
            <a:xfrm rot="0" flipH="0" flipV="0">
              <a:off x="5593075" y="2023824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3034671" name="TextBox 53"/>
            <p:cNvSpPr txBox="1"/>
            <p:nvPr/>
          </p:nvSpPr>
          <p:spPr bwMode="auto">
            <a:xfrm rot="0" flipH="0" flipV="0">
              <a:off x="5593075" y="1958517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114968105" name="AutoShape 54"/>
            <p:cNvSpPr/>
            <p:nvPr/>
          </p:nvSpPr>
          <p:spPr bwMode="auto">
            <a:xfrm>
              <a:off x="7414947" y="1614156"/>
              <a:ext cx="0" cy="351262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828256" name="Freeform 56"/>
            <p:cNvSpPr/>
            <p:nvPr/>
          </p:nvSpPr>
          <p:spPr bwMode="auto">
            <a:xfrm rot="0" flipH="0" flipV="0">
              <a:off x="5593075" y="267795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2596276" name="TextBox 57"/>
            <p:cNvSpPr txBox="1"/>
            <p:nvPr/>
          </p:nvSpPr>
          <p:spPr bwMode="auto">
            <a:xfrm rot="0" flipH="0" flipV="0">
              <a:off x="5593075" y="2612649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638828842" name="Freeform 59"/>
            <p:cNvSpPr/>
            <p:nvPr/>
          </p:nvSpPr>
          <p:spPr bwMode="auto">
            <a:xfrm rot="0" flipH="0" flipV="0">
              <a:off x="5593189" y="3332093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6872168" name="TextBox 60"/>
            <p:cNvSpPr txBox="1"/>
            <p:nvPr/>
          </p:nvSpPr>
          <p:spPr bwMode="auto">
            <a:xfrm rot="0" flipH="0" flipV="0">
              <a:off x="5593189" y="3266785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790441693" name="Freeform 62"/>
            <p:cNvSpPr/>
            <p:nvPr/>
          </p:nvSpPr>
          <p:spPr bwMode="auto">
            <a:xfrm rot="0" flipH="0" flipV="0">
              <a:off x="5593189" y="398622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3461865" name="TextBox 63"/>
            <p:cNvSpPr txBox="1"/>
            <p:nvPr/>
          </p:nvSpPr>
          <p:spPr bwMode="auto">
            <a:xfrm rot="0" flipH="0" flipV="0">
              <a:off x="5593189" y="3920922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351204473" name="Freeform 65"/>
            <p:cNvSpPr/>
            <p:nvPr/>
          </p:nvSpPr>
          <p:spPr bwMode="auto">
            <a:xfrm rot="0" flipH="0" flipV="0">
              <a:off x="7818927" y="2023824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9946" name="TextBox 66"/>
            <p:cNvSpPr txBox="1"/>
            <p:nvPr/>
          </p:nvSpPr>
          <p:spPr bwMode="auto">
            <a:xfrm rot="0" flipH="0" flipV="0">
              <a:off x="7818927" y="1958517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939480827" name="Freeform 68"/>
            <p:cNvSpPr/>
            <p:nvPr/>
          </p:nvSpPr>
          <p:spPr bwMode="auto">
            <a:xfrm rot="0" flipH="0" flipV="0">
              <a:off x="7818927" y="267795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7333550" name="TextBox 69"/>
            <p:cNvSpPr txBox="1"/>
            <p:nvPr/>
          </p:nvSpPr>
          <p:spPr bwMode="auto">
            <a:xfrm rot="0" flipH="0" flipV="0">
              <a:off x="7818927" y="2612649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693038257" name="AutoShape 70"/>
            <p:cNvSpPr/>
            <p:nvPr/>
          </p:nvSpPr>
          <p:spPr bwMode="auto">
            <a:xfrm>
              <a:off x="2795927" y="1744413"/>
              <a:ext cx="2797148" cy="52262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0247064" name="Freeform 71"/>
            <p:cNvSpPr/>
            <p:nvPr/>
          </p:nvSpPr>
          <p:spPr bwMode="auto">
            <a:xfrm>
              <a:off x="3888059" y="897444"/>
              <a:ext cx="703128" cy="536135"/>
            </a:xfrm>
            <a:custGeom>
              <a:avLst/>
              <a:gdLst/>
              <a:ahLst/>
              <a:cxnLst/>
              <a:rect l="l" t="t" r="r" b="b"/>
              <a:pathLst>
                <a:path w="703130" h="536137" fill="norm" stroke="1" extrusionOk="0">
                  <a:moveTo>
                    <a:pt x="0" y="0"/>
                  </a:moveTo>
                  <a:lnTo>
                    <a:pt x="703130" y="0"/>
                  </a:lnTo>
                  <a:lnTo>
                    <a:pt x="703130" y="536136"/>
                  </a:lnTo>
                  <a:lnTo>
                    <a:pt x="0" y="5361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85609" name="TextBox 72"/>
            <p:cNvSpPr txBox="1"/>
            <p:nvPr/>
          </p:nvSpPr>
          <p:spPr bwMode="auto">
            <a:xfrm flipH="0" flipV="0">
              <a:off x="0" y="419235"/>
              <a:ext cx="3163453" cy="41260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4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premix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88198992" name="TextBox 73"/>
            <p:cNvSpPr txBox="1"/>
            <p:nvPr/>
          </p:nvSpPr>
          <p:spPr bwMode="auto">
            <a:xfrm>
              <a:off x="5489049" y="1009914"/>
              <a:ext cx="3809115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70572634" name="TextBox 74"/>
            <p:cNvSpPr txBox="1"/>
            <p:nvPr/>
          </p:nvSpPr>
          <p:spPr bwMode="auto">
            <a:xfrm>
              <a:off x="5618475" y="1454400"/>
              <a:ext cx="1368419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73394194" name="TextBox 75"/>
            <p:cNvSpPr txBox="1"/>
            <p:nvPr/>
          </p:nvSpPr>
          <p:spPr bwMode="auto">
            <a:xfrm flipH="0" flipV="0">
              <a:off x="7633213" y="1470750"/>
              <a:ext cx="1810469" cy="31315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7624313" name="TextBox 76"/>
            <p:cNvSpPr txBox="1"/>
            <p:nvPr/>
          </p:nvSpPr>
          <p:spPr bwMode="auto">
            <a:xfrm>
              <a:off x="3546308" y="1485481"/>
              <a:ext cx="1388071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CIOH </a:t>
              </a:r>
              <a:r>
                <a:rPr lang="en-US" sz="175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!</a:t>
              </a:r>
              <a:endParaRPr/>
            </a:p>
          </p:txBody>
        </p:sp>
        <p:sp>
          <p:nvSpPr>
            <p:cNvPr id="1876716522" name="Freeform 77"/>
            <p:cNvSpPr/>
            <p:nvPr/>
          </p:nvSpPr>
          <p:spPr bwMode="auto">
            <a:xfrm>
              <a:off x="593910" y="5244711"/>
              <a:ext cx="681318" cy="681318"/>
            </a:xfrm>
            <a:custGeom>
              <a:avLst/>
              <a:gdLst/>
              <a:ahLst/>
              <a:cxnLst/>
              <a:rect l="l" t="t" r="r" b="b"/>
              <a:pathLst>
                <a:path w="681320" h="681320" fill="norm" stroke="1" extrusionOk="0">
                  <a:moveTo>
                    <a:pt x="0" y="0"/>
                  </a:moveTo>
                  <a:lnTo>
                    <a:pt x="681320" y="0"/>
                  </a:lnTo>
                  <a:lnTo>
                    <a:pt x="681320" y="681320"/>
                  </a:lnTo>
                  <a:lnTo>
                    <a:pt x="0" y="681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2773317" name="Rectangle: Rounded Corners 12"/>
            <p:cNvSpPr/>
            <p:nvPr/>
          </p:nvSpPr>
          <p:spPr bwMode="auto">
            <a:xfrm>
              <a:off x="0" y="0"/>
              <a:ext cx="3162735" cy="367756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2147417022" name="Rectangle: Rounded Corners 12"/>
            <p:cNvSpPr/>
            <p:nvPr/>
          </p:nvSpPr>
          <p:spPr bwMode="auto">
            <a:xfrm>
              <a:off x="0" y="3918097"/>
              <a:ext cx="3162735" cy="234051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817652652" name="Rectangle: Rounded Corners 12"/>
            <p:cNvSpPr/>
            <p:nvPr/>
          </p:nvSpPr>
          <p:spPr bwMode="auto">
            <a:xfrm>
              <a:off x="5267096" y="816934"/>
              <a:ext cx="4253022" cy="461861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07475057" name=""/>
          <p:cNvGrpSpPr/>
          <p:nvPr/>
        </p:nvGrpSpPr>
        <p:grpSpPr bwMode="auto">
          <a:xfrm>
            <a:off x="2937704" y="1367064"/>
            <a:ext cx="6606758" cy="3568488"/>
            <a:chOff x="0" y="0"/>
            <a:chExt cx="6606758" cy="3568488"/>
          </a:xfrm>
        </p:grpSpPr>
        <p:sp>
          <p:nvSpPr>
            <p:cNvPr id="237493755" name="Freeform 26"/>
            <p:cNvSpPr/>
            <p:nvPr/>
          </p:nvSpPr>
          <p:spPr bwMode="auto">
            <a:xfrm flipH="0" flipV="0">
              <a:off x="0" y="34154"/>
              <a:ext cx="2907092" cy="2926917"/>
            </a:xfrm>
            <a:custGeom>
              <a:avLst/>
              <a:gdLst/>
              <a:ahLst/>
              <a:cxnLst/>
              <a:rect l="l" t="t" r="r" b="b"/>
              <a:pathLst>
                <a:path w="2770268" h="2770268" fill="norm" stroke="1" extrusionOk="0">
                  <a:moveTo>
                    <a:pt x="0" y="0"/>
                  </a:moveTo>
                  <a:lnTo>
                    <a:pt x="2770268" y="0"/>
                  </a:lnTo>
                  <a:lnTo>
                    <a:pt x="2770268" y="2770268"/>
                  </a:lnTo>
                  <a:lnTo>
                    <a:pt x="0" y="27702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577182213" name="Group 27"/>
            <p:cNvGrpSpPr/>
            <p:nvPr/>
          </p:nvGrpSpPr>
          <p:grpSpPr bwMode="auto">
            <a:xfrm flipH="0" flipV="0">
              <a:off x="3822903" y="0"/>
              <a:ext cx="2783854" cy="2802840"/>
              <a:chOff x="0" y="0"/>
              <a:chExt cx="2783854" cy="2802840"/>
            </a:xfrm>
          </p:grpSpPr>
          <p:sp>
            <p:nvSpPr>
              <p:cNvPr id="1259803084" name="Freeform 28"/>
              <p:cNvSpPr/>
              <p:nvPr/>
            </p:nvSpPr>
            <p:spPr bwMode="auto">
              <a:xfrm>
                <a:off x="0" y="0"/>
                <a:ext cx="2783855" cy="2802841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"/>
                <a:stretch/>
              </a:blipFill>
            </p:spPr>
          </p:sp>
        </p:grpSp>
        <p:sp>
          <p:nvSpPr>
            <p:cNvPr id="1939596758" name=""/>
            <p:cNvSpPr txBox="1"/>
            <p:nvPr/>
          </p:nvSpPr>
          <p:spPr bwMode="auto">
            <a:xfrm rot="0" flipH="0" flipV="0">
              <a:off x="1974668" y="3232848"/>
              <a:ext cx="2057689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 i="1">
                  <a:latin typeface="IBM Plex Sans"/>
                  <a:ea typeface="IBM Plex Sans"/>
                  <a:cs typeface="IBM Plex Sans"/>
                </a:rPr>
                <a:t>Sparrow &amp; </a:t>
              </a:r>
              <a:r>
                <a:rPr lang="fr-FR" sz="1600" i="1">
                  <a:latin typeface="IBM Plex Sans"/>
                  <a:ea typeface="IBM Plex Sans"/>
                  <a:cs typeface="IBM Plex Sans"/>
                </a:rPr>
                <a:t>Samouraï</a:t>
              </a:r>
              <a:endParaRPr sz="1600" i="1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0844923" name="TextBox 38"/>
          <p:cNvSpPr txBox="1"/>
          <p:nvPr/>
        </p:nvSpPr>
        <p:spPr bwMode="auto">
          <a:xfrm flipH="0" flipV="0">
            <a:off x="359419" y="837141"/>
            <a:ext cx="3845425" cy="549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Analis tahu</a:t>
            </a:r>
            <a:endParaRPr sz="18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uTXO ini</a:t>
            </a:r>
          </a:p>
        </p:txBody>
      </p:sp>
      <p:sp>
        <p:nvSpPr>
          <p:cNvPr id="1693557767" name="Freeform 39"/>
          <p:cNvSpPr/>
          <p:nvPr/>
        </p:nvSpPr>
        <p:spPr bwMode="auto">
          <a:xfrm rot="4676779">
            <a:off x="1136502" y="2072766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844556" name="TextBox 40"/>
          <p:cNvSpPr txBox="1"/>
          <p:nvPr/>
        </p:nvSpPr>
        <p:spPr bwMode="auto">
          <a:xfrm flipH="0" flipV="0">
            <a:off x="8307452" y="5407642"/>
            <a:ext cx="3721540" cy="549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Analis ingin</a:t>
            </a:r>
            <a:endParaRPr sz="18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untuk menemukan UTXO ini</a:t>
            </a:r>
          </a:p>
        </p:txBody>
      </p:sp>
      <p:sp>
        <p:nvSpPr>
          <p:cNvPr id="1154578486" name="Freeform 41"/>
          <p:cNvSpPr/>
          <p:nvPr/>
        </p:nvSpPr>
        <p:spPr bwMode="auto">
          <a:xfrm rot="-5882636">
            <a:off x="9944345" y="452992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389878417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428424" y="4561098"/>
            <a:ext cx="937098" cy="937098"/>
          </a:xfrm>
          <a:prstGeom prst="rect">
            <a:avLst/>
          </a:prstGeom>
        </p:spPr>
      </p:pic>
      <p:grpSp>
        <p:nvGrpSpPr>
          <p:cNvPr id="823569148" name=""/>
          <p:cNvGrpSpPr/>
          <p:nvPr/>
        </p:nvGrpSpPr>
        <p:grpSpPr bwMode="auto">
          <a:xfrm>
            <a:off x="496558" y="2438185"/>
            <a:ext cx="10820398" cy="2029317"/>
            <a:chOff x="0" y="0"/>
            <a:chExt cx="10820398" cy="2029317"/>
          </a:xfrm>
        </p:grpSpPr>
        <p:sp>
          <p:nvSpPr>
            <p:cNvPr id="240249042" name="Freeform 27"/>
            <p:cNvSpPr/>
            <p:nvPr/>
          </p:nvSpPr>
          <p:spPr bwMode="auto">
            <a:xfrm rot="0" flipH="0" flipV="0">
              <a:off x="0" y="440592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58680899" name="TextBox 28"/>
            <p:cNvSpPr txBox="1"/>
            <p:nvPr/>
          </p:nvSpPr>
          <p:spPr bwMode="auto">
            <a:xfrm rot="0" flipH="0" flipV="0">
              <a:off x="0" y="271826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99854685" name="AutoShape 29"/>
            <p:cNvSpPr/>
            <p:nvPr/>
          </p:nvSpPr>
          <p:spPr bwMode="auto">
            <a:xfrm flipH="1" flipV="1">
              <a:off x="2357334" y="1005692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301441119" name="Freeform 31"/>
            <p:cNvSpPr/>
            <p:nvPr/>
          </p:nvSpPr>
          <p:spPr bwMode="auto">
            <a:xfrm rot="0" flipH="0" flipV="0">
              <a:off x="8463069" y="431623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6387061" name="TextBox 32"/>
            <p:cNvSpPr txBox="1"/>
            <p:nvPr/>
          </p:nvSpPr>
          <p:spPr bwMode="auto">
            <a:xfrm rot="0" flipH="0" flipV="0">
              <a:off x="8463069" y="262857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873699878" name="Freeform 34"/>
            <p:cNvSpPr/>
            <p:nvPr/>
          </p:nvSpPr>
          <p:spPr bwMode="auto">
            <a:xfrm rot="0" flipH="0" flipV="0">
              <a:off x="4231534" y="81297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5989018" name="AutoShape 36"/>
            <p:cNvSpPr/>
            <p:nvPr/>
          </p:nvSpPr>
          <p:spPr bwMode="auto">
            <a:xfrm flipH="1">
              <a:off x="6588868" y="1005692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860908828" name="Freeform 37"/>
            <p:cNvSpPr/>
            <p:nvPr/>
          </p:nvSpPr>
          <p:spPr bwMode="auto">
            <a:xfrm>
              <a:off x="7144146" y="402865"/>
              <a:ext cx="940455" cy="1217416"/>
            </a:xfrm>
            <a:custGeom>
              <a:avLst/>
              <a:gdLst/>
              <a:ahLst/>
              <a:cxnLst/>
              <a:rect l="l" t="t" r="r" b="b"/>
              <a:pathLst>
                <a:path w="940456" h="1217418" fill="norm" stroke="1" extrusionOk="0">
                  <a:moveTo>
                    <a:pt x="0" y="0"/>
                  </a:moveTo>
                  <a:lnTo>
                    <a:pt x="940456" y="0"/>
                  </a:lnTo>
                  <a:lnTo>
                    <a:pt x="940456" y="1217418"/>
                  </a:lnTo>
                  <a:lnTo>
                    <a:pt x="0" y="12174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1293847520" name="TextBox 35"/>
            <p:cNvSpPr txBox="1"/>
            <p:nvPr/>
          </p:nvSpPr>
          <p:spPr bwMode="auto">
            <a:xfrm rot="0" flipH="0" flipV="0">
              <a:off x="4221748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lang="en-US" sz="2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378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7781865" name="TextBox 38"/>
          <p:cNvSpPr txBox="1"/>
          <p:nvPr/>
        </p:nvSpPr>
        <p:spPr bwMode="auto">
          <a:xfrm>
            <a:off x="8710130" y="580591"/>
            <a:ext cx="3257181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Analis tahu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ini</a:t>
            </a:r>
          </a:p>
        </p:txBody>
      </p:sp>
      <p:sp>
        <p:nvSpPr>
          <p:cNvPr id="233790877" name="Freeform 39"/>
          <p:cNvSpPr/>
          <p:nvPr/>
        </p:nvSpPr>
        <p:spPr bwMode="auto">
          <a:xfrm rot="-5316991" flipH="1">
            <a:off x="10051508" y="210380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4"/>
                </a:lnTo>
                <a:lnTo>
                  <a:pt x="974849" y="275394"/>
                </a:lnTo>
                <a:lnTo>
                  <a:pt x="974849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378161" name="TextBox 40"/>
          <p:cNvSpPr txBox="1"/>
          <p:nvPr/>
        </p:nvSpPr>
        <p:spPr bwMode="auto">
          <a:xfrm flipH="0" flipV="0">
            <a:off x="135468" y="5367784"/>
            <a:ext cx="3792348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Analis ingin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untuk menemukan UTXO ini</a:t>
            </a:r>
          </a:p>
        </p:txBody>
      </p:sp>
      <p:sp>
        <p:nvSpPr>
          <p:cNvPr id="941396458" name="Freeform 41"/>
          <p:cNvSpPr/>
          <p:nvPr/>
        </p:nvSpPr>
        <p:spPr bwMode="auto">
          <a:xfrm rot="-5882636" flipV="1">
            <a:off x="1090412" y="457810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483978765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327094" y="4588014"/>
            <a:ext cx="937098" cy="937098"/>
          </a:xfrm>
          <a:prstGeom prst="rect">
            <a:avLst/>
          </a:prstGeom>
        </p:spPr>
      </p:pic>
      <p:grpSp>
        <p:nvGrpSpPr>
          <p:cNvPr id="1665307149" name=""/>
          <p:cNvGrpSpPr/>
          <p:nvPr/>
        </p:nvGrpSpPr>
        <p:grpSpPr bwMode="auto">
          <a:xfrm>
            <a:off x="399167" y="2396583"/>
            <a:ext cx="10820397" cy="2029317"/>
            <a:chOff x="0" y="0"/>
            <a:chExt cx="10820397" cy="2029317"/>
          </a:xfrm>
        </p:grpSpPr>
        <p:sp>
          <p:nvSpPr>
            <p:cNvPr id="1102662987" name="Freeform 27"/>
            <p:cNvSpPr/>
            <p:nvPr/>
          </p:nvSpPr>
          <p:spPr bwMode="auto">
            <a:xfrm rot="0" flipH="0" flipV="0">
              <a:off x="0" y="519091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62307284" name="TextBox 28"/>
            <p:cNvSpPr txBox="1"/>
            <p:nvPr/>
          </p:nvSpPr>
          <p:spPr bwMode="auto">
            <a:xfrm rot="0" flipH="0" flipV="0">
              <a:off x="0" y="350325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26452686" name="AutoShape 29"/>
            <p:cNvSpPr/>
            <p:nvPr/>
          </p:nvSpPr>
          <p:spPr bwMode="auto">
            <a:xfrm flipH="1" flipV="1">
              <a:off x="2357334" y="1093161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370872512" name="Freeform 31"/>
            <p:cNvSpPr/>
            <p:nvPr/>
          </p:nvSpPr>
          <p:spPr bwMode="auto">
            <a:xfrm rot="0" flipH="0" flipV="0">
              <a:off x="8463067" y="519091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65633610" name="TextBox 32"/>
            <p:cNvSpPr txBox="1"/>
            <p:nvPr/>
          </p:nvSpPr>
          <p:spPr bwMode="auto">
            <a:xfrm rot="0" flipH="0" flipV="0">
              <a:off x="8463067" y="350325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06140107" name="Freeform 34"/>
            <p:cNvSpPr/>
            <p:nvPr/>
          </p:nvSpPr>
          <p:spPr bwMode="auto">
            <a:xfrm rot="0" flipH="0" flipV="0">
              <a:off x="4231534" y="168766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379001431" name="TextBox 35"/>
            <p:cNvSpPr txBox="1"/>
            <p:nvPr/>
          </p:nvSpPr>
          <p:spPr bwMode="auto">
            <a:xfrm rot="0" flipH="0" flipV="0">
              <a:off x="4231534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6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3781"/>
                </a:lnSpc>
                <a:defRPr/>
              </a:pPr>
              <a:r>
                <a:rPr lang="en-US" sz="2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79132851" name="AutoShape 36"/>
            <p:cNvSpPr/>
            <p:nvPr/>
          </p:nvSpPr>
          <p:spPr bwMode="auto">
            <a:xfrm flipH="1">
              <a:off x="6588869" y="1093161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02644260" name="Freeform 37"/>
            <p:cNvSpPr/>
            <p:nvPr/>
          </p:nvSpPr>
          <p:spPr bwMode="auto">
            <a:xfrm>
              <a:off x="2824206" y="519092"/>
              <a:ext cx="940455" cy="1217416"/>
            </a:xfrm>
            <a:custGeom>
              <a:avLst/>
              <a:gdLst/>
              <a:ahLst/>
              <a:cxnLst/>
              <a:rect l="l" t="t" r="r" b="b"/>
              <a:pathLst>
                <a:path w="940456" h="1217418" fill="norm" stroke="1" extrusionOk="0">
                  <a:moveTo>
                    <a:pt x="0" y="0"/>
                  </a:moveTo>
                  <a:lnTo>
                    <a:pt x="940455" y="0"/>
                  </a:lnTo>
                  <a:lnTo>
                    <a:pt x="940455" y="1217419"/>
                  </a:lnTo>
                  <a:lnTo>
                    <a:pt x="0" y="12174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8017488" name="AutoShape 33"/>
          <p:cNvSpPr/>
          <p:nvPr/>
        </p:nvSpPr>
        <p:spPr bwMode="auto">
          <a:xfrm flipH="1" flipV="1">
            <a:off x="6184227" y="3023441"/>
            <a:ext cx="2059554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58887100" name="TextBox 34"/>
          <p:cNvSpPr txBox="1"/>
          <p:nvPr/>
        </p:nvSpPr>
        <p:spPr bwMode="auto">
          <a:xfrm>
            <a:off x="287642" y="183422"/>
            <a:ext cx="3075255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defRPr/>
            </a:pPr>
            <a:r>
              <a:rPr sz="2000" i="1" u="none" lang="en-US">
                <a:solidFill>
                  <a:srgbClr val="000000"/>
                </a:solidFill>
                <a:latin typeface="IBM Plex Sans"/>
              </a:rPr>
              <a:t>Analis tahu</a:t>
            </a:r>
            <a:endParaRPr lang="en-US" sz="2000" i="1" u="none" strike="noStrike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u="none" lang="en-US">
                <a:solidFill>
                  <a:srgbClr val="000000"/>
                </a:solidFill>
                <a:latin typeface="IBM Plex Sans"/>
              </a:rPr>
              <a:t>uTXO ini</a:t>
            </a:r>
          </a:p>
        </p:txBody>
      </p:sp>
      <p:sp>
        <p:nvSpPr>
          <p:cNvPr id="174759306" name="Freeform 35"/>
          <p:cNvSpPr/>
          <p:nvPr/>
        </p:nvSpPr>
        <p:spPr bwMode="auto">
          <a:xfrm rot="4897551">
            <a:off x="1223014" y="15907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791540616" name="TextBox 36"/>
          <p:cNvSpPr txBox="1"/>
          <p:nvPr/>
        </p:nvSpPr>
        <p:spPr bwMode="auto">
          <a:xfrm flipH="0" flipV="0">
            <a:off x="2874987" y="5768962"/>
            <a:ext cx="5755952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Analis menghadapi sekelompok UTXO</a:t>
            </a:r>
            <a:endParaRPr lang="en-US" sz="2000" b="0" i="1" u="none" strike="noStrike" cap="none" spc="0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yang mungkin cocok dengan pencarian</a:t>
            </a:r>
          </a:p>
        </p:txBody>
      </p:sp>
      <p:sp>
        <p:nvSpPr>
          <p:cNvPr id="309158851" name="Freeform 37"/>
          <p:cNvSpPr/>
          <p:nvPr/>
        </p:nvSpPr>
        <p:spPr bwMode="auto">
          <a:xfrm rot="-4057331">
            <a:off x="8513621" y="5581244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161475" name="Freeform 39"/>
          <p:cNvSpPr/>
          <p:nvPr/>
        </p:nvSpPr>
        <p:spPr bwMode="auto">
          <a:xfrm rot="0" flipH="0" flipV="0">
            <a:off x="8243778" y="2688267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71142294" name="TextBox 40"/>
          <p:cNvSpPr txBox="1"/>
          <p:nvPr/>
        </p:nvSpPr>
        <p:spPr bwMode="auto">
          <a:xfrm rot="0" flipH="0" flipV="0">
            <a:off x="8243778" y="251950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Kemungkinan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3130738" name="Freeform 42"/>
          <p:cNvSpPr/>
          <p:nvPr/>
        </p:nvSpPr>
        <p:spPr bwMode="auto">
          <a:xfrm rot="0" flipH="0" flipV="0">
            <a:off x="8243778" y="182446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96830568" name="TextBox 43"/>
          <p:cNvSpPr txBox="1"/>
          <p:nvPr/>
        </p:nvSpPr>
        <p:spPr bwMode="auto">
          <a:xfrm rot="0" flipH="0" flipV="0">
            <a:off x="8243778" y="165570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Kemungkinan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93391958" name="Freeform 45"/>
          <p:cNvSpPr/>
          <p:nvPr/>
        </p:nvSpPr>
        <p:spPr bwMode="auto">
          <a:xfrm rot="0" flipH="0" flipV="0">
            <a:off x="8243778" y="96214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72406892" name="TextBox 46"/>
          <p:cNvSpPr txBox="1"/>
          <p:nvPr/>
        </p:nvSpPr>
        <p:spPr bwMode="auto">
          <a:xfrm rot="0" flipH="0" flipV="0">
            <a:off x="8243778" y="79338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Kemungkinan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28996089" name="Freeform 48"/>
          <p:cNvSpPr/>
          <p:nvPr/>
        </p:nvSpPr>
        <p:spPr bwMode="auto">
          <a:xfrm rot="0" flipH="0" flipV="0">
            <a:off x="8243778" y="441290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78081062" name="TextBox 49"/>
          <p:cNvSpPr txBox="1"/>
          <p:nvPr/>
        </p:nvSpPr>
        <p:spPr bwMode="auto">
          <a:xfrm rot="0" flipH="0" flipV="0">
            <a:off x="8243778" y="424414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Kemungkinan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56148743" name="Freeform 51"/>
          <p:cNvSpPr/>
          <p:nvPr/>
        </p:nvSpPr>
        <p:spPr bwMode="auto">
          <a:xfrm rot="0" flipH="0" flipV="0">
            <a:off x="8243778" y="355058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54914995" name="TextBox 52"/>
          <p:cNvSpPr txBox="1"/>
          <p:nvPr/>
        </p:nvSpPr>
        <p:spPr bwMode="auto">
          <a:xfrm rot="0" flipH="0" flipV="0">
            <a:off x="8243778" y="338182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Kemungkinan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67644625" name="AutoShape 53"/>
          <p:cNvSpPr/>
          <p:nvPr/>
        </p:nvSpPr>
        <p:spPr bwMode="auto">
          <a:xfrm flipH="1">
            <a:off x="6184227" y="2160380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043060436" name="AutoShape 54"/>
          <p:cNvSpPr/>
          <p:nvPr/>
        </p:nvSpPr>
        <p:spPr bwMode="auto">
          <a:xfrm flipH="1">
            <a:off x="6184227" y="1298060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364731075" name="AutoShape 55"/>
          <p:cNvSpPr/>
          <p:nvPr/>
        </p:nvSpPr>
        <p:spPr bwMode="auto">
          <a:xfrm flipH="1" flipV="1">
            <a:off x="6184227" y="3023441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47818194" name="AutoShape 56"/>
          <p:cNvSpPr/>
          <p:nvPr/>
        </p:nvSpPr>
        <p:spPr bwMode="auto">
          <a:xfrm flipH="1" flipV="1">
            <a:off x="6184227" y="3023441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78157626" name="Freeform 57"/>
          <p:cNvSpPr/>
          <p:nvPr/>
        </p:nvSpPr>
        <p:spPr bwMode="auto">
          <a:xfrm>
            <a:off x="10796331" y="2547138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pic>
        <p:nvPicPr>
          <p:cNvPr id="1193569357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570287" y="4033867"/>
            <a:ext cx="937098" cy="937098"/>
          </a:xfrm>
          <a:prstGeom prst="rect">
            <a:avLst/>
          </a:prstGeom>
        </p:spPr>
      </p:pic>
      <p:grpSp>
        <p:nvGrpSpPr>
          <p:cNvPr id="1888206934" name=""/>
          <p:cNvGrpSpPr/>
          <p:nvPr/>
        </p:nvGrpSpPr>
        <p:grpSpPr bwMode="auto">
          <a:xfrm>
            <a:off x="649287" y="1924398"/>
            <a:ext cx="5534934" cy="2029317"/>
            <a:chOff x="0" y="0"/>
            <a:chExt cx="5534934" cy="2029317"/>
          </a:xfrm>
        </p:grpSpPr>
        <p:sp>
          <p:nvSpPr>
            <p:cNvPr id="1652243845" name="Freeform 27"/>
            <p:cNvSpPr/>
            <p:nvPr/>
          </p:nvSpPr>
          <p:spPr bwMode="auto">
            <a:xfrm rot="0" flipH="0" flipV="0">
              <a:off x="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24801893" name="TextBox 28"/>
            <p:cNvSpPr txBox="1"/>
            <p:nvPr/>
          </p:nvSpPr>
          <p:spPr bwMode="auto">
            <a:xfrm rot="0" flipH="0" flipV="0">
              <a:off x="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41892305" name="AutoShape 29"/>
            <p:cNvSpPr/>
            <p:nvPr/>
          </p:nvSpPr>
          <p:spPr bwMode="auto">
            <a:xfrm flipH="1" flipV="1">
              <a:off x="2357332" y="1093159"/>
              <a:ext cx="820270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422086903" name="Freeform 31"/>
            <p:cNvSpPr/>
            <p:nvPr/>
          </p:nvSpPr>
          <p:spPr bwMode="auto">
            <a:xfrm rot="0" flipH="0" flipV="0">
              <a:off x="3177604" y="168764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62594953" name="TextBox 32"/>
            <p:cNvSpPr txBox="1"/>
            <p:nvPr/>
          </p:nvSpPr>
          <p:spPr bwMode="auto">
            <a:xfrm rot="0" flipH="0" flipV="0">
              <a:off x="3177604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2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6869045" name=""/>
          <p:cNvGrpSpPr/>
          <p:nvPr/>
        </p:nvGrpSpPr>
        <p:grpSpPr bwMode="auto">
          <a:xfrm>
            <a:off x="867956" y="586974"/>
            <a:ext cx="10812811" cy="5941569"/>
            <a:chOff x="0" y="0"/>
            <a:chExt cx="10812811" cy="5941569"/>
          </a:xfrm>
        </p:grpSpPr>
        <p:sp>
          <p:nvSpPr>
            <p:cNvPr id="374898328" name="Freeform 27"/>
            <p:cNvSpPr/>
            <p:nvPr/>
          </p:nvSpPr>
          <p:spPr bwMode="auto">
            <a:xfrm rot="0" flipH="0" flipV="0">
              <a:off x="0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1292297374" name="Freeform 29"/>
            <p:cNvSpPr/>
            <p:nvPr/>
          </p:nvSpPr>
          <p:spPr bwMode="auto">
            <a:xfrm rot="0" flipH="0" flipV="0">
              <a:off x="90857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46762801" name="TextBox 30"/>
            <p:cNvSpPr txBox="1"/>
            <p:nvPr/>
          </p:nvSpPr>
          <p:spPr bwMode="auto">
            <a:xfrm rot="0" flipH="0" flipV="0">
              <a:off x="90857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5879883" name="Freeform 32"/>
            <p:cNvSpPr/>
            <p:nvPr/>
          </p:nvSpPr>
          <p:spPr bwMode="auto">
            <a:xfrm rot="0" flipH="0" flipV="0">
              <a:off x="1538942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54380619" name="TextBox 33"/>
            <p:cNvSpPr txBox="1"/>
            <p:nvPr/>
          </p:nvSpPr>
          <p:spPr bwMode="auto">
            <a:xfrm rot="0" flipH="0" flipV="0">
              <a:off x="1538942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4257654" name="Freeform 35"/>
            <p:cNvSpPr/>
            <p:nvPr/>
          </p:nvSpPr>
          <p:spPr bwMode="auto">
            <a:xfrm rot="0" flipH="0" flipV="0">
              <a:off x="90857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6069375" name="TextBox 36"/>
            <p:cNvSpPr txBox="1"/>
            <p:nvPr/>
          </p:nvSpPr>
          <p:spPr bwMode="auto">
            <a:xfrm rot="0" flipH="0" flipV="0">
              <a:off x="90857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35538613" name="Freeform 38"/>
            <p:cNvSpPr/>
            <p:nvPr/>
          </p:nvSpPr>
          <p:spPr bwMode="auto">
            <a:xfrm rot="0" flipH="0" flipV="0">
              <a:off x="90857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3524858" name="TextBox 39"/>
            <p:cNvSpPr txBox="1"/>
            <p:nvPr/>
          </p:nvSpPr>
          <p:spPr bwMode="auto">
            <a:xfrm rot="0" flipH="0" flipV="0">
              <a:off x="90857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4128898" name="Freeform 41"/>
            <p:cNvSpPr/>
            <p:nvPr/>
          </p:nvSpPr>
          <p:spPr bwMode="auto">
            <a:xfrm rot="0" flipH="0" flipV="0">
              <a:off x="90857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9375368" name="TextBox 42"/>
            <p:cNvSpPr txBox="1"/>
            <p:nvPr/>
          </p:nvSpPr>
          <p:spPr bwMode="auto">
            <a:xfrm rot="0" flipH="0" flipV="0">
              <a:off x="90857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87385661" name="Freeform 44"/>
            <p:cNvSpPr/>
            <p:nvPr/>
          </p:nvSpPr>
          <p:spPr bwMode="auto">
            <a:xfrm rot="0" flipH="0" flipV="0">
              <a:off x="90857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9461801" name="TextBox 45"/>
            <p:cNvSpPr txBox="1"/>
            <p:nvPr/>
          </p:nvSpPr>
          <p:spPr bwMode="auto">
            <a:xfrm rot="0" flipH="0" flipV="0">
              <a:off x="90857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44003699" name="Freeform 47"/>
            <p:cNvSpPr/>
            <p:nvPr/>
          </p:nvSpPr>
          <p:spPr bwMode="auto">
            <a:xfrm rot="0" flipH="0" flipV="0">
              <a:off x="1538942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13095145" name="TextBox 48"/>
            <p:cNvSpPr txBox="1"/>
            <p:nvPr/>
          </p:nvSpPr>
          <p:spPr bwMode="auto">
            <a:xfrm rot="0" flipH="0" flipV="0">
              <a:off x="1538942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71291769" name="Freeform 50"/>
            <p:cNvSpPr/>
            <p:nvPr/>
          </p:nvSpPr>
          <p:spPr bwMode="auto">
            <a:xfrm rot="0" flipH="0" flipV="0">
              <a:off x="1538942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3782888" name="TextBox 51"/>
            <p:cNvSpPr txBox="1"/>
            <p:nvPr/>
          </p:nvSpPr>
          <p:spPr bwMode="auto">
            <a:xfrm rot="0" flipH="0" flipV="0">
              <a:off x="1538942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62910381" name="Freeform 53"/>
            <p:cNvSpPr/>
            <p:nvPr/>
          </p:nvSpPr>
          <p:spPr bwMode="auto">
            <a:xfrm rot="0" flipH="0" flipV="0">
              <a:off x="1538942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8418476" name="TextBox 54"/>
            <p:cNvSpPr txBox="1"/>
            <p:nvPr/>
          </p:nvSpPr>
          <p:spPr bwMode="auto">
            <a:xfrm rot="0" flipH="0" flipV="0">
              <a:off x="1538942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5031024" name="Freeform 56"/>
            <p:cNvSpPr/>
            <p:nvPr/>
          </p:nvSpPr>
          <p:spPr bwMode="auto">
            <a:xfrm rot="0" flipH="0" flipV="0">
              <a:off x="1538942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34705961" name="TextBox 57"/>
            <p:cNvSpPr txBox="1"/>
            <p:nvPr/>
          </p:nvSpPr>
          <p:spPr bwMode="auto">
            <a:xfrm rot="0" flipH="0" flipV="0">
              <a:off x="1538942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7576733" name="TextBox 58"/>
            <p:cNvSpPr txBox="1"/>
            <p:nvPr/>
          </p:nvSpPr>
          <p:spPr bwMode="auto">
            <a:xfrm flipH="0" flipV="0">
              <a:off x="403666" y="176471"/>
              <a:ext cx="2096219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#1</a:t>
              </a:r>
              <a:endParaRPr/>
            </a:p>
          </p:txBody>
        </p:sp>
        <p:sp>
          <p:nvSpPr>
            <p:cNvPr id="1643933614" name="AutoShape 59"/>
            <p:cNvSpPr/>
            <p:nvPr/>
          </p:nvSpPr>
          <p:spPr bwMode="auto">
            <a:xfrm>
              <a:off x="2651370" y="1891468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4451050" name="AutoShape 60"/>
            <p:cNvSpPr/>
            <p:nvPr/>
          </p:nvSpPr>
          <p:spPr bwMode="auto">
            <a:xfrm>
              <a:off x="2651370" y="152854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164238" name="AutoShape 61"/>
            <p:cNvSpPr/>
            <p:nvPr/>
          </p:nvSpPr>
          <p:spPr bwMode="auto">
            <a:xfrm>
              <a:off x="2651370" y="1166734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70861283" name="AutoShape 62"/>
            <p:cNvSpPr/>
            <p:nvPr/>
          </p:nvSpPr>
          <p:spPr bwMode="auto">
            <a:xfrm>
              <a:off x="2651370" y="2254389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6358719" name="AutoShape 63"/>
            <p:cNvSpPr/>
            <p:nvPr/>
          </p:nvSpPr>
          <p:spPr bwMode="auto">
            <a:xfrm>
              <a:off x="2988474" y="1155322"/>
              <a:ext cx="0" cy="111048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1945258" name="Freeform 65"/>
            <p:cNvSpPr/>
            <p:nvPr/>
          </p:nvSpPr>
          <p:spPr bwMode="auto">
            <a:xfrm rot="0" flipH="0" flipV="0">
              <a:off x="3642354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656854578" name="Freeform 67"/>
            <p:cNvSpPr/>
            <p:nvPr/>
          </p:nvSpPr>
          <p:spPr bwMode="auto">
            <a:xfrm rot="0" flipH="0" flipV="0">
              <a:off x="3733211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6133373" name="TextBox 68"/>
            <p:cNvSpPr txBox="1"/>
            <p:nvPr/>
          </p:nvSpPr>
          <p:spPr bwMode="auto">
            <a:xfrm rot="0" flipH="0" flipV="0">
              <a:off x="3733211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80517773" name="Freeform 70"/>
            <p:cNvSpPr/>
            <p:nvPr/>
          </p:nvSpPr>
          <p:spPr bwMode="auto">
            <a:xfrm rot="0" flipH="0" flipV="0">
              <a:off x="5181296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83130188" name="TextBox 71"/>
            <p:cNvSpPr txBox="1"/>
            <p:nvPr/>
          </p:nvSpPr>
          <p:spPr bwMode="auto">
            <a:xfrm rot="0" flipH="0" flipV="0">
              <a:off x="5181296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40393101" name="Freeform 73"/>
            <p:cNvSpPr/>
            <p:nvPr/>
          </p:nvSpPr>
          <p:spPr bwMode="auto">
            <a:xfrm rot="0" flipH="0" flipV="0">
              <a:off x="3733211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8813408" name="TextBox 74"/>
            <p:cNvSpPr txBox="1"/>
            <p:nvPr/>
          </p:nvSpPr>
          <p:spPr bwMode="auto">
            <a:xfrm rot="0" flipH="0" flipV="0">
              <a:off x="3733211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06751399" name="Freeform 76"/>
            <p:cNvSpPr/>
            <p:nvPr/>
          </p:nvSpPr>
          <p:spPr bwMode="auto">
            <a:xfrm rot="0" flipH="0" flipV="0">
              <a:off x="3733211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9574568" name="TextBox 77"/>
            <p:cNvSpPr txBox="1"/>
            <p:nvPr/>
          </p:nvSpPr>
          <p:spPr bwMode="auto">
            <a:xfrm rot="0" flipH="0" flipV="0">
              <a:off x="3733211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27798480" name="Freeform 79"/>
            <p:cNvSpPr/>
            <p:nvPr/>
          </p:nvSpPr>
          <p:spPr bwMode="auto">
            <a:xfrm rot="0" flipH="0" flipV="0">
              <a:off x="3733211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36241" name="TextBox 80"/>
            <p:cNvSpPr txBox="1"/>
            <p:nvPr/>
          </p:nvSpPr>
          <p:spPr bwMode="auto">
            <a:xfrm rot="0" flipH="0" flipV="0">
              <a:off x="3733211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4873951" name="Freeform 82"/>
            <p:cNvSpPr/>
            <p:nvPr/>
          </p:nvSpPr>
          <p:spPr bwMode="auto">
            <a:xfrm rot="0" flipH="0" flipV="0">
              <a:off x="3733211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50146441" name="TextBox 83"/>
            <p:cNvSpPr txBox="1"/>
            <p:nvPr/>
          </p:nvSpPr>
          <p:spPr bwMode="auto">
            <a:xfrm rot="0" flipH="0" flipV="0">
              <a:off x="3733211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0735474" name="Freeform 85"/>
            <p:cNvSpPr/>
            <p:nvPr/>
          </p:nvSpPr>
          <p:spPr bwMode="auto">
            <a:xfrm rot="0" flipH="0" flipV="0">
              <a:off x="5181296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0500644" name="TextBox 86"/>
            <p:cNvSpPr txBox="1"/>
            <p:nvPr/>
          </p:nvSpPr>
          <p:spPr bwMode="auto">
            <a:xfrm rot="0" flipH="0" flipV="0">
              <a:off x="5181296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2588045" name="Freeform 88"/>
            <p:cNvSpPr/>
            <p:nvPr/>
          </p:nvSpPr>
          <p:spPr bwMode="auto">
            <a:xfrm rot="0" flipH="0" flipV="0">
              <a:off x="5181296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17273580" name="TextBox 89"/>
            <p:cNvSpPr txBox="1"/>
            <p:nvPr/>
          </p:nvSpPr>
          <p:spPr bwMode="auto">
            <a:xfrm rot="0" flipH="0" flipV="0">
              <a:off x="5181296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53939598" name="Freeform 91"/>
            <p:cNvSpPr/>
            <p:nvPr/>
          </p:nvSpPr>
          <p:spPr bwMode="auto">
            <a:xfrm rot="0" flipH="0" flipV="0">
              <a:off x="5181296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37299421" name="TextBox 92"/>
            <p:cNvSpPr txBox="1"/>
            <p:nvPr/>
          </p:nvSpPr>
          <p:spPr bwMode="auto">
            <a:xfrm rot="0" flipH="0" flipV="0">
              <a:off x="5181296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1275657" name="Freeform 94"/>
            <p:cNvSpPr/>
            <p:nvPr/>
          </p:nvSpPr>
          <p:spPr bwMode="auto">
            <a:xfrm rot="0" flipH="0" flipV="0">
              <a:off x="5181296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49354259" name="TextBox 95"/>
            <p:cNvSpPr txBox="1"/>
            <p:nvPr/>
          </p:nvSpPr>
          <p:spPr bwMode="auto">
            <a:xfrm rot="0" flipH="0" flipV="0">
              <a:off x="5181296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5607007" name="TextBox 96"/>
            <p:cNvSpPr txBox="1"/>
            <p:nvPr/>
          </p:nvSpPr>
          <p:spPr bwMode="auto">
            <a:xfrm flipH="0" flipV="0">
              <a:off x="4075897" y="176471"/>
              <a:ext cx="2043489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#2</a:t>
              </a:r>
              <a:endParaRPr/>
            </a:p>
          </p:txBody>
        </p:sp>
        <p:sp>
          <p:nvSpPr>
            <p:cNvPr id="5675531" name="AutoShape 97"/>
            <p:cNvSpPr/>
            <p:nvPr/>
          </p:nvSpPr>
          <p:spPr bwMode="auto">
            <a:xfrm>
              <a:off x="6293725" y="188796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5136445" name="AutoShape 98"/>
            <p:cNvSpPr/>
            <p:nvPr/>
          </p:nvSpPr>
          <p:spPr bwMode="auto">
            <a:xfrm>
              <a:off x="6293725" y="152504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7218378" name="AutoShape 99"/>
            <p:cNvSpPr/>
            <p:nvPr/>
          </p:nvSpPr>
          <p:spPr bwMode="auto">
            <a:xfrm>
              <a:off x="6293725" y="1163233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7811165" name="AutoShape 100"/>
            <p:cNvSpPr/>
            <p:nvPr/>
          </p:nvSpPr>
          <p:spPr bwMode="auto">
            <a:xfrm>
              <a:off x="6293725" y="225088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0952712" name="AutoShape 101"/>
            <p:cNvSpPr/>
            <p:nvPr/>
          </p:nvSpPr>
          <p:spPr bwMode="auto">
            <a:xfrm>
              <a:off x="6630829" y="1151818"/>
              <a:ext cx="0" cy="108765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6968268" name="AutoShape 102"/>
            <p:cNvSpPr/>
            <p:nvPr/>
          </p:nvSpPr>
          <p:spPr bwMode="auto">
            <a:xfrm>
              <a:off x="6630829" y="1718708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0057023" name="AutoShape 103"/>
            <p:cNvSpPr/>
            <p:nvPr/>
          </p:nvSpPr>
          <p:spPr bwMode="auto">
            <a:xfrm>
              <a:off x="2651370" y="804371"/>
              <a:ext cx="108184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6455310" name="Freeform 105"/>
            <p:cNvSpPr/>
            <p:nvPr/>
          </p:nvSpPr>
          <p:spPr bwMode="auto">
            <a:xfrm rot="0" flipH="0" flipV="0">
              <a:off x="7291941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1438421297" name="Freeform 107"/>
            <p:cNvSpPr/>
            <p:nvPr/>
          </p:nvSpPr>
          <p:spPr bwMode="auto">
            <a:xfrm rot="0" flipH="0" flipV="0">
              <a:off x="7382801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9763779" name="TextBox 108"/>
            <p:cNvSpPr txBox="1"/>
            <p:nvPr/>
          </p:nvSpPr>
          <p:spPr bwMode="auto">
            <a:xfrm rot="0" flipH="0" flipV="0">
              <a:off x="7382801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366033" name="Freeform 110"/>
            <p:cNvSpPr/>
            <p:nvPr/>
          </p:nvSpPr>
          <p:spPr bwMode="auto">
            <a:xfrm rot="0" flipH="0" flipV="0">
              <a:off x="8830885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31318318" name="TextBox 111"/>
            <p:cNvSpPr txBox="1"/>
            <p:nvPr/>
          </p:nvSpPr>
          <p:spPr bwMode="auto">
            <a:xfrm rot="0" flipH="0" flipV="0">
              <a:off x="8830885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70279483" name="Freeform 113"/>
            <p:cNvSpPr/>
            <p:nvPr/>
          </p:nvSpPr>
          <p:spPr bwMode="auto">
            <a:xfrm rot="0" flipH="0" flipV="0">
              <a:off x="7382801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0687091" name="TextBox 114"/>
            <p:cNvSpPr txBox="1"/>
            <p:nvPr/>
          </p:nvSpPr>
          <p:spPr bwMode="auto">
            <a:xfrm rot="0" flipH="0" flipV="0">
              <a:off x="7382801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468953" name="Freeform 116"/>
            <p:cNvSpPr/>
            <p:nvPr/>
          </p:nvSpPr>
          <p:spPr bwMode="auto">
            <a:xfrm rot="0" flipH="0" flipV="0">
              <a:off x="7382801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8695450" name="TextBox 117"/>
            <p:cNvSpPr txBox="1"/>
            <p:nvPr/>
          </p:nvSpPr>
          <p:spPr bwMode="auto">
            <a:xfrm rot="0" flipH="0" flipV="0">
              <a:off x="7382801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59031778" name="Freeform 119"/>
            <p:cNvSpPr/>
            <p:nvPr/>
          </p:nvSpPr>
          <p:spPr bwMode="auto">
            <a:xfrm rot="0" flipH="0" flipV="0">
              <a:off x="7382801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83883106" name="TextBox 120"/>
            <p:cNvSpPr txBox="1"/>
            <p:nvPr/>
          </p:nvSpPr>
          <p:spPr bwMode="auto">
            <a:xfrm rot="0" flipH="0" flipV="0">
              <a:off x="7382801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7510599" name="Freeform 122"/>
            <p:cNvSpPr/>
            <p:nvPr/>
          </p:nvSpPr>
          <p:spPr bwMode="auto">
            <a:xfrm rot="0" flipH="0" flipV="0">
              <a:off x="7382801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8859816" name="TextBox 123"/>
            <p:cNvSpPr txBox="1"/>
            <p:nvPr/>
          </p:nvSpPr>
          <p:spPr bwMode="auto">
            <a:xfrm rot="0" flipH="0" flipV="0">
              <a:off x="7382801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53635650" name="Freeform 125"/>
            <p:cNvSpPr/>
            <p:nvPr/>
          </p:nvSpPr>
          <p:spPr bwMode="auto">
            <a:xfrm rot="0" flipH="0" flipV="0">
              <a:off x="8830885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10741066" name="TextBox 126"/>
            <p:cNvSpPr txBox="1"/>
            <p:nvPr/>
          </p:nvSpPr>
          <p:spPr bwMode="auto">
            <a:xfrm rot="0" flipH="0" flipV="0">
              <a:off x="8830885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7002892" name="Freeform 128"/>
            <p:cNvSpPr/>
            <p:nvPr/>
          </p:nvSpPr>
          <p:spPr bwMode="auto">
            <a:xfrm rot="0" flipH="0" flipV="0">
              <a:off x="8830885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95600515" name="TextBox 129"/>
            <p:cNvSpPr txBox="1"/>
            <p:nvPr/>
          </p:nvSpPr>
          <p:spPr bwMode="auto">
            <a:xfrm rot="0" flipH="0" flipV="0">
              <a:off x="8830885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48555802" name="Freeform 131"/>
            <p:cNvSpPr/>
            <p:nvPr/>
          </p:nvSpPr>
          <p:spPr bwMode="auto">
            <a:xfrm rot="0" flipH="0" flipV="0">
              <a:off x="8830885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1767776" name="TextBox 132"/>
            <p:cNvSpPr txBox="1"/>
            <p:nvPr/>
          </p:nvSpPr>
          <p:spPr bwMode="auto">
            <a:xfrm rot="0" flipH="0" flipV="0">
              <a:off x="8830885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0491738" name="Freeform 134"/>
            <p:cNvSpPr/>
            <p:nvPr/>
          </p:nvSpPr>
          <p:spPr bwMode="auto">
            <a:xfrm rot="0" flipH="0" flipV="0">
              <a:off x="8830885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97928467" name="TextBox 135"/>
            <p:cNvSpPr txBox="1"/>
            <p:nvPr/>
          </p:nvSpPr>
          <p:spPr bwMode="auto">
            <a:xfrm rot="0" flipH="0" flipV="0">
              <a:off x="8830885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9914992" name="TextBox 136"/>
            <p:cNvSpPr txBox="1"/>
            <p:nvPr/>
          </p:nvSpPr>
          <p:spPr bwMode="auto">
            <a:xfrm flipH="0" flipV="0">
              <a:off x="7610916" y="176471"/>
              <a:ext cx="2064468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#3</a:t>
              </a:r>
              <a:endParaRPr/>
            </a:p>
          </p:txBody>
        </p:sp>
        <p:sp>
          <p:nvSpPr>
            <p:cNvPr id="980716620" name="AutoShape 137"/>
            <p:cNvSpPr/>
            <p:nvPr/>
          </p:nvSpPr>
          <p:spPr bwMode="auto">
            <a:xfrm>
              <a:off x="9943313" y="2254389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6319875" name="AutoShape 138"/>
            <p:cNvSpPr/>
            <p:nvPr/>
          </p:nvSpPr>
          <p:spPr bwMode="auto">
            <a:xfrm>
              <a:off x="9943313" y="152854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11699" name="AutoShape 139"/>
            <p:cNvSpPr/>
            <p:nvPr/>
          </p:nvSpPr>
          <p:spPr bwMode="auto">
            <a:xfrm>
              <a:off x="9943313" y="116562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9111640" name="AutoShape 140"/>
            <p:cNvSpPr/>
            <p:nvPr/>
          </p:nvSpPr>
          <p:spPr bwMode="auto">
            <a:xfrm>
              <a:off x="9943313" y="803813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091063" name="AutoShape 141"/>
            <p:cNvSpPr/>
            <p:nvPr/>
          </p:nvSpPr>
          <p:spPr bwMode="auto">
            <a:xfrm>
              <a:off x="9943313" y="1891468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561981" name="AutoShape 142"/>
            <p:cNvSpPr/>
            <p:nvPr/>
          </p:nvSpPr>
          <p:spPr bwMode="auto">
            <a:xfrm>
              <a:off x="10280418" y="792401"/>
              <a:ext cx="0" cy="147340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2238648" name="AutoShape 143"/>
            <p:cNvSpPr/>
            <p:nvPr/>
          </p:nvSpPr>
          <p:spPr bwMode="auto">
            <a:xfrm>
              <a:off x="6293725" y="804371"/>
              <a:ext cx="1089075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0349843" name="AutoShape 144"/>
            <p:cNvSpPr/>
            <p:nvPr/>
          </p:nvSpPr>
          <p:spPr bwMode="auto">
            <a:xfrm>
              <a:off x="2988474" y="1718708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1883498" name="AutoShape 145"/>
            <p:cNvSpPr/>
            <p:nvPr/>
          </p:nvSpPr>
          <p:spPr bwMode="auto">
            <a:xfrm>
              <a:off x="10280418" y="1529101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2585710" name="AutoShape 146"/>
            <p:cNvSpPr/>
            <p:nvPr/>
          </p:nvSpPr>
          <p:spPr bwMode="auto">
            <a:xfrm>
              <a:off x="3195504" y="1709186"/>
              <a:ext cx="0" cy="145207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6481536" name="AutoShape 147"/>
            <p:cNvSpPr/>
            <p:nvPr/>
          </p:nvSpPr>
          <p:spPr bwMode="auto">
            <a:xfrm>
              <a:off x="6847383" y="1709186"/>
              <a:ext cx="0" cy="145207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7053106" name="AutoShape 148"/>
            <p:cNvSpPr/>
            <p:nvPr/>
          </p:nvSpPr>
          <p:spPr bwMode="auto">
            <a:xfrm>
              <a:off x="10496972" y="1524848"/>
              <a:ext cx="0" cy="1636407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9118669" name="Freeform 150"/>
            <p:cNvSpPr/>
            <p:nvPr/>
          </p:nvSpPr>
          <p:spPr bwMode="auto">
            <a:xfrm rot="0" flipH="0" flipV="0">
              <a:off x="2879660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4932710" name="TextBox 151"/>
            <p:cNvSpPr txBox="1"/>
            <p:nvPr/>
          </p:nvSpPr>
          <p:spPr bwMode="auto">
            <a:xfrm rot="0" flipH="0" flipV="0">
              <a:off x="2879660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87160398" name="Freeform 153"/>
            <p:cNvSpPr/>
            <p:nvPr/>
          </p:nvSpPr>
          <p:spPr bwMode="auto">
            <a:xfrm rot="0" flipH="0" flipV="0">
              <a:off x="6531537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4785199" name="TextBox 154"/>
            <p:cNvSpPr txBox="1"/>
            <p:nvPr/>
          </p:nvSpPr>
          <p:spPr bwMode="auto">
            <a:xfrm rot="0" flipH="0" flipV="0">
              <a:off x="6531537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3184966" name="Freeform 156"/>
            <p:cNvSpPr/>
            <p:nvPr/>
          </p:nvSpPr>
          <p:spPr bwMode="auto">
            <a:xfrm rot="0" flipH="0" flipV="0">
              <a:off x="10181126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4671234" name="TextBox 157"/>
            <p:cNvSpPr txBox="1"/>
            <p:nvPr/>
          </p:nvSpPr>
          <p:spPr bwMode="auto">
            <a:xfrm rot="0" flipH="0" flipV="0">
              <a:off x="10181126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06127477" name="AutoShape 158"/>
            <p:cNvSpPr/>
            <p:nvPr/>
          </p:nvSpPr>
          <p:spPr bwMode="auto">
            <a:xfrm>
              <a:off x="3195504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7125494" name="AutoShape 159"/>
            <p:cNvSpPr/>
            <p:nvPr/>
          </p:nvSpPr>
          <p:spPr bwMode="auto">
            <a:xfrm>
              <a:off x="6847383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7813283" name="AutoShape 160"/>
            <p:cNvSpPr/>
            <p:nvPr/>
          </p:nvSpPr>
          <p:spPr bwMode="auto">
            <a:xfrm flipH="1">
              <a:off x="10496972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9566833" name="AutoShape 161"/>
            <p:cNvSpPr/>
            <p:nvPr/>
          </p:nvSpPr>
          <p:spPr bwMode="auto">
            <a:xfrm flipH="1" flipV="1">
              <a:off x="3195504" y="4229872"/>
              <a:ext cx="7301466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3331395" name="AutoShape 162"/>
            <p:cNvSpPr/>
            <p:nvPr/>
          </p:nvSpPr>
          <p:spPr bwMode="auto">
            <a:xfrm>
              <a:off x="6847383" y="3569270"/>
              <a:ext cx="0" cy="155487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849415" name="Freeform 164"/>
            <p:cNvSpPr/>
            <p:nvPr/>
          </p:nvSpPr>
          <p:spPr bwMode="auto">
            <a:xfrm rot="0" flipH="0" flipV="0">
              <a:off x="6531537" y="5124144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2774005" name="TextBox 165"/>
            <p:cNvSpPr txBox="1"/>
            <p:nvPr/>
          </p:nvSpPr>
          <p:spPr bwMode="auto">
            <a:xfrm rot="0" flipH="0" flipV="0">
              <a:off x="6531537" y="4979482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17203611" name="TextBox 166"/>
            <p:cNvSpPr txBox="1"/>
            <p:nvPr/>
          </p:nvSpPr>
          <p:spPr bwMode="auto">
            <a:xfrm>
              <a:off x="2772634" y="5244287"/>
              <a:ext cx="2606527" cy="4090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17"/>
                </a:lnSpc>
                <a:defRPr/>
              </a:pPr>
              <a:r>
                <a:rPr lang="en-US" sz="2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Forward Anonset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489044769" name="Freeform 167"/>
            <p:cNvSpPr/>
            <p:nvPr/>
          </p:nvSpPr>
          <p:spPr bwMode="auto">
            <a:xfrm rot="-354466">
              <a:off x="5389310" y="566617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8540385" name="AutoShape 33"/>
          <p:cNvSpPr/>
          <p:nvPr/>
        </p:nvSpPr>
        <p:spPr bwMode="auto">
          <a:xfrm flipH="1">
            <a:off x="6104607" y="3035511"/>
            <a:ext cx="2059554" cy="436302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0148938" name="Freeform 35"/>
          <p:cNvSpPr/>
          <p:nvPr/>
        </p:nvSpPr>
        <p:spPr bwMode="auto">
          <a:xfrm rot="0" flipH="0" flipV="0">
            <a:off x="8164161" y="2699600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33061980" name="TextBox 36"/>
          <p:cNvSpPr txBox="1"/>
          <p:nvPr/>
        </p:nvSpPr>
        <p:spPr bwMode="auto">
          <a:xfrm rot="0" flipH="0" flipV="0">
            <a:off x="8164161" y="253083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Kemungkinan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58449452" name="Freeform 38"/>
          <p:cNvSpPr/>
          <p:nvPr/>
        </p:nvSpPr>
        <p:spPr bwMode="auto">
          <a:xfrm rot="0" flipH="0" flipV="0">
            <a:off x="8164161" y="1835801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64876693" name="TextBox 39"/>
          <p:cNvSpPr txBox="1"/>
          <p:nvPr/>
        </p:nvSpPr>
        <p:spPr bwMode="auto">
          <a:xfrm rot="0" flipH="0" flipV="0">
            <a:off x="8164161" y="1667036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Kemungkinan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49195607" name="Freeform 41"/>
          <p:cNvSpPr/>
          <p:nvPr/>
        </p:nvSpPr>
        <p:spPr bwMode="auto">
          <a:xfrm rot="0" flipH="0" flipV="0">
            <a:off x="8164161" y="973479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6716280" name="TextBox 42"/>
          <p:cNvSpPr txBox="1"/>
          <p:nvPr/>
        </p:nvSpPr>
        <p:spPr bwMode="auto">
          <a:xfrm rot="0" flipH="0" flipV="0">
            <a:off x="8164161" y="80471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Kemungkinan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73688920" name="Freeform 44"/>
          <p:cNvSpPr/>
          <p:nvPr/>
        </p:nvSpPr>
        <p:spPr bwMode="auto">
          <a:xfrm rot="0" flipH="0" flipV="0">
            <a:off x="8164161" y="4424239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706092399" name="TextBox 45"/>
          <p:cNvSpPr txBox="1"/>
          <p:nvPr/>
        </p:nvSpPr>
        <p:spPr bwMode="auto">
          <a:xfrm rot="0" flipH="0" flipV="0">
            <a:off x="8164161" y="4255474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Kemungkinan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08212285" name="Freeform 47"/>
          <p:cNvSpPr/>
          <p:nvPr/>
        </p:nvSpPr>
        <p:spPr bwMode="auto">
          <a:xfrm rot="0" flipH="0" flipV="0">
            <a:off x="8164161" y="3561918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41610524" name="TextBox 48"/>
          <p:cNvSpPr txBox="1"/>
          <p:nvPr/>
        </p:nvSpPr>
        <p:spPr bwMode="auto">
          <a:xfrm rot="0" flipH="0" flipV="0">
            <a:off x="8164161" y="339315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Kemungkinan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7072772" name="AutoShape 49"/>
          <p:cNvSpPr/>
          <p:nvPr/>
        </p:nvSpPr>
        <p:spPr bwMode="auto">
          <a:xfrm flipH="1">
            <a:off x="6104607" y="2171712"/>
            <a:ext cx="2059554" cy="130010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270179" name="AutoShape 50"/>
          <p:cNvSpPr/>
          <p:nvPr/>
        </p:nvSpPr>
        <p:spPr bwMode="auto">
          <a:xfrm flipH="1">
            <a:off x="6104607" y="1309390"/>
            <a:ext cx="2059554" cy="216242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636479" name="AutoShape 51"/>
          <p:cNvSpPr/>
          <p:nvPr/>
        </p:nvSpPr>
        <p:spPr bwMode="auto">
          <a:xfrm flipH="1" flipV="1">
            <a:off x="6104607" y="3471813"/>
            <a:ext cx="2059554" cy="42601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7798889" name="AutoShape 52"/>
          <p:cNvSpPr/>
          <p:nvPr/>
        </p:nvSpPr>
        <p:spPr bwMode="auto">
          <a:xfrm flipH="1" flipV="1">
            <a:off x="6104607" y="3471813"/>
            <a:ext cx="2059554" cy="1288336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3214805" name="Freeform 53"/>
          <p:cNvSpPr/>
          <p:nvPr/>
        </p:nvSpPr>
        <p:spPr bwMode="auto">
          <a:xfrm flipH="0" flipV="0">
            <a:off x="11145873" y="3035508"/>
            <a:ext cx="769683" cy="817933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8388454" name="Freeform 55"/>
          <p:cNvSpPr/>
          <p:nvPr/>
        </p:nvSpPr>
        <p:spPr bwMode="auto">
          <a:xfrm rot="0" flipH="0" flipV="0">
            <a:off x="8164161" y="5286561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94188583" name="TextBox 56"/>
          <p:cNvSpPr txBox="1"/>
          <p:nvPr/>
        </p:nvSpPr>
        <p:spPr bwMode="auto">
          <a:xfrm rot="0" flipH="0" flipV="0">
            <a:off x="8164161" y="5117796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86 871 UTXO...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22609071" name="AutoShape 57"/>
          <p:cNvSpPr/>
          <p:nvPr/>
        </p:nvSpPr>
        <p:spPr bwMode="auto">
          <a:xfrm flipH="1" flipV="1">
            <a:off x="6104607" y="3471813"/>
            <a:ext cx="2059554" cy="21506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13362371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617784" y="4573131"/>
            <a:ext cx="833929" cy="833929"/>
          </a:xfrm>
          <a:prstGeom prst="rect">
            <a:avLst/>
          </a:prstGeom>
        </p:spPr>
      </p:pic>
      <p:grpSp>
        <p:nvGrpSpPr>
          <p:cNvPr id="2119322428" name=""/>
          <p:cNvGrpSpPr/>
          <p:nvPr/>
        </p:nvGrpSpPr>
        <p:grpSpPr bwMode="auto">
          <a:xfrm>
            <a:off x="569669" y="2372773"/>
            <a:ext cx="5534933" cy="2029317"/>
            <a:chOff x="0" y="0"/>
            <a:chExt cx="5534933" cy="2029317"/>
          </a:xfrm>
        </p:grpSpPr>
        <p:sp>
          <p:nvSpPr>
            <p:cNvPr id="1107508792" name="Freeform 27"/>
            <p:cNvSpPr/>
            <p:nvPr/>
          </p:nvSpPr>
          <p:spPr bwMode="auto">
            <a:xfrm rot="0" flipH="0" flipV="0">
              <a:off x="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496899640" name="TextBox 28"/>
            <p:cNvSpPr txBox="1"/>
            <p:nvPr/>
          </p:nvSpPr>
          <p:spPr bwMode="auto">
            <a:xfrm rot="0" flipH="0" flipV="0">
              <a:off x="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53328119" name="AutoShape 29"/>
            <p:cNvSpPr/>
            <p:nvPr/>
          </p:nvSpPr>
          <p:spPr bwMode="auto">
            <a:xfrm flipH="1" flipV="1">
              <a:off x="2357334" y="1093158"/>
              <a:ext cx="820270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072043189" name="Freeform 31"/>
            <p:cNvSpPr/>
            <p:nvPr/>
          </p:nvSpPr>
          <p:spPr bwMode="auto">
            <a:xfrm rot="0" flipH="0" flipV="0">
              <a:off x="3177603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838024752" name="TextBox 32"/>
            <p:cNvSpPr txBox="1"/>
            <p:nvPr/>
          </p:nvSpPr>
          <p:spPr bwMode="auto">
            <a:xfrm rot="0" flipH="0" flipV="0">
              <a:off x="3177603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 b="1">
                <a:solidFill>
                  <a:srgbClr val="FFFFFF"/>
                </a:solidFill>
                <a:latin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1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9808528" name="TextBox 26"/>
          <p:cNvSpPr txBox="1"/>
          <p:nvPr/>
        </p:nvSpPr>
        <p:spPr bwMode="auto">
          <a:xfrm flipH="0" flipV="0">
            <a:off x="3512909" y="5853756"/>
            <a:ext cx="8175879" cy="244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defRPr/>
            </a:pP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>Analis menghadapi sekelompok </a:t>
            </a: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>UTXO yang mungkin </a:t>
            </a: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>menjadi sumbernya</a:t>
            </a:r>
            <a:endParaRPr sz="1600" b="0" i="1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1944445013" name="Freeform 27"/>
          <p:cNvSpPr/>
          <p:nvPr/>
        </p:nvSpPr>
        <p:spPr bwMode="auto">
          <a:xfrm rot="-7019569" flipV="1">
            <a:off x="2416213" y="5578721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708912" name="Freeform 29"/>
          <p:cNvSpPr/>
          <p:nvPr/>
        </p:nvSpPr>
        <p:spPr bwMode="auto">
          <a:xfrm rot="0" flipH="0" flipV="0">
            <a:off x="1586463" y="263263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26181910" name="TextBox 30"/>
          <p:cNvSpPr txBox="1"/>
          <p:nvPr/>
        </p:nvSpPr>
        <p:spPr bwMode="auto">
          <a:xfrm rot="0" flipH="0" flipV="0">
            <a:off x="1586463" y="246386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Kemungkinan sumber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50051667" name="Freeform 32"/>
          <p:cNvSpPr/>
          <p:nvPr/>
        </p:nvSpPr>
        <p:spPr bwMode="auto">
          <a:xfrm rot="0" flipH="0" flipV="0">
            <a:off x="1586463" y="1768836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68332773" name="TextBox 33"/>
          <p:cNvSpPr txBox="1"/>
          <p:nvPr/>
        </p:nvSpPr>
        <p:spPr bwMode="auto">
          <a:xfrm rot="0" flipH="0" flipV="0">
            <a:off x="1586463" y="1600071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Kemungkinan sumber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7508308" name="Freeform 35"/>
          <p:cNvSpPr/>
          <p:nvPr/>
        </p:nvSpPr>
        <p:spPr bwMode="auto">
          <a:xfrm rot="0" flipH="0" flipV="0">
            <a:off x="1586463" y="90651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49717175" name="TextBox 36"/>
          <p:cNvSpPr txBox="1"/>
          <p:nvPr/>
        </p:nvSpPr>
        <p:spPr bwMode="auto">
          <a:xfrm rot="0" flipH="0" flipV="0">
            <a:off x="1586463" y="737750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FFFFFF"/>
                </a:solidFill>
                <a:latin typeface="IBM Plex Sans"/>
              </a:rPr>
              <a:t>Kemungkinan sumber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96931961" name="Freeform 38"/>
          <p:cNvSpPr/>
          <p:nvPr/>
        </p:nvSpPr>
        <p:spPr bwMode="auto">
          <a:xfrm rot="0" flipH="0" flipV="0">
            <a:off x="1586463" y="435727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5714894" name="TextBox 39"/>
          <p:cNvSpPr txBox="1"/>
          <p:nvPr/>
        </p:nvSpPr>
        <p:spPr bwMode="auto">
          <a:xfrm rot="0" flipH="0" flipV="0">
            <a:off x="1586463" y="418851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Kemungkinan sumber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31229164" name="Freeform 41"/>
          <p:cNvSpPr/>
          <p:nvPr/>
        </p:nvSpPr>
        <p:spPr bwMode="auto">
          <a:xfrm rot="0" flipH="0" flipV="0">
            <a:off x="1586463" y="349495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2644276" name="TextBox 42"/>
          <p:cNvSpPr txBox="1"/>
          <p:nvPr/>
        </p:nvSpPr>
        <p:spPr bwMode="auto">
          <a:xfrm rot="0" flipH="0" flipV="0">
            <a:off x="1586463" y="332618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Kemungkinan sumber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47498627" name="AutoShape 43"/>
          <p:cNvSpPr/>
          <p:nvPr/>
        </p:nvSpPr>
        <p:spPr bwMode="auto">
          <a:xfrm>
            <a:off x="3943797" y="210474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3227432" name="Freeform 44"/>
          <p:cNvSpPr/>
          <p:nvPr/>
        </p:nvSpPr>
        <p:spPr bwMode="auto">
          <a:xfrm>
            <a:off x="268367" y="2387857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7" y="0"/>
                </a:lnTo>
                <a:lnTo>
                  <a:pt x="1071847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652104" name="TextBox 52"/>
          <p:cNvSpPr txBox="1"/>
          <p:nvPr/>
        </p:nvSpPr>
        <p:spPr bwMode="auto">
          <a:xfrm flipH="0" flipV="0">
            <a:off x="6185595" y="696944"/>
            <a:ext cx="5324028" cy="244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Analis mengetahui </a:t>
            </a:r>
            <a:r>
              <a:rPr sz="1600" lang="fr-FR">
                <a:solidFill>
                  <a:srgbClr val="000000"/>
                </a:solidFill>
                <a:latin typeface="IBM Plex Sans"/>
              </a:rPr>
              <a:t>UTXO </a:t>
            </a:r>
            <a:r>
              <a:rPr sz="1600" lang="en-US">
                <a:solidFill>
                  <a:srgbClr val="000000"/>
                </a:solidFill>
                <a:latin typeface="IBM Plex Sans"/>
              </a:rPr>
              <a:t>ini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31044713" name="Freeform 53"/>
          <p:cNvSpPr/>
          <p:nvPr/>
        </p:nvSpPr>
        <p:spPr bwMode="auto">
          <a:xfrm rot="-5143866" flipH="1">
            <a:off x="9967300" y="170008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1614356" name="AutoShape 54"/>
          <p:cNvSpPr/>
          <p:nvPr/>
        </p:nvSpPr>
        <p:spPr bwMode="auto">
          <a:xfrm>
            <a:off x="3943797" y="1242426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3817400" name="AutoShape 55"/>
          <p:cNvSpPr/>
          <p:nvPr/>
        </p:nvSpPr>
        <p:spPr bwMode="auto">
          <a:xfrm flipV="1">
            <a:off x="3943797" y="2967807"/>
            <a:ext cx="2020369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0366180" name="AutoShape 56"/>
          <p:cNvSpPr/>
          <p:nvPr/>
        </p:nvSpPr>
        <p:spPr bwMode="auto">
          <a:xfrm flipV="1">
            <a:off x="3943797" y="296780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7055930" name="AutoShape 57"/>
          <p:cNvSpPr/>
          <p:nvPr/>
        </p:nvSpPr>
        <p:spPr bwMode="auto">
          <a:xfrm flipV="1">
            <a:off x="3943797" y="2967807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389292161" name=""/>
          <p:cNvGrpSpPr/>
          <p:nvPr/>
        </p:nvGrpSpPr>
        <p:grpSpPr bwMode="auto">
          <a:xfrm>
            <a:off x="5964166" y="1868765"/>
            <a:ext cx="5495631" cy="2771293"/>
            <a:chOff x="0" y="0"/>
            <a:chExt cx="5495631" cy="2771293"/>
          </a:xfrm>
        </p:grpSpPr>
        <p:sp>
          <p:nvSpPr>
            <p:cNvPr id="1517049621" name="Freeform 46"/>
            <p:cNvSpPr/>
            <p:nvPr/>
          </p:nvSpPr>
          <p:spPr bwMode="auto">
            <a:xfrm rot="0" flipH="0" flipV="0">
              <a:off x="313830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9605735" name="TextBox 47"/>
            <p:cNvSpPr txBox="1"/>
            <p:nvPr/>
          </p:nvSpPr>
          <p:spPr bwMode="auto">
            <a:xfrm rot="0" flipH="0" flipV="0">
              <a:off x="313830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marL="0" lvl="0" indent="0" algn="ctr">
                <a:lnSpc>
                  <a:spcPts val="3490"/>
                </a:lnSpc>
                <a:spcBef>
                  <a:spcPts val="0"/>
                </a:spcBef>
                <a:defRPr/>
              </a:pPr>
              <a:r>
                <a:rPr lang="en-US" sz="2200" b="1" u="none" strike="noStrike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371861" name="Freeform 49"/>
            <p:cNvSpPr/>
            <p:nvPr/>
          </p:nvSpPr>
          <p:spPr bwMode="auto">
            <a:xfrm rot="0" flipH="0" flipV="0">
              <a:off x="0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708858" name="TextBox 50"/>
            <p:cNvSpPr txBox="1"/>
            <p:nvPr/>
          </p:nvSpPr>
          <p:spPr bwMode="auto">
            <a:xfrm rot="0" flipH="0" flipV="0">
              <a:off x="0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4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4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58826238" name="AutoShape 51"/>
            <p:cNvSpPr/>
            <p:nvPr/>
          </p:nvSpPr>
          <p:spPr bwMode="auto">
            <a:xfrm flipH="1">
              <a:off x="2357333" y="1093158"/>
              <a:ext cx="780966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pic>
          <p:nvPicPr>
            <p:cNvPr id="1416313661" name=""/>
            <p:cNvPicPr>
              <a:picLocks noChangeAspect="1"/>
            </p:cNvPicPr>
            <p:nvPr/>
          </p:nvPicPr>
          <p:blipFill>
            <a:blip r:embed="rId6"/>
            <a:stretch/>
          </p:blipFill>
          <p:spPr bwMode="auto">
            <a:xfrm flipH="0" flipV="0">
              <a:off x="880382" y="2115112"/>
              <a:ext cx="656181" cy="656181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1108231" name=""/>
          <p:cNvGrpSpPr/>
          <p:nvPr/>
        </p:nvGrpSpPr>
        <p:grpSpPr bwMode="auto">
          <a:xfrm>
            <a:off x="498328" y="675674"/>
            <a:ext cx="11216201" cy="5462988"/>
            <a:chOff x="0" y="0"/>
            <a:chExt cx="11216201" cy="5462988"/>
          </a:xfrm>
        </p:grpSpPr>
        <p:sp>
          <p:nvSpPr>
            <p:cNvPr id="1424814486" name="Freeform 27"/>
            <p:cNvSpPr/>
            <p:nvPr/>
          </p:nvSpPr>
          <p:spPr bwMode="auto">
            <a:xfrm rot="0" flipH="0" flipV="0">
              <a:off x="1072369" y="0"/>
              <a:ext cx="9084299" cy="1476994"/>
            </a:xfrm>
            <a:custGeom>
              <a:avLst/>
              <a:gdLst/>
              <a:ahLst/>
              <a:cxnLst/>
              <a:rect l="l" t="t" r="r" b="b"/>
              <a:pathLst>
                <a:path w="21237625" h="2969443" fill="norm" stroke="1" extrusionOk="0">
                  <a:moveTo>
                    <a:pt x="0" y="0"/>
                  </a:moveTo>
                  <a:lnTo>
                    <a:pt x="0" y="2969443"/>
                  </a:lnTo>
                  <a:lnTo>
                    <a:pt x="21237625" y="2969443"/>
                  </a:lnTo>
                  <a:lnTo>
                    <a:pt x="21237625" y="0"/>
                  </a:lnTo>
                  <a:lnTo>
                    <a:pt x="0" y="0"/>
                  </a:lnTo>
                  <a:close/>
                  <a:moveTo>
                    <a:pt x="21176664" y="2908483"/>
                  </a:moveTo>
                  <a:lnTo>
                    <a:pt x="59690" y="2908483"/>
                  </a:lnTo>
                  <a:lnTo>
                    <a:pt x="59690" y="59690"/>
                  </a:lnTo>
                  <a:lnTo>
                    <a:pt x="21176664" y="59690"/>
                  </a:lnTo>
                  <a:lnTo>
                    <a:pt x="21176664" y="290848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882567" name="Freeform 29"/>
            <p:cNvSpPr/>
            <p:nvPr/>
          </p:nvSpPr>
          <p:spPr bwMode="auto">
            <a:xfrm rot="0" flipH="0" flipV="0">
              <a:off x="7404625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33416123" name="TextBox 30"/>
            <p:cNvSpPr txBox="1"/>
            <p:nvPr/>
          </p:nvSpPr>
          <p:spPr bwMode="auto">
            <a:xfrm rot="0" flipH="0" flipV="0">
              <a:off x="7404625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0993796" name="Freeform 32"/>
            <p:cNvSpPr/>
            <p:nvPr/>
          </p:nvSpPr>
          <p:spPr bwMode="auto">
            <a:xfrm rot="0" flipH="0" flipV="0">
              <a:off x="3961530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90994615" name="TextBox 33"/>
            <p:cNvSpPr txBox="1"/>
            <p:nvPr/>
          </p:nvSpPr>
          <p:spPr bwMode="auto">
            <a:xfrm rot="0" flipH="0" flipV="0">
              <a:off x="3961530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1541096" name="Freeform 35"/>
            <p:cNvSpPr/>
            <p:nvPr/>
          </p:nvSpPr>
          <p:spPr bwMode="auto">
            <a:xfrm rot="0" flipH="0" flipV="0">
              <a:off x="5110273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61837288" name="TextBox 36"/>
            <p:cNvSpPr txBox="1"/>
            <p:nvPr/>
          </p:nvSpPr>
          <p:spPr bwMode="auto">
            <a:xfrm rot="0" flipH="0" flipV="0">
              <a:off x="5110273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9472349" name="Freeform 38"/>
            <p:cNvSpPr/>
            <p:nvPr/>
          </p:nvSpPr>
          <p:spPr bwMode="auto">
            <a:xfrm rot="0" flipH="0" flipV="0">
              <a:off x="6259016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48784907" name="TextBox 39"/>
            <p:cNvSpPr txBox="1"/>
            <p:nvPr/>
          </p:nvSpPr>
          <p:spPr bwMode="auto">
            <a:xfrm rot="0" flipH="0" flipV="0">
              <a:off x="6259016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51523812" name="Freeform 41"/>
            <p:cNvSpPr/>
            <p:nvPr/>
          </p:nvSpPr>
          <p:spPr bwMode="auto">
            <a:xfrm rot="0" flipH="0" flipV="0">
              <a:off x="2812788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45178893" name="TextBox 42"/>
            <p:cNvSpPr txBox="1"/>
            <p:nvPr/>
          </p:nvSpPr>
          <p:spPr bwMode="auto">
            <a:xfrm rot="0" flipH="0" flipV="0">
              <a:off x="2812788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220991" name="Freeform 44"/>
            <p:cNvSpPr/>
            <p:nvPr/>
          </p:nvSpPr>
          <p:spPr bwMode="auto">
            <a:xfrm rot="0" flipH="0" flipV="0">
              <a:off x="221010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156696" name="Freeform 46"/>
            <p:cNvSpPr/>
            <p:nvPr/>
          </p:nvSpPr>
          <p:spPr bwMode="auto">
            <a:xfrm rot="0" flipH="0" flipV="0">
              <a:off x="1568054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3650411" name="TextBox 47"/>
            <p:cNvSpPr txBox="1"/>
            <p:nvPr/>
          </p:nvSpPr>
          <p:spPr bwMode="auto">
            <a:xfrm rot="0" flipH="0" flipV="0">
              <a:off x="1568054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747547196" name="Freeform 49"/>
            <p:cNvSpPr/>
            <p:nvPr/>
          </p:nvSpPr>
          <p:spPr bwMode="auto">
            <a:xfrm rot="0" flipH="0" flipV="0">
              <a:off x="302868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1263112" name="TextBox 50"/>
            <p:cNvSpPr txBox="1"/>
            <p:nvPr/>
          </p:nvSpPr>
          <p:spPr bwMode="auto">
            <a:xfrm rot="0" flipH="0" flipV="0">
              <a:off x="302868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71547151" name="Freeform 52"/>
            <p:cNvSpPr/>
            <p:nvPr/>
          </p:nvSpPr>
          <p:spPr bwMode="auto">
            <a:xfrm rot="0" flipH="0" flipV="0">
              <a:off x="935731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7905442" name="TextBox 53"/>
            <p:cNvSpPr txBox="1"/>
            <p:nvPr/>
          </p:nvSpPr>
          <p:spPr bwMode="auto">
            <a:xfrm rot="0" flipH="0" flipV="0">
              <a:off x="935731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398148357" name="Freeform 55"/>
            <p:cNvSpPr/>
            <p:nvPr/>
          </p:nvSpPr>
          <p:spPr bwMode="auto">
            <a:xfrm rot="0" flipH="0" flipV="0">
              <a:off x="2200380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3311171" name="TextBox 56"/>
            <p:cNvSpPr txBox="1"/>
            <p:nvPr/>
          </p:nvSpPr>
          <p:spPr bwMode="auto">
            <a:xfrm rot="0" flipH="0" flipV="0">
              <a:off x="2200380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960749771" name="Freeform 58"/>
            <p:cNvSpPr/>
            <p:nvPr/>
          </p:nvSpPr>
          <p:spPr bwMode="auto">
            <a:xfrm rot="0" flipH="0" flipV="0">
              <a:off x="283270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9800460" name="TextBox 59"/>
            <p:cNvSpPr txBox="1"/>
            <p:nvPr/>
          </p:nvSpPr>
          <p:spPr bwMode="auto">
            <a:xfrm rot="0" flipH="0" flipV="0">
              <a:off x="283270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992672051" name="Freeform 61"/>
            <p:cNvSpPr/>
            <p:nvPr/>
          </p:nvSpPr>
          <p:spPr bwMode="auto">
            <a:xfrm rot="0" flipH="0" flipV="0">
              <a:off x="3969834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84182734" name="Freeform 63"/>
            <p:cNvSpPr/>
            <p:nvPr/>
          </p:nvSpPr>
          <p:spPr bwMode="auto">
            <a:xfrm rot="0" flipH="0" flipV="0">
              <a:off x="531688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035834" name="TextBox 64"/>
            <p:cNvSpPr txBox="1"/>
            <p:nvPr/>
          </p:nvSpPr>
          <p:spPr bwMode="auto">
            <a:xfrm rot="0" flipH="0" flipV="0">
              <a:off x="531688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06035780" name="Freeform 66"/>
            <p:cNvSpPr/>
            <p:nvPr/>
          </p:nvSpPr>
          <p:spPr bwMode="auto">
            <a:xfrm rot="0" flipH="0" flipV="0">
              <a:off x="4051695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5789139" name="TextBox 67"/>
            <p:cNvSpPr txBox="1"/>
            <p:nvPr/>
          </p:nvSpPr>
          <p:spPr bwMode="auto">
            <a:xfrm rot="0" flipH="0" flipV="0">
              <a:off x="4051695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874093478" name="Freeform 69"/>
            <p:cNvSpPr/>
            <p:nvPr/>
          </p:nvSpPr>
          <p:spPr bwMode="auto">
            <a:xfrm rot="0" flipH="0" flipV="0">
              <a:off x="468455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873617" name="TextBox 70"/>
            <p:cNvSpPr txBox="1"/>
            <p:nvPr/>
          </p:nvSpPr>
          <p:spPr bwMode="auto">
            <a:xfrm rot="0" flipH="0" flipV="0">
              <a:off x="468455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369134821" name="Freeform 72"/>
            <p:cNvSpPr/>
            <p:nvPr/>
          </p:nvSpPr>
          <p:spPr bwMode="auto">
            <a:xfrm rot="0" flipH="0" flipV="0">
              <a:off x="5949203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209389" name="TextBox 73"/>
            <p:cNvSpPr txBox="1"/>
            <p:nvPr/>
          </p:nvSpPr>
          <p:spPr bwMode="auto">
            <a:xfrm rot="0" flipH="0" flipV="0">
              <a:off x="5949203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155725208" name="Freeform 75"/>
            <p:cNvSpPr/>
            <p:nvPr/>
          </p:nvSpPr>
          <p:spPr bwMode="auto">
            <a:xfrm rot="0" flipH="0" flipV="0">
              <a:off x="6581529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5058598" name="TextBox 76"/>
            <p:cNvSpPr txBox="1"/>
            <p:nvPr/>
          </p:nvSpPr>
          <p:spPr bwMode="auto">
            <a:xfrm rot="0" flipH="0" flipV="0">
              <a:off x="6581529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711398930" name="Freeform 78"/>
            <p:cNvSpPr/>
            <p:nvPr/>
          </p:nvSpPr>
          <p:spPr bwMode="auto">
            <a:xfrm rot="0" flipH="0" flipV="0">
              <a:off x="7715576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3038928" name="Freeform 80"/>
            <p:cNvSpPr/>
            <p:nvPr/>
          </p:nvSpPr>
          <p:spPr bwMode="auto">
            <a:xfrm rot="0" flipH="0" flipV="0">
              <a:off x="906262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80990495" name="TextBox 81"/>
            <p:cNvSpPr txBox="1"/>
            <p:nvPr/>
          </p:nvSpPr>
          <p:spPr bwMode="auto">
            <a:xfrm rot="0" flipH="0" flipV="0">
              <a:off x="906262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960241095" name="Freeform 83"/>
            <p:cNvSpPr/>
            <p:nvPr/>
          </p:nvSpPr>
          <p:spPr bwMode="auto">
            <a:xfrm rot="0" flipH="0" flipV="0">
              <a:off x="779743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73899713" name="TextBox 84"/>
            <p:cNvSpPr txBox="1"/>
            <p:nvPr/>
          </p:nvSpPr>
          <p:spPr bwMode="auto">
            <a:xfrm rot="0" flipH="0" flipV="0">
              <a:off x="779743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499664757" name="Freeform 86"/>
            <p:cNvSpPr/>
            <p:nvPr/>
          </p:nvSpPr>
          <p:spPr bwMode="auto">
            <a:xfrm rot="0" flipH="0" flipV="0">
              <a:off x="8430298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5744367" name="TextBox 87"/>
            <p:cNvSpPr txBox="1"/>
            <p:nvPr/>
          </p:nvSpPr>
          <p:spPr bwMode="auto">
            <a:xfrm rot="0" flipH="0" flipV="0">
              <a:off x="8430298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257336839" name="Freeform 89"/>
            <p:cNvSpPr/>
            <p:nvPr/>
          </p:nvSpPr>
          <p:spPr bwMode="auto">
            <a:xfrm rot="0" flipH="0" flipV="0">
              <a:off x="9694945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1764656" name="TextBox 90"/>
            <p:cNvSpPr txBox="1"/>
            <p:nvPr/>
          </p:nvSpPr>
          <p:spPr bwMode="auto">
            <a:xfrm rot="0" flipH="0" flipV="0">
              <a:off x="9694945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114857802" name="Freeform 92"/>
            <p:cNvSpPr/>
            <p:nvPr/>
          </p:nvSpPr>
          <p:spPr bwMode="auto">
            <a:xfrm rot="0" flipH="0" flipV="0">
              <a:off x="1032726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423358" name="TextBox 93"/>
            <p:cNvSpPr txBox="1"/>
            <p:nvPr/>
          </p:nvSpPr>
          <p:spPr bwMode="auto">
            <a:xfrm rot="0" flipH="0" flipV="0">
              <a:off x="1032726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058837791" name="AutoShape 94"/>
            <p:cNvSpPr/>
            <p:nvPr/>
          </p:nvSpPr>
          <p:spPr bwMode="auto">
            <a:xfrm flipH="1">
              <a:off x="3493375" y="1320592"/>
              <a:ext cx="2114210" cy="5766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1790837" name="AutoShape 95"/>
            <p:cNvSpPr/>
            <p:nvPr/>
          </p:nvSpPr>
          <p:spPr bwMode="auto">
            <a:xfrm flipH="1">
              <a:off x="5606016" y="1320592"/>
              <a:ext cx="1150308" cy="56612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8088421" name="AutoShape 96"/>
            <p:cNvSpPr/>
            <p:nvPr/>
          </p:nvSpPr>
          <p:spPr bwMode="auto">
            <a:xfrm>
              <a:off x="7901935" y="1320592"/>
              <a:ext cx="1449821" cy="56612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8953563" name="Freeform 98"/>
            <p:cNvSpPr/>
            <p:nvPr/>
          </p:nvSpPr>
          <p:spPr bwMode="auto">
            <a:xfrm rot="0" flipH="0" flipV="0">
              <a:off x="1242212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7323687" name="Freeform 100"/>
            <p:cNvSpPr/>
            <p:nvPr/>
          </p:nvSpPr>
          <p:spPr bwMode="auto">
            <a:xfrm rot="0" flipH="0" flipV="0">
              <a:off x="133131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8730857" name="TextBox 101"/>
            <p:cNvSpPr txBox="1"/>
            <p:nvPr/>
          </p:nvSpPr>
          <p:spPr bwMode="auto">
            <a:xfrm rot="0" flipH="0" flipV="0">
              <a:off x="134900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105285752" name="Freeform 103"/>
            <p:cNvSpPr/>
            <p:nvPr/>
          </p:nvSpPr>
          <p:spPr bwMode="auto">
            <a:xfrm rot="0" flipH="0" flipV="0">
              <a:off x="154746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4083419" name="TextBox 104"/>
            <p:cNvSpPr txBox="1"/>
            <p:nvPr/>
          </p:nvSpPr>
          <p:spPr bwMode="auto">
            <a:xfrm rot="0" flipH="0" flipV="0">
              <a:off x="156515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39165899" name="Freeform 106"/>
            <p:cNvSpPr/>
            <p:nvPr/>
          </p:nvSpPr>
          <p:spPr bwMode="auto">
            <a:xfrm rot="0" flipH="0" flipV="0">
              <a:off x="176308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23802174" name="TextBox 107"/>
            <p:cNvSpPr txBox="1"/>
            <p:nvPr/>
          </p:nvSpPr>
          <p:spPr bwMode="auto">
            <a:xfrm rot="0" flipH="0" flipV="0">
              <a:off x="17807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47737251" name="Freeform 109"/>
            <p:cNvSpPr/>
            <p:nvPr/>
          </p:nvSpPr>
          <p:spPr bwMode="auto">
            <a:xfrm rot="0" flipH="0" flipV="0">
              <a:off x="197869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33254215" name="TextBox 110"/>
            <p:cNvSpPr txBox="1"/>
            <p:nvPr/>
          </p:nvSpPr>
          <p:spPr bwMode="auto">
            <a:xfrm rot="0" flipH="0" flipV="0">
              <a:off x="199638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32350689" name="Freeform 112"/>
            <p:cNvSpPr/>
            <p:nvPr/>
          </p:nvSpPr>
          <p:spPr bwMode="auto">
            <a:xfrm rot="0" flipH="0" flipV="0">
              <a:off x="219430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7163902" name="TextBox 113"/>
            <p:cNvSpPr txBox="1"/>
            <p:nvPr/>
          </p:nvSpPr>
          <p:spPr bwMode="auto">
            <a:xfrm rot="0" flipH="0" flipV="0">
              <a:off x="221199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347525402" name="Freeform 115"/>
            <p:cNvSpPr/>
            <p:nvPr/>
          </p:nvSpPr>
          <p:spPr bwMode="auto">
            <a:xfrm rot="0" flipH="0" flipV="0">
              <a:off x="4989497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7109123" name="Freeform 117"/>
            <p:cNvSpPr/>
            <p:nvPr/>
          </p:nvSpPr>
          <p:spPr bwMode="auto">
            <a:xfrm rot="0" flipH="0" flipV="0">
              <a:off x="507860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772489" name="TextBox 118"/>
            <p:cNvSpPr txBox="1"/>
            <p:nvPr/>
          </p:nvSpPr>
          <p:spPr bwMode="auto">
            <a:xfrm rot="0" flipH="0" flipV="0">
              <a:off x="509628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513202374" name="Freeform 120"/>
            <p:cNvSpPr/>
            <p:nvPr/>
          </p:nvSpPr>
          <p:spPr bwMode="auto">
            <a:xfrm rot="0" flipH="0" flipV="0">
              <a:off x="529475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0453423" name="TextBox 121"/>
            <p:cNvSpPr txBox="1"/>
            <p:nvPr/>
          </p:nvSpPr>
          <p:spPr bwMode="auto">
            <a:xfrm rot="0" flipH="0" flipV="0">
              <a:off x="53124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42074205" name="Freeform 123"/>
            <p:cNvSpPr/>
            <p:nvPr/>
          </p:nvSpPr>
          <p:spPr bwMode="auto">
            <a:xfrm rot="0" flipH="0" flipV="0">
              <a:off x="551036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36295203" name="TextBox 124"/>
            <p:cNvSpPr txBox="1"/>
            <p:nvPr/>
          </p:nvSpPr>
          <p:spPr bwMode="auto">
            <a:xfrm rot="0" flipH="0" flipV="0">
              <a:off x="552805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56436236" name="Freeform 126"/>
            <p:cNvSpPr/>
            <p:nvPr/>
          </p:nvSpPr>
          <p:spPr bwMode="auto">
            <a:xfrm rot="0" flipH="0" flipV="0">
              <a:off x="572597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505977" name="TextBox 127"/>
            <p:cNvSpPr txBox="1"/>
            <p:nvPr/>
          </p:nvSpPr>
          <p:spPr bwMode="auto">
            <a:xfrm rot="0" flipH="0" flipV="0">
              <a:off x="574366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527753314" name="Freeform 129"/>
            <p:cNvSpPr/>
            <p:nvPr/>
          </p:nvSpPr>
          <p:spPr bwMode="auto">
            <a:xfrm rot="0" flipH="0" flipV="0">
              <a:off x="594158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8602804" name="TextBox 130"/>
            <p:cNvSpPr txBox="1"/>
            <p:nvPr/>
          </p:nvSpPr>
          <p:spPr bwMode="auto">
            <a:xfrm rot="0" flipH="0" flipV="0">
              <a:off x="5959275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408539643" name="Freeform 132"/>
            <p:cNvSpPr/>
            <p:nvPr/>
          </p:nvSpPr>
          <p:spPr bwMode="auto">
            <a:xfrm rot="0" flipH="0" flipV="0">
              <a:off x="8742865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083494" name="Freeform 134"/>
            <p:cNvSpPr/>
            <p:nvPr/>
          </p:nvSpPr>
          <p:spPr bwMode="auto">
            <a:xfrm rot="0" flipH="0" flipV="0">
              <a:off x="883197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7415863" name="TextBox 135"/>
            <p:cNvSpPr txBox="1"/>
            <p:nvPr/>
          </p:nvSpPr>
          <p:spPr bwMode="auto">
            <a:xfrm rot="0" flipH="0" flipV="0">
              <a:off x="884966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02912508" name="Freeform 137"/>
            <p:cNvSpPr/>
            <p:nvPr/>
          </p:nvSpPr>
          <p:spPr bwMode="auto">
            <a:xfrm rot="0" flipH="0" flipV="0">
              <a:off x="904812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0956789" name="TextBox 138"/>
            <p:cNvSpPr txBox="1"/>
            <p:nvPr/>
          </p:nvSpPr>
          <p:spPr bwMode="auto">
            <a:xfrm rot="0" flipH="0" flipV="0">
              <a:off x="906581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37028042" name="Freeform 140"/>
            <p:cNvSpPr/>
            <p:nvPr/>
          </p:nvSpPr>
          <p:spPr bwMode="auto">
            <a:xfrm rot="0" flipH="0" flipV="0">
              <a:off x="926373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398164" name="TextBox 141"/>
            <p:cNvSpPr txBox="1"/>
            <p:nvPr/>
          </p:nvSpPr>
          <p:spPr bwMode="auto">
            <a:xfrm rot="0" flipH="0" flipV="0">
              <a:off x="928142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94433640" name="Freeform 143"/>
            <p:cNvSpPr/>
            <p:nvPr/>
          </p:nvSpPr>
          <p:spPr bwMode="auto">
            <a:xfrm rot="0" flipH="0" flipV="0">
              <a:off x="947934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8622369" name="TextBox 144"/>
            <p:cNvSpPr txBox="1"/>
            <p:nvPr/>
          </p:nvSpPr>
          <p:spPr bwMode="auto">
            <a:xfrm rot="0" flipH="0" flipV="0">
              <a:off x="949703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75396239" name="Freeform 146"/>
            <p:cNvSpPr/>
            <p:nvPr/>
          </p:nvSpPr>
          <p:spPr bwMode="auto">
            <a:xfrm rot="0" flipH="0" flipV="0">
              <a:off x="969495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9485262" name="TextBox 147"/>
            <p:cNvSpPr txBox="1"/>
            <p:nvPr/>
          </p:nvSpPr>
          <p:spPr bwMode="auto">
            <a:xfrm rot="0" flipH="0" flipV="0">
              <a:off x="97126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8349979" name="Freeform 149"/>
            <p:cNvSpPr/>
            <p:nvPr/>
          </p:nvSpPr>
          <p:spPr bwMode="auto">
            <a:xfrm rot="0" flipH="0" flipV="0">
              <a:off x="2485594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9859869" name="Freeform 151"/>
            <p:cNvSpPr/>
            <p:nvPr/>
          </p:nvSpPr>
          <p:spPr bwMode="auto">
            <a:xfrm rot="0" flipH="0" flipV="0">
              <a:off x="257470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8554799" name="TextBox 152"/>
            <p:cNvSpPr txBox="1"/>
            <p:nvPr/>
          </p:nvSpPr>
          <p:spPr bwMode="auto">
            <a:xfrm rot="0" flipH="0" flipV="0">
              <a:off x="259239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11838294" name="Freeform 154"/>
            <p:cNvSpPr/>
            <p:nvPr/>
          </p:nvSpPr>
          <p:spPr bwMode="auto">
            <a:xfrm rot="0" flipH="0" flipV="0">
              <a:off x="279085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660843" name="TextBox 155"/>
            <p:cNvSpPr txBox="1"/>
            <p:nvPr/>
          </p:nvSpPr>
          <p:spPr bwMode="auto">
            <a:xfrm rot="0" flipH="0" flipV="0">
              <a:off x="280854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29685095" name="Freeform 157"/>
            <p:cNvSpPr/>
            <p:nvPr/>
          </p:nvSpPr>
          <p:spPr bwMode="auto">
            <a:xfrm rot="0" flipH="0" flipV="0">
              <a:off x="300646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5416384" name="TextBox 158"/>
            <p:cNvSpPr txBox="1"/>
            <p:nvPr/>
          </p:nvSpPr>
          <p:spPr bwMode="auto">
            <a:xfrm rot="0" flipH="0" flipV="0">
              <a:off x="302415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35100369" name="Freeform 160"/>
            <p:cNvSpPr/>
            <p:nvPr/>
          </p:nvSpPr>
          <p:spPr bwMode="auto">
            <a:xfrm rot="0" flipH="0" flipV="0">
              <a:off x="322207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420170" name="TextBox 161"/>
            <p:cNvSpPr txBox="1"/>
            <p:nvPr/>
          </p:nvSpPr>
          <p:spPr bwMode="auto">
            <a:xfrm rot="0" flipH="0" flipV="0">
              <a:off x="323975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61593191" name="Freeform 163"/>
            <p:cNvSpPr/>
            <p:nvPr/>
          </p:nvSpPr>
          <p:spPr bwMode="auto">
            <a:xfrm rot="0" flipH="0" flipV="0">
              <a:off x="343768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841613" name="TextBox 164"/>
            <p:cNvSpPr txBox="1"/>
            <p:nvPr/>
          </p:nvSpPr>
          <p:spPr bwMode="auto">
            <a:xfrm rot="0" flipH="0" flipV="0">
              <a:off x="345537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85494776" name="Freeform 166"/>
            <p:cNvSpPr/>
            <p:nvPr/>
          </p:nvSpPr>
          <p:spPr bwMode="auto">
            <a:xfrm rot="0" flipH="0" flipV="0">
              <a:off x="0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5707537" name="Freeform 168"/>
            <p:cNvSpPr/>
            <p:nvPr/>
          </p:nvSpPr>
          <p:spPr bwMode="auto">
            <a:xfrm rot="0" flipH="0" flipV="0">
              <a:off x="8910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0007150" name="TextBox 169"/>
            <p:cNvSpPr txBox="1"/>
            <p:nvPr/>
          </p:nvSpPr>
          <p:spPr bwMode="auto">
            <a:xfrm rot="0" flipH="0" flipV="0">
              <a:off x="10679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60365208" name="Freeform 171"/>
            <p:cNvSpPr/>
            <p:nvPr/>
          </p:nvSpPr>
          <p:spPr bwMode="auto">
            <a:xfrm rot="0" flipH="0" flipV="0">
              <a:off x="30525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35243374" name="TextBox 172"/>
            <p:cNvSpPr txBox="1"/>
            <p:nvPr/>
          </p:nvSpPr>
          <p:spPr bwMode="auto">
            <a:xfrm rot="0" flipH="0" flipV="0">
              <a:off x="32294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964200979" name="Freeform 174"/>
            <p:cNvSpPr/>
            <p:nvPr/>
          </p:nvSpPr>
          <p:spPr bwMode="auto">
            <a:xfrm rot="0" flipH="0" flipV="0">
              <a:off x="52086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7883024" name="TextBox 175"/>
            <p:cNvSpPr txBox="1"/>
            <p:nvPr/>
          </p:nvSpPr>
          <p:spPr bwMode="auto">
            <a:xfrm rot="0" flipH="0" flipV="0">
              <a:off x="53855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473627525" name="Freeform 177"/>
            <p:cNvSpPr/>
            <p:nvPr/>
          </p:nvSpPr>
          <p:spPr bwMode="auto">
            <a:xfrm rot="0" flipH="0" flipV="0">
              <a:off x="73647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8671020" name="TextBox 178"/>
            <p:cNvSpPr txBox="1"/>
            <p:nvPr/>
          </p:nvSpPr>
          <p:spPr bwMode="auto">
            <a:xfrm rot="0" flipH="0" flipV="0">
              <a:off x="75416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68665335" name="Freeform 180"/>
            <p:cNvSpPr/>
            <p:nvPr/>
          </p:nvSpPr>
          <p:spPr bwMode="auto">
            <a:xfrm rot="0" flipH="0" flipV="0">
              <a:off x="952090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474509" name="TextBox 181"/>
            <p:cNvSpPr txBox="1"/>
            <p:nvPr/>
          </p:nvSpPr>
          <p:spPr bwMode="auto">
            <a:xfrm rot="0" flipH="0" flipV="0">
              <a:off x="969778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66262468" name="Freeform 183"/>
            <p:cNvSpPr/>
            <p:nvPr/>
          </p:nvSpPr>
          <p:spPr bwMode="auto">
            <a:xfrm rot="0" flipH="0" flipV="0">
              <a:off x="3746115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3340966" name="Freeform 185"/>
            <p:cNvSpPr/>
            <p:nvPr/>
          </p:nvSpPr>
          <p:spPr bwMode="auto">
            <a:xfrm rot="0" flipH="0" flipV="0">
              <a:off x="383522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35617104" name="TextBox 186"/>
            <p:cNvSpPr txBox="1"/>
            <p:nvPr/>
          </p:nvSpPr>
          <p:spPr bwMode="auto">
            <a:xfrm rot="0" flipH="0" flipV="0">
              <a:off x="385290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46742319" name="Freeform 188"/>
            <p:cNvSpPr/>
            <p:nvPr/>
          </p:nvSpPr>
          <p:spPr bwMode="auto">
            <a:xfrm rot="0" flipH="0" flipV="0">
              <a:off x="405137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9605221" name="TextBox 189"/>
            <p:cNvSpPr txBox="1"/>
            <p:nvPr/>
          </p:nvSpPr>
          <p:spPr bwMode="auto">
            <a:xfrm rot="0" flipH="0" flipV="0">
              <a:off x="406905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895958173" name="Freeform 191"/>
            <p:cNvSpPr/>
            <p:nvPr/>
          </p:nvSpPr>
          <p:spPr bwMode="auto">
            <a:xfrm rot="0" flipH="0" flipV="0">
              <a:off x="426698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8167704" name="TextBox 192"/>
            <p:cNvSpPr txBox="1"/>
            <p:nvPr/>
          </p:nvSpPr>
          <p:spPr bwMode="auto">
            <a:xfrm rot="0" flipH="0" flipV="0">
              <a:off x="42846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39081723" name="Freeform 194"/>
            <p:cNvSpPr/>
            <p:nvPr/>
          </p:nvSpPr>
          <p:spPr bwMode="auto">
            <a:xfrm rot="0" flipH="0" flipV="0">
              <a:off x="448259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0633186" name="TextBox 195"/>
            <p:cNvSpPr txBox="1"/>
            <p:nvPr/>
          </p:nvSpPr>
          <p:spPr bwMode="auto">
            <a:xfrm rot="0" flipH="0" flipV="0">
              <a:off x="450028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754779776" name="Freeform 197"/>
            <p:cNvSpPr/>
            <p:nvPr/>
          </p:nvSpPr>
          <p:spPr bwMode="auto">
            <a:xfrm rot="0" flipH="0" flipV="0">
              <a:off x="469820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6964783" name="TextBox 198"/>
            <p:cNvSpPr txBox="1"/>
            <p:nvPr/>
          </p:nvSpPr>
          <p:spPr bwMode="auto">
            <a:xfrm rot="0" flipH="0" flipV="0">
              <a:off x="471589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5122535" name="Freeform 200"/>
            <p:cNvSpPr/>
            <p:nvPr/>
          </p:nvSpPr>
          <p:spPr bwMode="auto">
            <a:xfrm rot="0" flipH="0" flipV="0">
              <a:off x="7500489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1188455" name="Freeform 202"/>
            <p:cNvSpPr/>
            <p:nvPr/>
          </p:nvSpPr>
          <p:spPr bwMode="auto">
            <a:xfrm rot="0" flipH="0" flipV="0">
              <a:off x="758092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9702040" name="TextBox 203"/>
            <p:cNvSpPr txBox="1"/>
            <p:nvPr/>
          </p:nvSpPr>
          <p:spPr bwMode="auto">
            <a:xfrm rot="0" flipH="0" flipV="0">
              <a:off x="759861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16892168" name="Freeform 205"/>
            <p:cNvSpPr/>
            <p:nvPr/>
          </p:nvSpPr>
          <p:spPr bwMode="auto">
            <a:xfrm rot="0" flipH="0" flipV="0">
              <a:off x="780574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6792047" name="TextBox 206"/>
            <p:cNvSpPr txBox="1"/>
            <p:nvPr/>
          </p:nvSpPr>
          <p:spPr bwMode="auto">
            <a:xfrm rot="0" flipH="0" flipV="0">
              <a:off x="782343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815721797" name="Freeform 208"/>
            <p:cNvSpPr/>
            <p:nvPr/>
          </p:nvSpPr>
          <p:spPr bwMode="auto">
            <a:xfrm rot="0" flipH="0" flipV="0">
              <a:off x="802135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982096" name="TextBox 209"/>
            <p:cNvSpPr txBox="1"/>
            <p:nvPr/>
          </p:nvSpPr>
          <p:spPr bwMode="auto">
            <a:xfrm rot="0" flipH="0" flipV="0">
              <a:off x="803904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399765877" name="Freeform 211"/>
            <p:cNvSpPr/>
            <p:nvPr/>
          </p:nvSpPr>
          <p:spPr bwMode="auto">
            <a:xfrm rot="0" flipH="0" flipV="0">
              <a:off x="823696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36381" name="TextBox 212"/>
            <p:cNvSpPr txBox="1"/>
            <p:nvPr/>
          </p:nvSpPr>
          <p:spPr bwMode="auto">
            <a:xfrm rot="0" flipH="0" flipV="0">
              <a:off x="825465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87321127" name="Freeform 214"/>
            <p:cNvSpPr/>
            <p:nvPr/>
          </p:nvSpPr>
          <p:spPr bwMode="auto">
            <a:xfrm rot="0" flipH="0" flipV="0">
              <a:off x="8452580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311654" name="TextBox 215"/>
            <p:cNvSpPr txBox="1"/>
            <p:nvPr/>
          </p:nvSpPr>
          <p:spPr bwMode="auto">
            <a:xfrm rot="0" flipH="0" flipV="0">
              <a:off x="84702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835447644" name="Freeform 217"/>
            <p:cNvSpPr/>
            <p:nvPr/>
          </p:nvSpPr>
          <p:spPr bwMode="auto">
            <a:xfrm rot="0" flipH="0" flipV="0">
              <a:off x="6235008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80430299" name="Freeform 219"/>
            <p:cNvSpPr/>
            <p:nvPr/>
          </p:nvSpPr>
          <p:spPr bwMode="auto">
            <a:xfrm rot="0" flipH="0" flipV="0">
              <a:off x="632411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0537658" name="TextBox 220"/>
            <p:cNvSpPr txBox="1"/>
            <p:nvPr/>
          </p:nvSpPr>
          <p:spPr bwMode="auto">
            <a:xfrm rot="0" flipH="0" flipV="0">
              <a:off x="634180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26091594" name="Freeform 222"/>
            <p:cNvSpPr/>
            <p:nvPr/>
          </p:nvSpPr>
          <p:spPr bwMode="auto">
            <a:xfrm rot="0" flipH="0" flipV="0">
              <a:off x="654026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0497247" name="TextBox 223"/>
            <p:cNvSpPr txBox="1"/>
            <p:nvPr/>
          </p:nvSpPr>
          <p:spPr bwMode="auto">
            <a:xfrm rot="0" flipH="0" flipV="0">
              <a:off x="655795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37233908" name="Freeform 225"/>
            <p:cNvSpPr/>
            <p:nvPr/>
          </p:nvSpPr>
          <p:spPr bwMode="auto">
            <a:xfrm rot="0" flipH="0" flipV="0">
              <a:off x="675587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70420958" name="TextBox 226"/>
            <p:cNvSpPr txBox="1"/>
            <p:nvPr/>
          </p:nvSpPr>
          <p:spPr bwMode="auto">
            <a:xfrm rot="0" flipH="0" flipV="0">
              <a:off x="677356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05195063" name="Freeform 228"/>
            <p:cNvSpPr/>
            <p:nvPr/>
          </p:nvSpPr>
          <p:spPr bwMode="auto">
            <a:xfrm rot="0" flipH="0" flipV="0">
              <a:off x="697148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5377643" name="TextBox 229"/>
            <p:cNvSpPr txBox="1"/>
            <p:nvPr/>
          </p:nvSpPr>
          <p:spPr bwMode="auto">
            <a:xfrm rot="0" flipH="0" flipV="0">
              <a:off x="6989175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31276217" name="Freeform 231"/>
            <p:cNvSpPr/>
            <p:nvPr/>
          </p:nvSpPr>
          <p:spPr bwMode="auto">
            <a:xfrm rot="0" flipH="0" flipV="0">
              <a:off x="718709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6456032" name="TextBox 232"/>
            <p:cNvSpPr txBox="1"/>
            <p:nvPr/>
          </p:nvSpPr>
          <p:spPr bwMode="auto">
            <a:xfrm rot="0" flipH="0" flipV="0">
              <a:off x="7204788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48799248" name="Freeform 234"/>
            <p:cNvSpPr/>
            <p:nvPr/>
          </p:nvSpPr>
          <p:spPr bwMode="auto">
            <a:xfrm rot="0" flipH="0" flipV="0">
              <a:off x="9986247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40937491" name="Freeform 236"/>
            <p:cNvSpPr/>
            <p:nvPr/>
          </p:nvSpPr>
          <p:spPr bwMode="auto">
            <a:xfrm rot="0" flipH="0" flipV="0">
              <a:off x="1007535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7183716" name="TextBox 237"/>
            <p:cNvSpPr txBox="1"/>
            <p:nvPr/>
          </p:nvSpPr>
          <p:spPr bwMode="auto">
            <a:xfrm rot="0" flipH="0" flipV="0">
              <a:off x="100930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521390189" name="Freeform 239"/>
            <p:cNvSpPr/>
            <p:nvPr/>
          </p:nvSpPr>
          <p:spPr bwMode="auto">
            <a:xfrm rot="0" flipH="0" flipV="0">
              <a:off x="1029150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253596" name="TextBox 240"/>
            <p:cNvSpPr txBox="1"/>
            <p:nvPr/>
          </p:nvSpPr>
          <p:spPr bwMode="auto">
            <a:xfrm rot="0" flipH="0" flipV="0">
              <a:off x="1030919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96403689" name="Freeform 242"/>
            <p:cNvSpPr/>
            <p:nvPr/>
          </p:nvSpPr>
          <p:spPr bwMode="auto">
            <a:xfrm rot="0" flipH="0" flipV="0">
              <a:off x="1050711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2954916" name="TextBox 243"/>
            <p:cNvSpPr txBox="1"/>
            <p:nvPr/>
          </p:nvSpPr>
          <p:spPr bwMode="auto">
            <a:xfrm rot="0" flipH="0" flipV="0">
              <a:off x="1052480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21491654" name="Freeform 245"/>
            <p:cNvSpPr/>
            <p:nvPr/>
          </p:nvSpPr>
          <p:spPr bwMode="auto">
            <a:xfrm rot="0" flipH="0" flipV="0">
              <a:off x="1072272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773648" name="TextBox 246"/>
            <p:cNvSpPr txBox="1"/>
            <p:nvPr/>
          </p:nvSpPr>
          <p:spPr bwMode="auto">
            <a:xfrm rot="0" flipH="0" flipV="0">
              <a:off x="1074041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60867692" name="Freeform 248"/>
            <p:cNvSpPr/>
            <p:nvPr/>
          </p:nvSpPr>
          <p:spPr bwMode="auto">
            <a:xfrm rot="0" flipH="0" flipV="0">
              <a:off x="1093833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7669582" name="TextBox 249"/>
            <p:cNvSpPr txBox="1"/>
            <p:nvPr/>
          </p:nvSpPr>
          <p:spPr bwMode="auto">
            <a:xfrm rot="0" flipH="0" flipV="0">
              <a:off x="1095602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89194228" name="AutoShape 250"/>
            <p:cNvSpPr/>
            <p:nvPr/>
          </p:nvSpPr>
          <p:spPr bwMode="auto">
            <a:xfrm flipH="1">
              <a:off x="614977" y="2684410"/>
              <a:ext cx="1244549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9680790" name="AutoShape 251"/>
            <p:cNvSpPr/>
            <p:nvPr/>
          </p:nvSpPr>
          <p:spPr bwMode="auto">
            <a:xfrm flipH="1">
              <a:off x="1857192" y="2684410"/>
              <a:ext cx="634659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5510857" name="AutoShape 252"/>
            <p:cNvSpPr/>
            <p:nvPr/>
          </p:nvSpPr>
          <p:spPr bwMode="auto">
            <a:xfrm flipH="1">
              <a:off x="3100573" y="2684410"/>
              <a:ext cx="23600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88000280" name="AutoShape 253"/>
            <p:cNvSpPr/>
            <p:nvPr/>
          </p:nvSpPr>
          <p:spPr bwMode="auto">
            <a:xfrm flipH="1">
              <a:off x="4361092" y="2684410"/>
              <a:ext cx="1247261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1198484" name="AutoShape 254"/>
            <p:cNvSpPr/>
            <p:nvPr/>
          </p:nvSpPr>
          <p:spPr bwMode="auto">
            <a:xfrm flipH="1">
              <a:off x="5604474" y="2684410"/>
              <a:ext cx="636202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8210383" name="AutoShape 255"/>
            <p:cNvSpPr/>
            <p:nvPr/>
          </p:nvSpPr>
          <p:spPr bwMode="auto">
            <a:xfrm flipH="1">
              <a:off x="6849988" y="2684410"/>
              <a:ext cx="23013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1250204" name="AutoShape 256"/>
            <p:cNvSpPr/>
            <p:nvPr/>
          </p:nvSpPr>
          <p:spPr bwMode="auto">
            <a:xfrm flipH="1">
              <a:off x="8115468" y="2684410"/>
              <a:ext cx="1238626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225904" name="AutoShape 257"/>
            <p:cNvSpPr/>
            <p:nvPr/>
          </p:nvSpPr>
          <p:spPr bwMode="auto">
            <a:xfrm flipH="1">
              <a:off x="9357843" y="2684410"/>
              <a:ext cx="628574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34979702" name="AutoShape 258"/>
            <p:cNvSpPr/>
            <p:nvPr/>
          </p:nvSpPr>
          <p:spPr bwMode="auto">
            <a:xfrm flipH="1">
              <a:off x="10601226" y="2684410"/>
              <a:ext cx="17515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2129528" name="AutoShape 259"/>
            <p:cNvSpPr/>
            <p:nvPr/>
          </p:nvSpPr>
          <p:spPr bwMode="auto">
            <a:xfrm>
              <a:off x="61497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3748376" name="AutoShape 260"/>
            <p:cNvSpPr/>
            <p:nvPr/>
          </p:nvSpPr>
          <p:spPr bwMode="auto">
            <a:xfrm>
              <a:off x="83085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711765" name="AutoShape 261"/>
            <p:cNvSpPr/>
            <p:nvPr/>
          </p:nvSpPr>
          <p:spPr bwMode="auto">
            <a:xfrm>
              <a:off x="104646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4101972" name="AutoShape 262"/>
            <p:cNvSpPr/>
            <p:nvPr/>
          </p:nvSpPr>
          <p:spPr bwMode="auto">
            <a:xfrm>
              <a:off x="185732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04215" name="AutoShape 263"/>
            <p:cNvSpPr/>
            <p:nvPr/>
          </p:nvSpPr>
          <p:spPr bwMode="auto">
            <a:xfrm>
              <a:off x="2073205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9027766" name="AutoShape 264"/>
            <p:cNvSpPr/>
            <p:nvPr/>
          </p:nvSpPr>
          <p:spPr bwMode="auto">
            <a:xfrm>
              <a:off x="228881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0087041" name="AutoShape 265"/>
            <p:cNvSpPr/>
            <p:nvPr/>
          </p:nvSpPr>
          <p:spPr bwMode="auto">
            <a:xfrm>
              <a:off x="309435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6658431" name="AutoShape 266"/>
            <p:cNvSpPr/>
            <p:nvPr/>
          </p:nvSpPr>
          <p:spPr bwMode="auto">
            <a:xfrm>
              <a:off x="331023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821052" name="AutoShape 267"/>
            <p:cNvSpPr/>
            <p:nvPr/>
          </p:nvSpPr>
          <p:spPr bwMode="auto">
            <a:xfrm>
              <a:off x="352584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3146482" name="AutoShape 268"/>
            <p:cNvSpPr/>
            <p:nvPr/>
          </p:nvSpPr>
          <p:spPr bwMode="auto">
            <a:xfrm>
              <a:off x="436122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1695122" name="AutoShape 269"/>
            <p:cNvSpPr/>
            <p:nvPr/>
          </p:nvSpPr>
          <p:spPr bwMode="auto">
            <a:xfrm>
              <a:off x="457710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518192" name="AutoShape 270"/>
            <p:cNvSpPr/>
            <p:nvPr/>
          </p:nvSpPr>
          <p:spPr bwMode="auto">
            <a:xfrm>
              <a:off x="479271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25457" name="AutoShape 271"/>
            <p:cNvSpPr/>
            <p:nvPr/>
          </p:nvSpPr>
          <p:spPr bwMode="auto">
            <a:xfrm>
              <a:off x="5604608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7721756" name="AutoShape 272"/>
            <p:cNvSpPr/>
            <p:nvPr/>
          </p:nvSpPr>
          <p:spPr bwMode="auto">
            <a:xfrm>
              <a:off x="582048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4139735" name="AutoShape 273"/>
            <p:cNvSpPr/>
            <p:nvPr/>
          </p:nvSpPr>
          <p:spPr bwMode="auto">
            <a:xfrm>
              <a:off x="6036102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6290060" name="AutoShape 274"/>
            <p:cNvSpPr/>
            <p:nvPr/>
          </p:nvSpPr>
          <p:spPr bwMode="auto">
            <a:xfrm>
              <a:off x="684871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3819347" name="AutoShape 275"/>
            <p:cNvSpPr/>
            <p:nvPr/>
          </p:nvSpPr>
          <p:spPr bwMode="auto">
            <a:xfrm>
              <a:off x="706459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35781227" name="AutoShape 276"/>
            <p:cNvSpPr/>
            <p:nvPr/>
          </p:nvSpPr>
          <p:spPr bwMode="auto">
            <a:xfrm>
              <a:off x="7280201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1300835" name="AutoShape 277"/>
            <p:cNvSpPr/>
            <p:nvPr/>
          </p:nvSpPr>
          <p:spPr bwMode="auto">
            <a:xfrm>
              <a:off x="811560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193220" name="AutoShape 278"/>
            <p:cNvSpPr/>
            <p:nvPr/>
          </p:nvSpPr>
          <p:spPr bwMode="auto">
            <a:xfrm>
              <a:off x="833148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215730" name="AutoShape 279"/>
            <p:cNvSpPr/>
            <p:nvPr/>
          </p:nvSpPr>
          <p:spPr bwMode="auto">
            <a:xfrm>
              <a:off x="854709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5590432" name="AutoShape 280"/>
            <p:cNvSpPr/>
            <p:nvPr/>
          </p:nvSpPr>
          <p:spPr bwMode="auto">
            <a:xfrm>
              <a:off x="936613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6740419" name="AutoShape 281"/>
            <p:cNvSpPr/>
            <p:nvPr/>
          </p:nvSpPr>
          <p:spPr bwMode="auto">
            <a:xfrm>
              <a:off x="9582015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9730872" name="AutoShape 282"/>
            <p:cNvSpPr/>
            <p:nvPr/>
          </p:nvSpPr>
          <p:spPr bwMode="auto">
            <a:xfrm>
              <a:off x="9797626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5718668" name="AutoShape 283"/>
            <p:cNvSpPr/>
            <p:nvPr/>
          </p:nvSpPr>
          <p:spPr bwMode="auto">
            <a:xfrm>
              <a:off x="1060323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0213847" name="AutoShape 284"/>
            <p:cNvSpPr/>
            <p:nvPr/>
          </p:nvSpPr>
          <p:spPr bwMode="auto">
            <a:xfrm>
              <a:off x="1081912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4436039" name="AutoShape 285"/>
            <p:cNvSpPr/>
            <p:nvPr/>
          </p:nvSpPr>
          <p:spPr bwMode="auto">
            <a:xfrm>
              <a:off x="11034731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7825574" name="Freeform 287"/>
            <p:cNvSpPr/>
            <p:nvPr/>
          </p:nvSpPr>
          <p:spPr bwMode="auto">
            <a:xfrm rot="0" flipH="0" flipV="0">
              <a:off x="0" y="4877834"/>
              <a:ext cx="11216201" cy="585144"/>
            </a:xfrm>
            <a:custGeom>
              <a:avLst/>
              <a:gdLst/>
              <a:ahLst/>
              <a:cxnLst/>
              <a:rect l="l" t="t" r="r" b="b"/>
              <a:pathLst>
                <a:path w="2263253" h="118073" fill="norm" stroke="1" extrusionOk="0">
                  <a:moveTo>
                    <a:pt x="8973" y="0"/>
                  </a:moveTo>
                  <a:lnTo>
                    <a:pt x="2254280" y="0"/>
                  </a:lnTo>
                  <a:cubicBezTo>
                    <a:pt x="2256660" y="0"/>
                    <a:pt x="2258942" y="945"/>
                    <a:pt x="2260625" y="2628"/>
                  </a:cubicBezTo>
                  <a:cubicBezTo>
                    <a:pt x="2262308" y="4311"/>
                    <a:pt x="2263253" y="6593"/>
                    <a:pt x="2263253" y="8973"/>
                  </a:cubicBezTo>
                  <a:lnTo>
                    <a:pt x="2263253" y="109100"/>
                  </a:lnTo>
                  <a:cubicBezTo>
                    <a:pt x="2263253" y="111480"/>
                    <a:pt x="2262308" y="113762"/>
                    <a:pt x="2260625" y="115445"/>
                  </a:cubicBezTo>
                  <a:cubicBezTo>
                    <a:pt x="2258942" y="117127"/>
                    <a:pt x="2256660" y="118073"/>
                    <a:pt x="2254280" y="118073"/>
                  </a:cubicBezTo>
                  <a:lnTo>
                    <a:pt x="8973" y="118073"/>
                  </a:lnTo>
                  <a:cubicBezTo>
                    <a:pt x="6593" y="118073"/>
                    <a:pt x="4311" y="117127"/>
                    <a:pt x="2628" y="115445"/>
                  </a:cubicBezTo>
                  <a:cubicBezTo>
                    <a:pt x="945" y="113762"/>
                    <a:pt x="0" y="111480"/>
                    <a:pt x="0" y="109100"/>
                  </a:cubicBezTo>
                  <a:lnTo>
                    <a:pt x="0" y="8973"/>
                  </a:lnTo>
                  <a:cubicBezTo>
                    <a:pt x="0" y="6593"/>
                    <a:pt x="945" y="4311"/>
                    <a:pt x="2628" y="2628"/>
                  </a:cubicBezTo>
                  <a:cubicBezTo>
                    <a:pt x="4311" y="945"/>
                    <a:pt x="6593" y="0"/>
                    <a:pt x="897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851969" name="TextBox 288"/>
            <p:cNvSpPr txBox="1"/>
            <p:nvPr/>
          </p:nvSpPr>
          <p:spPr bwMode="auto">
            <a:xfrm rot="0" flipH="0" flipV="0">
              <a:off x="0" y="4689027"/>
              <a:ext cx="11216201" cy="77396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78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 Genesis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01444602" name="TextBox 289"/>
            <p:cNvSpPr txBox="1"/>
            <p:nvPr/>
          </p:nvSpPr>
          <p:spPr bwMode="auto">
            <a:xfrm flipH="0" flipV="0">
              <a:off x="4550479" y="234219"/>
              <a:ext cx="205253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8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22841687" name="TextBox 290"/>
            <p:cNvSpPr txBox="1"/>
            <p:nvPr/>
          </p:nvSpPr>
          <p:spPr bwMode="auto">
            <a:xfrm flipH="0" flipV="0">
              <a:off x="322944" y="1934729"/>
              <a:ext cx="2994948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9995749" name="TextBox 291"/>
            <p:cNvSpPr txBox="1"/>
            <p:nvPr/>
          </p:nvSpPr>
          <p:spPr bwMode="auto">
            <a:xfrm flipH="0" flipV="0">
              <a:off x="4069059" y="1934729"/>
              <a:ext cx="2998247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098"/>
                </a:lnSpc>
                <a:spcBef>
                  <a:spcPts val="0"/>
                </a:spcBef>
                <a:defRPr/>
              </a:pPr>
              <a:r>
                <a:rPr lang="en-US" sz="1600" b="1" u="none" strike="noStrike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10836880" name="TextBox 292"/>
            <p:cNvSpPr txBox="1"/>
            <p:nvPr/>
          </p:nvSpPr>
          <p:spPr bwMode="auto">
            <a:xfrm flipH="0" flipV="0">
              <a:off x="7823433" y="1934729"/>
              <a:ext cx="3071059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098"/>
                </a:lnSpc>
                <a:spcBef>
                  <a:spcPts val="0"/>
                </a:spcBef>
                <a:defRPr/>
              </a:pPr>
              <a:r>
                <a:rPr lang="en-US" sz="1600" b="1" u="none" strike="noStrike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0614169" name="Freeform 27"/>
          <p:cNvSpPr/>
          <p:nvPr/>
        </p:nvSpPr>
        <p:spPr bwMode="auto">
          <a:xfrm rot="0" flipH="0" flipV="0">
            <a:off x="1693870" y="268173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98054123" name="TextBox 28"/>
          <p:cNvSpPr txBox="1"/>
          <p:nvPr/>
        </p:nvSpPr>
        <p:spPr bwMode="auto">
          <a:xfrm rot="0" flipH="0" flipV="0">
            <a:off x="1693870" y="251297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Kemungkinan sumber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23915702" name="Freeform 30"/>
          <p:cNvSpPr/>
          <p:nvPr/>
        </p:nvSpPr>
        <p:spPr bwMode="auto">
          <a:xfrm rot="0" flipH="0" flipV="0">
            <a:off x="1693870" y="181794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9113158" name="TextBox 31"/>
          <p:cNvSpPr txBox="1"/>
          <p:nvPr/>
        </p:nvSpPr>
        <p:spPr bwMode="auto">
          <a:xfrm rot="0" flipH="0" flipV="0">
            <a:off x="1693870" y="1649178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Kemungkinan sumber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15042543" name="Freeform 33"/>
          <p:cNvSpPr/>
          <p:nvPr/>
        </p:nvSpPr>
        <p:spPr bwMode="auto">
          <a:xfrm rot="0" flipH="0" flipV="0">
            <a:off x="1693870" y="955620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84571439" name="TextBox 34"/>
          <p:cNvSpPr txBox="1"/>
          <p:nvPr/>
        </p:nvSpPr>
        <p:spPr bwMode="auto">
          <a:xfrm rot="0" flipH="0" flipV="0">
            <a:off x="1693870" y="786855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Kemungkinan sumber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11083759" name="Freeform 36"/>
          <p:cNvSpPr/>
          <p:nvPr/>
        </p:nvSpPr>
        <p:spPr bwMode="auto">
          <a:xfrm rot="0" flipH="0" flipV="0">
            <a:off x="1693870" y="4406380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59093309" name="TextBox 37"/>
          <p:cNvSpPr txBox="1"/>
          <p:nvPr/>
        </p:nvSpPr>
        <p:spPr bwMode="auto">
          <a:xfrm rot="0" flipH="0" flipV="0">
            <a:off x="1693870" y="423761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Kemungkinan sumber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40791983" name="Freeform 39"/>
          <p:cNvSpPr/>
          <p:nvPr/>
        </p:nvSpPr>
        <p:spPr bwMode="auto">
          <a:xfrm rot="0" flipH="0" flipV="0">
            <a:off x="1693870" y="3544063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247716447" name="TextBox 40"/>
          <p:cNvSpPr txBox="1"/>
          <p:nvPr/>
        </p:nvSpPr>
        <p:spPr bwMode="auto">
          <a:xfrm rot="0" flipH="0" flipV="0">
            <a:off x="1693870" y="3375297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Kemungkinan sumber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91943826" name="AutoShape 41"/>
          <p:cNvSpPr/>
          <p:nvPr/>
        </p:nvSpPr>
        <p:spPr bwMode="auto">
          <a:xfrm>
            <a:off x="4051204" y="2153852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10566313" name="Freeform 42"/>
          <p:cNvSpPr/>
          <p:nvPr/>
        </p:nvSpPr>
        <p:spPr bwMode="auto">
          <a:xfrm>
            <a:off x="407528" y="2971771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5"/>
                </a:lnTo>
                <a:lnTo>
                  <a:pt x="0" y="9526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4466710" name="AutoShape 50"/>
          <p:cNvSpPr/>
          <p:nvPr/>
        </p:nvSpPr>
        <p:spPr bwMode="auto">
          <a:xfrm>
            <a:off x="4051204" y="1291531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71519795" name="AutoShape 51"/>
          <p:cNvSpPr/>
          <p:nvPr/>
        </p:nvSpPr>
        <p:spPr bwMode="auto">
          <a:xfrm>
            <a:off x="4051204" y="3017653"/>
            <a:ext cx="2020369" cy="43042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790190744" name="AutoShape 52"/>
          <p:cNvSpPr/>
          <p:nvPr/>
        </p:nvSpPr>
        <p:spPr bwMode="auto">
          <a:xfrm flipV="1">
            <a:off x="4051204" y="3448072"/>
            <a:ext cx="2020369" cy="431897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69993692" name="AutoShape 53"/>
          <p:cNvSpPr/>
          <p:nvPr/>
        </p:nvSpPr>
        <p:spPr bwMode="auto">
          <a:xfrm flipV="1">
            <a:off x="4051204" y="3448072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090605248" name="Freeform 55"/>
          <p:cNvSpPr/>
          <p:nvPr/>
        </p:nvSpPr>
        <p:spPr bwMode="auto">
          <a:xfrm rot="0" flipH="0" flipV="0">
            <a:off x="1693870" y="5268702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98244610" name="TextBox 56"/>
          <p:cNvSpPr txBox="1"/>
          <p:nvPr/>
        </p:nvSpPr>
        <p:spPr bwMode="auto">
          <a:xfrm rot="0" flipH="0" flipV="0">
            <a:off x="1693870" y="5099936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42 185 sumber...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00368935" name="AutoShape 57"/>
          <p:cNvSpPr/>
          <p:nvPr/>
        </p:nvSpPr>
        <p:spPr bwMode="auto">
          <a:xfrm flipV="1">
            <a:off x="4051204" y="3448072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grpSp>
        <p:nvGrpSpPr>
          <p:cNvPr id="1027935864" name=""/>
          <p:cNvGrpSpPr/>
          <p:nvPr/>
        </p:nvGrpSpPr>
        <p:grpSpPr bwMode="auto">
          <a:xfrm>
            <a:off x="6071575" y="2349031"/>
            <a:ext cx="5495629" cy="2859803"/>
            <a:chOff x="0" y="0"/>
            <a:chExt cx="5495629" cy="2859803"/>
          </a:xfrm>
        </p:grpSpPr>
        <p:sp>
          <p:nvSpPr>
            <p:cNvPr id="135068193" name="Freeform 44"/>
            <p:cNvSpPr/>
            <p:nvPr/>
          </p:nvSpPr>
          <p:spPr bwMode="auto">
            <a:xfrm rot="0" flipH="0" flipV="0">
              <a:off x="3138299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14416900" name="TextBox 45"/>
            <p:cNvSpPr txBox="1"/>
            <p:nvPr/>
          </p:nvSpPr>
          <p:spPr bwMode="auto">
            <a:xfrm rot="0" flipH="0" flipV="0">
              <a:off x="3138299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marL="0" lvl="0" indent="0" algn="ctr">
                <a:lnSpc>
                  <a:spcPts val="3490"/>
                </a:lnSpc>
                <a:spcBef>
                  <a:spcPts val="0"/>
                </a:spcBef>
                <a:defRPr/>
              </a:pPr>
              <a:r>
                <a:rPr lang="en-US" sz="1800" b="1" u="none" strike="noStrike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32659971" name="Freeform 47"/>
            <p:cNvSpPr/>
            <p:nvPr/>
          </p:nvSpPr>
          <p:spPr bwMode="auto">
            <a:xfrm rot="0" flipH="0" flipV="0">
              <a:off x="0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74058" name="TextBox 48"/>
            <p:cNvSpPr txBox="1"/>
            <p:nvPr/>
          </p:nvSpPr>
          <p:spPr bwMode="auto">
            <a:xfrm rot="0" flipH="0" flipV="0">
              <a:off x="0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62862199" name="AutoShape 49"/>
            <p:cNvSpPr/>
            <p:nvPr/>
          </p:nvSpPr>
          <p:spPr bwMode="auto">
            <a:xfrm flipH="1">
              <a:off x="2357331" y="1093160"/>
              <a:ext cx="780966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pic>
          <p:nvPicPr>
            <p:cNvPr id="949964390" name=""/>
            <p:cNvPicPr>
              <a:picLocks noChangeAspect="1"/>
            </p:cNvPicPr>
            <p:nvPr/>
          </p:nvPicPr>
          <p:blipFill>
            <a:blip r:embed="rId4"/>
            <a:stretch/>
          </p:blipFill>
          <p:spPr bwMode="auto">
            <a:xfrm flipH="0" flipV="0">
              <a:off x="825495" y="2127204"/>
              <a:ext cx="732600" cy="73260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33826092" name=""/>
          <p:cNvPicPr>
            <a:picLocks noChangeAspect="1"/>
          </p:cNvPicPr>
          <p:nvPr/>
        </p:nvPicPr>
        <p:blipFill>
          <a:blip r:embed="rId3"/>
          <a:srcRect l="0" t="5105" r="0" b="5105"/>
          <a:stretch/>
        </p:blipFill>
        <p:spPr bwMode="auto">
          <a:xfrm flipH="0" flipV="0">
            <a:off x="0" y="1354666"/>
            <a:ext cx="12191998" cy="4148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58405059" name=""/>
          <p:cNvGrpSpPr/>
          <p:nvPr/>
        </p:nvGrpSpPr>
        <p:grpSpPr bwMode="auto">
          <a:xfrm>
            <a:off x="1974726" y="1990017"/>
            <a:ext cx="8798809" cy="2747866"/>
            <a:chOff x="0" y="0"/>
            <a:chExt cx="8798809" cy="2747866"/>
          </a:xfrm>
        </p:grpSpPr>
        <p:sp>
          <p:nvSpPr>
            <p:cNvPr id="1760744386" name="TextBox 32"/>
            <p:cNvSpPr txBox="1"/>
            <p:nvPr/>
          </p:nvSpPr>
          <p:spPr bwMode="auto">
            <a:xfrm>
              <a:off x="1716889" y="0"/>
              <a:ext cx="5366638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TX</a:t>
              </a:r>
              <a:endParaRPr/>
            </a:p>
          </p:txBody>
        </p:sp>
        <p:sp>
          <p:nvSpPr>
            <p:cNvPr id="890247411" name="TextBox 33"/>
            <p:cNvSpPr txBox="1"/>
            <p:nvPr/>
          </p:nvSpPr>
          <p:spPr bwMode="auto">
            <a:xfrm>
              <a:off x="35790" y="704505"/>
              <a:ext cx="1927839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18887375" name="AutoShape 34"/>
            <p:cNvSpPr/>
            <p:nvPr/>
          </p:nvSpPr>
          <p:spPr bwMode="auto">
            <a:xfrm>
              <a:off x="1997982" y="1600083"/>
              <a:ext cx="4802845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0318516" name="TextBox 35"/>
            <p:cNvSpPr txBox="1"/>
            <p:nvPr/>
          </p:nvSpPr>
          <p:spPr bwMode="auto">
            <a:xfrm>
              <a:off x="6836619" y="704505"/>
              <a:ext cx="1927839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83498401" name="AutoShape 42"/>
            <p:cNvSpPr/>
            <p:nvPr/>
          </p:nvSpPr>
          <p:spPr bwMode="auto">
            <a:xfrm>
              <a:off x="1997982" y="1600083"/>
              <a:ext cx="4802845" cy="83669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grpSp>
          <p:nvGrpSpPr>
            <p:cNvPr id="1530260389" name=""/>
            <p:cNvGrpSpPr/>
            <p:nvPr/>
          </p:nvGrpSpPr>
          <p:grpSpPr bwMode="auto">
            <a:xfrm>
              <a:off x="6800827" y="1142805"/>
              <a:ext cx="1997982" cy="1605061"/>
              <a:chOff x="0" y="0"/>
              <a:chExt cx="1997982" cy="1605061"/>
            </a:xfrm>
          </p:grpSpPr>
          <p:sp>
            <p:nvSpPr>
              <p:cNvPr id="805084084" name="Freeform 37"/>
              <p:cNvSpPr/>
              <p:nvPr/>
            </p:nvSpPr>
            <p:spPr bwMode="auto">
              <a:xfrm rot="0" flipH="0" flipV="0">
                <a:off x="0" y="146189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15932817" name="TextBox 38"/>
              <p:cNvSpPr txBox="1"/>
              <p:nvPr/>
            </p:nvSpPr>
            <p:spPr bwMode="auto">
              <a:xfrm rot="0" flipH="0" flipV="0">
                <a:off x="0" y="0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70 000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027949" name="Freeform 40"/>
              <p:cNvSpPr/>
              <p:nvPr/>
            </p:nvSpPr>
            <p:spPr bwMode="auto">
              <a:xfrm rot="0" flipH="0" flipV="0">
                <a:off x="0" y="982883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2264890" name="TextBox 41"/>
              <p:cNvSpPr txBox="1"/>
              <p:nvPr/>
            </p:nvSpPr>
            <p:spPr bwMode="auto">
              <a:xfrm rot="0" flipH="0" flipV="0">
                <a:off x="0" y="836694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480420263" name=""/>
            <p:cNvGrpSpPr/>
            <p:nvPr/>
          </p:nvGrpSpPr>
          <p:grpSpPr bwMode="auto">
            <a:xfrm>
              <a:off x="0" y="1142805"/>
              <a:ext cx="1997982" cy="768366"/>
              <a:chOff x="0" y="0"/>
              <a:chExt cx="1997982" cy="768366"/>
            </a:xfrm>
          </p:grpSpPr>
          <p:sp>
            <p:nvSpPr>
              <p:cNvPr id="2113259464" name="Freeform 30"/>
              <p:cNvSpPr/>
              <p:nvPr/>
            </p:nvSpPr>
            <p:spPr bwMode="auto">
              <a:xfrm rot="0" flipH="0" flipV="0">
                <a:off x="0" y="146189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27805248" name="TextBox 31"/>
              <p:cNvSpPr txBox="1"/>
              <p:nvPr/>
            </p:nvSpPr>
            <p:spPr bwMode="auto">
              <a:xfrm rot="0" flipH="0" flipV="0">
                <a:off x="0" y="0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35270777" name=""/>
          <p:cNvGrpSpPr/>
          <p:nvPr/>
        </p:nvGrpSpPr>
        <p:grpSpPr bwMode="auto">
          <a:xfrm>
            <a:off x="1415898" y="659928"/>
            <a:ext cx="9303409" cy="5454552"/>
            <a:chOff x="0" y="0"/>
            <a:chExt cx="9303409" cy="5454552"/>
          </a:xfrm>
        </p:grpSpPr>
        <p:sp>
          <p:nvSpPr>
            <p:cNvPr id="1526500025" name="TextBox 32"/>
            <p:cNvSpPr txBox="1"/>
            <p:nvPr/>
          </p:nvSpPr>
          <p:spPr bwMode="auto">
            <a:xfrm>
              <a:off x="1815320" y="0"/>
              <a:ext cx="5674619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046070" name="TextBox 33"/>
            <p:cNvSpPr txBox="1"/>
            <p:nvPr/>
          </p:nvSpPr>
          <p:spPr bwMode="auto">
            <a:xfrm>
              <a:off x="37845" y="633267"/>
              <a:ext cx="2037917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5812162" name="AutoShape 34"/>
            <p:cNvSpPr/>
            <p:nvPr/>
          </p:nvSpPr>
          <p:spPr bwMode="auto">
            <a:xfrm>
              <a:off x="2112527" y="1586979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6724422" name="TextBox 38"/>
            <p:cNvSpPr txBox="1"/>
            <p:nvPr/>
          </p:nvSpPr>
          <p:spPr bwMode="auto">
            <a:xfrm>
              <a:off x="7228558" y="633267"/>
              <a:ext cx="2037917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4585839" name="AutoShape 63"/>
            <p:cNvSpPr/>
            <p:nvPr/>
          </p:nvSpPr>
          <p:spPr bwMode="auto">
            <a:xfrm>
              <a:off x="2112527" y="1586979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9375733" name="AutoShape 64"/>
            <p:cNvSpPr/>
            <p:nvPr/>
          </p:nvSpPr>
          <p:spPr bwMode="auto">
            <a:xfrm>
              <a:off x="2112527" y="1586979"/>
              <a:ext cx="507835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00370936" name="AutoShape 65"/>
            <p:cNvSpPr/>
            <p:nvPr/>
          </p:nvSpPr>
          <p:spPr bwMode="auto">
            <a:xfrm>
              <a:off x="2112527" y="1586979"/>
              <a:ext cx="507835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00366528" name="AutoShape 66"/>
            <p:cNvSpPr/>
            <p:nvPr/>
          </p:nvSpPr>
          <p:spPr bwMode="auto">
            <a:xfrm>
              <a:off x="2112527" y="1586979"/>
              <a:ext cx="5078356" cy="353864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78985689" name="AutoShape 67"/>
            <p:cNvSpPr/>
            <p:nvPr/>
          </p:nvSpPr>
          <p:spPr bwMode="auto">
            <a:xfrm flipV="1">
              <a:off x="2112527" y="1586979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20226213" name="AutoShape 68"/>
            <p:cNvSpPr/>
            <p:nvPr/>
          </p:nvSpPr>
          <p:spPr bwMode="auto">
            <a:xfrm>
              <a:off x="2112527" y="2471641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31275711" name="AutoShape 69"/>
            <p:cNvSpPr/>
            <p:nvPr/>
          </p:nvSpPr>
          <p:spPr bwMode="auto">
            <a:xfrm>
              <a:off x="2112527" y="2471641"/>
              <a:ext cx="5078356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944708507" name="AutoShape 70"/>
            <p:cNvSpPr/>
            <p:nvPr/>
          </p:nvSpPr>
          <p:spPr bwMode="auto">
            <a:xfrm>
              <a:off x="2112527" y="2471641"/>
              <a:ext cx="507835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6348568" name="AutoShape 71"/>
            <p:cNvSpPr/>
            <p:nvPr/>
          </p:nvSpPr>
          <p:spPr bwMode="auto">
            <a:xfrm>
              <a:off x="2112527" y="2471641"/>
              <a:ext cx="507835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54549192" name="AutoShape 72"/>
            <p:cNvSpPr/>
            <p:nvPr/>
          </p:nvSpPr>
          <p:spPr bwMode="auto">
            <a:xfrm flipV="1">
              <a:off x="2112697" y="1586979"/>
              <a:ext cx="507801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647190676" name="AutoShape 73"/>
            <p:cNvSpPr/>
            <p:nvPr/>
          </p:nvSpPr>
          <p:spPr bwMode="auto">
            <a:xfrm flipV="1">
              <a:off x="2112697" y="2471641"/>
              <a:ext cx="5078016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95770017" name="AutoShape 74"/>
            <p:cNvSpPr/>
            <p:nvPr/>
          </p:nvSpPr>
          <p:spPr bwMode="auto">
            <a:xfrm>
              <a:off x="2112697" y="3356304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46306110" name="AutoShape 75"/>
            <p:cNvSpPr/>
            <p:nvPr/>
          </p:nvSpPr>
          <p:spPr bwMode="auto">
            <a:xfrm>
              <a:off x="2112697" y="3356304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80833422" name="AutoShape 76"/>
            <p:cNvSpPr/>
            <p:nvPr/>
          </p:nvSpPr>
          <p:spPr bwMode="auto">
            <a:xfrm>
              <a:off x="2112697" y="3356304"/>
              <a:ext cx="5078187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76586278" name="AutoShape 77"/>
            <p:cNvSpPr/>
            <p:nvPr/>
          </p:nvSpPr>
          <p:spPr bwMode="auto">
            <a:xfrm flipV="1">
              <a:off x="2112697" y="1586979"/>
              <a:ext cx="507801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2161916" name="AutoShape 78"/>
            <p:cNvSpPr/>
            <p:nvPr/>
          </p:nvSpPr>
          <p:spPr bwMode="auto">
            <a:xfrm flipV="1">
              <a:off x="2112697" y="2471641"/>
              <a:ext cx="507801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62775492" name="AutoShape 79"/>
            <p:cNvSpPr/>
            <p:nvPr/>
          </p:nvSpPr>
          <p:spPr bwMode="auto">
            <a:xfrm flipV="1">
              <a:off x="2112697" y="3356304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353842818" name="AutoShape 80"/>
            <p:cNvSpPr/>
            <p:nvPr/>
          </p:nvSpPr>
          <p:spPr bwMode="auto">
            <a:xfrm>
              <a:off x="2112697" y="4240967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10092193" name="AutoShape 81"/>
            <p:cNvSpPr/>
            <p:nvPr/>
          </p:nvSpPr>
          <p:spPr bwMode="auto">
            <a:xfrm>
              <a:off x="2112697" y="4240967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34820689" name="AutoShape 82"/>
            <p:cNvSpPr/>
            <p:nvPr/>
          </p:nvSpPr>
          <p:spPr bwMode="auto">
            <a:xfrm flipV="1">
              <a:off x="2112697" y="1586979"/>
              <a:ext cx="5078016" cy="353864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8730241" name="AutoShape 83"/>
            <p:cNvSpPr/>
            <p:nvPr/>
          </p:nvSpPr>
          <p:spPr bwMode="auto">
            <a:xfrm flipV="1">
              <a:off x="2112697" y="2471641"/>
              <a:ext cx="507801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32601326" name="AutoShape 84"/>
            <p:cNvSpPr/>
            <p:nvPr/>
          </p:nvSpPr>
          <p:spPr bwMode="auto">
            <a:xfrm flipV="1">
              <a:off x="2112697" y="3356304"/>
              <a:ext cx="5078187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71481382" name="AutoShape 85"/>
            <p:cNvSpPr/>
            <p:nvPr/>
          </p:nvSpPr>
          <p:spPr bwMode="auto">
            <a:xfrm flipV="1">
              <a:off x="2112697" y="4240967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8228549" name="AutoShape 86"/>
            <p:cNvSpPr/>
            <p:nvPr/>
          </p:nvSpPr>
          <p:spPr bwMode="auto">
            <a:xfrm>
              <a:off x="2112697" y="5125630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grpSp>
          <p:nvGrpSpPr>
            <p:cNvPr id="837462197" name=""/>
            <p:cNvGrpSpPr/>
            <p:nvPr/>
          </p:nvGrpSpPr>
          <p:grpSpPr bwMode="auto">
            <a:xfrm>
              <a:off x="7190712" y="1103484"/>
              <a:ext cx="2112696" cy="4351068"/>
              <a:chOff x="0" y="0"/>
              <a:chExt cx="2112696" cy="4351068"/>
            </a:xfrm>
          </p:grpSpPr>
          <p:sp>
            <p:nvSpPr>
              <p:cNvPr id="2117165475" name="Freeform 49"/>
              <p:cNvSpPr/>
              <p:nvPr/>
            </p:nvSpPr>
            <p:spPr bwMode="auto">
              <a:xfrm rot="0" flipH="0" flipV="0">
                <a:off x="0" y="154569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4777902" name="TextBox 50"/>
              <p:cNvSpPr txBox="1"/>
              <p:nvPr/>
            </p:nvSpPr>
            <p:spPr bwMode="auto">
              <a:xfrm rot="0" flipH="0" flipV="0">
                <a:off x="0" y="0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7980605" name="Freeform 52"/>
              <p:cNvSpPr/>
              <p:nvPr/>
            </p:nvSpPr>
            <p:spPr bwMode="auto">
              <a:xfrm rot="0" flipH="0" flipV="0">
                <a:off x="0" y="103923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37142270" name="TextBox 53"/>
              <p:cNvSpPr txBox="1"/>
              <p:nvPr/>
            </p:nvSpPr>
            <p:spPr bwMode="auto">
              <a:xfrm rot="0" flipH="0" flipV="0">
                <a:off x="0" y="884662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5365219" name="Freeform 55"/>
              <p:cNvSpPr/>
              <p:nvPr/>
            </p:nvSpPr>
            <p:spPr bwMode="auto">
              <a:xfrm rot="0" flipH="0" flipV="0">
                <a:off x="171" y="1923894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2942208" name="TextBox 56"/>
              <p:cNvSpPr txBox="1"/>
              <p:nvPr/>
            </p:nvSpPr>
            <p:spPr bwMode="auto">
              <a:xfrm rot="0" flipH="0" flipV="0">
                <a:off x="171" y="1769324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48718411" name="Freeform 58"/>
              <p:cNvSpPr/>
              <p:nvPr/>
            </p:nvSpPr>
            <p:spPr bwMode="auto">
              <a:xfrm rot="0" flipH="0" flipV="0">
                <a:off x="171" y="2808558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6619325" name="TextBox 59"/>
              <p:cNvSpPr txBox="1"/>
              <p:nvPr/>
            </p:nvSpPr>
            <p:spPr bwMode="auto">
              <a:xfrm rot="0" flipH="0" flipV="0">
                <a:off x="171" y="2653988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42957122" name="Freeform 61"/>
              <p:cNvSpPr/>
              <p:nvPr/>
            </p:nvSpPr>
            <p:spPr bwMode="auto">
              <a:xfrm rot="0" flipH="0" flipV="0">
                <a:off x="171" y="369322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0591836" name="TextBox 62"/>
              <p:cNvSpPr txBox="1"/>
              <p:nvPr/>
            </p:nvSpPr>
            <p:spPr bwMode="auto">
              <a:xfrm rot="0" flipH="0" flipV="0">
                <a:off x="171" y="3538651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269814325" name=""/>
            <p:cNvGrpSpPr/>
            <p:nvPr/>
          </p:nvGrpSpPr>
          <p:grpSpPr bwMode="auto">
            <a:xfrm>
              <a:off x="0" y="1103484"/>
              <a:ext cx="2112696" cy="4351068"/>
              <a:chOff x="0" y="0"/>
              <a:chExt cx="2112696" cy="4351068"/>
            </a:xfrm>
          </p:grpSpPr>
          <p:sp>
            <p:nvSpPr>
              <p:cNvPr id="1643537023" name="Freeform 30"/>
              <p:cNvSpPr/>
              <p:nvPr/>
            </p:nvSpPr>
            <p:spPr bwMode="auto">
              <a:xfrm rot="0" flipH="0" flipV="0">
                <a:off x="0" y="154569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8622247" name="TextBox 31"/>
              <p:cNvSpPr txBox="1"/>
              <p:nvPr/>
            </p:nvSpPr>
            <p:spPr bwMode="auto">
              <a:xfrm rot="0" flipH="0" flipV="0">
                <a:off x="0" y="0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12674819" name="Freeform 36"/>
              <p:cNvSpPr/>
              <p:nvPr/>
            </p:nvSpPr>
            <p:spPr bwMode="auto">
              <a:xfrm rot="0" flipH="0" flipV="0">
                <a:off x="0" y="103923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2312189" name="TextBox 37"/>
              <p:cNvSpPr txBox="1"/>
              <p:nvPr/>
            </p:nvSpPr>
            <p:spPr bwMode="auto">
              <a:xfrm rot="0" flipH="0" flipV="0">
                <a:off x="0" y="884662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95926420" name="Freeform 40"/>
              <p:cNvSpPr/>
              <p:nvPr/>
            </p:nvSpPr>
            <p:spPr bwMode="auto">
              <a:xfrm rot="0" flipH="0" flipV="0">
                <a:off x="171" y="1923894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605976" name="TextBox 41"/>
              <p:cNvSpPr txBox="1"/>
              <p:nvPr/>
            </p:nvSpPr>
            <p:spPr bwMode="auto">
              <a:xfrm rot="0" flipH="0" flipV="0">
                <a:off x="171" y="1769324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79558680" name="Freeform 43"/>
              <p:cNvSpPr/>
              <p:nvPr/>
            </p:nvSpPr>
            <p:spPr bwMode="auto">
              <a:xfrm rot="0" flipH="0" flipV="0">
                <a:off x="171" y="2808558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6598817" name="TextBox 44"/>
              <p:cNvSpPr txBox="1"/>
              <p:nvPr/>
            </p:nvSpPr>
            <p:spPr bwMode="auto">
              <a:xfrm rot="0" flipH="0" flipV="0">
                <a:off x="171" y="2653988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77287999" name="Freeform 46"/>
              <p:cNvSpPr/>
              <p:nvPr/>
            </p:nvSpPr>
            <p:spPr bwMode="auto">
              <a:xfrm rot="0" flipH="0" flipV="0">
                <a:off x="171" y="369322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9209316" name="TextBox 47"/>
              <p:cNvSpPr txBox="1"/>
              <p:nvPr/>
            </p:nvSpPr>
            <p:spPr bwMode="auto">
              <a:xfrm rot="0" flipH="0" flipV="0">
                <a:off x="171" y="3538651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147802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05969" y="1089155"/>
            <a:ext cx="8613801" cy="46796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1561582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98567" y="56163"/>
            <a:ext cx="11456525" cy="6745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5114621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19755"/>
            <a:ext cx="12191999" cy="68184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2709496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58588"/>
            <a:ext cx="12191999" cy="5340823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65001788" name=""/>
          <p:cNvGrpSpPr/>
          <p:nvPr/>
        </p:nvGrpSpPr>
        <p:grpSpPr bwMode="auto">
          <a:xfrm>
            <a:off x="424402" y="1218003"/>
            <a:ext cx="11180124" cy="4265073"/>
            <a:chOff x="0" y="0"/>
            <a:chExt cx="11180124" cy="4265073"/>
          </a:xfrm>
        </p:grpSpPr>
        <p:sp>
          <p:nvSpPr>
            <p:cNvPr id="1146308688" name="TextBox 32"/>
            <p:cNvSpPr txBox="1"/>
            <p:nvPr/>
          </p:nvSpPr>
          <p:spPr bwMode="auto">
            <a:xfrm>
              <a:off x="2372311" y="281256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19160368" name="TextBox 33"/>
            <p:cNvSpPr txBox="1"/>
            <p:nvPr/>
          </p:nvSpPr>
          <p:spPr bwMode="auto">
            <a:xfrm>
              <a:off x="2546982" y="120794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2490067" name="AutoShape 34"/>
            <p:cNvSpPr/>
            <p:nvPr/>
          </p:nvSpPr>
          <p:spPr bwMode="auto">
            <a:xfrm flipH="1">
              <a:off x="5480703" y="1169847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8646379" name="TextBox 41"/>
            <p:cNvSpPr txBox="1"/>
            <p:nvPr/>
          </p:nvSpPr>
          <p:spPr bwMode="auto">
            <a:xfrm>
              <a:off x="6179245" y="120794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3479695" name="TextBox 45"/>
            <p:cNvSpPr txBox="1"/>
            <p:nvPr/>
          </p:nvSpPr>
          <p:spPr bwMode="auto">
            <a:xfrm>
              <a:off x="0" y="908862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01913800" name="Freeform 46"/>
            <p:cNvSpPr/>
            <p:nvPr/>
          </p:nvSpPr>
          <p:spPr bwMode="auto">
            <a:xfrm rot="1981001">
              <a:off x="566372" y="173391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4005506" name="TextBox 47"/>
            <p:cNvSpPr txBox="1"/>
            <p:nvPr/>
          </p:nvSpPr>
          <p:spPr bwMode="auto">
            <a:xfrm>
              <a:off x="52917" y="3891461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31383837" name="Freeform 48"/>
            <p:cNvSpPr/>
            <p:nvPr/>
          </p:nvSpPr>
          <p:spPr bwMode="auto">
            <a:xfrm rot="9541431" flipH="1">
              <a:off x="688524" y="3174423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5114298" name="TextBox 49"/>
            <p:cNvSpPr txBox="1"/>
            <p:nvPr/>
          </p:nvSpPr>
          <p:spPr bwMode="auto">
            <a:xfrm>
              <a:off x="9236787" y="776093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6088970" name="Freeform 50"/>
            <p:cNvSpPr/>
            <p:nvPr/>
          </p:nvSpPr>
          <p:spPr bwMode="auto">
            <a:xfrm rot="-9435686">
              <a:off x="9321232" y="3251858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7230707" name="TextBox 51"/>
            <p:cNvSpPr txBox="1"/>
            <p:nvPr/>
          </p:nvSpPr>
          <p:spPr bwMode="auto">
            <a:xfrm>
              <a:off x="9456814" y="3853823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57549791" name="Freeform 52"/>
            <p:cNvSpPr/>
            <p:nvPr/>
          </p:nvSpPr>
          <p:spPr bwMode="auto">
            <a:xfrm rot="-2557580" flipH="1">
              <a:off x="9265453" y="1616258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0315757" name="Rectangle: Rounded Corners 12"/>
            <p:cNvSpPr/>
            <p:nvPr/>
          </p:nvSpPr>
          <p:spPr bwMode="auto">
            <a:xfrm>
              <a:off x="2168696" y="0"/>
              <a:ext cx="6729075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86767704" name=""/>
            <p:cNvGrpSpPr/>
            <p:nvPr/>
          </p:nvGrpSpPr>
          <p:grpSpPr bwMode="auto">
            <a:xfrm>
              <a:off x="2516747" y="1740207"/>
              <a:ext cx="5927716" cy="1828831"/>
              <a:chOff x="0" y="0"/>
              <a:chExt cx="5927716" cy="1828831"/>
            </a:xfrm>
          </p:grpSpPr>
          <p:sp>
            <p:nvSpPr>
              <p:cNvPr id="1679207958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85345519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3098443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1776325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0455266" name="Freeform 39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6922538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36312109" name="Freeform 43"/>
              <p:cNvSpPr/>
              <p:nvPr/>
            </p:nvSpPr>
            <p:spPr bwMode="auto">
              <a:xfrm rot="0" flipH="0" flipV="0">
                <a:off x="3621177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0554687" name="TextBox 44"/>
              <p:cNvSpPr txBox="1"/>
              <p:nvPr/>
            </p:nvSpPr>
            <p:spPr bwMode="auto">
              <a:xfrm rot="0" flipH="0" flipV="0">
                <a:off x="3621177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66768094" name=""/>
          <p:cNvGrpSpPr/>
          <p:nvPr/>
        </p:nvGrpSpPr>
        <p:grpSpPr bwMode="auto">
          <a:xfrm>
            <a:off x="2716473" y="1112055"/>
            <a:ext cx="6556743" cy="4227561"/>
            <a:chOff x="0" y="0"/>
            <a:chExt cx="6556743" cy="4227561"/>
          </a:xfrm>
        </p:grpSpPr>
        <p:sp>
          <p:nvSpPr>
            <p:cNvPr id="155134667" name="TextBox 32"/>
            <p:cNvSpPr txBox="1"/>
            <p:nvPr/>
          </p:nvSpPr>
          <p:spPr bwMode="auto">
            <a:xfrm>
              <a:off x="174836" y="407190"/>
              <a:ext cx="619604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Payjoin</a:t>
              </a:r>
              <a:endParaRPr/>
            </a:p>
          </p:txBody>
        </p:sp>
        <p:sp>
          <p:nvSpPr>
            <p:cNvPr id="833238373" name="TextBox 33"/>
            <p:cNvSpPr txBox="1"/>
            <p:nvPr/>
          </p:nvSpPr>
          <p:spPr bwMode="auto">
            <a:xfrm>
              <a:off x="349507" y="1271044"/>
              <a:ext cx="222462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Rubik"/>
                  <a:ea typeface="Rubik"/>
                  <a:cs typeface="Rubik"/>
                </a:rPr>
                <a:t>inputs</a:t>
              </a:r>
              <a:endParaRPr/>
            </a:p>
          </p:txBody>
        </p:sp>
        <p:sp>
          <p:nvSpPr>
            <p:cNvPr id="421990075" name="AutoShape 34"/>
            <p:cNvSpPr/>
            <p:nvPr/>
          </p:nvSpPr>
          <p:spPr bwMode="auto">
            <a:xfrm flipH="1">
              <a:off x="3272140" y="1232943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0215258" name="TextBox 41"/>
            <p:cNvSpPr txBox="1"/>
            <p:nvPr/>
          </p:nvSpPr>
          <p:spPr bwMode="auto">
            <a:xfrm>
              <a:off x="3970683" y="1271044"/>
              <a:ext cx="222462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Rubik"/>
                  <a:ea typeface="Rubik"/>
                  <a:cs typeface="Rubik"/>
                </a:rPr>
                <a:t>outputs</a:t>
              </a:r>
              <a:endParaRPr/>
            </a:p>
          </p:txBody>
        </p:sp>
        <p:sp>
          <p:nvSpPr>
            <p:cNvPr id="2050334460" name="Rectangle: Rounded Corners 12"/>
            <p:cNvSpPr/>
            <p:nvPr/>
          </p:nvSpPr>
          <p:spPr bwMode="auto">
            <a:xfrm>
              <a:off x="0" y="0"/>
              <a:ext cx="6556743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83870629" name=""/>
            <p:cNvGrpSpPr/>
            <p:nvPr/>
          </p:nvGrpSpPr>
          <p:grpSpPr bwMode="auto">
            <a:xfrm>
              <a:off x="308186" y="1803304"/>
              <a:ext cx="5927716" cy="1828830"/>
              <a:chOff x="0" y="0"/>
              <a:chExt cx="5927716" cy="1828830"/>
            </a:xfrm>
          </p:grpSpPr>
          <p:sp>
            <p:nvSpPr>
              <p:cNvPr id="1295512849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5945542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3203867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9623749" name="TextBox 37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13583315" name="Freeform 39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2927351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74675039" name="Freeform 43"/>
              <p:cNvSpPr/>
              <p:nvPr/>
            </p:nvSpPr>
            <p:spPr bwMode="auto">
              <a:xfrm rot="0" flipH="0" flipV="0">
                <a:off x="3621177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2426701" name="TextBox 44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93099010" name=""/>
          <p:cNvGrpSpPr/>
          <p:nvPr/>
        </p:nvGrpSpPr>
        <p:grpSpPr bwMode="auto">
          <a:xfrm>
            <a:off x="473564" y="1049330"/>
            <a:ext cx="11369543" cy="4925331"/>
            <a:chOff x="0" y="0"/>
            <a:chExt cx="11369543" cy="4925331"/>
          </a:xfrm>
        </p:grpSpPr>
        <p:sp>
          <p:nvSpPr>
            <p:cNvPr id="1819908531" name="AutoShape 32"/>
            <p:cNvSpPr/>
            <p:nvPr/>
          </p:nvSpPr>
          <p:spPr bwMode="auto">
            <a:xfrm flipH="1">
              <a:off x="5671202" y="1035600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0566139" name="Freeform 42"/>
            <p:cNvSpPr/>
            <p:nvPr/>
          </p:nvSpPr>
          <p:spPr bwMode="auto">
            <a:xfrm rot="1981001">
              <a:off x="756871" y="159966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859412" name="Freeform 43"/>
            <p:cNvSpPr/>
            <p:nvPr/>
          </p:nvSpPr>
          <p:spPr bwMode="auto">
            <a:xfrm rot="9541431" flipH="1">
              <a:off x="879023" y="3040176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498319" name="Freeform 44"/>
            <p:cNvSpPr/>
            <p:nvPr/>
          </p:nvSpPr>
          <p:spPr bwMode="auto">
            <a:xfrm rot="-9435686">
              <a:off x="9511732" y="311761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20"/>
                  </a:lnTo>
                  <a:lnTo>
                    <a:pt x="0" y="3019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4899956" name="Freeform 45"/>
            <p:cNvSpPr/>
            <p:nvPr/>
          </p:nvSpPr>
          <p:spPr bwMode="auto">
            <a:xfrm rot="-2557580" flipH="1">
              <a:off x="9455953" y="148201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3930125" name="Freeform 46"/>
            <p:cNvSpPr/>
            <p:nvPr/>
          </p:nvSpPr>
          <p:spPr bwMode="auto">
            <a:xfrm>
              <a:off x="4546608" y="4282995"/>
              <a:ext cx="642336" cy="642336"/>
            </a:xfrm>
            <a:custGeom>
              <a:avLst/>
              <a:gdLst/>
              <a:ahLst/>
              <a:cxnLst/>
              <a:rect l="l" t="t" r="r" b="b"/>
              <a:pathLst>
                <a:path w="642338" h="642338" fill="norm" stroke="1" extrusionOk="0">
                  <a:moveTo>
                    <a:pt x="0" y="0"/>
                  </a:moveTo>
                  <a:lnTo>
                    <a:pt x="642339" y="0"/>
                  </a:lnTo>
                  <a:lnTo>
                    <a:pt x="642339" y="642338"/>
                  </a:lnTo>
                  <a:lnTo>
                    <a:pt x="0" y="6423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6147704" name="TextBox 47"/>
            <p:cNvSpPr txBox="1"/>
            <p:nvPr/>
          </p:nvSpPr>
          <p:spPr bwMode="auto">
            <a:xfrm>
              <a:off x="2573897" y="284261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6910179" name="TextBox 48"/>
            <p:cNvSpPr txBox="1"/>
            <p:nvPr/>
          </p:nvSpPr>
          <p:spPr bwMode="auto">
            <a:xfrm>
              <a:off x="2748570" y="1073700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57199031" name="TextBox 49"/>
            <p:cNvSpPr txBox="1"/>
            <p:nvPr/>
          </p:nvSpPr>
          <p:spPr bwMode="auto">
            <a:xfrm>
              <a:off x="6369747" y="1073700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20756924" name="TextBox 50"/>
            <p:cNvSpPr txBox="1"/>
            <p:nvPr/>
          </p:nvSpPr>
          <p:spPr bwMode="auto">
            <a:xfrm>
              <a:off x="0" y="774615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5251474" name="TextBox 51"/>
            <p:cNvSpPr txBox="1"/>
            <p:nvPr/>
          </p:nvSpPr>
          <p:spPr bwMode="auto">
            <a:xfrm>
              <a:off x="52917" y="3566714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9278095" name="TextBox 52"/>
            <p:cNvSpPr txBox="1"/>
            <p:nvPr/>
          </p:nvSpPr>
          <p:spPr bwMode="auto">
            <a:xfrm>
              <a:off x="9427286" y="641848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1104022" name="TextBox 53"/>
            <p:cNvSpPr txBox="1"/>
            <p:nvPr/>
          </p:nvSpPr>
          <p:spPr bwMode="auto">
            <a:xfrm>
              <a:off x="9647313" y="3719577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29125659" name="TextBox 54"/>
            <p:cNvSpPr txBox="1"/>
            <p:nvPr/>
          </p:nvSpPr>
          <p:spPr bwMode="auto">
            <a:xfrm>
              <a:off x="5487441" y="4351433"/>
              <a:ext cx="2984868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Wrong!</a:t>
              </a:r>
              <a:endParaRPr/>
            </a:p>
          </p:txBody>
        </p:sp>
        <p:sp>
          <p:nvSpPr>
            <p:cNvPr id="1615883766" name="Rectangle: Rounded Corners 12"/>
            <p:cNvSpPr/>
            <p:nvPr/>
          </p:nvSpPr>
          <p:spPr bwMode="auto">
            <a:xfrm>
              <a:off x="2420772" y="0"/>
              <a:ext cx="6534590" cy="405120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677918" name=""/>
            <p:cNvGrpSpPr/>
            <p:nvPr/>
          </p:nvGrpSpPr>
          <p:grpSpPr bwMode="auto">
            <a:xfrm>
              <a:off x="2707249" y="1605961"/>
              <a:ext cx="5927715" cy="1828831"/>
              <a:chOff x="0" y="0"/>
              <a:chExt cx="5927715" cy="1828831"/>
            </a:xfrm>
          </p:grpSpPr>
          <p:sp>
            <p:nvSpPr>
              <p:cNvPr id="1896338735" name="Freeform 30"/>
              <p:cNvSpPr/>
              <p:nvPr/>
            </p:nvSpPr>
            <p:spPr bwMode="auto">
              <a:xfrm rot="0" flipH="0" flipV="0">
                <a:off x="0" y="14465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2941764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3886751" name="Freeform 34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6611839" name="TextBox 35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50244162" name="Freeform 37"/>
              <p:cNvSpPr/>
              <p:nvPr/>
            </p:nvSpPr>
            <p:spPr bwMode="auto">
              <a:xfrm rot="0" flipH="0" flipV="0">
                <a:off x="3621177" y="14465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85854216" name="TextBox 38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7193962" name="Freeform 40"/>
              <p:cNvSpPr/>
              <p:nvPr/>
            </p:nvSpPr>
            <p:spPr bwMode="auto">
              <a:xfrm rot="0" flipH="0" flipV="0">
                <a:off x="3621177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5960780" name="TextBox 41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65943691" name=""/>
          <p:cNvGrpSpPr/>
          <p:nvPr/>
        </p:nvGrpSpPr>
        <p:grpSpPr bwMode="auto">
          <a:xfrm>
            <a:off x="472906" y="1191506"/>
            <a:ext cx="11369543" cy="4227561"/>
            <a:chOff x="0" y="0"/>
            <a:chExt cx="11369543" cy="4227561"/>
          </a:xfrm>
        </p:grpSpPr>
        <p:sp>
          <p:nvSpPr>
            <p:cNvPr id="1264401539" name="TextBox 32"/>
            <p:cNvSpPr txBox="1"/>
            <p:nvPr/>
          </p:nvSpPr>
          <p:spPr bwMode="auto">
            <a:xfrm>
              <a:off x="2573898" y="323258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4353730" name="TextBox 33"/>
            <p:cNvSpPr txBox="1"/>
            <p:nvPr/>
          </p:nvSpPr>
          <p:spPr bwMode="auto">
            <a:xfrm>
              <a:off x="2748568" y="111269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6576361" name="AutoShape 34"/>
            <p:cNvSpPr/>
            <p:nvPr/>
          </p:nvSpPr>
          <p:spPr bwMode="auto">
            <a:xfrm flipH="1">
              <a:off x="5671202" y="1074597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8587317" name="TextBox 41"/>
            <p:cNvSpPr txBox="1"/>
            <p:nvPr/>
          </p:nvSpPr>
          <p:spPr bwMode="auto">
            <a:xfrm>
              <a:off x="6369747" y="111269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0451590" name="TextBox 45"/>
            <p:cNvSpPr txBox="1"/>
            <p:nvPr/>
          </p:nvSpPr>
          <p:spPr bwMode="auto">
            <a:xfrm>
              <a:off x="0" y="813611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20163243" name="Freeform 46"/>
            <p:cNvSpPr/>
            <p:nvPr/>
          </p:nvSpPr>
          <p:spPr bwMode="auto">
            <a:xfrm rot="1981001">
              <a:off x="756873" y="163866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0128771" name="TextBox 47"/>
            <p:cNvSpPr txBox="1"/>
            <p:nvPr/>
          </p:nvSpPr>
          <p:spPr bwMode="auto">
            <a:xfrm>
              <a:off x="52917" y="3605710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4319477" name="Freeform 48"/>
            <p:cNvSpPr/>
            <p:nvPr/>
          </p:nvSpPr>
          <p:spPr bwMode="auto">
            <a:xfrm rot="9541431" flipH="1">
              <a:off x="879024" y="3079174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6815790" name="TextBox 49"/>
            <p:cNvSpPr txBox="1"/>
            <p:nvPr/>
          </p:nvSpPr>
          <p:spPr bwMode="auto">
            <a:xfrm>
              <a:off x="9427286" y="680845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32148922" name="Freeform 50"/>
            <p:cNvSpPr/>
            <p:nvPr/>
          </p:nvSpPr>
          <p:spPr bwMode="auto">
            <a:xfrm rot="-9435686">
              <a:off x="9511732" y="3156609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0671618" name="TextBox 51"/>
            <p:cNvSpPr txBox="1"/>
            <p:nvPr/>
          </p:nvSpPr>
          <p:spPr bwMode="auto">
            <a:xfrm>
              <a:off x="9647313" y="3758572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3804389" name="Freeform 52"/>
            <p:cNvSpPr/>
            <p:nvPr/>
          </p:nvSpPr>
          <p:spPr bwMode="auto">
            <a:xfrm rot="-2557580" flipH="1">
              <a:off x="9455953" y="1521009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9343948" name="Rectangle: Rounded Corners 12"/>
            <p:cNvSpPr/>
            <p:nvPr/>
          </p:nvSpPr>
          <p:spPr bwMode="auto">
            <a:xfrm>
              <a:off x="2381352" y="0"/>
              <a:ext cx="6574015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49117668" name=""/>
            <p:cNvGrpSpPr/>
            <p:nvPr/>
          </p:nvGrpSpPr>
          <p:grpSpPr bwMode="auto">
            <a:xfrm>
              <a:off x="2707246" y="1644957"/>
              <a:ext cx="5927717" cy="1828831"/>
              <a:chOff x="0" y="0"/>
              <a:chExt cx="5927717" cy="1828831"/>
            </a:xfrm>
          </p:grpSpPr>
          <p:sp>
            <p:nvSpPr>
              <p:cNvPr id="531175094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48666924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9927891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04404629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5158763" name="Freeform 39"/>
              <p:cNvSpPr/>
              <p:nvPr/>
            </p:nvSpPr>
            <p:spPr bwMode="auto">
              <a:xfrm rot="0" flipH="0" flipV="0">
                <a:off x="3621179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57242693" name="TextBox 40"/>
              <p:cNvSpPr txBox="1"/>
              <p:nvPr/>
            </p:nvSpPr>
            <p:spPr bwMode="auto">
              <a:xfrm rot="0" flipH="0" flipV="0">
                <a:off x="3621179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8565731" name="Freeform 43"/>
              <p:cNvSpPr/>
              <p:nvPr/>
            </p:nvSpPr>
            <p:spPr bwMode="auto">
              <a:xfrm rot="0" flipH="0" flipV="0">
                <a:off x="3621179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6368799" name="TextBox 44"/>
              <p:cNvSpPr txBox="1"/>
              <p:nvPr/>
            </p:nvSpPr>
            <p:spPr bwMode="auto">
              <a:xfrm rot="0" flipH="0" flipV="0">
                <a:off x="3621179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1946045" name="Freeform 42"/>
          <p:cNvSpPr/>
          <p:nvPr/>
        </p:nvSpPr>
        <p:spPr bwMode="auto">
          <a:xfrm rot="-9435686">
            <a:off x="8911926" y="4145000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20"/>
                </a:lnTo>
                <a:lnTo>
                  <a:pt x="0" y="3019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686638" name="TextBox 47"/>
          <p:cNvSpPr txBox="1"/>
          <p:nvPr/>
        </p:nvSpPr>
        <p:spPr bwMode="auto">
          <a:xfrm>
            <a:off x="8768358" y="4842213"/>
            <a:ext cx="2508577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Jumlah pembayaran</a:t>
            </a:r>
            <a:endParaRPr sz="1600">
              <a:latin typeface="IBM Plex Sans"/>
              <a:cs typeface="IBM Plex Sans"/>
            </a:endParaRPr>
          </a:p>
        </p:txBody>
      </p:sp>
      <p:grpSp>
        <p:nvGrpSpPr>
          <p:cNvPr id="1748302702" name=""/>
          <p:cNvGrpSpPr/>
          <p:nvPr/>
        </p:nvGrpSpPr>
        <p:grpSpPr bwMode="auto">
          <a:xfrm>
            <a:off x="1779582" y="996376"/>
            <a:ext cx="6596166" cy="4956341"/>
            <a:chOff x="0" y="0"/>
            <a:chExt cx="6596166" cy="4956341"/>
          </a:xfrm>
        </p:grpSpPr>
        <p:sp>
          <p:nvSpPr>
            <p:cNvPr id="1100119829" name="AutoShape 32"/>
            <p:cNvSpPr/>
            <p:nvPr/>
          </p:nvSpPr>
          <p:spPr bwMode="auto">
            <a:xfrm flipH="1">
              <a:off x="3291813" y="1066611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5248276" name="Freeform 43"/>
            <p:cNvSpPr/>
            <p:nvPr/>
          </p:nvSpPr>
          <p:spPr bwMode="auto">
            <a:xfrm>
              <a:off x="2262470" y="4314006"/>
              <a:ext cx="642336" cy="642336"/>
            </a:xfrm>
            <a:custGeom>
              <a:avLst/>
              <a:gdLst/>
              <a:ahLst/>
              <a:cxnLst/>
              <a:rect l="l" t="t" r="r" b="b"/>
              <a:pathLst>
                <a:path w="642338" h="642338" fill="norm" stroke="1" extrusionOk="0">
                  <a:moveTo>
                    <a:pt x="0" y="0"/>
                  </a:moveTo>
                  <a:lnTo>
                    <a:pt x="642338" y="0"/>
                  </a:lnTo>
                  <a:lnTo>
                    <a:pt x="642338" y="642338"/>
                  </a:lnTo>
                  <a:lnTo>
                    <a:pt x="0" y="6423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7630945" name="TextBox 44"/>
            <p:cNvSpPr txBox="1"/>
            <p:nvPr/>
          </p:nvSpPr>
          <p:spPr bwMode="auto">
            <a:xfrm>
              <a:off x="194509" y="315272"/>
              <a:ext cx="619676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4364183" name="TextBox 45"/>
            <p:cNvSpPr txBox="1"/>
            <p:nvPr/>
          </p:nvSpPr>
          <p:spPr bwMode="auto">
            <a:xfrm>
              <a:off x="369180" y="1104710"/>
              <a:ext cx="222534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64698899" name="TextBox 46"/>
            <p:cNvSpPr txBox="1"/>
            <p:nvPr/>
          </p:nvSpPr>
          <p:spPr bwMode="auto">
            <a:xfrm>
              <a:off x="3990357" y="1104710"/>
              <a:ext cx="222534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5694623" name="TextBox 48"/>
            <p:cNvSpPr txBox="1"/>
            <p:nvPr/>
          </p:nvSpPr>
          <p:spPr bwMode="auto">
            <a:xfrm>
              <a:off x="3203299" y="4382443"/>
              <a:ext cx="2985228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Wrong</a:t>
              </a:r>
              <a:r>
                <a:rPr lang="en-US" sz="260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!</a:t>
              </a:r>
              <a:endParaRPr/>
            </a:p>
          </p:txBody>
        </p:sp>
        <p:sp>
          <p:nvSpPr>
            <p:cNvPr id="166431666" name="Rectangle: Rounded Corners 12"/>
            <p:cNvSpPr/>
            <p:nvPr/>
          </p:nvSpPr>
          <p:spPr bwMode="auto">
            <a:xfrm>
              <a:off x="0" y="0"/>
              <a:ext cx="6596167" cy="403270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129566940" name=""/>
            <p:cNvGrpSpPr/>
            <p:nvPr/>
          </p:nvGrpSpPr>
          <p:grpSpPr bwMode="auto">
            <a:xfrm>
              <a:off x="327859" y="1636971"/>
              <a:ext cx="5927716" cy="1828830"/>
              <a:chOff x="0" y="0"/>
              <a:chExt cx="5927716" cy="1828830"/>
            </a:xfrm>
          </p:grpSpPr>
          <p:sp>
            <p:nvSpPr>
              <p:cNvPr id="1502303517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058224199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10 000 sats</a:t>
                </a:r>
                <a:endParaRPr sz="1600"/>
              </a:p>
            </p:txBody>
          </p:sp>
          <p:sp>
            <p:nvSpPr>
              <p:cNvPr id="244914682" name="Freeform 34"/>
              <p:cNvSpPr/>
              <p:nvPr/>
            </p:nvSpPr>
            <p:spPr bwMode="auto">
              <a:xfrm rot="0" flipH="0" flipV="0">
                <a:off x="0" y="111057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367766624" name="TextBox 35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15 000 sats</a:t>
                </a:r>
                <a:endParaRPr sz="1600"/>
              </a:p>
            </p:txBody>
          </p:sp>
          <p:sp>
            <p:nvSpPr>
              <p:cNvPr id="1612301626" name="Freeform 37"/>
              <p:cNvSpPr/>
              <p:nvPr/>
            </p:nvSpPr>
            <p:spPr bwMode="auto">
              <a:xfrm rot="0" flipH="0" flipV="0">
                <a:off x="3621177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201118222" name="TextBox 38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6 000 sats</a:t>
                </a:r>
                <a:endParaRPr sz="1600"/>
              </a:p>
            </p:txBody>
          </p:sp>
          <p:sp>
            <p:nvSpPr>
              <p:cNvPr id="1470390525" name="Freeform 40"/>
              <p:cNvSpPr/>
              <p:nvPr/>
            </p:nvSpPr>
            <p:spPr bwMode="auto">
              <a:xfrm rot="0" flipH="0" flipV="0">
                <a:off x="3621177" y="111057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724613170" name="TextBox 41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19 000 sats</a:t>
                </a: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0427098" name="TextBox 54"/>
          <p:cNvSpPr txBox="1"/>
          <p:nvPr/>
        </p:nvSpPr>
        <p:spPr bwMode="auto">
          <a:xfrm>
            <a:off x="3162295" y="5325179"/>
            <a:ext cx="5927561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Pembayaran aktual sebesar 4.000 sat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93989109" name=""/>
          <p:cNvGrpSpPr/>
          <p:nvPr/>
        </p:nvGrpSpPr>
        <p:grpSpPr bwMode="auto">
          <a:xfrm>
            <a:off x="441486" y="756521"/>
            <a:ext cx="11369542" cy="4368633"/>
            <a:chOff x="0" y="0"/>
            <a:chExt cx="11369542" cy="4368633"/>
          </a:xfrm>
        </p:grpSpPr>
        <p:sp>
          <p:nvSpPr>
            <p:cNvPr id="1662379575" name="TextBox 32"/>
            <p:cNvSpPr txBox="1"/>
            <p:nvPr/>
          </p:nvSpPr>
          <p:spPr bwMode="auto">
            <a:xfrm>
              <a:off x="2573896" y="225643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76617" name="TextBox 33"/>
            <p:cNvSpPr txBox="1"/>
            <p:nvPr/>
          </p:nvSpPr>
          <p:spPr bwMode="auto">
            <a:xfrm>
              <a:off x="2748567" y="1015083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3521377" name="AutoShape 34"/>
            <p:cNvSpPr/>
            <p:nvPr/>
          </p:nvSpPr>
          <p:spPr bwMode="auto">
            <a:xfrm flipH="1">
              <a:off x="5671201" y="976983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4630816" name="TextBox 41"/>
            <p:cNvSpPr txBox="1"/>
            <p:nvPr/>
          </p:nvSpPr>
          <p:spPr bwMode="auto">
            <a:xfrm>
              <a:off x="6369745" y="1015083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3516692" name="TextBox 45"/>
            <p:cNvSpPr txBox="1"/>
            <p:nvPr/>
          </p:nvSpPr>
          <p:spPr bwMode="auto">
            <a:xfrm>
              <a:off x="0" y="715997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2488556" name="Freeform 46"/>
            <p:cNvSpPr/>
            <p:nvPr/>
          </p:nvSpPr>
          <p:spPr bwMode="auto">
            <a:xfrm rot="1981001">
              <a:off x="756873" y="154104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515799" name="TextBox 47"/>
            <p:cNvSpPr txBox="1"/>
            <p:nvPr/>
          </p:nvSpPr>
          <p:spPr bwMode="auto">
            <a:xfrm>
              <a:off x="52916" y="3508098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87177470" name="Freeform 48"/>
            <p:cNvSpPr/>
            <p:nvPr/>
          </p:nvSpPr>
          <p:spPr bwMode="auto">
            <a:xfrm rot="9541431" flipH="1">
              <a:off x="879022" y="298156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7113627" name="TextBox 49"/>
            <p:cNvSpPr txBox="1"/>
            <p:nvPr/>
          </p:nvSpPr>
          <p:spPr bwMode="auto">
            <a:xfrm>
              <a:off x="9427285" y="583230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2598220" name="Freeform 50"/>
            <p:cNvSpPr/>
            <p:nvPr/>
          </p:nvSpPr>
          <p:spPr bwMode="auto">
            <a:xfrm rot="-9435686">
              <a:off x="9511731" y="305899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88606451" name="TextBox 51"/>
            <p:cNvSpPr txBox="1"/>
            <p:nvPr/>
          </p:nvSpPr>
          <p:spPr bwMode="auto">
            <a:xfrm>
              <a:off x="9647312" y="3660959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88881230" name="Freeform 52"/>
            <p:cNvSpPr/>
            <p:nvPr/>
          </p:nvSpPr>
          <p:spPr bwMode="auto">
            <a:xfrm rot="-2557580" flipH="1">
              <a:off x="9455952" y="142339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4360583" name="AutoShape 53"/>
            <p:cNvSpPr/>
            <p:nvPr/>
          </p:nvSpPr>
          <p:spPr bwMode="auto">
            <a:xfrm>
              <a:off x="3860518" y="4368633"/>
              <a:ext cx="3621177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5388692" name="Rectangle: Rounded Corners 12"/>
            <p:cNvSpPr/>
            <p:nvPr/>
          </p:nvSpPr>
          <p:spPr bwMode="auto">
            <a:xfrm>
              <a:off x="2374701" y="0"/>
              <a:ext cx="6640470" cy="388183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32801674" name=""/>
            <p:cNvGrpSpPr/>
            <p:nvPr/>
          </p:nvGrpSpPr>
          <p:grpSpPr bwMode="auto">
            <a:xfrm>
              <a:off x="2707246" y="1547343"/>
              <a:ext cx="5927716" cy="1828832"/>
              <a:chOff x="0" y="0"/>
              <a:chExt cx="5927716" cy="1828832"/>
            </a:xfrm>
          </p:grpSpPr>
          <p:sp>
            <p:nvSpPr>
              <p:cNvPr id="1729762752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295861460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912846339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75523155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59577719" name="Freeform 39"/>
              <p:cNvSpPr/>
              <p:nvPr/>
            </p:nvSpPr>
            <p:spPr bwMode="auto">
              <a:xfrm rot="0" flipH="0" flipV="0">
                <a:off x="3621177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301002767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43852532" name="Freeform 43"/>
              <p:cNvSpPr/>
              <p:nvPr/>
            </p:nvSpPr>
            <p:spPr bwMode="auto">
              <a:xfrm rot="0" flipH="0" flipV="0">
                <a:off x="3621177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944006358" name="TextBox 44"/>
              <p:cNvSpPr txBox="1"/>
              <p:nvPr/>
            </p:nvSpPr>
            <p:spPr bwMode="auto">
              <a:xfrm rot="0" flipH="0" flipV="0">
                <a:off x="3621177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71190443" name=""/>
          <p:cNvPicPr>
            <a:picLocks noChangeAspect="1"/>
          </p:cNvPicPr>
          <p:nvPr/>
        </p:nvPicPr>
        <p:blipFill>
          <a:blip r:embed="rId3"/>
          <a:srcRect l="0" t="8339" r="42890" b="12188"/>
          <a:stretch/>
        </p:blipFill>
        <p:spPr bwMode="auto">
          <a:xfrm flipH="0" flipV="0">
            <a:off x="1797586" y="1408907"/>
            <a:ext cx="8596824" cy="1853404"/>
          </a:xfrm>
          <a:prstGeom prst="rect">
            <a:avLst/>
          </a:prstGeom>
        </p:spPr>
      </p:pic>
      <p:pic>
        <p:nvPicPr>
          <p:cNvPr id="1597114680" name=""/>
          <p:cNvPicPr>
            <a:picLocks noChangeAspect="1"/>
          </p:cNvPicPr>
          <p:nvPr/>
        </p:nvPicPr>
        <p:blipFill>
          <a:blip r:embed="rId3"/>
          <a:srcRect l="57109" t="8338" r="0" b="12188"/>
          <a:stretch/>
        </p:blipFill>
        <p:spPr bwMode="auto">
          <a:xfrm flipH="0" flipV="0">
            <a:off x="2844167" y="3321843"/>
            <a:ext cx="7203017" cy="206771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4007100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352549" y="1107281"/>
            <a:ext cx="9391648" cy="4800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21596770" name=""/>
          <p:cNvGrpSpPr/>
          <p:nvPr/>
        </p:nvGrpSpPr>
        <p:grpSpPr bwMode="auto">
          <a:xfrm>
            <a:off x="304423" y="349646"/>
            <a:ext cx="11701273" cy="6161418"/>
            <a:chOff x="0" y="0"/>
            <a:chExt cx="11701273" cy="6161418"/>
          </a:xfrm>
        </p:grpSpPr>
        <p:sp>
          <p:nvSpPr>
            <p:cNvPr id="2025771634" name="TextBox 32"/>
            <p:cNvSpPr txBox="1"/>
            <p:nvPr/>
          </p:nvSpPr>
          <p:spPr bwMode="auto">
            <a:xfrm>
              <a:off x="2579117" y="35416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92497467" name="TextBox 33"/>
            <p:cNvSpPr txBox="1"/>
            <p:nvPr/>
          </p:nvSpPr>
          <p:spPr bwMode="auto">
            <a:xfrm>
              <a:off x="2753786" y="1218019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18481704" name="AutoShape 34"/>
            <p:cNvSpPr/>
            <p:nvPr/>
          </p:nvSpPr>
          <p:spPr bwMode="auto">
            <a:xfrm>
              <a:off x="5676419" y="1179920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0719377" name="TextBox 38"/>
            <p:cNvSpPr txBox="1"/>
            <p:nvPr/>
          </p:nvSpPr>
          <p:spPr bwMode="auto">
            <a:xfrm>
              <a:off x="6374963" y="1218019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44669087" name="TextBox 42"/>
            <p:cNvSpPr txBox="1"/>
            <p:nvPr/>
          </p:nvSpPr>
          <p:spPr bwMode="auto">
            <a:xfrm flipH="0" flipV="0">
              <a:off x="74229" y="1132293"/>
              <a:ext cx="2129409" cy="3734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1224096" name="Freeform 43"/>
            <p:cNvSpPr/>
            <p:nvPr/>
          </p:nvSpPr>
          <p:spPr bwMode="auto">
            <a:xfrm rot="1981001">
              <a:off x="972326" y="1848391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99122" name="TextBox 44"/>
            <p:cNvSpPr txBox="1"/>
            <p:nvPr/>
          </p:nvSpPr>
          <p:spPr bwMode="auto">
            <a:xfrm flipH="0" flipV="0">
              <a:off x="0" y="3740734"/>
              <a:ext cx="220219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83699595" name="Freeform 45"/>
            <p:cNvSpPr/>
            <p:nvPr/>
          </p:nvSpPr>
          <p:spPr bwMode="auto">
            <a:xfrm rot="9541431" flipH="1">
              <a:off x="879023" y="321943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1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1" y="301920"/>
                  </a:lnTo>
                  <a:lnTo>
                    <a:pt x="1068741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9283153" name="TextBox 46"/>
            <p:cNvSpPr txBox="1"/>
            <p:nvPr/>
          </p:nvSpPr>
          <p:spPr bwMode="auto">
            <a:xfrm flipH="0" flipV="0">
              <a:off x="9154729" y="973226"/>
              <a:ext cx="254071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0423231" name="Freeform 47"/>
            <p:cNvSpPr/>
            <p:nvPr/>
          </p:nvSpPr>
          <p:spPr bwMode="auto">
            <a:xfrm rot="-423529" flipH="1">
              <a:off x="9624780" y="3104723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1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1" y="301919"/>
                  </a:lnTo>
                  <a:lnTo>
                    <a:pt x="1068741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6636474" name="TextBox 48"/>
            <p:cNvSpPr txBox="1"/>
            <p:nvPr/>
          </p:nvSpPr>
          <p:spPr bwMode="auto">
            <a:xfrm flipH="0" flipV="0">
              <a:off x="9154729" y="2624419"/>
              <a:ext cx="2536483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90228419" name="Freeform 49"/>
            <p:cNvSpPr/>
            <p:nvPr/>
          </p:nvSpPr>
          <p:spPr bwMode="auto">
            <a:xfrm rot="-2557580" flipH="1">
              <a:off x="9502326" y="1743984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2120317" name="Freeform 56"/>
            <p:cNvSpPr/>
            <p:nvPr/>
          </p:nvSpPr>
          <p:spPr bwMode="auto">
            <a:xfrm rot="-10662274">
              <a:off x="9500152" y="3905191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8993120" name="TextBox 57"/>
            <p:cNvSpPr txBox="1"/>
            <p:nvPr/>
          </p:nvSpPr>
          <p:spPr bwMode="auto">
            <a:xfrm flipH="0" flipV="0">
              <a:off x="9154729" y="4266483"/>
              <a:ext cx="2536483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63235443" name="Freeform 58"/>
            <p:cNvSpPr/>
            <p:nvPr/>
          </p:nvSpPr>
          <p:spPr bwMode="auto">
            <a:xfrm rot="-9983765">
              <a:off x="9515051" y="502696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072514" name="TextBox 59"/>
            <p:cNvSpPr txBox="1"/>
            <p:nvPr/>
          </p:nvSpPr>
          <p:spPr bwMode="auto">
            <a:xfrm flipH="0" flipV="0">
              <a:off x="9154729" y="5450325"/>
              <a:ext cx="2546544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7941011" name="Rectangle: Rounded Corners 12"/>
            <p:cNvSpPr/>
            <p:nvPr/>
          </p:nvSpPr>
          <p:spPr bwMode="auto">
            <a:xfrm>
              <a:off x="2352864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67608001" name=""/>
            <p:cNvGrpSpPr/>
            <p:nvPr/>
          </p:nvGrpSpPr>
          <p:grpSpPr bwMode="auto">
            <a:xfrm>
              <a:off x="2712465" y="1750281"/>
              <a:ext cx="5927715" cy="3760654"/>
              <a:chOff x="0" y="0"/>
              <a:chExt cx="5927715" cy="3760654"/>
            </a:xfrm>
          </p:grpSpPr>
          <p:sp>
            <p:nvSpPr>
              <p:cNvPr id="1888897342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3559216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48767521" name="Freeform 36"/>
              <p:cNvSpPr/>
              <p:nvPr/>
            </p:nvSpPr>
            <p:spPr bwMode="auto">
              <a:xfrm rot="0" flipH="0" flipV="0">
                <a:off x="0" y="1110572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8291599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16058275" name="Freeform 40"/>
              <p:cNvSpPr/>
              <p:nvPr/>
            </p:nvSpPr>
            <p:spPr bwMode="auto">
              <a:xfrm rot="0" flipH="0" flipV="0">
                <a:off x="3621177" y="1110572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4524918" name="TextBox 41"/>
              <p:cNvSpPr txBox="1"/>
              <p:nvPr/>
            </p:nvSpPr>
            <p:spPr bwMode="auto">
              <a:xfrm rot="0" flipH="0" flipV="0">
                <a:off x="3621177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3744303" name="Freeform 51"/>
              <p:cNvSpPr/>
              <p:nvPr/>
            </p:nvSpPr>
            <p:spPr bwMode="auto">
              <a:xfrm rot="0" flipH="0" flipV="0">
                <a:off x="3621177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1385105" name="TextBox 52"/>
              <p:cNvSpPr txBox="1"/>
              <p:nvPr/>
            </p:nvSpPr>
            <p:spPr bwMode="auto">
              <a:xfrm rot="0" flipH="0" flipV="0">
                <a:off x="3621177" y="1931822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57869512" name="Freeform 54"/>
              <p:cNvSpPr/>
              <p:nvPr/>
            </p:nvSpPr>
            <p:spPr bwMode="auto">
              <a:xfrm rot="0" flipH="0" flipV="0">
                <a:off x="3621177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5061285" name="TextBox 55"/>
              <p:cNvSpPr txBox="1"/>
              <p:nvPr/>
            </p:nvSpPr>
            <p:spPr bwMode="auto">
              <a:xfrm rot="0" flipH="0" flipV="0">
                <a:off x="3621177" y="289773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17937093" name="Freeform 61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9502375" name="TextBox 62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31572304" name=""/>
          <p:cNvGrpSpPr/>
          <p:nvPr/>
        </p:nvGrpSpPr>
        <p:grpSpPr bwMode="auto">
          <a:xfrm>
            <a:off x="2625869" y="356259"/>
            <a:ext cx="6667497" cy="6161418"/>
            <a:chOff x="0" y="0"/>
            <a:chExt cx="6667497" cy="6161418"/>
          </a:xfrm>
        </p:grpSpPr>
        <p:sp>
          <p:nvSpPr>
            <p:cNvPr id="921122323" name="TextBox 32"/>
            <p:cNvSpPr txBox="1"/>
            <p:nvPr/>
          </p:nvSpPr>
          <p:spPr bwMode="auto">
            <a:xfrm>
              <a:off x="188127" y="31782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4825902" name="TextBox 33"/>
            <p:cNvSpPr txBox="1"/>
            <p:nvPr/>
          </p:nvSpPr>
          <p:spPr bwMode="auto">
            <a:xfrm>
              <a:off x="362797" y="11072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6079171" name="AutoShape 34"/>
            <p:cNvSpPr/>
            <p:nvPr/>
          </p:nvSpPr>
          <p:spPr bwMode="auto">
            <a:xfrm>
              <a:off x="3285432" y="1069164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5025743" name="TextBox 38"/>
            <p:cNvSpPr txBox="1"/>
            <p:nvPr/>
          </p:nvSpPr>
          <p:spPr bwMode="auto">
            <a:xfrm>
              <a:off x="3983974" y="11072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68524390" name="Rectangle: Rounded Corners 12"/>
            <p:cNvSpPr/>
            <p:nvPr/>
          </p:nvSpPr>
          <p:spPr bwMode="auto">
            <a:xfrm>
              <a:off x="0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586364884" name=""/>
            <p:cNvGrpSpPr/>
            <p:nvPr/>
          </p:nvGrpSpPr>
          <p:grpSpPr bwMode="auto">
            <a:xfrm>
              <a:off x="321475" y="1639524"/>
              <a:ext cx="5927717" cy="3760655"/>
              <a:chOff x="0" y="0"/>
              <a:chExt cx="5927717" cy="3760655"/>
            </a:xfrm>
          </p:grpSpPr>
          <p:sp>
            <p:nvSpPr>
              <p:cNvPr id="502750826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24685927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52691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6853219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9336885" name="Freeform 40"/>
              <p:cNvSpPr/>
              <p:nvPr/>
            </p:nvSpPr>
            <p:spPr bwMode="auto">
              <a:xfrm rot="0" flipH="0" flipV="0">
                <a:off x="3621178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87301976" name="TextBox 41"/>
              <p:cNvSpPr txBox="1"/>
              <p:nvPr/>
            </p:nvSpPr>
            <p:spPr bwMode="auto">
              <a:xfrm rot="0" flipH="0" flipV="0">
                <a:off x="3621178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26133689" name="Freeform 43"/>
              <p:cNvSpPr/>
              <p:nvPr/>
            </p:nvSpPr>
            <p:spPr bwMode="auto">
              <a:xfrm rot="0" flipH="0" flipV="0">
                <a:off x="3621178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3226157" name="TextBox 44"/>
              <p:cNvSpPr txBox="1"/>
              <p:nvPr/>
            </p:nvSpPr>
            <p:spPr bwMode="auto">
              <a:xfrm rot="0" flipH="0" flipV="0">
                <a:off x="3621178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5093222" name="Freeform 46"/>
              <p:cNvSpPr/>
              <p:nvPr/>
            </p:nvSpPr>
            <p:spPr bwMode="auto">
              <a:xfrm rot="0" flipH="0" flipV="0">
                <a:off x="3621178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7756659" name="TextBox 47"/>
              <p:cNvSpPr txBox="1"/>
              <p:nvPr/>
            </p:nvSpPr>
            <p:spPr bwMode="auto">
              <a:xfrm rot="0" flipH="0" flipV="0">
                <a:off x="3621178" y="2897734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5014936" name="Freeform 49"/>
              <p:cNvSpPr/>
              <p:nvPr/>
            </p:nvSpPr>
            <p:spPr bwMode="auto">
              <a:xfrm rot="0" flipH="0" flipV="0">
                <a:off x="3621178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9701088" name="TextBox 50"/>
              <p:cNvSpPr txBox="1"/>
              <p:nvPr/>
            </p:nvSpPr>
            <p:spPr bwMode="auto">
              <a:xfrm rot="0" flipH="0" flipV="0">
                <a:off x="3621178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18079577" name=""/>
          <p:cNvGrpSpPr/>
          <p:nvPr/>
        </p:nvGrpSpPr>
        <p:grpSpPr bwMode="auto">
          <a:xfrm>
            <a:off x="219904" y="396872"/>
            <a:ext cx="11784493" cy="6174765"/>
            <a:chOff x="0" y="0"/>
            <a:chExt cx="11784493" cy="6174765"/>
          </a:xfrm>
        </p:grpSpPr>
        <p:sp>
          <p:nvSpPr>
            <p:cNvPr id="2089869496" name="TextBox 32"/>
            <p:cNvSpPr txBox="1"/>
            <p:nvPr/>
          </p:nvSpPr>
          <p:spPr bwMode="auto">
            <a:xfrm>
              <a:off x="2923483" y="352566"/>
              <a:ext cx="5799995" cy="43279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0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59998426" name="TextBox 33"/>
            <p:cNvSpPr txBox="1"/>
            <p:nvPr/>
          </p:nvSpPr>
          <p:spPr bwMode="auto">
            <a:xfrm>
              <a:off x="3086984" y="1021874"/>
              <a:ext cx="2083159" cy="39964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14992664" name="AutoShape 34"/>
            <p:cNvSpPr/>
            <p:nvPr/>
          </p:nvSpPr>
          <p:spPr bwMode="auto">
            <a:xfrm>
              <a:off x="5822763" y="989862"/>
              <a:ext cx="0" cy="41419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8558624" name="TextBox 38"/>
            <p:cNvSpPr txBox="1"/>
            <p:nvPr/>
          </p:nvSpPr>
          <p:spPr bwMode="auto">
            <a:xfrm>
              <a:off x="6476644" y="1021874"/>
              <a:ext cx="2083159" cy="39964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86707246" name="TextBox 42"/>
            <p:cNvSpPr txBox="1"/>
            <p:nvPr/>
          </p:nvSpPr>
          <p:spPr bwMode="auto">
            <a:xfrm flipH="0" flipV="0">
              <a:off x="0" y="942237"/>
              <a:ext cx="247793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04496258" name="Freeform 43"/>
            <p:cNvSpPr/>
            <p:nvPr/>
          </p:nvSpPr>
          <p:spPr bwMode="auto">
            <a:xfrm rot="1981001">
              <a:off x="1315747" y="1615596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52594" name="TextBox 44"/>
            <p:cNvSpPr txBox="1"/>
            <p:nvPr/>
          </p:nvSpPr>
          <p:spPr bwMode="auto">
            <a:xfrm flipH="0" flipV="0">
              <a:off x="215084" y="3383908"/>
              <a:ext cx="2452635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19779778" name="Freeform 45"/>
            <p:cNvSpPr/>
            <p:nvPr/>
          </p:nvSpPr>
          <p:spPr bwMode="auto">
            <a:xfrm rot="9541431" flipH="1">
              <a:off x="1228410" y="2898980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7"/>
                  </a:lnTo>
                  <a:lnTo>
                    <a:pt x="1000411" y="282617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8223889" name="TextBox 46"/>
            <p:cNvSpPr txBox="1"/>
            <p:nvPr/>
          </p:nvSpPr>
          <p:spPr bwMode="auto">
            <a:xfrm flipH="0" flipV="0">
              <a:off x="9048429" y="793339"/>
              <a:ext cx="2733048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1510321" name="Freeform 47"/>
            <p:cNvSpPr/>
            <p:nvPr/>
          </p:nvSpPr>
          <p:spPr bwMode="auto">
            <a:xfrm rot="-423529" flipH="1">
              <a:off x="9415009" y="2791605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6"/>
                  </a:lnTo>
                  <a:lnTo>
                    <a:pt x="1000411" y="282616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808105" name="TextBox 48"/>
            <p:cNvSpPr txBox="1"/>
            <p:nvPr/>
          </p:nvSpPr>
          <p:spPr bwMode="auto">
            <a:xfrm flipH="0" flipV="0">
              <a:off x="9048750" y="2338965"/>
              <a:ext cx="2731219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14090898" name="Freeform 49"/>
            <p:cNvSpPr/>
            <p:nvPr/>
          </p:nvSpPr>
          <p:spPr bwMode="auto">
            <a:xfrm rot="-2557580" flipH="1">
              <a:off x="9300385" y="1517864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6"/>
                  </a:lnTo>
                  <a:lnTo>
                    <a:pt x="1000411" y="282616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3335018" name="Freeform 56"/>
            <p:cNvSpPr/>
            <p:nvPr/>
          </p:nvSpPr>
          <p:spPr bwMode="auto">
            <a:xfrm rot="-10662274">
              <a:off x="9298350" y="3540897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9919483" name="TextBox 57"/>
            <p:cNvSpPr txBox="1"/>
            <p:nvPr/>
          </p:nvSpPr>
          <p:spPr bwMode="auto">
            <a:xfrm flipH="0" flipV="0">
              <a:off x="9048643" y="3848744"/>
              <a:ext cx="2731829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23058498" name="Freeform 58"/>
            <p:cNvSpPr/>
            <p:nvPr/>
          </p:nvSpPr>
          <p:spPr bwMode="auto">
            <a:xfrm rot="-9983765">
              <a:off x="9312297" y="4590948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5401579" name="TextBox 59"/>
            <p:cNvSpPr txBox="1"/>
            <p:nvPr/>
          </p:nvSpPr>
          <p:spPr bwMode="auto">
            <a:xfrm flipH="0" flipV="0">
              <a:off x="9047790" y="4956894"/>
              <a:ext cx="2736704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12143023" name="Freeform 63"/>
            <p:cNvSpPr/>
            <p:nvPr/>
          </p:nvSpPr>
          <p:spPr bwMode="auto">
            <a:xfrm>
              <a:off x="5522127" y="5573496"/>
              <a:ext cx="601269" cy="601269"/>
            </a:xfrm>
            <a:custGeom>
              <a:avLst/>
              <a:gdLst/>
              <a:ahLst/>
              <a:cxnLst/>
              <a:rect l="l" t="t" r="r" b="b"/>
              <a:pathLst>
                <a:path w="601271" h="601271" fill="norm" stroke="1" extrusionOk="0">
                  <a:moveTo>
                    <a:pt x="0" y="0"/>
                  </a:moveTo>
                  <a:lnTo>
                    <a:pt x="601270" y="0"/>
                  </a:lnTo>
                  <a:lnTo>
                    <a:pt x="601270" y="601270"/>
                  </a:lnTo>
                  <a:lnTo>
                    <a:pt x="0" y="6012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6345823" name="Rectangle: Rounded Corners 12"/>
            <p:cNvSpPr/>
            <p:nvPr/>
          </p:nvSpPr>
          <p:spPr bwMode="auto">
            <a:xfrm>
              <a:off x="2775882" y="0"/>
              <a:ext cx="6135871" cy="533405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542334128" name=""/>
            <p:cNvGrpSpPr/>
            <p:nvPr/>
          </p:nvGrpSpPr>
          <p:grpSpPr bwMode="auto">
            <a:xfrm>
              <a:off x="3048306" y="1523758"/>
              <a:ext cx="5548732" cy="3520218"/>
              <a:chOff x="0" y="0"/>
              <a:chExt cx="5548732" cy="3520218"/>
            </a:xfrm>
          </p:grpSpPr>
          <p:sp>
            <p:nvSpPr>
              <p:cNvPr id="1228360319" name="Freeform 30"/>
              <p:cNvSpPr/>
              <p:nvPr/>
            </p:nvSpPr>
            <p:spPr bwMode="auto">
              <a:xfrm rot="0" flipH="0" flipV="0">
                <a:off x="0" y="135411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40188307" name="TextBox 31"/>
              <p:cNvSpPr txBox="1"/>
              <p:nvPr/>
            </p:nvSpPr>
            <p:spPr bwMode="auto">
              <a:xfrm rot="0" flipH="0" flipV="0">
                <a:off x="0" y="0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1516312" name="Freeform 36"/>
              <p:cNvSpPr/>
              <p:nvPr/>
            </p:nvSpPr>
            <p:spPr bwMode="auto">
              <a:xfrm rot="0" flipH="0" flipV="0">
                <a:off x="0" y="1039569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91153178" name="TextBox 37"/>
              <p:cNvSpPr txBox="1"/>
              <p:nvPr/>
            </p:nvSpPr>
            <p:spPr bwMode="auto">
              <a:xfrm rot="0" flipH="0" flipV="0">
                <a:off x="0" y="904156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8341882" name="Freeform 40"/>
              <p:cNvSpPr/>
              <p:nvPr/>
            </p:nvSpPr>
            <p:spPr bwMode="auto">
              <a:xfrm rot="0" flipH="0" flipV="0">
                <a:off x="3389659" y="1039569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17182910" name="TextBox 41"/>
              <p:cNvSpPr txBox="1"/>
              <p:nvPr/>
            </p:nvSpPr>
            <p:spPr bwMode="auto">
              <a:xfrm rot="0" flipH="0" flipV="0">
                <a:off x="3389659" y="904156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4280735" name="Freeform 51"/>
              <p:cNvSpPr/>
              <p:nvPr/>
            </p:nvSpPr>
            <p:spPr bwMode="auto">
              <a:xfrm rot="0" flipH="0" flipV="0">
                <a:off x="3389659" y="1943723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85394161" name="TextBox 52"/>
              <p:cNvSpPr txBox="1"/>
              <p:nvPr/>
            </p:nvSpPr>
            <p:spPr bwMode="auto">
              <a:xfrm rot="0" flipH="0" flipV="0">
                <a:off x="3389659" y="1808312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755750" name="Freeform 54"/>
              <p:cNvSpPr/>
              <p:nvPr/>
            </p:nvSpPr>
            <p:spPr bwMode="auto">
              <a:xfrm rot="0" flipH="0" flipV="0">
                <a:off x="3389659" y="2847880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6649097" name="TextBox 55"/>
              <p:cNvSpPr txBox="1"/>
              <p:nvPr/>
            </p:nvSpPr>
            <p:spPr bwMode="auto">
              <a:xfrm rot="0" flipH="0" flipV="0">
                <a:off x="3389659" y="2712468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8547384" name="Freeform 61"/>
              <p:cNvSpPr/>
              <p:nvPr/>
            </p:nvSpPr>
            <p:spPr bwMode="auto">
              <a:xfrm rot="0" flipH="0" flipV="0">
                <a:off x="3389659" y="135411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14978210" name="TextBox 62"/>
              <p:cNvSpPr txBox="1"/>
              <p:nvPr/>
            </p:nvSpPr>
            <p:spPr bwMode="auto">
              <a:xfrm rot="0" flipH="0" flipV="0">
                <a:off x="3389659" y="0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92701627" name=""/>
          <p:cNvGrpSpPr/>
          <p:nvPr/>
        </p:nvGrpSpPr>
        <p:grpSpPr bwMode="auto">
          <a:xfrm>
            <a:off x="160373" y="313227"/>
            <a:ext cx="11816079" cy="6161418"/>
            <a:chOff x="0" y="0"/>
            <a:chExt cx="11816079" cy="6161418"/>
          </a:xfrm>
        </p:grpSpPr>
        <p:sp>
          <p:nvSpPr>
            <p:cNvPr id="622492297" name="TextBox 32"/>
            <p:cNvSpPr txBox="1"/>
            <p:nvPr/>
          </p:nvSpPr>
          <p:spPr bwMode="auto">
            <a:xfrm>
              <a:off x="3031957" y="408753"/>
              <a:ext cx="5797418" cy="4326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0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/>
            </a:p>
          </p:txBody>
        </p:sp>
        <p:sp>
          <p:nvSpPr>
            <p:cNvPr id="251870657" name="TextBox 33"/>
            <p:cNvSpPr txBox="1"/>
            <p:nvPr/>
          </p:nvSpPr>
          <p:spPr bwMode="auto">
            <a:xfrm>
              <a:off x="3195387" y="1226593"/>
              <a:ext cx="2082234" cy="3993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33777893" name="AutoShape 34"/>
            <p:cNvSpPr/>
            <p:nvPr/>
          </p:nvSpPr>
          <p:spPr bwMode="auto">
            <a:xfrm>
              <a:off x="5929948" y="1194622"/>
              <a:ext cx="0" cy="41400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8410019" name="TextBox 38"/>
            <p:cNvSpPr txBox="1"/>
            <p:nvPr/>
          </p:nvSpPr>
          <p:spPr bwMode="auto">
            <a:xfrm>
              <a:off x="6583541" y="1226593"/>
              <a:ext cx="2082234" cy="3993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54766381" name="TextBox 42"/>
            <p:cNvSpPr txBox="1"/>
            <p:nvPr/>
          </p:nvSpPr>
          <p:spPr bwMode="auto">
            <a:xfrm flipH="0" flipV="0">
              <a:off x="111124" y="1146996"/>
              <a:ext cx="2461344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02208576" name="Freeform 43"/>
            <p:cNvSpPr/>
            <p:nvPr/>
          </p:nvSpPr>
          <p:spPr bwMode="auto">
            <a:xfrm rot="1981001">
              <a:off x="1424937" y="1820077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6" y="0"/>
                  </a:lnTo>
                  <a:lnTo>
                    <a:pt x="999966" y="282490"/>
                  </a:lnTo>
                  <a:lnTo>
                    <a:pt x="0" y="282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6072958" name="TextBox 44"/>
            <p:cNvSpPr txBox="1"/>
            <p:nvPr/>
          </p:nvSpPr>
          <p:spPr bwMode="auto">
            <a:xfrm flipH="0" flipV="0">
              <a:off x="0" y="3587580"/>
              <a:ext cx="2786292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55031075" name="Freeform 45"/>
            <p:cNvSpPr/>
            <p:nvPr/>
          </p:nvSpPr>
          <p:spPr bwMode="auto">
            <a:xfrm rot="9541431" flipH="1">
              <a:off x="1337637" y="3102890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6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6" y="282491"/>
                  </a:lnTo>
                  <a:lnTo>
                    <a:pt x="999966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4659660" name="TextBox 46"/>
            <p:cNvSpPr txBox="1"/>
            <p:nvPr/>
          </p:nvSpPr>
          <p:spPr bwMode="auto">
            <a:xfrm flipH="0" flipV="0">
              <a:off x="9370868" y="1008726"/>
              <a:ext cx="244521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59929963" name="Freeform 47"/>
            <p:cNvSpPr/>
            <p:nvPr/>
          </p:nvSpPr>
          <p:spPr bwMode="auto">
            <a:xfrm rot="-423529" flipH="1">
              <a:off x="9520601" y="2995563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7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7" y="282491"/>
                  </a:lnTo>
                  <a:lnTo>
                    <a:pt x="999967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653475" name="TextBox 48"/>
            <p:cNvSpPr txBox="1"/>
            <p:nvPr/>
          </p:nvSpPr>
          <p:spPr bwMode="auto">
            <a:xfrm flipH="0" flipV="0">
              <a:off x="9370868" y="2553667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91807124" name="Freeform 49"/>
            <p:cNvSpPr/>
            <p:nvPr/>
          </p:nvSpPr>
          <p:spPr bwMode="auto">
            <a:xfrm rot="-2557580" flipH="1">
              <a:off x="9406026" y="1722388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7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7" y="282491"/>
                  </a:lnTo>
                  <a:lnTo>
                    <a:pt x="999967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7735634" name="Freeform 56"/>
            <p:cNvSpPr/>
            <p:nvPr/>
          </p:nvSpPr>
          <p:spPr bwMode="auto">
            <a:xfrm rot="-10662274">
              <a:off x="9403992" y="3744520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7" y="0"/>
                  </a:lnTo>
                  <a:lnTo>
                    <a:pt x="999967" y="282491"/>
                  </a:lnTo>
                  <a:lnTo>
                    <a:pt x="0" y="2824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1193126" name="TextBox 57"/>
            <p:cNvSpPr txBox="1"/>
            <p:nvPr/>
          </p:nvSpPr>
          <p:spPr bwMode="auto">
            <a:xfrm flipH="0" flipV="0">
              <a:off x="9370868" y="4090061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8754272" name="Freeform 58"/>
            <p:cNvSpPr/>
            <p:nvPr/>
          </p:nvSpPr>
          <p:spPr bwMode="auto">
            <a:xfrm rot="-9983765">
              <a:off x="9417931" y="4794106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7" y="0"/>
                  </a:lnTo>
                  <a:lnTo>
                    <a:pt x="999967" y="282490"/>
                  </a:lnTo>
                  <a:lnTo>
                    <a:pt x="0" y="282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8019742" name="TextBox 59"/>
            <p:cNvSpPr txBox="1"/>
            <p:nvPr/>
          </p:nvSpPr>
          <p:spPr bwMode="auto">
            <a:xfrm flipH="0" flipV="0">
              <a:off x="9370868" y="5197723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41695959" name="Rectangle: Rounded Corners 12"/>
            <p:cNvSpPr/>
            <p:nvPr/>
          </p:nvSpPr>
          <p:spPr bwMode="auto">
            <a:xfrm>
              <a:off x="2785573" y="0"/>
              <a:ext cx="6379533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328466887" name=""/>
            <p:cNvGrpSpPr/>
            <p:nvPr/>
          </p:nvGrpSpPr>
          <p:grpSpPr bwMode="auto">
            <a:xfrm>
              <a:off x="3156728" y="1728278"/>
              <a:ext cx="5546263" cy="3518655"/>
              <a:chOff x="0" y="0"/>
              <a:chExt cx="5546263" cy="3518655"/>
            </a:xfrm>
          </p:grpSpPr>
          <p:sp>
            <p:nvSpPr>
              <p:cNvPr id="1393019906" name="Freeform 30"/>
              <p:cNvSpPr/>
              <p:nvPr/>
            </p:nvSpPr>
            <p:spPr bwMode="auto">
              <a:xfrm rot="0" flipH="0" flipV="0">
                <a:off x="0" y="135352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2299366" name="TextBox 31"/>
              <p:cNvSpPr txBox="1"/>
              <p:nvPr/>
            </p:nvSpPr>
            <p:spPr bwMode="auto">
              <a:xfrm rot="0" flipH="0" flipV="0">
                <a:off x="0" y="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1248228" name="Freeform 36"/>
              <p:cNvSpPr/>
              <p:nvPr/>
            </p:nvSpPr>
            <p:spPr bwMode="auto">
              <a:xfrm rot="0" flipH="0" flipV="0">
                <a:off x="0" y="1039107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62483102" name="TextBox 37"/>
              <p:cNvSpPr txBox="1"/>
              <p:nvPr/>
            </p:nvSpPr>
            <p:spPr bwMode="auto">
              <a:xfrm rot="0" flipH="0" flipV="0">
                <a:off x="0" y="903755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0813568" name="Freeform 40"/>
              <p:cNvSpPr/>
              <p:nvPr/>
            </p:nvSpPr>
            <p:spPr bwMode="auto">
              <a:xfrm rot="0" flipH="0" flipV="0">
                <a:off x="3388151" y="1039107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4166068" name="TextBox 41"/>
              <p:cNvSpPr txBox="1"/>
              <p:nvPr/>
            </p:nvSpPr>
            <p:spPr bwMode="auto">
              <a:xfrm rot="0" flipH="0" flipV="0">
                <a:off x="3388151" y="903755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5319009" name="Freeform 51"/>
              <p:cNvSpPr/>
              <p:nvPr/>
            </p:nvSpPr>
            <p:spPr bwMode="auto">
              <a:xfrm rot="0" flipH="0" flipV="0">
                <a:off x="3388151" y="1942863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4144491" name="TextBox 52"/>
              <p:cNvSpPr txBox="1"/>
              <p:nvPr/>
            </p:nvSpPr>
            <p:spPr bwMode="auto">
              <a:xfrm rot="0" flipH="0" flipV="0">
                <a:off x="3388151" y="180751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7935369" name="Freeform 54"/>
              <p:cNvSpPr/>
              <p:nvPr/>
            </p:nvSpPr>
            <p:spPr bwMode="auto">
              <a:xfrm rot="0" flipH="0" flipV="0">
                <a:off x="3388151" y="2846616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15647469" name="TextBox 55"/>
              <p:cNvSpPr txBox="1"/>
              <p:nvPr/>
            </p:nvSpPr>
            <p:spPr bwMode="auto">
              <a:xfrm rot="0" flipH="0" flipV="0">
                <a:off x="3388151" y="2711264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14908295" name="Freeform 61"/>
              <p:cNvSpPr/>
              <p:nvPr/>
            </p:nvSpPr>
            <p:spPr bwMode="auto">
              <a:xfrm rot="0" flipH="0" flipV="0">
                <a:off x="3388151" y="135352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41507048" name="TextBox 62"/>
              <p:cNvSpPr txBox="1"/>
              <p:nvPr/>
            </p:nvSpPr>
            <p:spPr bwMode="auto">
              <a:xfrm rot="0" flipH="0" flipV="0">
                <a:off x="3388151" y="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68026464" name=""/>
          <p:cNvGrpSpPr/>
          <p:nvPr/>
        </p:nvGrpSpPr>
        <p:grpSpPr bwMode="auto">
          <a:xfrm>
            <a:off x="193909" y="366144"/>
            <a:ext cx="11809931" cy="6161418"/>
            <a:chOff x="0" y="0"/>
            <a:chExt cx="11809931" cy="6161418"/>
          </a:xfrm>
        </p:grpSpPr>
        <p:sp>
          <p:nvSpPr>
            <p:cNvPr id="285232335" name="TextBox 32"/>
            <p:cNvSpPr txBox="1"/>
            <p:nvPr/>
          </p:nvSpPr>
          <p:spPr bwMode="auto">
            <a:xfrm>
              <a:off x="2823768" y="387821"/>
              <a:ext cx="5847885" cy="4364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3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03507089" name="TextBox 33"/>
            <p:cNvSpPr txBox="1"/>
            <p:nvPr/>
          </p:nvSpPr>
          <p:spPr bwMode="auto">
            <a:xfrm>
              <a:off x="2964219" y="1221012"/>
              <a:ext cx="2100352" cy="40294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56310320" name="AutoShape 34"/>
            <p:cNvSpPr/>
            <p:nvPr/>
          </p:nvSpPr>
          <p:spPr bwMode="auto">
            <a:xfrm>
              <a:off x="5746992" y="1178740"/>
              <a:ext cx="0" cy="417610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1497485" name="TextBox 38"/>
            <p:cNvSpPr txBox="1"/>
            <p:nvPr/>
          </p:nvSpPr>
          <p:spPr bwMode="auto">
            <a:xfrm>
              <a:off x="6477123" y="1221012"/>
              <a:ext cx="2100352" cy="40294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13226409" name="TextBox 42"/>
            <p:cNvSpPr txBox="1"/>
            <p:nvPr/>
          </p:nvSpPr>
          <p:spPr bwMode="auto">
            <a:xfrm flipH="0" flipV="0">
              <a:off x="172837" y="1157187"/>
              <a:ext cx="2165290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98544724" name="Freeform 43"/>
            <p:cNvSpPr/>
            <p:nvPr/>
          </p:nvSpPr>
          <p:spPr bwMode="auto">
            <a:xfrm rot="1981001">
              <a:off x="1202754" y="1809639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0146568" name="TextBox 44"/>
            <p:cNvSpPr txBox="1"/>
            <p:nvPr/>
          </p:nvSpPr>
          <p:spPr bwMode="auto">
            <a:xfrm flipH="0" flipV="0">
              <a:off x="0" y="3619026"/>
              <a:ext cx="2338127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>
                  <a:latin typeface="IBM Plex Sans"/>
                  <a:cs typeface="IBM Plex Sans"/>
                </a:rPr>
                <a:t>’ 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/>
            </a:p>
          </p:txBody>
        </p:sp>
        <p:sp>
          <p:nvSpPr>
            <p:cNvPr id="1358804920" name="Freeform 45"/>
            <p:cNvSpPr/>
            <p:nvPr/>
          </p:nvSpPr>
          <p:spPr bwMode="auto">
            <a:xfrm rot="9541431" flipH="1">
              <a:off x="1114695" y="3103623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0"/>
                  </a:lnTo>
                  <a:lnTo>
                    <a:pt x="1008673" y="284950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0447545" name="TextBox 46"/>
            <p:cNvSpPr txBox="1"/>
            <p:nvPr/>
          </p:nvSpPr>
          <p:spPr bwMode="auto">
            <a:xfrm flipH="0" flipV="0">
              <a:off x="9159507" y="980985"/>
              <a:ext cx="2477175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577238" name="Freeform 47"/>
            <p:cNvSpPr/>
            <p:nvPr/>
          </p:nvSpPr>
          <p:spPr bwMode="auto">
            <a:xfrm rot="-423529" flipH="1">
              <a:off x="9368907" y="2995362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1"/>
                  </a:lnTo>
                  <a:lnTo>
                    <a:pt x="1008673" y="284951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4915551" name="TextBox 48"/>
            <p:cNvSpPr txBox="1"/>
            <p:nvPr/>
          </p:nvSpPr>
          <p:spPr bwMode="auto">
            <a:xfrm flipH="0" flipV="0">
              <a:off x="9159507" y="2539377"/>
              <a:ext cx="2650424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b="0" i="0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’ 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2000"/>
            </a:p>
          </p:txBody>
        </p:sp>
        <p:sp>
          <p:nvSpPr>
            <p:cNvPr id="1241616083" name="Freeform 49"/>
            <p:cNvSpPr/>
            <p:nvPr/>
          </p:nvSpPr>
          <p:spPr bwMode="auto">
            <a:xfrm rot="-2557580" flipH="1">
              <a:off x="9253335" y="1711100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1"/>
                  </a:lnTo>
                  <a:lnTo>
                    <a:pt x="1008673" y="284951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3805479" name="Freeform 56"/>
            <p:cNvSpPr/>
            <p:nvPr/>
          </p:nvSpPr>
          <p:spPr bwMode="auto">
            <a:xfrm rot="-10662274">
              <a:off x="9251284" y="3750841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852759" name="TextBox 57"/>
            <p:cNvSpPr txBox="1"/>
            <p:nvPr/>
          </p:nvSpPr>
          <p:spPr bwMode="auto">
            <a:xfrm flipH="0" flipV="0">
              <a:off x="9159507" y="4089150"/>
              <a:ext cx="2472249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98156813" name="Freeform 58"/>
            <p:cNvSpPr/>
            <p:nvPr/>
          </p:nvSpPr>
          <p:spPr bwMode="auto">
            <a:xfrm rot="-9983765">
              <a:off x="9265345" y="4809565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6550015" name="TextBox 59"/>
            <p:cNvSpPr txBox="1"/>
            <p:nvPr/>
          </p:nvSpPr>
          <p:spPr bwMode="auto">
            <a:xfrm flipH="0" flipV="0">
              <a:off x="9159507" y="5206455"/>
              <a:ext cx="2473343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b="0" i="0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’ 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2000"/>
            </a:p>
          </p:txBody>
        </p:sp>
        <p:sp>
          <p:nvSpPr>
            <p:cNvPr id="645010130" name="Rectangle: Rounded Corners 12"/>
            <p:cNvSpPr/>
            <p:nvPr/>
          </p:nvSpPr>
          <p:spPr bwMode="auto">
            <a:xfrm>
              <a:off x="2536754" y="0"/>
              <a:ext cx="6534590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21046646" name=""/>
            <p:cNvGrpSpPr/>
            <p:nvPr/>
          </p:nvGrpSpPr>
          <p:grpSpPr bwMode="auto">
            <a:xfrm>
              <a:off x="2949621" y="1717045"/>
              <a:ext cx="5594557" cy="3549291"/>
              <a:chOff x="0" y="0"/>
              <a:chExt cx="5594557" cy="3549291"/>
            </a:xfrm>
          </p:grpSpPr>
          <p:sp>
            <p:nvSpPr>
              <p:cNvPr id="611998253" name="Freeform 30"/>
              <p:cNvSpPr/>
              <p:nvPr/>
            </p:nvSpPr>
            <p:spPr bwMode="auto">
              <a:xfrm rot="0" flipH="0" flipV="0">
                <a:off x="0" y="136529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98630675" name="TextBox 31"/>
              <p:cNvSpPr txBox="1"/>
              <p:nvPr/>
            </p:nvSpPr>
            <p:spPr bwMode="auto">
              <a:xfrm rot="0" flipH="0" flipV="0">
                <a:off x="0" y="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27057728" name="Freeform 36"/>
              <p:cNvSpPr/>
              <p:nvPr/>
            </p:nvSpPr>
            <p:spPr bwMode="auto">
              <a:xfrm rot="0" flipH="0" flipV="0">
                <a:off x="0" y="1048152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13157038" name="TextBox 37"/>
              <p:cNvSpPr txBox="1"/>
              <p:nvPr/>
            </p:nvSpPr>
            <p:spPr bwMode="auto">
              <a:xfrm rot="0" flipH="0" flipV="0">
                <a:off x="0" y="911621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48285854" name="Freeform 40"/>
              <p:cNvSpPr/>
              <p:nvPr/>
            </p:nvSpPr>
            <p:spPr bwMode="auto">
              <a:xfrm rot="0" flipH="0" flipV="0">
                <a:off x="3417654" y="1048152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55210318" name="TextBox 41"/>
              <p:cNvSpPr txBox="1"/>
              <p:nvPr/>
            </p:nvSpPr>
            <p:spPr bwMode="auto">
              <a:xfrm rot="0" flipH="0" flipV="0">
                <a:off x="3417654" y="911621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76093063" name="Freeform 51"/>
              <p:cNvSpPr/>
              <p:nvPr/>
            </p:nvSpPr>
            <p:spPr bwMode="auto">
              <a:xfrm rot="0" flipH="0" flipV="0">
                <a:off x="3417654" y="1959776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932652007" name="TextBox 52"/>
              <p:cNvSpPr txBox="1"/>
              <p:nvPr/>
            </p:nvSpPr>
            <p:spPr bwMode="auto">
              <a:xfrm rot="0" flipH="0" flipV="0">
                <a:off x="3417654" y="1823244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81279094" name="Freeform 54"/>
              <p:cNvSpPr/>
              <p:nvPr/>
            </p:nvSpPr>
            <p:spPr bwMode="auto">
              <a:xfrm rot="0" flipH="0" flipV="0">
                <a:off x="3417654" y="2871400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90717237" name="TextBox 55"/>
              <p:cNvSpPr txBox="1"/>
              <p:nvPr/>
            </p:nvSpPr>
            <p:spPr bwMode="auto">
              <a:xfrm rot="0" flipH="0" flipV="0">
                <a:off x="3417654" y="273487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586151727" name="Freeform 61"/>
              <p:cNvSpPr/>
              <p:nvPr/>
            </p:nvSpPr>
            <p:spPr bwMode="auto">
              <a:xfrm rot="0" flipH="0" flipV="0">
                <a:off x="3417654" y="136529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2837712" name="TextBox 62"/>
              <p:cNvSpPr txBox="1"/>
              <p:nvPr/>
            </p:nvSpPr>
            <p:spPr bwMode="auto">
              <a:xfrm rot="0" flipH="0" flipV="0">
                <a:off x="3417654" y="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33234842" name=""/>
          <p:cNvGrpSpPr/>
          <p:nvPr/>
        </p:nvGrpSpPr>
        <p:grpSpPr bwMode="auto">
          <a:xfrm>
            <a:off x="2804462" y="371142"/>
            <a:ext cx="6667497" cy="6161418"/>
            <a:chOff x="0" y="0"/>
            <a:chExt cx="6667497" cy="6161418"/>
          </a:xfrm>
        </p:grpSpPr>
        <p:sp>
          <p:nvSpPr>
            <p:cNvPr id="1225338275" name="TextBox 32"/>
            <p:cNvSpPr txBox="1"/>
            <p:nvPr/>
          </p:nvSpPr>
          <p:spPr bwMode="auto">
            <a:xfrm>
              <a:off x="298884" y="392243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47709239" name="TextBox 33"/>
            <p:cNvSpPr txBox="1"/>
            <p:nvPr/>
          </p:nvSpPr>
          <p:spPr bwMode="auto">
            <a:xfrm>
              <a:off x="473553" y="1107266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189997" name="AutoShape 34"/>
            <p:cNvSpPr/>
            <p:nvPr/>
          </p:nvSpPr>
          <p:spPr bwMode="auto">
            <a:xfrm>
              <a:off x="3396188" y="1069165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2422383" name="TextBox 38"/>
            <p:cNvSpPr txBox="1"/>
            <p:nvPr/>
          </p:nvSpPr>
          <p:spPr bwMode="auto">
            <a:xfrm>
              <a:off x="4094730" y="1107266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9448982" name="Rectangle: Rounded Corners 12"/>
            <p:cNvSpPr/>
            <p:nvPr/>
          </p:nvSpPr>
          <p:spPr bwMode="auto">
            <a:xfrm>
              <a:off x="0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303586294" name=""/>
            <p:cNvGrpSpPr/>
            <p:nvPr/>
          </p:nvGrpSpPr>
          <p:grpSpPr bwMode="auto">
            <a:xfrm>
              <a:off x="432234" y="1639526"/>
              <a:ext cx="5927717" cy="3760654"/>
              <a:chOff x="0" y="0"/>
              <a:chExt cx="5927717" cy="3760654"/>
            </a:xfrm>
          </p:grpSpPr>
          <p:sp>
            <p:nvSpPr>
              <p:cNvPr id="1683120728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7686288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87277263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8752733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5229287" name="Freeform 40"/>
              <p:cNvSpPr/>
              <p:nvPr/>
            </p:nvSpPr>
            <p:spPr bwMode="auto">
              <a:xfrm rot="0" flipH="0" flipV="0">
                <a:off x="3621178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53719194" name="TextBox 41"/>
              <p:cNvSpPr txBox="1"/>
              <p:nvPr/>
            </p:nvSpPr>
            <p:spPr bwMode="auto">
              <a:xfrm rot="0" flipH="0" flipV="0">
                <a:off x="3621178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5799120" name="Freeform 43"/>
              <p:cNvSpPr/>
              <p:nvPr/>
            </p:nvSpPr>
            <p:spPr bwMode="auto">
              <a:xfrm rot="0" flipH="0" flipV="0">
                <a:off x="3621178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3348437" name="TextBox 44"/>
              <p:cNvSpPr txBox="1"/>
              <p:nvPr/>
            </p:nvSpPr>
            <p:spPr bwMode="auto">
              <a:xfrm rot="0" flipH="0" flipV="0">
                <a:off x="3621178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3499023" name="Freeform 46"/>
              <p:cNvSpPr/>
              <p:nvPr/>
            </p:nvSpPr>
            <p:spPr bwMode="auto">
              <a:xfrm rot="0" flipH="0" flipV="0">
                <a:off x="3621178" y="304239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41704368" name="TextBox 47"/>
              <p:cNvSpPr txBox="1"/>
              <p:nvPr/>
            </p:nvSpPr>
            <p:spPr bwMode="auto">
              <a:xfrm rot="0" flipH="0" flipV="0">
                <a:off x="3621178" y="289773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0977387" name="Freeform 49"/>
              <p:cNvSpPr/>
              <p:nvPr/>
            </p:nvSpPr>
            <p:spPr bwMode="auto">
              <a:xfrm rot="0" flipH="0" flipV="0">
                <a:off x="3621178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59265131" name="TextBox 50"/>
              <p:cNvSpPr txBox="1"/>
              <p:nvPr/>
            </p:nvSpPr>
            <p:spPr bwMode="auto">
              <a:xfrm rot="0" flipH="0" flipV="0">
                <a:off x="3621178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6974552" name="TextBox 1315405195"/>
              <p:cNvSpPr txBox="1"/>
              <p:nvPr/>
            </p:nvSpPr>
            <p:spPr bwMode="auto">
              <a:xfrm>
                <a:off x="4218026" y="232156"/>
                <a:ext cx="1316004" cy="624818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compatLnSpc="0">
                <a:spAutoFit/>
              </a:bodyPr>
              <a:lstStyle/>
              <a:p>
                <a:pPr algn="l">
                  <a:lnSpc>
                    <a:spcPts val="4197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Rubik Bold"/>
                    <a:ea typeface="Rubik Bold"/>
                    <a:cs typeface="Rubik Bold"/>
                  </a:rPr>
                  <a:t>Professor</a:t>
                </a: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3377699" name=""/>
          <p:cNvGrpSpPr/>
          <p:nvPr/>
        </p:nvGrpSpPr>
        <p:grpSpPr bwMode="auto">
          <a:xfrm>
            <a:off x="223872" y="324840"/>
            <a:ext cx="11819619" cy="6253578"/>
            <a:chOff x="0" y="0"/>
            <a:chExt cx="11819619" cy="6253578"/>
          </a:xfrm>
        </p:grpSpPr>
        <p:sp>
          <p:nvSpPr>
            <p:cNvPr id="1342714676" name="TextBox 32"/>
            <p:cNvSpPr txBox="1"/>
            <p:nvPr/>
          </p:nvSpPr>
          <p:spPr bwMode="auto">
            <a:xfrm>
              <a:off x="2918098" y="268687"/>
              <a:ext cx="5750051" cy="4292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6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209355142" name="TextBox 33"/>
            <p:cNvSpPr txBox="1"/>
            <p:nvPr/>
          </p:nvSpPr>
          <p:spPr bwMode="auto">
            <a:xfrm>
              <a:off x="3080203" y="922748"/>
              <a:ext cx="2065358" cy="3962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6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9804740" name="AutoShape 34"/>
            <p:cNvSpPr/>
            <p:nvPr/>
          </p:nvSpPr>
          <p:spPr bwMode="auto">
            <a:xfrm>
              <a:off x="5792583" y="891500"/>
              <a:ext cx="0" cy="41064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7312759" name="TextBox 38"/>
            <p:cNvSpPr txBox="1"/>
            <p:nvPr/>
          </p:nvSpPr>
          <p:spPr bwMode="auto">
            <a:xfrm>
              <a:off x="6440875" y="922748"/>
              <a:ext cx="2065358" cy="3962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6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89981968" name="TextBox 42"/>
            <p:cNvSpPr txBox="1"/>
            <p:nvPr/>
          </p:nvSpPr>
          <p:spPr bwMode="auto">
            <a:xfrm flipH="0" flipV="0">
              <a:off x="0" y="1065386"/>
              <a:ext cx="2414439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46830392" name="Freeform 43"/>
            <p:cNvSpPr/>
            <p:nvPr/>
          </p:nvSpPr>
          <p:spPr bwMode="auto">
            <a:xfrm rot="1981001">
              <a:off x="1324110" y="1733394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7" y="0"/>
                  </a:lnTo>
                  <a:lnTo>
                    <a:pt x="991857" y="280200"/>
                  </a:lnTo>
                  <a:lnTo>
                    <a:pt x="0" y="280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500829" name="TextBox 44"/>
            <p:cNvSpPr txBox="1"/>
            <p:nvPr/>
          </p:nvSpPr>
          <p:spPr bwMode="auto">
            <a:xfrm flipH="0" flipV="0">
              <a:off x="0" y="3486177"/>
              <a:ext cx="252556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91087120" name="Freeform 45"/>
            <p:cNvSpPr/>
            <p:nvPr/>
          </p:nvSpPr>
          <p:spPr bwMode="auto">
            <a:xfrm rot="9541431" flipH="1">
              <a:off x="1237519" y="3005803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7" y="0"/>
                  </a:moveTo>
                  <a:lnTo>
                    <a:pt x="0" y="0"/>
                  </a:lnTo>
                  <a:lnTo>
                    <a:pt x="0" y="280200"/>
                  </a:lnTo>
                  <a:lnTo>
                    <a:pt x="991857" y="280200"/>
                  </a:lnTo>
                  <a:lnTo>
                    <a:pt x="991857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9680088" name="TextBox 46"/>
            <p:cNvSpPr txBox="1"/>
            <p:nvPr/>
          </p:nvSpPr>
          <p:spPr bwMode="auto">
            <a:xfrm flipH="0" flipV="0">
              <a:off x="9080499" y="917759"/>
              <a:ext cx="265184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96975263" name="Freeform 47"/>
            <p:cNvSpPr/>
            <p:nvPr/>
          </p:nvSpPr>
          <p:spPr bwMode="auto">
            <a:xfrm rot="-423529" flipH="1">
              <a:off x="9354116" y="2899346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7" y="0"/>
                  </a:moveTo>
                  <a:lnTo>
                    <a:pt x="0" y="0"/>
                  </a:lnTo>
                  <a:lnTo>
                    <a:pt x="0" y="280200"/>
                  </a:lnTo>
                  <a:lnTo>
                    <a:pt x="991857" y="280200"/>
                  </a:lnTo>
                  <a:lnTo>
                    <a:pt x="991857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8928081" name="TextBox 48"/>
            <p:cNvSpPr txBox="1"/>
            <p:nvPr/>
          </p:nvSpPr>
          <p:spPr bwMode="auto">
            <a:xfrm flipH="0" flipV="0">
              <a:off x="9080499" y="2450170"/>
              <a:ext cx="265184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28019899" name="Freeform 49"/>
            <p:cNvSpPr/>
            <p:nvPr/>
          </p:nvSpPr>
          <p:spPr bwMode="auto">
            <a:xfrm rot="-2557580" flipH="1">
              <a:off x="9240472" y="1636498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6" y="0"/>
                  </a:moveTo>
                  <a:lnTo>
                    <a:pt x="0" y="0"/>
                  </a:lnTo>
                  <a:lnTo>
                    <a:pt x="0" y="280199"/>
                  </a:lnTo>
                  <a:lnTo>
                    <a:pt x="991856" y="280199"/>
                  </a:lnTo>
                  <a:lnTo>
                    <a:pt x="991856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4837690" name="Freeform 56"/>
            <p:cNvSpPr/>
            <p:nvPr/>
          </p:nvSpPr>
          <p:spPr bwMode="auto">
            <a:xfrm rot="-10662274">
              <a:off x="9238452" y="3642229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7" y="0"/>
                  </a:lnTo>
                  <a:lnTo>
                    <a:pt x="991857" y="280199"/>
                  </a:lnTo>
                  <a:lnTo>
                    <a:pt x="0" y="2801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215841" name="TextBox 57"/>
            <p:cNvSpPr txBox="1"/>
            <p:nvPr/>
          </p:nvSpPr>
          <p:spPr bwMode="auto">
            <a:xfrm flipH="0" flipV="0">
              <a:off x="9080587" y="3974105"/>
              <a:ext cx="2651248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8636929" name="Freeform 58"/>
            <p:cNvSpPr/>
            <p:nvPr/>
          </p:nvSpPr>
          <p:spPr bwMode="auto">
            <a:xfrm rot="-9983765">
              <a:off x="9252281" y="4683300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6" y="0"/>
                  </a:lnTo>
                  <a:lnTo>
                    <a:pt x="991856" y="280200"/>
                  </a:lnTo>
                  <a:lnTo>
                    <a:pt x="0" y="280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7624176" name="TextBox 59"/>
            <p:cNvSpPr txBox="1"/>
            <p:nvPr/>
          </p:nvSpPr>
          <p:spPr bwMode="auto">
            <a:xfrm flipH="0" flipV="0">
              <a:off x="9065703" y="5072780"/>
              <a:ext cx="2753915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02172064" name="Freeform 63"/>
            <p:cNvSpPr/>
            <p:nvPr/>
          </p:nvSpPr>
          <p:spPr bwMode="auto">
            <a:xfrm>
              <a:off x="5494521" y="5657450"/>
              <a:ext cx="596127" cy="596127"/>
            </a:xfrm>
            <a:custGeom>
              <a:avLst/>
              <a:gdLst/>
              <a:ahLst/>
              <a:cxnLst/>
              <a:rect l="l" t="t" r="r" b="b"/>
              <a:pathLst>
                <a:path w="596129" h="596129" fill="norm" stroke="1" extrusionOk="0">
                  <a:moveTo>
                    <a:pt x="0" y="0"/>
                  </a:moveTo>
                  <a:lnTo>
                    <a:pt x="596129" y="0"/>
                  </a:lnTo>
                  <a:lnTo>
                    <a:pt x="596129" y="596129"/>
                  </a:lnTo>
                  <a:lnTo>
                    <a:pt x="0" y="5961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56622522" name="Rectangle: Rounded Corners 12"/>
            <p:cNvSpPr/>
            <p:nvPr/>
          </p:nvSpPr>
          <p:spPr bwMode="auto">
            <a:xfrm>
              <a:off x="2669810" y="0"/>
              <a:ext cx="6246626" cy="541959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847293891" name=""/>
            <p:cNvGrpSpPr/>
            <p:nvPr/>
          </p:nvGrpSpPr>
          <p:grpSpPr bwMode="auto">
            <a:xfrm>
              <a:off x="3041853" y="1439881"/>
              <a:ext cx="5501282" cy="3490119"/>
              <a:chOff x="0" y="0"/>
              <a:chExt cx="5501282" cy="3490119"/>
            </a:xfrm>
          </p:grpSpPr>
          <p:sp>
            <p:nvSpPr>
              <p:cNvPr id="1936413131" name="Freeform 30"/>
              <p:cNvSpPr/>
              <p:nvPr/>
            </p:nvSpPr>
            <p:spPr bwMode="auto">
              <a:xfrm rot="0" flipH="0" flipV="0">
                <a:off x="0" y="134253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78142038" name="TextBox 31"/>
              <p:cNvSpPr txBox="1"/>
              <p:nvPr/>
            </p:nvSpPr>
            <p:spPr bwMode="auto">
              <a:xfrm rot="0" flipH="0" flipV="0">
                <a:off x="0" y="0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13219133" name="Freeform 36"/>
              <p:cNvSpPr/>
              <p:nvPr/>
            </p:nvSpPr>
            <p:spPr bwMode="auto">
              <a:xfrm rot="0" flipH="0" flipV="0">
                <a:off x="0" y="1030678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5349716" name="TextBox 37"/>
              <p:cNvSpPr txBox="1"/>
              <p:nvPr/>
            </p:nvSpPr>
            <p:spPr bwMode="auto">
              <a:xfrm rot="0" flipH="0" flipV="0">
                <a:off x="0" y="896424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13472627" name="Freeform 40"/>
              <p:cNvSpPr/>
              <p:nvPr/>
            </p:nvSpPr>
            <p:spPr bwMode="auto">
              <a:xfrm rot="0" flipH="0" flipV="0">
                <a:off x="3360673" y="1030678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8779539" name="TextBox 41"/>
              <p:cNvSpPr txBox="1"/>
              <p:nvPr/>
            </p:nvSpPr>
            <p:spPr bwMode="auto">
              <a:xfrm rot="0" flipH="0" flipV="0">
                <a:off x="3360673" y="896424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4727308" name="Freeform 51"/>
              <p:cNvSpPr/>
              <p:nvPr/>
            </p:nvSpPr>
            <p:spPr bwMode="auto">
              <a:xfrm rot="0" flipH="0" flipV="0">
                <a:off x="3360673" y="1927101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3398277" name="TextBox 52"/>
              <p:cNvSpPr txBox="1"/>
              <p:nvPr/>
            </p:nvSpPr>
            <p:spPr bwMode="auto">
              <a:xfrm rot="0" flipH="0" flipV="0">
                <a:off x="3360673" y="1792847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19353239" name="Freeform 54"/>
              <p:cNvSpPr/>
              <p:nvPr/>
            </p:nvSpPr>
            <p:spPr bwMode="auto">
              <a:xfrm rot="0" flipH="0" flipV="0">
                <a:off x="3360673" y="2823530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9854008" name="TextBox 55"/>
              <p:cNvSpPr txBox="1"/>
              <p:nvPr/>
            </p:nvSpPr>
            <p:spPr bwMode="auto">
              <a:xfrm rot="0" flipH="0" flipV="0">
                <a:off x="3360673" y="2689275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10790405" name="Freeform 61"/>
              <p:cNvSpPr/>
              <p:nvPr/>
            </p:nvSpPr>
            <p:spPr bwMode="auto">
              <a:xfrm rot="0" flipH="0" flipV="0">
                <a:off x="3360673" y="134253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6467408" name="TextBox 62"/>
              <p:cNvSpPr txBox="1"/>
              <p:nvPr/>
            </p:nvSpPr>
            <p:spPr bwMode="auto">
              <a:xfrm rot="0" flipH="0" flipV="0">
                <a:off x="3360673" y="0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04735758" name=""/>
          <p:cNvGrpSpPr/>
          <p:nvPr/>
        </p:nvGrpSpPr>
        <p:grpSpPr bwMode="auto">
          <a:xfrm>
            <a:off x="223872" y="516587"/>
            <a:ext cx="11652968" cy="5950153"/>
            <a:chOff x="0" y="0"/>
            <a:chExt cx="11652968" cy="5950153"/>
          </a:xfrm>
        </p:grpSpPr>
        <p:sp>
          <p:nvSpPr>
            <p:cNvPr id="924368611" name="TextBox 32"/>
            <p:cNvSpPr txBox="1"/>
            <p:nvPr/>
          </p:nvSpPr>
          <p:spPr bwMode="auto">
            <a:xfrm>
              <a:off x="2865921" y="370453"/>
              <a:ext cx="5852373" cy="4368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36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826508008" name="TextBox 33"/>
            <p:cNvSpPr txBox="1"/>
            <p:nvPr/>
          </p:nvSpPr>
          <p:spPr bwMode="auto">
            <a:xfrm>
              <a:off x="3030901" y="1204160"/>
              <a:ext cx="2101963" cy="40320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7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23364338" name="AutoShape 34"/>
            <p:cNvSpPr/>
            <p:nvPr/>
          </p:nvSpPr>
          <p:spPr bwMode="auto">
            <a:xfrm>
              <a:off x="5791390" y="1161821"/>
              <a:ext cx="0" cy="417931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401268" name="TextBox 38"/>
            <p:cNvSpPr txBox="1"/>
            <p:nvPr/>
          </p:nvSpPr>
          <p:spPr bwMode="auto">
            <a:xfrm>
              <a:off x="6451180" y="1204160"/>
              <a:ext cx="2101963" cy="40320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7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72026366" name="TextBox 42"/>
            <p:cNvSpPr txBox="1"/>
            <p:nvPr/>
          </p:nvSpPr>
          <p:spPr bwMode="auto">
            <a:xfrm flipH="0" flipV="0">
              <a:off x="0" y="1114194"/>
              <a:ext cx="2397844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4748672" name="Freeform 43"/>
            <p:cNvSpPr/>
            <p:nvPr/>
          </p:nvSpPr>
          <p:spPr bwMode="auto">
            <a:xfrm rot="1981001">
              <a:off x="1243665" y="1793205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251022" name="TextBox 44"/>
            <p:cNvSpPr txBox="1"/>
            <p:nvPr/>
          </p:nvSpPr>
          <p:spPr bwMode="auto">
            <a:xfrm flipH="0" flipV="0">
              <a:off x="79374" y="3577918"/>
              <a:ext cx="2239814" cy="6207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611006338" name="Freeform 45"/>
            <p:cNvSpPr/>
            <p:nvPr/>
          </p:nvSpPr>
          <p:spPr bwMode="auto">
            <a:xfrm rot="9541431" flipH="1">
              <a:off x="1155537" y="3088181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2732823" name="TextBox 46"/>
            <p:cNvSpPr txBox="1"/>
            <p:nvPr/>
          </p:nvSpPr>
          <p:spPr bwMode="auto">
            <a:xfrm flipH="0" flipV="0">
              <a:off x="9112249" y="963951"/>
              <a:ext cx="2540719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09704912" name="Freeform 47"/>
            <p:cNvSpPr/>
            <p:nvPr/>
          </p:nvSpPr>
          <p:spPr bwMode="auto">
            <a:xfrm rot="-423529" flipH="1">
              <a:off x="9416088" y="2979838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3680801" name="TextBox 48"/>
            <p:cNvSpPr txBox="1"/>
            <p:nvPr/>
          </p:nvSpPr>
          <p:spPr bwMode="auto">
            <a:xfrm flipH="0" flipV="0">
              <a:off x="9112434" y="2523539"/>
              <a:ext cx="2539596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61595026" name="Freeform 49"/>
            <p:cNvSpPr/>
            <p:nvPr/>
          </p:nvSpPr>
          <p:spPr bwMode="auto">
            <a:xfrm rot="-2557580" flipH="1">
              <a:off x="9300426" y="1694589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996520" name="Freeform 56"/>
            <p:cNvSpPr/>
            <p:nvPr/>
          </p:nvSpPr>
          <p:spPr bwMode="auto">
            <a:xfrm rot="-10662274">
              <a:off x="9298373" y="3735896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2736699" name="TextBox 57"/>
            <p:cNvSpPr txBox="1"/>
            <p:nvPr/>
          </p:nvSpPr>
          <p:spPr bwMode="auto">
            <a:xfrm flipH="0" flipV="0">
              <a:off x="9112434" y="4074501"/>
              <a:ext cx="2539596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9313451" name="Freeform 58"/>
            <p:cNvSpPr/>
            <p:nvPr/>
          </p:nvSpPr>
          <p:spPr bwMode="auto">
            <a:xfrm rot="-9983765">
              <a:off x="9312443" y="4795432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8961290" name="TextBox 59"/>
            <p:cNvSpPr txBox="1"/>
            <p:nvPr/>
          </p:nvSpPr>
          <p:spPr bwMode="auto">
            <a:xfrm flipH="0" flipV="0">
              <a:off x="9112341" y="5192665"/>
              <a:ext cx="2540158" cy="6207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2014826639" name="Rectangle: Rounded Corners 12"/>
            <p:cNvSpPr/>
            <p:nvPr/>
          </p:nvSpPr>
          <p:spPr bwMode="auto">
            <a:xfrm>
              <a:off x="2559054" y="0"/>
              <a:ext cx="6423836" cy="595015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60248220" name=""/>
            <p:cNvGrpSpPr/>
            <p:nvPr/>
          </p:nvGrpSpPr>
          <p:grpSpPr bwMode="auto">
            <a:xfrm>
              <a:off x="2991872" y="1700538"/>
              <a:ext cx="5598852" cy="3552016"/>
              <a:chOff x="0" y="0"/>
              <a:chExt cx="5598852" cy="3552016"/>
            </a:xfrm>
          </p:grpSpPr>
          <p:sp>
            <p:nvSpPr>
              <p:cNvPr id="404998236" name="Freeform 30"/>
              <p:cNvSpPr/>
              <p:nvPr/>
            </p:nvSpPr>
            <p:spPr bwMode="auto">
              <a:xfrm rot="0" flipH="0" flipV="0">
                <a:off x="0" y="13663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82272158" name="TextBox 31"/>
              <p:cNvSpPr txBox="1"/>
              <p:nvPr/>
            </p:nvSpPr>
            <p:spPr bwMode="auto">
              <a:xfrm rot="0" flipH="0" flipV="0">
                <a:off x="0" y="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49986987" name="Freeform 36"/>
              <p:cNvSpPr/>
              <p:nvPr/>
            </p:nvSpPr>
            <p:spPr bwMode="auto">
              <a:xfrm rot="0" flipH="0" flipV="0">
                <a:off x="0" y="1048959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97037554" name="TextBox 37"/>
              <p:cNvSpPr txBox="1"/>
              <p:nvPr/>
            </p:nvSpPr>
            <p:spPr bwMode="auto">
              <a:xfrm rot="0" flipH="0" flipV="0">
                <a:off x="0" y="912323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75954791" name="Freeform 40"/>
              <p:cNvSpPr/>
              <p:nvPr/>
            </p:nvSpPr>
            <p:spPr bwMode="auto">
              <a:xfrm rot="0" flipH="0" flipV="0">
                <a:off x="3420278" y="1048959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54969060" name="TextBox 41"/>
              <p:cNvSpPr txBox="1"/>
              <p:nvPr/>
            </p:nvSpPr>
            <p:spPr bwMode="auto">
              <a:xfrm rot="0" flipH="0" flipV="0">
                <a:off x="3420278" y="912323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13661694" name="Freeform 51"/>
              <p:cNvSpPr/>
              <p:nvPr/>
            </p:nvSpPr>
            <p:spPr bwMode="auto">
              <a:xfrm rot="0" flipH="0" flipV="0">
                <a:off x="3420278" y="1961281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02224316" name="TextBox 52"/>
              <p:cNvSpPr txBox="1"/>
              <p:nvPr/>
            </p:nvSpPr>
            <p:spPr bwMode="auto">
              <a:xfrm rot="0" flipH="0" flipV="0">
                <a:off x="3420278" y="1824646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38533755" name="Freeform 54"/>
              <p:cNvSpPr/>
              <p:nvPr/>
            </p:nvSpPr>
            <p:spPr bwMode="auto">
              <a:xfrm rot="0" flipH="0" flipV="0">
                <a:off x="3420278" y="287360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74224912" name="TextBox 55"/>
              <p:cNvSpPr txBox="1"/>
              <p:nvPr/>
            </p:nvSpPr>
            <p:spPr bwMode="auto">
              <a:xfrm rot="0" flipH="0" flipV="0">
                <a:off x="3420278" y="273697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25884376" name="Freeform 61"/>
              <p:cNvSpPr/>
              <p:nvPr/>
            </p:nvSpPr>
            <p:spPr bwMode="auto">
              <a:xfrm rot="0" flipH="0" flipV="0">
                <a:off x="3420278" y="13663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15602080" name="TextBox 62"/>
              <p:cNvSpPr txBox="1"/>
              <p:nvPr/>
            </p:nvSpPr>
            <p:spPr bwMode="auto">
              <a:xfrm rot="0" flipH="0" flipV="0">
                <a:off x="3420278" y="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51029829" name=""/>
          <p:cNvGrpSpPr/>
          <p:nvPr/>
        </p:nvGrpSpPr>
        <p:grpSpPr bwMode="auto">
          <a:xfrm>
            <a:off x="341848" y="1591392"/>
            <a:ext cx="11456062" cy="3294319"/>
            <a:chOff x="0" y="0"/>
            <a:chExt cx="11456062" cy="3294319"/>
          </a:xfrm>
        </p:grpSpPr>
        <p:sp>
          <p:nvSpPr>
            <p:cNvPr id="1439377617" name="TextBox 32"/>
            <p:cNvSpPr txBox="1"/>
            <p:nvPr/>
          </p:nvSpPr>
          <p:spPr bwMode="auto">
            <a:xfrm flipH="0" flipV="0">
              <a:off x="7186036" y="233571"/>
              <a:ext cx="3058297" cy="2450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2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46140099" name="TextBox 33"/>
            <p:cNvSpPr txBox="1"/>
            <p:nvPr/>
          </p:nvSpPr>
          <p:spPr bwMode="auto">
            <a:xfrm>
              <a:off x="7300011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84173964" name="AutoShape 34"/>
            <p:cNvSpPr/>
            <p:nvPr/>
          </p:nvSpPr>
          <p:spPr bwMode="auto">
            <a:xfrm>
              <a:off x="8676720" y="674566"/>
              <a:ext cx="0" cy="234514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7777272" name="TextBox 38"/>
            <p:cNvSpPr txBox="1"/>
            <p:nvPr/>
          </p:nvSpPr>
          <p:spPr bwMode="auto">
            <a:xfrm>
              <a:off x="8876894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1638875" name="TextBox 42"/>
            <p:cNvSpPr txBox="1"/>
            <p:nvPr/>
          </p:nvSpPr>
          <p:spPr bwMode="auto">
            <a:xfrm>
              <a:off x="6122595" y="645990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53304992" name="Freeform 43"/>
            <p:cNvSpPr/>
            <p:nvPr/>
          </p:nvSpPr>
          <p:spPr bwMode="auto">
            <a:xfrm rot="1981001">
              <a:off x="6523050" y="1028855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3956251" name="TextBox 44"/>
            <p:cNvSpPr txBox="1"/>
            <p:nvPr/>
          </p:nvSpPr>
          <p:spPr bwMode="auto">
            <a:xfrm>
              <a:off x="6007716" y="2028466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27798350" name="Freeform 45"/>
            <p:cNvSpPr/>
            <p:nvPr/>
          </p:nvSpPr>
          <p:spPr bwMode="auto">
            <a:xfrm rot="9541431" flipH="1">
              <a:off x="6473599" y="1755508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8"/>
                  </a:lnTo>
                  <a:lnTo>
                    <a:pt x="566433" y="160018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89515810" name="TextBox 46"/>
            <p:cNvSpPr txBox="1"/>
            <p:nvPr/>
          </p:nvSpPr>
          <p:spPr bwMode="auto">
            <a:xfrm flipH="0" flipV="0">
              <a:off x="10407141" y="377899"/>
              <a:ext cx="920296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91402571" name="Freeform 47"/>
            <p:cNvSpPr/>
            <p:nvPr/>
          </p:nvSpPr>
          <p:spPr bwMode="auto">
            <a:xfrm rot="-423529" flipH="1">
              <a:off x="10344001" y="1694713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4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4" y="160017"/>
                  </a:lnTo>
                  <a:lnTo>
                    <a:pt x="566434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7227932" name="TextBox 48"/>
            <p:cNvSpPr txBox="1"/>
            <p:nvPr/>
          </p:nvSpPr>
          <p:spPr bwMode="auto">
            <a:xfrm>
              <a:off x="10542245" y="143681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08268894" name="Freeform 49"/>
            <p:cNvSpPr/>
            <p:nvPr/>
          </p:nvSpPr>
          <p:spPr bwMode="auto">
            <a:xfrm rot="-2557580" flipH="1">
              <a:off x="10279102" y="97352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2420562" name="Freeform 56"/>
            <p:cNvSpPr/>
            <p:nvPr/>
          </p:nvSpPr>
          <p:spPr bwMode="auto">
            <a:xfrm rot="-10662274">
              <a:off x="10277949" y="211896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4" y="0"/>
                  </a:lnTo>
                  <a:lnTo>
                    <a:pt x="566434" y="160018"/>
                  </a:lnTo>
                  <a:lnTo>
                    <a:pt x="0" y="1600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097780" name="TextBox 57"/>
            <p:cNvSpPr txBox="1"/>
            <p:nvPr/>
          </p:nvSpPr>
          <p:spPr bwMode="auto">
            <a:xfrm>
              <a:off x="10462111" y="2307112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9827091" name="Freeform 58"/>
            <p:cNvSpPr/>
            <p:nvPr/>
          </p:nvSpPr>
          <p:spPr bwMode="auto">
            <a:xfrm rot="-9983765">
              <a:off x="10285846" y="271350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1767635" name="TextBox 59"/>
            <p:cNvSpPr txBox="1"/>
            <p:nvPr/>
          </p:nvSpPr>
          <p:spPr bwMode="auto">
            <a:xfrm>
              <a:off x="10542245" y="293454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89493591" name="TextBox 69"/>
            <p:cNvSpPr txBox="1"/>
            <p:nvPr/>
          </p:nvSpPr>
          <p:spPr bwMode="auto">
            <a:xfrm flipH="0" flipV="0">
              <a:off x="1163579" y="233572"/>
              <a:ext cx="3007025" cy="2450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2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0704293" name="TextBox 70"/>
            <p:cNvSpPr txBox="1"/>
            <p:nvPr/>
          </p:nvSpPr>
          <p:spPr bwMode="auto">
            <a:xfrm>
              <a:off x="1292296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76558262" name="AutoShape 71"/>
            <p:cNvSpPr/>
            <p:nvPr/>
          </p:nvSpPr>
          <p:spPr bwMode="auto">
            <a:xfrm>
              <a:off x="2669004" y="674566"/>
              <a:ext cx="0" cy="234514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338782" name="TextBox 75"/>
            <p:cNvSpPr txBox="1"/>
            <p:nvPr/>
          </p:nvSpPr>
          <p:spPr bwMode="auto">
            <a:xfrm>
              <a:off x="2869180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49001822" name="TextBox 79"/>
            <p:cNvSpPr txBox="1"/>
            <p:nvPr/>
          </p:nvSpPr>
          <p:spPr bwMode="auto">
            <a:xfrm>
              <a:off x="114879" y="645990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3624557" name="Freeform 80"/>
            <p:cNvSpPr/>
            <p:nvPr/>
          </p:nvSpPr>
          <p:spPr bwMode="auto">
            <a:xfrm rot="1981001">
              <a:off x="515335" y="1028855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210590" name="TextBox 81"/>
            <p:cNvSpPr txBox="1"/>
            <p:nvPr/>
          </p:nvSpPr>
          <p:spPr bwMode="auto">
            <a:xfrm>
              <a:off x="0" y="2028466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4263132" name="Freeform 82"/>
            <p:cNvSpPr/>
            <p:nvPr/>
          </p:nvSpPr>
          <p:spPr bwMode="auto">
            <a:xfrm rot="9541431" flipH="1">
              <a:off x="465885" y="1755508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8"/>
                  </a:lnTo>
                  <a:lnTo>
                    <a:pt x="566433" y="160018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69931609" name="TextBox 83"/>
            <p:cNvSpPr txBox="1"/>
            <p:nvPr/>
          </p:nvSpPr>
          <p:spPr bwMode="auto">
            <a:xfrm>
              <a:off x="4399426" y="561684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30326011" name="Freeform 84"/>
            <p:cNvSpPr/>
            <p:nvPr/>
          </p:nvSpPr>
          <p:spPr bwMode="auto">
            <a:xfrm rot="-423529" flipH="1">
              <a:off x="4336288" y="1694713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1012731" name="TextBox 85"/>
            <p:cNvSpPr txBox="1"/>
            <p:nvPr/>
          </p:nvSpPr>
          <p:spPr bwMode="auto">
            <a:xfrm>
              <a:off x="4534531" y="143681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6124125" name="Freeform 86"/>
            <p:cNvSpPr/>
            <p:nvPr/>
          </p:nvSpPr>
          <p:spPr bwMode="auto">
            <a:xfrm rot="-2557580" flipH="1">
              <a:off x="4271387" y="97352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420905" name="Freeform 93"/>
            <p:cNvSpPr/>
            <p:nvPr/>
          </p:nvSpPr>
          <p:spPr bwMode="auto">
            <a:xfrm rot="-10662274">
              <a:off x="4270234" y="211896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4" y="0"/>
                  </a:lnTo>
                  <a:lnTo>
                    <a:pt x="566434" y="160018"/>
                  </a:lnTo>
                  <a:lnTo>
                    <a:pt x="0" y="1600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7445703" name="TextBox 94"/>
            <p:cNvSpPr txBox="1"/>
            <p:nvPr/>
          </p:nvSpPr>
          <p:spPr bwMode="auto">
            <a:xfrm>
              <a:off x="4454397" y="2307112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15778908" name="Freeform 95"/>
            <p:cNvSpPr/>
            <p:nvPr/>
          </p:nvSpPr>
          <p:spPr bwMode="auto">
            <a:xfrm rot="-9983765">
              <a:off x="4278132" y="271350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7312473" name="TextBox 96"/>
            <p:cNvSpPr txBox="1"/>
            <p:nvPr/>
          </p:nvSpPr>
          <p:spPr bwMode="auto">
            <a:xfrm>
              <a:off x="4534531" y="293454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8482201" name="Rectangle: Rounded Corners 12"/>
            <p:cNvSpPr/>
            <p:nvPr/>
          </p:nvSpPr>
          <p:spPr bwMode="auto">
            <a:xfrm>
              <a:off x="1163580" y="38100"/>
              <a:ext cx="3056859" cy="325621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71847236" name="Rectangle: Rounded Corners 12"/>
            <p:cNvSpPr/>
            <p:nvPr/>
          </p:nvSpPr>
          <p:spPr bwMode="auto">
            <a:xfrm>
              <a:off x="7186037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194335024" name=""/>
            <p:cNvGrpSpPr/>
            <p:nvPr/>
          </p:nvGrpSpPr>
          <p:grpSpPr bwMode="auto">
            <a:xfrm>
              <a:off x="7278111" y="1015192"/>
              <a:ext cx="2799347" cy="1954812"/>
              <a:chOff x="0" y="0"/>
              <a:chExt cx="2799347" cy="1954812"/>
            </a:xfrm>
          </p:grpSpPr>
          <p:sp>
            <p:nvSpPr>
              <p:cNvPr id="29390586" name="Freeform 30"/>
              <p:cNvSpPr/>
              <p:nvPr/>
            </p:nvSpPr>
            <p:spPr bwMode="auto">
              <a:xfrm rot="0" flipH="0" flipV="0">
                <a:off x="0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731947386" name="TextBox 31"/>
              <p:cNvSpPr txBox="1"/>
              <p:nvPr/>
            </p:nvSpPr>
            <p:spPr bwMode="auto">
              <a:xfrm rot="0" flipH="0" flipV="0">
                <a:off x="0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44916123" name="Freeform 36"/>
              <p:cNvSpPr/>
              <p:nvPr/>
            </p:nvSpPr>
            <p:spPr bwMode="auto">
              <a:xfrm rot="0" flipH="0" flipV="0">
                <a:off x="0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2796295" name="TextBox 37"/>
              <p:cNvSpPr txBox="1"/>
              <p:nvPr/>
            </p:nvSpPr>
            <p:spPr bwMode="auto">
              <a:xfrm rot="0" flipH="0" flipV="0">
                <a:off x="0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65830381" name="Freeform 40"/>
              <p:cNvSpPr/>
              <p:nvPr/>
            </p:nvSpPr>
            <p:spPr bwMode="auto">
              <a:xfrm rot="0" flipH="0" flipV="0">
                <a:off x="1576882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17638186" name="TextBox 41"/>
              <p:cNvSpPr txBox="1"/>
              <p:nvPr/>
            </p:nvSpPr>
            <p:spPr bwMode="auto">
              <a:xfrm rot="0" flipH="0" flipV="0">
                <a:off x="1576882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225203026" name="Freeform 51"/>
              <p:cNvSpPr/>
              <p:nvPr/>
            </p:nvSpPr>
            <p:spPr bwMode="auto">
              <a:xfrm rot="0" flipH="0" flipV="0">
                <a:off x="1576882" y="1062201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72200" name="TextBox 52"/>
              <p:cNvSpPr txBox="1"/>
              <p:nvPr/>
            </p:nvSpPr>
            <p:spPr bwMode="auto">
              <a:xfrm rot="0" flipH="0" flipV="0">
                <a:off x="1576882" y="1023866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03872268" name="Freeform 54"/>
              <p:cNvSpPr/>
              <p:nvPr/>
            </p:nvSpPr>
            <p:spPr bwMode="auto">
              <a:xfrm rot="0" flipH="0" flipV="0">
                <a:off x="1576882" y="1574136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854917895" name="TextBox 55"/>
              <p:cNvSpPr txBox="1"/>
              <p:nvPr/>
            </p:nvSpPr>
            <p:spPr bwMode="auto">
              <a:xfrm rot="0" flipH="0" flipV="0">
                <a:off x="1576882" y="153580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84285671" name="Freeform 61"/>
              <p:cNvSpPr/>
              <p:nvPr/>
            </p:nvSpPr>
            <p:spPr bwMode="auto">
              <a:xfrm rot="0" flipH="0" flipV="0">
                <a:off x="1576882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510021685" name="TextBox 62"/>
              <p:cNvSpPr txBox="1"/>
              <p:nvPr/>
            </p:nvSpPr>
            <p:spPr bwMode="auto">
              <a:xfrm rot="0" flipH="0" flipV="0">
                <a:off x="1576882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2146179052" name=""/>
            <p:cNvGrpSpPr/>
            <p:nvPr/>
          </p:nvGrpSpPr>
          <p:grpSpPr bwMode="auto">
            <a:xfrm>
              <a:off x="1270398" y="1015192"/>
              <a:ext cx="2799345" cy="1954812"/>
              <a:chOff x="0" y="0"/>
              <a:chExt cx="2799345" cy="1954812"/>
            </a:xfrm>
          </p:grpSpPr>
          <p:sp>
            <p:nvSpPr>
              <p:cNvPr id="1796017380" name="Freeform 67"/>
              <p:cNvSpPr/>
              <p:nvPr/>
            </p:nvSpPr>
            <p:spPr bwMode="auto">
              <a:xfrm rot="0" flipH="0" flipV="0">
                <a:off x="0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368326" name="TextBox 68"/>
              <p:cNvSpPr txBox="1"/>
              <p:nvPr/>
            </p:nvSpPr>
            <p:spPr bwMode="auto">
              <a:xfrm rot="0" flipH="0" flipV="0">
                <a:off x="0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420894020" name="Freeform 73"/>
              <p:cNvSpPr/>
              <p:nvPr/>
            </p:nvSpPr>
            <p:spPr bwMode="auto">
              <a:xfrm rot="0" flipH="0" flipV="0">
                <a:off x="0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38425258" name="TextBox 74"/>
              <p:cNvSpPr txBox="1"/>
              <p:nvPr/>
            </p:nvSpPr>
            <p:spPr bwMode="auto">
              <a:xfrm rot="0" flipH="0" flipV="0">
                <a:off x="0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7006842" name="Freeform 77"/>
              <p:cNvSpPr/>
              <p:nvPr/>
            </p:nvSpPr>
            <p:spPr bwMode="auto">
              <a:xfrm rot="0" flipH="0" flipV="0">
                <a:off x="1576881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92663245" name="TextBox 78"/>
              <p:cNvSpPr txBox="1"/>
              <p:nvPr/>
            </p:nvSpPr>
            <p:spPr bwMode="auto">
              <a:xfrm rot="0" flipH="0" flipV="0">
                <a:off x="1576881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279648129" name="Freeform 88"/>
              <p:cNvSpPr/>
              <p:nvPr/>
            </p:nvSpPr>
            <p:spPr bwMode="auto">
              <a:xfrm rot="0" flipH="0" flipV="0">
                <a:off x="1576881" y="1062201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39804319" name="TextBox 89"/>
              <p:cNvSpPr txBox="1"/>
              <p:nvPr/>
            </p:nvSpPr>
            <p:spPr bwMode="auto">
              <a:xfrm rot="0" flipH="0" flipV="0">
                <a:off x="1576881" y="1023866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915510953" name="Freeform 91"/>
              <p:cNvSpPr/>
              <p:nvPr/>
            </p:nvSpPr>
            <p:spPr bwMode="auto">
              <a:xfrm rot="0" flipH="0" flipV="0">
                <a:off x="1576881" y="1574136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803098478" name="TextBox 92"/>
              <p:cNvSpPr txBox="1"/>
              <p:nvPr/>
            </p:nvSpPr>
            <p:spPr bwMode="auto">
              <a:xfrm rot="0" flipH="0" flipV="0">
                <a:off x="1576881" y="153580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4083650" name="Freeform 98"/>
              <p:cNvSpPr/>
              <p:nvPr/>
            </p:nvSpPr>
            <p:spPr bwMode="auto">
              <a:xfrm rot="0" flipH="0" flipV="0">
                <a:off x="1576881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86239985" name="TextBox 99"/>
              <p:cNvSpPr txBox="1"/>
              <p:nvPr/>
            </p:nvSpPr>
            <p:spPr bwMode="auto">
              <a:xfrm rot="0" flipH="0" flipV="0">
                <a:off x="1576881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02188502" name=""/>
          <p:cNvGrpSpPr/>
          <p:nvPr/>
        </p:nvGrpSpPr>
        <p:grpSpPr bwMode="auto">
          <a:xfrm>
            <a:off x="2753930" y="380327"/>
            <a:ext cx="6857680" cy="6003777"/>
            <a:chOff x="0" y="0"/>
            <a:chExt cx="6857680" cy="6003777"/>
          </a:xfrm>
        </p:grpSpPr>
        <p:sp>
          <p:nvSpPr>
            <p:cNvPr id="1609119119" name="TextBox 32"/>
            <p:cNvSpPr txBox="1"/>
            <p:nvPr/>
          </p:nvSpPr>
          <p:spPr bwMode="auto">
            <a:xfrm>
              <a:off x="323250" y="376735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9891395" name="TextBox 33"/>
            <p:cNvSpPr txBox="1"/>
            <p:nvPr/>
          </p:nvSpPr>
          <p:spPr bwMode="auto">
            <a:xfrm>
              <a:off x="497919" y="1091758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71642881" name="AutoShape 34"/>
            <p:cNvSpPr/>
            <p:nvPr/>
          </p:nvSpPr>
          <p:spPr bwMode="auto">
            <a:xfrm>
              <a:off x="3420554" y="1053658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2038247" name="TextBox 38"/>
            <p:cNvSpPr txBox="1"/>
            <p:nvPr/>
          </p:nvSpPr>
          <p:spPr bwMode="auto">
            <a:xfrm>
              <a:off x="4119098" y="1091758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6721917" name="Rectangle: Rounded Corners 12"/>
            <p:cNvSpPr/>
            <p:nvPr/>
          </p:nvSpPr>
          <p:spPr bwMode="auto">
            <a:xfrm>
              <a:off x="0" y="0"/>
              <a:ext cx="6857681" cy="600377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34806957" name=""/>
            <p:cNvGrpSpPr/>
            <p:nvPr/>
          </p:nvGrpSpPr>
          <p:grpSpPr bwMode="auto">
            <a:xfrm>
              <a:off x="456598" y="1624017"/>
              <a:ext cx="5927717" cy="3760655"/>
              <a:chOff x="0" y="0"/>
              <a:chExt cx="5927717" cy="3760655"/>
            </a:xfrm>
          </p:grpSpPr>
          <p:sp>
            <p:nvSpPr>
              <p:cNvPr id="1167029215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73841972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05097569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10471901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32619234" name="Freeform 40"/>
              <p:cNvSpPr/>
              <p:nvPr/>
            </p:nvSpPr>
            <p:spPr bwMode="auto">
              <a:xfrm rot="0" flipH="0" flipV="0">
                <a:off x="3621179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53835906" name="TextBox 41"/>
              <p:cNvSpPr txBox="1"/>
              <p:nvPr/>
            </p:nvSpPr>
            <p:spPr bwMode="auto">
              <a:xfrm rot="0" flipH="0" flipV="0">
                <a:off x="3621179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61580584" name="Freeform 43"/>
              <p:cNvSpPr/>
              <p:nvPr/>
            </p:nvSpPr>
            <p:spPr bwMode="auto">
              <a:xfrm rot="0" flipH="0" flipV="0">
                <a:off x="3621179" y="207648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32852577" name="TextBox 44"/>
              <p:cNvSpPr txBox="1"/>
              <p:nvPr/>
            </p:nvSpPr>
            <p:spPr bwMode="auto">
              <a:xfrm rot="0" flipH="0" flipV="0">
                <a:off x="3621179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68165013" name="Freeform 46"/>
              <p:cNvSpPr/>
              <p:nvPr/>
            </p:nvSpPr>
            <p:spPr bwMode="auto">
              <a:xfrm rot="0" flipH="0" flipV="0">
                <a:off x="3621179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04135927" name="TextBox 47"/>
              <p:cNvSpPr txBox="1"/>
              <p:nvPr/>
            </p:nvSpPr>
            <p:spPr bwMode="auto">
              <a:xfrm rot="0" flipH="0" flipV="0">
                <a:off x="3621179" y="2897734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06836967" name="Freeform 49"/>
              <p:cNvSpPr/>
              <p:nvPr/>
            </p:nvSpPr>
            <p:spPr bwMode="auto">
              <a:xfrm rot="0" flipH="0" flipV="0">
                <a:off x="3621179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29544877" name="TextBox 50"/>
              <p:cNvSpPr txBox="1"/>
              <p:nvPr/>
            </p:nvSpPr>
            <p:spPr bwMode="auto">
              <a:xfrm rot="0" flipH="0" flipV="0">
                <a:off x="3621179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4942571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5322093" y="1202531"/>
            <a:ext cx="6362699" cy="4638674"/>
          </a:xfrm>
          <a:prstGeom prst="rect">
            <a:avLst/>
          </a:prstGeom>
        </p:spPr>
      </p:pic>
      <p:pic>
        <p:nvPicPr>
          <p:cNvPr id="819789537" name=""/>
          <p:cNvPicPr>
            <a:picLocks noChangeAspect="1"/>
          </p:cNvPicPr>
          <p:nvPr/>
        </p:nvPicPr>
        <p:blipFill>
          <a:blip r:embed="rId4"/>
          <a:srcRect l="27256" t="4687" r="34265" b="23958"/>
          <a:stretch/>
        </p:blipFill>
        <p:spPr bwMode="auto">
          <a:xfrm flipH="0" flipV="0">
            <a:off x="453655" y="1075134"/>
            <a:ext cx="4691062" cy="48934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94703795" name=""/>
          <p:cNvGrpSpPr/>
          <p:nvPr/>
        </p:nvGrpSpPr>
        <p:grpSpPr bwMode="auto">
          <a:xfrm>
            <a:off x="840377" y="1909289"/>
            <a:ext cx="9873801" cy="3256218"/>
            <a:chOff x="0" y="0"/>
            <a:chExt cx="9873801" cy="3256218"/>
          </a:xfrm>
        </p:grpSpPr>
        <p:sp>
          <p:nvSpPr>
            <p:cNvPr id="844746081" name="Freeform 26"/>
            <p:cNvSpPr/>
            <p:nvPr/>
          </p:nvSpPr>
          <p:spPr bwMode="auto">
            <a:xfrm>
              <a:off x="0" y="1375495"/>
              <a:ext cx="642303" cy="588510"/>
            </a:xfrm>
            <a:custGeom>
              <a:avLst/>
              <a:gdLst/>
              <a:ahLst/>
              <a:cxnLst/>
              <a:rect l="l" t="t" r="r" b="b"/>
              <a:pathLst>
                <a:path w="642305" h="588512" fill="norm" stroke="1" extrusionOk="0">
                  <a:moveTo>
                    <a:pt x="0" y="0"/>
                  </a:moveTo>
                  <a:lnTo>
                    <a:pt x="642305" y="0"/>
                  </a:lnTo>
                  <a:lnTo>
                    <a:pt x="642305" y="588512"/>
                  </a:lnTo>
                  <a:lnTo>
                    <a:pt x="0" y="5885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257858" name="Freeform 31"/>
            <p:cNvSpPr/>
            <p:nvPr/>
          </p:nvSpPr>
          <p:spPr bwMode="auto">
            <a:xfrm rot="0" flipH="0" flipV="0">
              <a:off x="1232131" y="78417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717289" name="TextBox 32"/>
            <p:cNvSpPr txBox="1"/>
            <p:nvPr/>
          </p:nvSpPr>
          <p:spPr bwMode="auto">
            <a:xfrm rot="0" flipH="0" flipV="0">
              <a:off x="1232131" y="77303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47114543" name="AutoShape 33"/>
            <p:cNvSpPr/>
            <p:nvPr/>
          </p:nvSpPr>
          <p:spPr bwMode="auto">
            <a:xfrm>
              <a:off x="2601063" y="784171"/>
              <a:ext cx="0" cy="2116197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3899099" name="Freeform 35"/>
            <p:cNvSpPr/>
            <p:nvPr/>
          </p:nvSpPr>
          <p:spPr bwMode="auto">
            <a:xfrm rot="0" flipH="0" flipV="0">
              <a:off x="1232131" y="123028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7859549" name="TextBox 36"/>
            <p:cNvSpPr txBox="1"/>
            <p:nvPr/>
          </p:nvSpPr>
          <p:spPr bwMode="auto">
            <a:xfrm rot="0" flipH="0" flipV="0">
              <a:off x="1232131" y="1219154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127004613" name="Freeform 38"/>
            <p:cNvSpPr/>
            <p:nvPr/>
          </p:nvSpPr>
          <p:spPr bwMode="auto">
            <a:xfrm rot="0" flipH="0" flipV="0">
              <a:off x="1232218" y="167640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5327913" name="TextBox 39"/>
            <p:cNvSpPr txBox="1"/>
            <p:nvPr/>
          </p:nvSpPr>
          <p:spPr bwMode="auto">
            <a:xfrm rot="0" flipH="0" flipV="0">
              <a:off x="1232218" y="166526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606846587" name="Freeform 41"/>
            <p:cNvSpPr/>
            <p:nvPr/>
          </p:nvSpPr>
          <p:spPr bwMode="auto">
            <a:xfrm rot="0" flipH="0" flipV="0">
              <a:off x="1232218" y="212251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756356" name="TextBox 42"/>
            <p:cNvSpPr txBox="1"/>
            <p:nvPr/>
          </p:nvSpPr>
          <p:spPr bwMode="auto">
            <a:xfrm rot="0" flipH="0" flipV="0">
              <a:off x="1232218" y="2111383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56025242" name="Freeform 44"/>
            <p:cNvSpPr/>
            <p:nvPr/>
          </p:nvSpPr>
          <p:spPr bwMode="auto">
            <a:xfrm rot="0" flipH="0" flipV="0">
              <a:off x="1232218" y="2568632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82975" name="TextBox 45"/>
            <p:cNvSpPr txBox="1"/>
            <p:nvPr/>
          </p:nvSpPr>
          <p:spPr bwMode="auto">
            <a:xfrm rot="0" flipH="0" flipV="0">
              <a:off x="1232218" y="2557500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78820816" name="Freeform 47"/>
            <p:cNvSpPr/>
            <p:nvPr/>
          </p:nvSpPr>
          <p:spPr bwMode="auto">
            <a:xfrm rot="0" flipH="0" flipV="0">
              <a:off x="2904607" y="78417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1992430" name="TextBox 48"/>
            <p:cNvSpPr txBox="1"/>
            <p:nvPr/>
          </p:nvSpPr>
          <p:spPr bwMode="auto">
            <a:xfrm rot="0" flipH="0" flipV="0">
              <a:off x="2904607" y="77303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852560953" name="Freeform 50"/>
            <p:cNvSpPr/>
            <p:nvPr/>
          </p:nvSpPr>
          <p:spPr bwMode="auto">
            <a:xfrm rot="0" flipH="0" flipV="0">
              <a:off x="2904607" y="123028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56059213" name="TextBox 51"/>
            <p:cNvSpPr txBox="1"/>
            <p:nvPr/>
          </p:nvSpPr>
          <p:spPr bwMode="auto">
            <a:xfrm rot="0" flipH="0" flipV="0">
              <a:off x="2904607" y="1219154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585106534" name="Freeform 53"/>
            <p:cNvSpPr/>
            <p:nvPr/>
          </p:nvSpPr>
          <p:spPr bwMode="auto">
            <a:xfrm rot="0" flipH="0" flipV="0">
              <a:off x="2904693" y="167640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2612113" name="TextBox 54"/>
            <p:cNvSpPr txBox="1"/>
            <p:nvPr/>
          </p:nvSpPr>
          <p:spPr bwMode="auto">
            <a:xfrm rot="0" flipH="0" flipV="0">
              <a:off x="2904693" y="166526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26487554" name="Freeform 56"/>
            <p:cNvSpPr/>
            <p:nvPr/>
          </p:nvSpPr>
          <p:spPr bwMode="auto">
            <a:xfrm rot="0" flipH="0" flipV="0">
              <a:off x="2904693" y="212251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5281341" name="TextBox 57"/>
            <p:cNvSpPr txBox="1"/>
            <p:nvPr/>
          </p:nvSpPr>
          <p:spPr bwMode="auto">
            <a:xfrm rot="0" flipH="0" flipV="0">
              <a:off x="2904693" y="2111383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980690332" name="Freeform 59"/>
            <p:cNvSpPr/>
            <p:nvPr/>
          </p:nvSpPr>
          <p:spPr bwMode="auto">
            <a:xfrm rot="0" flipH="0" flipV="0">
              <a:off x="2904693" y="2568632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8932423" name="TextBox 60"/>
            <p:cNvSpPr txBox="1"/>
            <p:nvPr/>
          </p:nvSpPr>
          <p:spPr bwMode="auto">
            <a:xfrm rot="0" flipH="0" flipV="0">
              <a:off x="2904693" y="2557500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58327746" name="Freeform 61"/>
            <p:cNvSpPr/>
            <p:nvPr/>
          </p:nvSpPr>
          <p:spPr bwMode="auto">
            <a:xfrm>
              <a:off x="7060984" y="324713"/>
              <a:ext cx="2812816" cy="2690075"/>
            </a:xfrm>
            <a:custGeom>
              <a:avLst/>
              <a:gdLst/>
              <a:ahLst/>
              <a:cxnLst/>
              <a:rect l="l" t="t" r="r" b="b"/>
              <a:pathLst>
                <a:path w="2812818" h="2690077" fill="norm" stroke="1" extrusionOk="0">
                  <a:moveTo>
                    <a:pt x="0" y="0"/>
                  </a:moveTo>
                  <a:lnTo>
                    <a:pt x="2812818" y="0"/>
                  </a:lnTo>
                  <a:lnTo>
                    <a:pt x="2812818" y="2690077"/>
                  </a:lnTo>
                  <a:lnTo>
                    <a:pt x="0" y="26900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80484858" name="Freeform 62"/>
            <p:cNvSpPr/>
            <p:nvPr/>
          </p:nvSpPr>
          <p:spPr bwMode="auto">
            <a:xfrm>
              <a:off x="8234429" y="484110"/>
              <a:ext cx="465927" cy="465927"/>
            </a:xfrm>
            <a:custGeom>
              <a:avLst/>
              <a:gdLst/>
              <a:ahLst/>
              <a:cxnLst/>
              <a:rect l="l" t="t" r="r" b="b"/>
              <a:pathLst>
                <a:path w="465929" h="465929" fill="norm" stroke="1" extrusionOk="0">
                  <a:moveTo>
                    <a:pt x="0" y="0"/>
                  </a:moveTo>
                  <a:lnTo>
                    <a:pt x="465929" y="0"/>
                  </a:lnTo>
                  <a:lnTo>
                    <a:pt x="465929" y="465929"/>
                  </a:lnTo>
                  <a:lnTo>
                    <a:pt x="0" y="4659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3538157" name="AutoShape 63"/>
            <p:cNvSpPr/>
            <p:nvPr/>
          </p:nvSpPr>
          <p:spPr bwMode="auto">
            <a:xfrm flipV="1">
              <a:off x="3969992" y="1863208"/>
              <a:ext cx="3090990" cy="42517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2473899" name="Freeform 64"/>
            <p:cNvSpPr/>
            <p:nvPr/>
          </p:nvSpPr>
          <p:spPr bwMode="auto">
            <a:xfrm>
              <a:off x="5419755" y="1477988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20" y="0"/>
                  </a:lnTo>
                  <a:lnTo>
                    <a:pt x="486020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213492" name="TextBox 65"/>
            <p:cNvSpPr txBox="1"/>
            <p:nvPr/>
          </p:nvSpPr>
          <p:spPr bwMode="auto">
            <a:xfrm flipH="0" flipV="0">
              <a:off x="1040096" y="225030"/>
              <a:ext cx="3058299" cy="2908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8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1420103332" name="Rectangle: Rounded Corners 12"/>
            <p:cNvSpPr/>
            <p:nvPr/>
          </p:nvSpPr>
          <p:spPr bwMode="auto">
            <a:xfrm>
              <a:off x="1040097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8612081" name=""/>
          <p:cNvGrpSpPr/>
          <p:nvPr/>
        </p:nvGrpSpPr>
        <p:grpSpPr bwMode="auto">
          <a:xfrm>
            <a:off x="399763" y="1867617"/>
            <a:ext cx="11445597" cy="3256218"/>
            <a:chOff x="0" y="0"/>
            <a:chExt cx="11445597" cy="3256218"/>
          </a:xfrm>
        </p:grpSpPr>
        <p:sp>
          <p:nvSpPr>
            <p:cNvPr id="330249888" name="Freeform 26"/>
            <p:cNvSpPr/>
            <p:nvPr/>
          </p:nvSpPr>
          <p:spPr bwMode="auto">
            <a:xfrm>
              <a:off x="0" y="1290729"/>
              <a:ext cx="619421" cy="567544"/>
            </a:xfrm>
            <a:custGeom>
              <a:avLst/>
              <a:gdLst/>
              <a:ahLst/>
              <a:cxnLst/>
              <a:rect l="l" t="t" r="r" b="b"/>
              <a:pathLst>
                <a:path w="619423" h="567546" fill="norm" stroke="1" extrusionOk="0">
                  <a:moveTo>
                    <a:pt x="0" y="0"/>
                  </a:moveTo>
                  <a:lnTo>
                    <a:pt x="619422" y="0"/>
                  </a:lnTo>
                  <a:lnTo>
                    <a:pt x="619422" y="567546"/>
                  </a:lnTo>
                  <a:lnTo>
                    <a:pt x="0" y="5675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07161" name="Freeform 31"/>
            <p:cNvSpPr/>
            <p:nvPr/>
          </p:nvSpPr>
          <p:spPr bwMode="auto">
            <a:xfrm rot="0" flipH="0" flipV="0">
              <a:off x="1188237" y="720471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1594383" name="TextBox 32"/>
            <p:cNvSpPr txBox="1"/>
            <p:nvPr/>
          </p:nvSpPr>
          <p:spPr bwMode="auto">
            <a:xfrm rot="0" flipH="0" flipV="0">
              <a:off x="1188237" y="709736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09296778" name="AutoShape 33"/>
            <p:cNvSpPr/>
            <p:nvPr/>
          </p:nvSpPr>
          <p:spPr bwMode="auto">
            <a:xfrm>
              <a:off x="2508399" y="720472"/>
              <a:ext cx="0" cy="2040804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94529" name="Freeform 35"/>
            <p:cNvSpPr/>
            <p:nvPr/>
          </p:nvSpPr>
          <p:spPr bwMode="auto">
            <a:xfrm rot="0" flipH="0" flipV="0">
              <a:off x="1188237" y="1150693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2558533" name="TextBox 36"/>
            <p:cNvSpPr txBox="1"/>
            <p:nvPr/>
          </p:nvSpPr>
          <p:spPr bwMode="auto">
            <a:xfrm rot="0" flipH="0" flipV="0">
              <a:off x="1188237" y="1139958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796134433" name="Freeform 38"/>
            <p:cNvSpPr/>
            <p:nvPr/>
          </p:nvSpPr>
          <p:spPr bwMode="auto">
            <a:xfrm rot="0" flipH="0" flipV="0">
              <a:off x="1188318" y="1580915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169119" name="TextBox 39"/>
            <p:cNvSpPr txBox="1"/>
            <p:nvPr/>
          </p:nvSpPr>
          <p:spPr bwMode="auto">
            <a:xfrm rot="0" flipH="0" flipV="0">
              <a:off x="1188318" y="1570180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683598275" name="Freeform 41"/>
            <p:cNvSpPr/>
            <p:nvPr/>
          </p:nvSpPr>
          <p:spPr bwMode="auto">
            <a:xfrm rot="0" flipH="0" flipV="0">
              <a:off x="1188318" y="2011138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009755" name="TextBox 42"/>
            <p:cNvSpPr txBox="1"/>
            <p:nvPr/>
          </p:nvSpPr>
          <p:spPr bwMode="auto">
            <a:xfrm rot="0" flipH="0" flipV="0">
              <a:off x="1188318" y="2000403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40735819" name="Freeform 44"/>
            <p:cNvSpPr/>
            <p:nvPr/>
          </p:nvSpPr>
          <p:spPr bwMode="auto">
            <a:xfrm rot="0" flipH="0" flipV="0">
              <a:off x="1188318" y="2441360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1304086" name="TextBox 45"/>
            <p:cNvSpPr txBox="1"/>
            <p:nvPr/>
          </p:nvSpPr>
          <p:spPr bwMode="auto">
            <a:xfrm rot="0" flipH="0" flipV="0">
              <a:off x="1188318" y="2430625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67915216" name="Freeform 47"/>
            <p:cNvSpPr/>
            <p:nvPr/>
          </p:nvSpPr>
          <p:spPr bwMode="auto">
            <a:xfrm rot="0" flipH="0" flipV="0">
              <a:off x="2801128" y="720471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172621" name="TextBox 48"/>
            <p:cNvSpPr txBox="1"/>
            <p:nvPr/>
          </p:nvSpPr>
          <p:spPr bwMode="auto">
            <a:xfrm rot="0" flipH="0" flipV="0">
              <a:off x="2801128" y="709736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551651551" name="Freeform 50"/>
            <p:cNvSpPr/>
            <p:nvPr/>
          </p:nvSpPr>
          <p:spPr bwMode="auto">
            <a:xfrm rot="0" flipH="0" flipV="0">
              <a:off x="2801128" y="1150693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637252" name="TextBox 51"/>
            <p:cNvSpPr txBox="1"/>
            <p:nvPr/>
          </p:nvSpPr>
          <p:spPr bwMode="auto">
            <a:xfrm rot="0" flipH="0" flipV="0">
              <a:off x="2801128" y="1139958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061083788" name="Freeform 53"/>
            <p:cNvSpPr/>
            <p:nvPr/>
          </p:nvSpPr>
          <p:spPr bwMode="auto">
            <a:xfrm rot="0" flipH="0" flipV="0">
              <a:off x="2801210" y="1580915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34791074" name="TextBox 54"/>
            <p:cNvSpPr txBox="1"/>
            <p:nvPr/>
          </p:nvSpPr>
          <p:spPr bwMode="auto">
            <a:xfrm rot="0" flipH="0" flipV="0">
              <a:off x="2801210" y="1570180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97736629" name="Freeform 56"/>
            <p:cNvSpPr/>
            <p:nvPr/>
          </p:nvSpPr>
          <p:spPr bwMode="auto">
            <a:xfrm rot="0" flipH="0" flipV="0">
              <a:off x="2801210" y="2011138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8600568" name="TextBox 57"/>
            <p:cNvSpPr txBox="1"/>
            <p:nvPr/>
          </p:nvSpPr>
          <p:spPr bwMode="auto">
            <a:xfrm rot="0" flipH="0" flipV="0">
              <a:off x="2801210" y="2000403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308422809" name="Freeform 59"/>
            <p:cNvSpPr/>
            <p:nvPr/>
          </p:nvSpPr>
          <p:spPr bwMode="auto">
            <a:xfrm rot="0" flipH="0" flipV="0">
              <a:off x="2801210" y="2441360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9703424" name="TextBox 60"/>
            <p:cNvSpPr txBox="1"/>
            <p:nvPr/>
          </p:nvSpPr>
          <p:spPr bwMode="auto">
            <a:xfrm rot="0" flipH="0" flipV="0">
              <a:off x="2801210" y="2430625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08637901" name="Freeform 61"/>
            <p:cNvSpPr/>
            <p:nvPr/>
          </p:nvSpPr>
          <p:spPr bwMode="auto">
            <a:xfrm>
              <a:off x="8732988" y="277383"/>
              <a:ext cx="2712609" cy="2594241"/>
            </a:xfrm>
            <a:custGeom>
              <a:avLst/>
              <a:gdLst/>
              <a:ahLst/>
              <a:cxnLst/>
              <a:rect l="l" t="t" r="r" b="b"/>
              <a:pathLst>
                <a:path w="2712610" h="2594241" fill="norm" stroke="1" extrusionOk="0">
                  <a:moveTo>
                    <a:pt x="0" y="0"/>
                  </a:moveTo>
                  <a:lnTo>
                    <a:pt x="2712610" y="0"/>
                  </a:lnTo>
                  <a:lnTo>
                    <a:pt x="2712610" y="2594241"/>
                  </a:lnTo>
                  <a:lnTo>
                    <a:pt x="0" y="25942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6201177" name="Freeform 62"/>
            <p:cNvSpPr/>
            <p:nvPr/>
          </p:nvSpPr>
          <p:spPr bwMode="auto">
            <a:xfrm>
              <a:off x="9864626" y="431101"/>
              <a:ext cx="449328" cy="449328"/>
            </a:xfrm>
            <a:custGeom>
              <a:avLst/>
              <a:gdLst/>
              <a:ahLst/>
              <a:cxnLst/>
              <a:rect l="l" t="t" r="r" b="b"/>
              <a:pathLst>
                <a:path w="449330" h="449330" fill="norm" stroke="1" extrusionOk="0">
                  <a:moveTo>
                    <a:pt x="0" y="0"/>
                  </a:moveTo>
                  <a:lnTo>
                    <a:pt x="449330" y="0"/>
                  </a:lnTo>
                  <a:lnTo>
                    <a:pt x="449330" y="449330"/>
                  </a:lnTo>
                  <a:lnTo>
                    <a:pt x="0" y="449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8006657" name="AutoShape 63"/>
            <p:cNvSpPr/>
            <p:nvPr/>
          </p:nvSpPr>
          <p:spPr bwMode="auto">
            <a:xfrm flipV="1">
              <a:off x="3828558" y="1874389"/>
              <a:ext cx="1304229" cy="29670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0072325" name="Freeform 64"/>
            <p:cNvSpPr/>
            <p:nvPr/>
          </p:nvSpPr>
          <p:spPr bwMode="auto">
            <a:xfrm>
              <a:off x="5132789" y="798846"/>
              <a:ext cx="2580024" cy="1564139"/>
            </a:xfrm>
            <a:custGeom>
              <a:avLst/>
              <a:gdLst/>
              <a:ahLst/>
              <a:cxnLst/>
              <a:rect l="l" t="t" r="r" b="b"/>
              <a:pathLst>
                <a:path w="2580026" h="1564141" fill="norm" stroke="1" extrusionOk="0">
                  <a:moveTo>
                    <a:pt x="0" y="0"/>
                  </a:moveTo>
                  <a:lnTo>
                    <a:pt x="2580026" y="0"/>
                  </a:lnTo>
                  <a:lnTo>
                    <a:pt x="2580026" y="1564141"/>
                  </a:lnTo>
                  <a:lnTo>
                    <a:pt x="0" y="15641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2342313" name="Freeform 65"/>
            <p:cNvSpPr/>
            <p:nvPr/>
          </p:nvSpPr>
          <p:spPr bwMode="auto">
            <a:xfrm>
              <a:off x="7997571" y="1001906"/>
              <a:ext cx="468703" cy="468703"/>
            </a:xfrm>
            <a:custGeom>
              <a:avLst/>
              <a:gdLst/>
              <a:ahLst/>
              <a:cxnLst/>
              <a:rect l="l" t="t" r="r" b="b"/>
              <a:pathLst>
                <a:path w="468705" h="468705" fill="norm" stroke="1" extrusionOk="0">
                  <a:moveTo>
                    <a:pt x="0" y="0"/>
                  </a:moveTo>
                  <a:lnTo>
                    <a:pt x="468705" y="0"/>
                  </a:lnTo>
                  <a:lnTo>
                    <a:pt x="468705" y="468705"/>
                  </a:lnTo>
                  <a:lnTo>
                    <a:pt x="0" y="468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731104" name="TextBox 66"/>
            <p:cNvSpPr txBox="1"/>
            <p:nvPr/>
          </p:nvSpPr>
          <p:spPr bwMode="auto">
            <a:xfrm flipH="0" flipV="0">
              <a:off x="968742" y="175974"/>
              <a:ext cx="3057579" cy="28052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0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79064603" name="AutoShape 67"/>
            <p:cNvSpPr/>
            <p:nvPr/>
          </p:nvSpPr>
          <p:spPr bwMode="auto">
            <a:xfrm flipV="1">
              <a:off x="7712816" y="1574503"/>
              <a:ext cx="1020169" cy="641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4759926" name="Rectangle: Rounded Corners 12"/>
            <p:cNvSpPr/>
            <p:nvPr/>
          </p:nvSpPr>
          <p:spPr bwMode="auto">
            <a:xfrm>
              <a:off x="968743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1557403" name="TextBox 41"/>
          <p:cNvSpPr txBox="1"/>
          <p:nvPr/>
        </p:nvSpPr>
        <p:spPr bwMode="auto">
          <a:xfrm flipH="0" flipV="0">
            <a:off x="1188873" y="1878139"/>
            <a:ext cx="9814252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Penerbit melakukan 4 transaksi </a:t>
            </a:r>
            <a:r>
              <a:rPr sz="2000" i="1" lang="fr-FR">
                <a:solidFill>
                  <a:srgbClr val="000000"/>
                </a:solidFill>
                <a:latin typeface="IBM Plex Sans"/>
              </a:rPr>
              <a:t>terhadap dirinya sendiri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38280095" name="Freeform 42"/>
          <p:cNvSpPr/>
          <p:nvPr/>
        </p:nvSpPr>
        <p:spPr bwMode="auto">
          <a:xfrm rot="4964345">
            <a:off x="4126738" y="312906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1657069" name="Freeform 43"/>
          <p:cNvSpPr/>
          <p:nvPr/>
        </p:nvSpPr>
        <p:spPr bwMode="auto">
          <a:xfrm rot="-6062157" flipH="1">
            <a:off x="6413752" y="299322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8" y="0"/>
                </a:moveTo>
                <a:lnTo>
                  <a:pt x="0" y="0"/>
                </a:lnTo>
                <a:lnTo>
                  <a:pt x="0" y="275395"/>
                </a:lnTo>
                <a:lnTo>
                  <a:pt x="974848" y="275395"/>
                </a:lnTo>
                <a:lnTo>
                  <a:pt x="97484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7688504" name="Freeform 44"/>
          <p:cNvSpPr/>
          <p:nvPr/>
        </p:nvSpPr>
        <p:spPr bwMode="auto">
          <a:xfrm rot="6345702">
            <a:off x="2542375" y="299149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6025063" name="Freeform 45"/>
          <p:cNvSpPr/>
          <p:nvPr/>
        </p:nvSpPr>
        <p:spPr bwMode="auto">
          <a:xfrm rot="-8025351" flipH="1">
            <a:off x="7509609" y="268177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05365633" name=""/>
          <p:cNvGrpSpPr/>
          <p:nvPr/>
        </p:nvGrpSpPr>
        <p:grpSpPr bwMode="auto">
          <a:xfrm>
            <a:off x="2293978" y="3726648"/>
            <a:ext cx="7240438" cy="1063784"/>
            <a:chOff x="0" y="0"/>
            <a:chExt cx="7240438" cy="1063784"/>
          </a:xfrm>
        </p:grpSpPr>
        <p:sp>
          <p:nvSpPr>
            <p:cNvPr id="1185581916" name="Freeform 27"/>
            <p:cNvSpPr/>
            <p:nvPr/>
          </p:nvSpPr>
          <p:spPr bwMode="auto">
            <a:xfrm rot="0" flipH="0" flipV="0">
              <a:off x="0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15432520" name="TextBox 28"/>
            <p:cNvSpPr txBox="1"/>
            <p:nvPr/>
          </p:nvSpPr>
          <p:spPr bwMode="auto">
            <a:xfrm rot="0" flipH="0" flipV="0">
              <a:off x="0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97696815" name="Freeform 30"/>
            <p:cNvSpPr/>
            <p:nvPr/>
          </p:nvSpPr>
          <p:spPr bwMode="auto">
            <a:xfrm rot="0" flipH="0" flipV="0">
              <a:off x="1974886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65279219" name="TextBox 31"/>
            <p:cNvSpPr txBox="1"/>
            <p:nvPr/>
          </p:nvSpPr>
          <p:spPr bwMode="auto">
            <a:xfrm rot="0" flipH="0" flipV="0">
              <a:off x="1974886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21424206" name="Freeform 33"/>
            <p:cNvSpPr/>
            <p:nvPr/>
          </p:nvSpPr>
          <p:spPr bwMode="auto">
            <a:xfrm rot="0" flipH="0" flipV="0">
              <a:off x="3949771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0743183" name="TextBox 34"/>
            <p:cNvSpPr txBox="1"/>
            <p:nvPr/>
          </p:nvSpPr>
          <p:spPr bwMode="auto">
            <a:xfrm rot="0" flipH="0" flipV="0">
              <a:off x="3949771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05152497" name="Freeform 36"/>
            <p:cNvSpPr/>
            <p:nvPr/>
          </p:nvSpPr>
          <p:spPr bwMode="auto">
            <a:xfrm rot="0" flipH="0" flipV="0">
              <a:off x="5923719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7261098" name="TextBox 37"/>
            <p:cNvSpPr txBox="1"/>
            <p:nvPr/>
          </p:nvSpPr>
          <p:spPr bwMode="auto">
            <a:xfrm rot="0" flipH="0" flipV="0">
              <a:off x="5923719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91222919" name="AutoShape 38"/>
            <p:cNvSpPr/>
            <p:nvPr/>
          </p:nvSpPr>
          <p:spPr bwMode="auto">
            <a:xfrm flipH="1">
              <a:off x="1316725" y="616273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389803" name="AutoShape 39"/>
            <p:cNvSpPr/>
            <p:nvPr/>
          </p:nvSpPr>
          <p:spPr bwMode="auto">
            <a:xfrm flipH="1">
              <a:off x="3291610" y="616273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2744798" name="AutoShape 40"/>
            <p:cNvSpPr/>
            <p:nvPr/>
          </p:nvSpPr>
          <p:spPr bwMode="auto">
            <a:xfrm flipH="1">
              <a:off x="5266495" y="616273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9585663" name="TextBox 45"/>
          <p:cNvSpPr txBox="1"/>
          <p:nvPr/>
        </p:nvSpPr>
        <p:spPr bwMode="auto">
          <a:xfrm flipH="0" flipV="0">
            <a:off x="1378689" y="1411110"/>
            <a:ext cx="9060362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Penerbit melakukan 4 transaksi </a:t>
            </a:r>
            <a:r>
              <a:rPr sz="2000" b="0" i="1" u="none" lang="fr-FR">
                <a:solidFill>
                  <a:srgbClr val="000000"/>
                </a:solidFill>
                <a:latin typeface="IBM Plex Sans"/>
              </a:rPr>
              <a:t>terhadap dirinya sendiri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53892706" name="Freeform 49"/>
          <p:cNvSpPr/>
          <p:nvPr/>
        </p:nvSpPr>
        <p:spPr bwMode="auto">
          <a:xfrm rot="-8025351" flipH="1">
            <a:off x="6554743" y="2255063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1468471" name="TextBox 50"/>
          <p:cNvSpPr txBox="1"/>
          <p:nvPr/>
        </p:nvSpPr>
        <p:spPr bwMode="auto">
          <a:xfrm flipH="0" flipV="0">
            <a:off x="1252499" y="5520457"/>
            <a:ext cx="1031692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Transaksi terakhir digunakan untuk membayar penerima akhir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047676673" name="Freeform 51"/>
          <p:cNvSpPr/>
          <p:nvPr/>
        </p:nvSpPr>
        <p:spPr bwMode="auto">
          <a:xfrm rot="-6201798">
            <a:off x="9654351" y="48290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727311409" name=""/>
          <p:cNvGrpSpPr/>
          <p:nvPr/>
        </p:nvGrpSpPr>
        <p:grpSpPr bwMode="auto">
          <a:xfrm>
            <a:off x="1339114" y="2215050"/>
            <a:ext cx="9214385" cy="2148666"/>
            <a:chOff x="0" y="0"/>
            <a:chExt cx="9214385" cy="2148666"/>
          </a:xfrm>
        </p:grpSpPr>
        <p:sp>
          <p:nvSpPr>
            <p:cNvPr id="1211206567" name="Freeform 27"/>
            <p:cNvSpPr/>
            <p:nvPr/>
          </p:nvSpPr>
          <p:spPr bwMode="auto">
            <a:xfrm rot="0" flipH="0" flipV="0">
              <a:off x="0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14905130" name="TextBox 28"/>
            <p:cNvSpPr txBox="1"/>
            <p:nvPr/>
          </p:nvSpPr>
          <p:spPr bwMode="auto">
            <a:xfrm rot="0" flipH="0" flipV="0">
              <a:off x="0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10148328" name="Freeform 30"/>
            <p:cNvSpPr/>
            <p:nvPr/>
          </p:nvSpPr>
          <p:spPr bwMode="auto">
            <a:xfrm rot="0" flipH="0" flipV="0">
              <a:off x="1974884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69886787" name="TextBox 31"/>
            <p:cNvSpPr txBox="1"/>
            <p:nvPr/>
          </p:nvSpPr>
          <p:spPr bwMode="auto">
            <a:xfrm rot="0" flipH="0" flipV="0">
              <a:off x="1974884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97084596" name="Freeform 33"/>
            <p:cNvSpPr/>
            <p:nvPr/>
          </p:nvSpPr>
          <p:spPr bwMode="auto">
            <a:xfrm rot="0" flipH="0" flipV="0">
              <a:off x="3949770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51708523" name="TextBox 34"/>
            <p:cNvSpPr txBox="1"/>
            <p:nvPr/>
          </p:nvSpPr>
          <p:spPr bwMode="auto">
            <a:xfrm rot="0" flipH="0" flipV="0">
              <a:off x="3949770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78772838" name="Freeform 36"/>
            <p:cNvSpPr/>
            <p:nvPr/>
          </p:nvSpPr>
          <p:spPr bwMode="auto">
            <a:xfrm rot="0" flipH="0" flipV="0">
              <a:off x="5923719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70812706" name="TextBox 37"/>
            <p:cNvSpPr txBox="1"/>
            <p:nvPr/>
          </p:nvSpPr>
          <p:spPr bwMode="auto">
            <a:xfrm rot="0" flipH="0" flipV="0">
              <a:off x="5923719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673741250" name="Freeform 39"/>
            <p:cNvSpPr/>
            <p:nvPr/>
          </p:nvSpPr>
          <p:spPr bwMode="auto">
            <a:xfrm rot="0" flipH="0" flipV="0">
              <a:off x="7897665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59279997" name="TextBox 40"/>
            <p:cNvSpPr txBox="1"/>
            <p:nvPr/>
          </p:nvSpPr>
          <p:spPr bwMode="auto">
            <a:xfrm rot="0" flipH="0" flipV="0">
              <a:off x="7897665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01688575" name="AutoShape 41"/>
            <p:cNvSpPr/>
            <p:nvPr/>
          </p:nvSpPr>
          <p:spPr bwMode="auto">
            <a:xfrm flipH="1">
              <a:off x="1316723" y="1701157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7502252" name="AutoShape 42"/>
            <p:cNvSpPr/>
            <p:nvPr/>
          </p:nvSpPr>
          <p:spPr bwMode="auto">
            <a:xfrm flipH="1">
              <a:off x="3291609" y="1701157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6439759" name="AutoShape 43"/>
            <p:cNvSpPr/>
            <p:nvPr/>
          </p:nvSpPr>
          <p:spPr bwMode="auto">
            <a:xfrm flipH="1">
              <a:off x="5266494" y="1701157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3727017" name="AutoShape 44"/>
            <p:cNvSpPr/>
            <p:nvPr/>
          </p:nvSpPr>
          <p:spPr bwMode="auto">
            <a:xfrm flipH="1">
              <a:off x="7240442" y="1701157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7592543" name="Freeform 46"/>
            <p:cNvSpPr/>
            <p:nvPr/>
          </p:nvSpPr>
          <p:spPr bwMode="auto">
            <a:xfrm rot="4964345">
              <a:off x="1832757" y="487300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775453" name="Freeform 47"/>
            <p:cNvSpPr/>
            <p:nvPr/>
          </p:nvSpPr>
          <p:spPr bwMode="auto">
            <a:xfrm rot="-6062157" flipH="1">
              <a:off x="4119771" y="35145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974849" y="0"/>
                  </a:moveTo>
                  <a:lnTo>
                    <a:pt x="0" y="0"/>
                  </a:lnTo>
                  <a:lnTo>
                    <a:pt x="0" y="275395"/>
                  </a:lnTo>
                  <a:lnTo>
                    <a:pt x="974849" y="275395"/>
                  </a:lnTo>
                  <a:lnTo>
                    <a:pt x="974849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4164146" name="Freeform 48"/>
            <p:cNvSpPr/>
            <p:nvPr/>
          </p:nvSpPr>
          <p:spPr bwMode="auto">
            <a:xfrm rot="6345702">
              <a:off x="248393" y="34972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87472335" name=""/>
          <p:cNvGrpSpPr/>
          <p:nvPr/>
        </p:nvGrpSpPr>
        <p:grpSpPr bwMode="auto">
          <a:xfrm>
            <a:off x="443259" y="1188538"/>
            <a:ext cx="11168101" cy="4439599"/>
            <a:chOff x="0" y="0"/>
            <a:chExt cx="11168101" cy="4439599"/>
          </a:xfrm>
        </p:grpSpPr>
        <p:sp>
          <p:nvSpPr>
            <p:cNvPr id="855010639" name="Freeform 33"/>
            <p:cNvSpPr/>
            <p:nvPr/>
          </p:nvSpPr>
          <p:spPr bwMode="auto">
            <a:xfrm rot="0" flipH="0" flipV="0">
              <a:off x="5425549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32444627" name="TextBox 34"/>
            <p:cNvSpPr txBox="1"/>
            <p:nvPr/>
          </p:nvSpPr>
          <p:spPr bwMode="auto">
            <a:xfrm rot="0" flipH="0" flipV="0">
              <a:off x="5425549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73105794" name="Freeform 36"/>
            <p:cNvSpPr/>
            <p:nvPr/>
          </p:nvSpPr>
          <p:spPr bwMode="auto">
            <a:xfrm rot="0" flipH="0" flipV="0">
              <a:off x="7027807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9232917" name="TextBox 37"/>
            <p:cNvSpPr txBox="1"/>
            <p:nvPr/>
          </p:nvSpPr>
          <p:spPr bwMode="auto">
            <a:xfrm rot="0" flipH="0" flipV="0">
              <a:off x="7027807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39352185" name="Freeform 39"/>
            <p:cNvSpPr/>
            <p:nvPr/>
          </p:nvSpPr>
          <p:spPr bwMode="auto">
            <a:xfrm rot="0" flipH="0" flipV="0">
              <a:off x="8630064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15731026" name="TextBox 40"/>
            <p:cNvSpPr txBox="1"/>
            <p:nvPr/>
          </p:nvSpPr>
          <p:spPr bwMode="auto">
            <a:xfrm rot="0" flipH="0" flipV="0">
              <a:off x="8630064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26962510" name="AutoShape 43"/>
            <p:cNvSpPr/>
            <p:nvPr/>
          </p:nvSpPr>
          <p:spPr bwMode="auto">
            <a:xfrm flipH="1">
              <a:off x="6494337" y="3363197"/>
              <a:ext cx="53346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3084904" name="AutoShape 44"/>
            <p:cNvSpPr/>
            <p:nvPr/>
          </p:nvSpPr>
          <p:spPr bwMode="auto">
            <a:xfrm flipH="1">
              <a:off x="8096594" y="3363197"/>
              <a:ext cx="53346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4059014" name="Freeform 49"/>
            <p:cNvSpPr/>
            <p:nvPr/>
          </p:nvSpPr>
          <p:spPr bwMode="auto">
            <a:xfrm>
              <a:off x="10232251" y="2915692"/>
              <a:ext cx="935850" cy="895014"/>
            </a:xfrm>
            <a:custGeom>
              <a:avLst/>
              <a:gdLst/>
              <a:ahLst/>
              <a:cxnLst/>
              <a:rect l="l" t="t" r="r" b="b"/>
              <a:pathLst>
                <a:path w="935852" h="895015" fill="norm" stroke="1" extrusionOk="0">
                  <a:moveTo>
                    <a:pt x="0" y="0"/>
                  </a:moveTo>
                  <a:lnTo>
                    <a:pt x="935852" y="0"/>
                  </a:lnTo>
                  <a:lnTo>
                    <a:pt x="935852" y="895015"/>
                  </a:lnTo>
                  <a:lnTo>
                    <a:pt x="0" y="8950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5805644" name="Freeform 50"/>
            <p:cNvSpPr/>
            <p:nvPr/>
          </p:nvSpPr>
          <p:spPr bwMode="auto">
            <a:xfrm>
              <a:off x="10622668" y="2968723"/>
              <a:ext cx="155017" cy="155017"/>
            </a:xfrm>
            <a:custGeom>
              <a:avLst/>
              <a:gdLst/>
              <a:ahLst/>
              <a:cxnLst/>
              <a:rect l="l" t="t" r="r" b="b"/>
              <a:pathLst>
                <a:path w="155019" h="155019" fill="norm" stroke="1" extrusionOk="0">
                  <a:moveTo>
                    <a:pt x="0" y="0"/>
                  </a:moveTo>
                  <a:lnTo>
                    <a:pt x="155019" y="0"/>
                  </a:lnTo>
                  <a:lnTo>
                    <a:pt x="155019" y="155019"/>
                  </a:lnTo>
                  <a:lnTo>
                    <a:pt x="0" y="155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0469837" name="AutoShape 54"/>
            <p:cNvSpPr/>
            <p:nvPr/>
          </p:nvSpPr>
          <p:spPr bwMode="auto">
            <a:xfrm flipH="1">
              <a:off x="1686118" y="616273"/>
              <a:ext cx="8546132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2704781" name="Freeform 55"/>
            <p:cNvSpPr/>
            <p:nvPr/>
          </p:nvSpPr>
          <p:spPr bwMode="auto">
            <a:xfrm>
              <a:off x="10232251" y="168766"/>
              <a:ext cx="935850" cy="895014"/>
            </a:xfrm>
            <a:custGeom>
              <a:avLst/>
              <a:gdLst/>
              <a:ahLst/>
              <a:cxnLst/>
              <a:rect l="l" t="t" r="r" b="b"/>
              <a:pathLst>
                <a:path w="935852" h="895015" fill="norm" stroke="1" extrusionOk="0">
                  <a:moveTo>
                    <a:pt x="0" y="0"/>
                  </a:moveTo>
                  <a:lnTo>
                    <a:pt x="935852" y="0"/>
                  </a:lnTo>
                  <a:lnTo>
                    <a:pt x="935852" y="895014"/>
                  </a:lnTo>
                  <a:lnTo>
                    <a:pt x="0" y="8950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0725807" name="Freeform 56"/>
            <p:cNvSpPr/>
            <p:nvPr/>
          </p:nvSpPr>
          <p:spPr bwMode="auto">
            <a:xfrm>
              <a:off x="10622668" y="221798"/>
              <a:ext cx="155017" cy="155017"/>
            </a:xfrm>
            <a:custGeom>
              <a:avLst/>
              <a:gdLst/>
              <a:ahLst/>
              <a:cxnLst/>
              <a:rect l="l" t="t" r="r" b="b"/>
              <a:pathLst>
                <a:path w="155019" h="155019" fill="norm" stroke="1" extrusionOk="0">
                  <a:moveTo>
                    <a:pt x="0" y="0"/>
                  </a:moveTo>
                  <a:lnTo>
                    <a:pt x="155019" y="0"/>
                  </a:lnTo>
                  <a:lnTo>
                    <a:pt x="155019" y="155019"/>
                  </a:lnTo>
                  <a:lnTo>
                    <a:pt x="0" y="155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25043761" name="AutoShape 57"/>
            <p:cNvSpPr/>
            <p:nvPr/>
          </p:nvSpPr>
          <p:spPr bwMode="auto">
            <a:xfrm flipH="1" flipV="1">
              <a:off x="9698851" y="3363197"/>
              <a:ext cx="53339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4075648" name="Freeform 58"/>
            <p:cNvSpPr/>
            <p:nvPr/>
          </p:nvSpPr>
          <p:spPr bwMode="auto">
            <a:xfrm>
              <a:off x="10457167" y="1203219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19" y="0"/>
                  </a:lnTo>
                  <a:lnTo>
                    <a:pt x="486019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9927084" name="Freeform 59"/>
            <p:cNvSpPr/>
            <p:nvPr/>
          </p:nvSpPr>
          <p:spPr bwMode="auto">
            <a:xfrm>
              <a:off x="10457167" y="3953581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19" y="0"/>
                  </a:lnTo>
                  <a:lnTo>
                    <a:pt x="486019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469466474" name=""/>
            <p:cNvGrpSpPr/>
            <p:nvPr/>
          </p:nvGrpSpPr>
          <p:grpSpPr bwMode="auto">
            <a:xfrm>
              <a:off x="0" y="0"/>
              <a:ext cx="5425551" cy="3810710"/>
              <a:chOff x="0" y="0"/>
              <a:chExt cx="5425551" cy="3810710"/>
            </a:xfrm>
          </p:grpSpPr>
          <p:sp>
            <p:nvSpPr>
              <p:cNvPr id="1017580813" name="Freeform 27"/>
              <p:cNvSpPr/>
              <p:nvPr/>
            </p:nvSpPr>
            <p:spPr bwMode="auto">
              <a:xfrm rot="0" flipH="0" flipV="0">
                <a:off x="2219517" y="2915691"/>
                <a:ext cx="1068786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44873" y="0"/>
                    </a:moveTo>
                    <a:lnTo>
                      <a:pt x="277363" y="0"/>
                    </a:lnTo>
                    <a:cubicBezTo>
                      <a:pt x="315786" y="0"/>
                      <a:pt x="352635" y="15263"/>
                      <a:pt x="379804" y="42432"/>
                    </a:cubicBezTo>
                    <a:cubicBezTo>
                      <a:pt x="406973" y="69601"/>
                      <a:pt x="422237" y="106450"/>
                      <a:pt x="422237" y="144873"/>
                    </a:cubicBezTo>
                    <a:lnTo>
                      <a:pt x="422237" y="208713"/>
                    </a:lnTo>
                    <a:cubicBezTo>
                      <a:pt x="422237" y="247136"/>
                      <a:pt x="406973" y="283985"/>
                      <a:pt x="379804" y="311154"/>
                    </a:cubicBezTo>
                    <a:cubicBezTo>
                      <a:pt x="352635" y="338323"/>
                      <a:pt x="315786" y="353586"/>
                      <a:pt x="277363" y="353586"/>
                    </a:cubicBezTo>
                    <a:lnTo>
                      <a:pt x="144873" y="353586"/>
                    </a:lnTo>
                    <a:cubicBezTo>
                      <a:pt x="106450" y="353586"/>
                      <a:pt x="69601" y="338323"/>
                      <a:pt x="42432" y="311154"/>
                    </a:cubicBezTo>
                    <a:cubicBezTo>
                      <a:pt x="15263" y="283985"/>
                      <a:pt x="0" y="247136"/>
                      <a:pt x="0" y="208713"/>
                    </a:cubicBezTo>
                    <a:lnTo>
                      <a:pt x="0" y="144873"/>
                    </a:lnTo>
                    <a:cubicBezTo>
                      <a:pt x="0" y="106450"/>
                      <a:pt x="15263" y="69601"/>
                      <a:pt x="42432" y="42432"/>
                    </a:cubicBezTo>
                    <a:cubicBezTo>
                      <a:pt x="69601" y="15263"/>
                      <a:pt x="106450" y="0"/>
                      <a:pt x="14487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751960732" name="TextBox 28"/>
              <p:cNvSpPr txBox="1"/>
              <p:nvPr/>
            </p:nvSpPr>
            <p:spPr bwMode="auto">
              <a:xfrm rot="0" flipH="0" flipV="0">
                <a:off x="2219517" y="2746925"/>
                <a:ext cx="1068786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1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96796975" name="Freeform 30"/>
              <p:cNvSpPr/>
              <p:nvPr/>
            </p:nvSpPr>
            <p:spPr bwMode="auto">
              <a:xfrm rot="0" flipH="0" flipV="0">
                <a:off x="3822534" y="2915691"/>
                <a:ext cx="1068786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44873" y="0"/>
                    </a:moveTo>
                    <a:lnTo>
                      <a:pt x="277363" y="0"/>
                    </a:lnTo>
                    <a:cubicBezTo>
                      <a:pt x="315786" y="0"/>
                      <a:pt x="352635" y="15263"/>
                      <a:pt x="379804" y="42432"/>
                    </a:cubicBezTo>
                    <a:cubicBezTo>
                      <a:pt x="406973" y="69601"/>
                      <a:pt x="422237" y="106450"/>
                      <a:pt x="422237" y="144873"/>
                    </a:cubicBezTo>
                    <a:lnTo>
                      <a:pt x="422237" y="208713"/>
                    </a:lnTo>
                    <a:cubicBezTo>
                      <a:pt x="422237" y="247136"/>
                      <a:pt x="406973" y="283985"/>
                      <a:pt x="379804" y="311154"/>
                    </a:cubicBezTo>
                    <a:cubicBezTo>
                      <a:pt x="352635" y="338323"/>
                      <a:pt x="315786" y="353586"/>
                      <a:pt x="277363" y="353586"/>
                    </a:cubicBezTo>
                    <a:lnTo>
                      <a:pt x="144873" y="353586"/>
                    </a:lnTo>
                    <a:cubicBezTo>
                      <a:pt x="106450" y="353586"/>
                      <a:pt x="69601" y="338323"/>
                      <a:pt x="42432" y="311154"/>
                    </a:cubicBezTo>
                    <a:cubicBezTo>
                      <a:pt x="15263" y="283985"/>
                      <a:pt x="0" y="247136"/>
                      <a:pt x="0" y="208713"/>
                    </a:cubicBezTo>
                    <a:lnTo>
                      <a:pt x="0" y="144873"/>
                    </a:lnTo>
                    <a:cubicBezTo>
                      <a:pt x="0" y="106450"/>
                      <a:pt x="15263" y="69601"/>
                      <a:pt x="42432" y="42432"/>
                    </a:cubicBezTo>
                    <a:cubicBezTo>
                      <a:pt x="69601" y="15263"/>
                      <a:pt x="106450" y="0"/>
                      <a:pt x="14487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786675212" name="TextBox 31"/>
              <p:cNvSpPr txBox="1"/>
              <p:nvPr/>
            </p:nvSpPr>
            <p:spPr bwMode="auto">
              <a:xfrm rot="0" flipH="0" flipV="0">
                <a:off x="3822534" y="2746925"/>
                <a:ext cx="1068786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2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984065384" name="AutoShape 41"/>
              <p:cNvSpPr/>
              <p:nvPr/>
            </p:nvSpPr>
            <p:spPr bwMode="auto">
              <a:xfrm flipH="1">
                <a:off x="3288303" y="3363197"/>
                <a:ext cx="534231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46747970" name="AutoShape 42"/>
              <p:cNvSpPr/>
              <p:nvPr/>
            </p:nvSpPr>
            <p:spPr bwMode="auto">
              <a:xfrm flipH="1">
                <a:off x="4891320" y="3363197"/>
                <a:ext cx="534231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859438127" name="Freeform 46"/>
              <p:cNvSpPr/>
              <p:nvPr/>
            </p:nvSpPr>
            <p:spPr bwMode="auto">
              <a:xfrm rot="0" flipH="0" flipV="0">
                <a:off x="0" y="2915691"/>
                <a:ext cx="1686114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666120" h="353586" fill="norm" stroke="1" extrusionOk="0">
                    <a:moveTo>
                      <a:pt x="91831" y="0"/>
                    </a:moveTo>
                    <a:lnTo>
                      <a:pt x="574289" y="0"/>
                    </a:lnTo>
                    <a:cubicBezTo>
                      <a:pt x="598644" y="0"/>
                      <a:pt x="622001" y="9675"/>
                      <a:pt x="639223" y="26897"/>
                    </a:cubicBezTo>
                    <a:cubicBezTo>
                      <a:pt x="656445" y="44119"/>
                      <a:pt x="666120" y="67476"/>
                      <a:pt x="666120" y="91831"/>
                    </a:cubicBezTo>
                    <a:lnTo>
                      <a:pt x="666120" y="261755"/>
                    </a:lnTo>
                    <a:cubicBezTo>
                      <a:pt x="666120" y="286110"/>
                      <a:pt x="656445" y="309468"/>
                      <a:pt x="639223" y="326689"/>
                    </a:cubicBezTo>
                    <a:cubicBezTo>
                      <a:pt x="622001" y="343911"/>
                      <a:pt x="598644" y="353586"/>
                      <a:pt x="574289" y="353586"/>
                    </a:cubicBezTo>
                    <a:lnTo>
                      <a:pt x="91831" y="353586"/>
                    </a:lnTo>
                    <a:cubicBezTo>
                      <a:pt x="67476" y="353586"/>
                      <a:pt x="44119" y="343911"/>
                      <a:pt x="26897" y="326689"/>
                    </a:cubicBezTo>
                    <a:cubicBezTo>
                      <a:pt x="9675" y="309468"/>
                      <a:pt x="0" y="286110"/>
                      <a:pt x="0" y="261755"/>
                    </a:cubicBezTo>
                    <a:lnTo>
                      <a:pt x="0" y="91831"/>
                    </a:lnTo>
                    <a:cubicBezTo>
                      <a:pt x="0" y="67476"/>
                      <a:pt x="9675" y="44119"/>
                      <a:pt x="26897" y="26897"/>
                    </a:cubicBezTo>
                    <a:cubicBezTo>
                      <a:pt x="44119" y="9675"/>
                      <a:pt x="67476" y="0"/>
                      <a:pt x="91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920071466" name="TextBox 47"/>
              <p:cNvSpPr txBox="1"/>
              <p:nvPr/>
            </p:nvSpPr>
            <p:spPr bwMode="auto">
              <a:xfrm rot="0" flipH="0" flipV="0">
                <a:off x="0" y="2746925"/>
                <a:ext cx="1686114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coinjoin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74654711" name="AutoShape 48"/>
              <p:cNvSpPr/>
              <p:nvPr/>
            </p:nvSpPr>
            <p:spPr bwMode="auto">
              <a:xfrm flipH="1">
                <a:off x="1686118" y="3363197"/>
                <a:ext cx="533398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963925760" name="Freeform 52"/>
              <p:cNvSpPr/>
              <p:nvPr/>
            </p:nvSpPr>
            <p:spPr bwMode="auto">
              <a:xfrm rot="0" flipH="0" flipV="0">
                <a:off x="0" y="168765"/>
                <a:ext cx="1686114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666120" h="353586" fill="norm" stroke="1" extrusionOk="0">
                    <a:moveTo>
                      <a:pt x="91831" y="0"/>
                    </a:moveTo>
                    <a:lnTo>
                      <a:pt x="574289" y="0"/>
                    </a:lnTo>
                    <a:cubicBezTo>
                      <a:pt x="598644" y="0"/>
                      <a:pt x="622001" y="9675"/>
                      <a:pt x="639223" y="26897"/>
                    </a:cubicBezTo>
                    <a:cubicBezTo>
                      <a:pt x="656445" y="44119"/>
                      <a:pt x="666120" y="67476"/>
                      <a:pt x="666120" y="91831"/>
                    </a:cubicBezTo>
                    <a:lnTo>
                      <a:pt x="666120" y="261755"/>
                    </a:lnTo>
                    <a:cubicBezTo>
                      <a:pt x="666120" y="286110"/>
                      <a:pt x="656445" y="309468"/>
                      <a:pt x="639223" y="326689"/>
                    </a:cubicBezTo>
                    <a:cubicBezTo>
                      <a:pt x="622001" y="343911"/>
                      <a:pt x="598644" y="353586"/>
                      <a:pt x="574289" y="353586"/>
                    </a:cubicBezTo>
                    <a:lnTo>
                      <a:pt x="91831" y="353586"/>
                    </a:lnTo>
                    <a:cubicBezTo>
                      <a:pt x="67476" y="353586"/>
                      <a:pt x="44119" y="343911"/>
                      <a:pt x="26897" y="326689"/>
                    </a:cubicBezTo>
                    <a:cubicBezTo>
                      <a:pt x="9675" y="309468"/>
                      <a:pt x="0" y="286110"/>
                      <a:pt x="0" y="261755"/>
                    </a:cubicBezTo>
                    <a:lnTo>
                      <a:pt x="0" y="91831"/>
                    </a:lnTo>
                    <a:cubicBezTo>
                      <a:pt x="0" y="67476"/>
                      <a:pt x="9675" y="44119"/>
                      <a:pt x="26897" y="26897"/>
                    </a:cubicBezTo>
                    <a:cubicBezTo>
                      <a:pt x="44119" y="9675"/>
                      <a:pt x="67476" y="0"/>
                      <a:pt x="91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05347115" name="TextBox 53"/>
              <p:cNvSpPr txBox="1"/>
              <p:nvPr/>
            </p:nvSpPr>
            <p:spPr bwMode="auto">
              <a:xfrm rot="0" flipH="0" flipV="0">
                <a:off x="0" y="0"/>
                <a:ext cx="1686114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coinjoin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1713422" name="TextBox 26"/>
          <p:cNvSpPr txBox="1"/>
          <p:nvPr/>
        </p:nvSpPr>
        <p:spPr bwMode="auto">
          <a:xfrm>
            <a:off x="2242706" y="1430767"/>
            <a:ext cx="4419442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Ini bukan mereka lagi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82367702" name="TextBox 29"/>
          <p:cNvSpPr txBox="1"/>
          <p:nvPr/>
        </p:nvSpPr>
        <p:spPr bwMode="auto">
          <a:xfrm flipH="0" flipV="0">
            <a:off x="8226930" y="5033835"/>
            <a:ext cx="3407743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Mereka adalah pelanggan saya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531735183" name="Freeform 30"/>
          <p:cNvSpPr/>
          <p:nvPr/>
        </p:nvSpPr>
        <p:spPr bwMode="auto">
          <a:xfrm rot="-6201798">
            <a:off x="9488174" y="4414650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0"/>
                </a:moveTo>
                <a:lnTo>
                  <a:pt x="915005" y="0"/>
                </a:lnTo>
                <a:lnTo>
                  <a:pt x="915005" y="258489"/>
                </a:lnTo>
                <a:lnTo>
                  <a:pt x="0" y="2584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3000239" name="TextBox 57"/>
          <p:cNvSpPr txBox="1"/>
          <p:nvPr/>
        </p:nvSpPr>
        <p:spPr bwMode="auto">
          <a:xfrm flipH="0" flipV="0">
            <a:off x="6312198" y="1430767"/>
            <a:ext cx="4977811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Ini mungkin mereka lagi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00655616" name="TextBox 58"/>
          <p:cNvSpPr txBox="1"/>
          <p:nvPr/>
        </p:nvSpPr>
        <p:spPr bwMode="auto">
          <a:xfrm>
            <a:off x="4585788" y="5033835"/>
            <a:ext cx="3283659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Apakah mereka masih menjadi pelanggan saya?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34568060" name="Freeform 59"/>
          <p:cNvSpPr/>
          <p:nvPr/>
        </p:nvSpPr>
        <p:spPr bwMode="auto">
          <a:xfrm rot="-5306746" flipV="1">
            <a:off x="5591243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2763965" name="TextBox 60"/>
          <p:cNvSpPr txBox="1"/>
          <p:nvPr/>
        </p:nvSpPr>
        <p:spPr bwMode="auto">
          <a:xfrm flipH="0" flipV="0">
            <a:off x="604296" y="5033835"/>
            <a:ext cx="3679642" cy="700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Koin tersebut bukan dari pelanggan saya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427959191" name="Freeform 61"/>
          <p:cNvSpPr/>
          <p:nvPr/>
        </p:nvSpPr>
        <p:spPr bwMode="auto">
          <a:xfrm rot="-5170268" flipV="1">
            <a:off x="999695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787771134" name=""/>
          <p:cNvGrpSpPr/>
          <p:nvPr/>
        </p:nvGrpSpPr>
        <p:grpSpPr bwMode="auto">
          <a:xfrm>
            <a:off x="665892" y="2127137"/>
            <a:ext cx="10482507" cy="1888128"/>
            <a:chOff x="0" y="0"/>
            <a:chExt cx="10482507" cy="1888128"/>
          </a:xfrm>
        </p:grpSpPr>
        <p:sp>
          <p:nvSpPr>
            <p:cNvPr id="1657555333" name="Freeform 27"/>
            <p:cNvSpPr/>
            <p:nvPr/>
          </p:nvSpPr>
          <p:spPr bwMode="auto">
            <a:xfrm rot="-6062157" flipH="1" flipV="1">
              <a:off x="3372817" y="379758"/>
              <a:ext cx="915003" cy="258489"/>
            </a:xfrm>
            <a:custGeom>
              <a:avLst/>
              <a:gdLst/>
              <a:ahLst/>
              <a:cxnLst/>
              <a:rect l="l" t="t" r="r" b="b"/>
              <a:pathLst>
                <a:path w="915004" h="258489" fill="norm" stroke="1" extrusionOk="0">
                  <a:moveTo>
                    <a:pt x="915005" y="258489"/>
                  </a:moveTo>
                  <a:lnTo>
                    <a:pt x="0" y="258489"/>
                  </a:lnTo>
                  <a:lnTo>
                    <a:pt x="0" y="0"/>
                  </a:lnTo>
                  <a:lnTo>
                    <a:pt x="915005" y="0"/>
                  </a:lnTo>
                  <a:lnTo>
                    <a:pt x="915005" y="258489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3913349" name="Freeform 28"/>
            <p:cNvSpPr/>
            <p:nvPr/>
          </p:nvSpPr>
          <p:spPr bwMode="auto">
            <a:xfrm rot="5811785" flipV="1">
              <a:off x="6889798" y="328257"/>
              <a:ext cx="915003" cy="258489"/>
            </a:xfrm>
            <a:custGeom>
              <a:avLst/>
              <a:gdLst/>
              <a:ahLst/>
              <a:cxnLst/>
              <a:rect l="l" t="t" r="r" b="b"/>
              <a:pathLst>
                <a:path w="915004" h="258489" fill="norm" stroke="1" extrusionOk="0">
                  <a:moveTo>
                    <a:pt x="0" y="258488"/>
                  </a:moveTo>
                  <a:lnTo>
                    <a:pt x="915004" y="258488"/>
                  </a:lnTo>
                  <a:lnTo>
                    <a:pt x="915004" y="0"/>
                  </a:lnTo>
                  <a:lnTo>
                    <a:pt x="0" y="0"/>
                  </a:lnTo>
                  <a:lnTo>
                    <a:pt x="0" y="258488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514844070" name=""/>
            <p:cNvGrpSpPr/>
            <p:nvPr/>
          </p:nvGrpSpPr>
          <p:grpSpPr bwMode="auto">
            <a:xfrm>
              <a:off x="0" y="889650"/>
              <a:ext cx="10482507" cy="998477"/>
              <a:chOff x="0" y="0"/>
              <a:chExt cx="10482507" cy="998477"/>
            </a:xfrm>
          </p:grpSpPr>
          <p:sp>
            <p:nvSpPr>
              <p:cNvPr id="1583011658" name="Freeform 32"/>
              <p:cNvSpPr/>
              <p:nvPr/>
            </p:nvSpPr>
            <p:spPr bwMode="auto">
              <a:xfrm rot="0" flipH="0" flipV="0">
                <a:off x="208326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8019421" name="TextBox 33"/>
              <p:cNvSpPr txBox="1"/>
              <p:nvPr/>
            </p:nvSpPr>
            <p:spPr bwMode="auto">
              <a:xfrm rot="0" flipH="0" flipV="0">
                <a:off x="208326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1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369112468" name="Freeform 35"/>
              <p:cNvSpPr/>
              <p:nvPr/>
            </p:nvSpPr>
            <p:spPr bwMode="auto">
              <a:xfrm rot="0" flipH="0" flipV="0">
                <a:off x="358787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2715657" name="TextBox 36"/>
              <p:cNvSpPr txBox="1"/>
              <p:nvPr/>
            </p:nvSpPr>
            <p:spPr bwMode="auto">
              <a:xfrm rot="0" flipH="0" flipV="0">
                <a:off x="358787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2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42815018" name="Freeform 38"/>
              <p:cNvSpPr/>
              <p:nvPr/>
            </p:nvSpPr>
            <p:spPr bwMode="auto">
              <a:xfrm rot="0" flipH="0" flipV="0">
                <a:off x="509248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77710320" name="TextBox 39"/>
              <p:cNvSpPr txBox="1"/>
              <p:nvPr/>
            </p:nvSpPr>
            <p:spPr bwMode="auto">
              <a:xfrm rot="0" flipH="0" flipV="0">
                <a:off x="509248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3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75830920" name="Freeform 41"/>
              <p:cNvSpPr/>
              <p:nvPr/>
            </p:nvSpPr>
            <p:spPr bwMode="auto">
              <a:xfrm rot="0" flipH="0" flipV="0">
                <a:off x="6596379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71523987" name="TextBox 42"/>
              <p:cNvSpPr txBox="1"/>
              <p:nvPr/>
            </p:nvSpPr>
            <p:spPr bwMode="auto">
              <a:xfrm rot="0" flipH="0" flipV="0">
                <a:off x="6596379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4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40465504" name="Freeform 44"/>
              <p:cNvSpPr/>
              <p:nvPr/>
            </p:nvSpPr>
            <p:spPr bwMode="auto">
              <a:xfrm rot="0" flipH="0" flipV="0">
                <a:off x="8100274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4695154" name="TextBox 45"/>
              <p:cNvSpPr txBox="1"/>
              <p:nvPr/>
            </p:nvSpPr>
            <p:spPr bwMode="auto">
              <a:xfrm rot="0" flipH="0" flipV="0">
                <a:off x="8100274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5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05667276" name="AutoShape 46"/>
              <p:cNvSpPr/>
              <p:nvPr/>
            </p:nvSpPr>
            <p:spPr bwMode="auto">
              <a:xfrm flipH="1">
                <a:off x="3086438" y="578441"/>
                <a:ext cx="501435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951608221" name="AutoShape 47"/>
              <p:cNvSpPr/>
              <p:nvPr/>
            </p:nvSpPr>
            <p:spPr bwMode="auto">
              <a:xfrm flipH="1">
                <a:off x="4591048" y="578441"/>
                <a:ext cx="501435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570517256" name="AutoShape 48"/>
              <p:cNvSpPr/>
              <p:nvPr/>
            </p:nvSpPr>
            <p:spPr bwMode="auto">
              <a:xfrm flipH="1">
                <a:off x="6095659" y="578441"/>
                <a:ext cx="500719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880442653" name="AutoShape 49"/>
              <p:cNvSpPr/>
              <p:nvPr/>
            </p:nvSpPr>
            <p:spPr bwMode="auto">
              <a:xfrm flipH="1">
                <a:off x="7599555" y="578441"/>
                <a:ext cx="500719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981926957" name="Freeform 54"/>
              <p:cNvSpPr/>
              <p:nvPr/>
            </p:nvSpPr>
            <p:spPr bwMode="auto">
              <a:xfrm>
                <a:off x="9604107" y="158406"/>
                <a:ext cx="878400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878401" h="840071" fill="norm" stroke="1" extrusionOk="0">
                    <a:moveTo>
                      <a:pt x="0" y="0"/>
                    </a:moveTo>
                    <a:lnTo>
                      <a:pt x="878401" y="0"/>
                    </a:lnTo>
                    <a:lnTo>
                      <a:pt x="878401" y="840071"/>
                    </a:lnTo>
                    <a:lnTo>
                      <a:pt x="0" y="84007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870572811" name="Freeform 55"/>
              <p:cNvSpPr/>
              <p:nvPr/>
            </p:nvSpPr>
            <p:spPr bwMode="auto">
              <a:xfrm>
                <a:off x="9970555" y="183940"/>
                <a:ext cx="145503" cy="145503"/>
              </a:xfrm>
              <a:custGeom>
                <a:avLst/>
                <a:gdLst/>
                <a:ahLst/>
                <a:cxnLst/>
                <a:rect l="l" t="t" r="r" b="b"/>
                <a:pathLst>
                  <a:path w="145503" h="145503" fill="norm" stroke="1" extrusionOk="0">
                    <a:moveTo>
                      <a:pt x="0" y="0"/>
                    </a:moveTo>
                    <a:lnTo>
                      <a:pt x="145503" y="0"/>
                    </a:lnTo>
                    <a:lnTo>
                      <a:pt x="145503" y="145503"/>
                    </a:lnTo>
                    <a:lnTo>
                      <a:pt x="0" y="14550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520002919" name="AutoShape 56"/>
              <p:cNvSpPr/>
              <p:nvPr/>
            </p:nvSpPr>
            <p:spPr bwMode="auto">
              <a:xfrm flipH="1">
                <a:off x="9103450" y="578441"/>
                <a:ext cx="500653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grpSp>
            <p:nvGrpSpPr>
              <p:cNvPr id="1587765784" name=""/>
              <p:cNvGrpSpPr/>
              <p:nvPr/>
            </p:nvGrpSpPr>
            <p:grpSpPr bwMode="auto">
              <a:xfrm>
                <a:off x="0" y="0"/>
                <a:ext cx="2083262" cy="998477"/>
                <a:chOff x="0" y="0"/>
                <a:chExt cx="2083262" cy="998477"/>
              </a:xfrm>
            </p:grpSpPr>
            <p:sp>
              <p:nvSpPr>
                <p:cNvPr id="369224443" name="Freeform 51"/>
                <p:cNvSpPr/>
                <p:nvPr/>
              </p:nvSpPr>
              <p:spPr bwMode="auto">
                <a:xfrm rot="0" flipH="0" flipV="0">
                  <a:off x="0" y="158404"/>
                  <a:ext cx="1582605" cy="8400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120" h="353586" fill="norm" stroke="1" extrusionOk="0">
                      <a:moveTo>
                        <a:pt x="97838" y="0"/>
                      </a:moveTo>
                      <a:lnTo>
                        <a:pt x="568283" y="0"/>
                      </a:lnTo>
                      <a:cubicBezTo>
                        <a:pt x="594231" y="0"/>
                        <a:pt x="619116" y="10308"/>
                        <a:pt x="637464" y="28656"/>
                      </a:cubicBezTo>
                      <a:cubicBezTo>
                        <a:pt x="655812" y="47004"/>
                        <a:pt x="666120" y="71889"/>
                        <a:pt x="666120" y="97838"/>
                      </a:cubicBezTo>
                      <a:lnTo>
                        <a:pt x="666120" y="255749"/>
                      </a:lnTo>
                      <a:cubicBezTo>
                        <a:pt x="666120" y="309783"/>
                        <a:pt x="622317" y="353586"/>
                        <a:pt x="568283" y="353586"/>
                      </a:cubicBezTo>
                      <a:lnTo>
                        <a:pt x="97838" y="353586"/>
                      </a:lnTo>
                      <a:cubicBezTo>
                        <a:pt x="43803" y="353586"/>
                        <a:pt x="0" y="309783"/>
                        <a:pt x="0" y="255749"/>
                      </a:cubicBezTo>
                      <a:lnTo>
                        <a:pt x="0" y="97838"/>
                      </a:lnTo>
                      <a:cubicBezTo>
                        <a:pt x="0" y="43803"/>
                        <a:pt x="43803" y="0"/>
                        <a:pt x="97838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  <p:txBody>
                <a:bodyPr/>
                <a:lstStyle/>
                <a:p>
                  <a:pPr>
                    <a:defRPr/>
                  </a:pPr>
                  <a:endParaRPr sz="2000">
                    <a:latin typeface="IBM Plex Sans"/>
                    <a:cs typeface="IBM Plex Sans"/>
                  </a:endParaRPr>
                </a:p>
              </p:txBody>
            </p:sp>
            <p:sp>
              <p:nvSpPr>
                <p:cNvPr id="1570117165" name="TextBox 52"/>
                <p:cNvSpPr txBox="1"/>
                <p:nvPr/>
              </p:nvSpPr>
              <p:spPr bwMode="auto">
                <a:xfrm rot="0" flipH="0" flipV="0">
                  <a:off x="0" y="0"/>
                  <a:ext cx="1582605" cy="998479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3344"/>
                    </a:lnSpc>
                    <a:defRPr/>
                  </a:pPr>
                  <a:r>
                    <a:rPr lang="en-US" sz="20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coinjoin</a:t>
                  </a:r>
                  <a:endParaRPr sz="2000">
                    <a:latin typeface="IBM Plex Sans"/>
                    <a:cs typeface="IBM Plex Sans"/>
                  </a:endParaRPr>
                </a:p>
              </p:txBody>
            </p:sp>
            <p:sp>
              <p:nvSpPr>
                <p:cNvPr id="497101514" name="AutoShape 53"/>
                <p:cNvSpPr/>
                <p:nvPr/>
              </p:nvSpPr>
              <p:spPr bwMode="auto">
                <a:xfrm flipH="1">
                  <a:off x="1582609" y="578441"/>
                  <a:ext cx="500653" cy="0"/>
                </a:xfrm>
                <a:prstGeom prst="line">
                  <a:avLst/>
                </a:prstGeom>
                <a:grpFill/>
                <a:ln w="47625" cap="flat">
                  <a:solidFill>
                    <a:srgbClr val="000000"/>
                  </a:solidFill>
                  <a:prstDash val="solid"/>
                  <a:headEnd type="arrow" w="med" len="sm"/>
                  <a:tailEnd type="none" w="sm" len="sm"/>
                </a:ln>
              </p:spPr>
              <p:txBody>
                <a:bodyPr/>
                <a:lstStyle/>
                <a:p>
                  <a:pPr>
                    <a:defRPr/>
                  </a:pPr>
                  <a:endParaRPr sz="1600"/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3858702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219199" y="1028700"/>
            <a:ext cx="9753599" cy="4800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12181654" name=""/>
          <p:cNvGrpSpPr/>
          <p:nvPr/>
        </p:nvGrpSpPr>
        <p:grpSpPr bwMode="auto">
          <a:xfrm>
            <a:off x="445673" y="1757370"/>
            <a:ext cx="10853710" cy="3266215"/>
            <a:chOff x="0" y="0"/>
            <a:chExt cx="10853710" cy="3266215"/>
          </a:xfrm>
        </p:grpSpPr>
        <p:sp>
          <p:nvSpPr>
            <p:cNvPr id="1136454131" name="Freeform 27"/>
            <p:cNvSpPr/>
            <p:nvPr/>
          </p:nvSpPr>
          <p:spPr bwMode="auto">
            <a:xfrm rot="0" flipH="0" flipV="0">
              <a:off x="1660431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58814597" name="TextBox 28"/>
            <p:cNvSpPr txBox="1"/>
            <p:nvPr/>
          </p:nvSpPr>
          <p:spPr bwMode="auto">
            <a:xfrm rot="0" flipH="0" flipV="0">
              <a:off x="1660431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48904277" name="Freeform 30"/>
            <p:cNvSpPr/>
            <p:nvPr/>
          </p:nvSpPr>
          <p:spPr bwMode="auto">
            <a:xfrm rot="0" flipH="0" flipV="0">
              <a:off x="3093797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29566559" name="TextBox 31"/>
            <p:cNvSpPr txBox="1"/>
            <p:nvPr/>
          </p:nvSpPr>
          <p:spPr bwMode="auto">
            <a:xfrm rot="0" flipH="0" flipV="0">
              <a:off x="3093797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70638816" name="Freeform 33"/>
            <p:cNvSpPr/>
            <p:nvPr/>
          </p:nvSpPr>
          <p:spPr bwMode="auto">
            <a:xfrm rot="0" flipH="0" flipV="0">
              <a:off x="4527162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08307010" name="TextBox 34"/>
            <p:cNvSpPr txBox="1"/>
            <p:nvPr/>
          </p:nvSpPr>
          <p:spPr bwMode="auto">
            <a:xfrm rot="0" flipH="0" flipV="0">
              <a:off x="4527162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71577059" name="Freeform 36"/>
            <p:cNvSpPr/>
            <p:nvPr/>
          </p:nvSpPr>
          <p:spPr bwMode="auto">
            <a:xfrm rot="0" flipH="0" flipV="0">
              <a:off x="5959846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03101146" name="TextBox 37"/>
            <p:cNvSpPr txBox="1"/>
            <p:nvPr/>
          </p:nvSpPr>
          <p:spPr bwMode="auto">
            <a:xfrm rot="0" flipH="0" flipV="0">
              <a:off x="5959846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05874772" name="Freeform 39"/>
            <p:cNvSpPr/>
            <p:nvPr/>
          </p:nvSpPr>
          <p:spPr bwMode="auto">
            <a:xfrm rot="0" flipH="0" flipV="0">
              <a:off x="7392533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35012247" name="TextBox 40"/>
            <p:cNvSpPr txBox="1"/>
            <p:nvPr/>
          </p:nvSpPr>
          <p:spPr bwMode="auto">
            <a:xfrm rot="0" flipH="0" flipV="0">
              <a:off x="7392533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54383529" name="AutoShape 41"/>
            <p:cNvSpPr/>
            <p:nvPr/>
          </p:nvSpPr>
          <p:spPr bwMode="auto">
            <a:xfrm flipH="1">
              <a:off x="2616107" y="551052"/>
              <a:ext cx="47768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2069528" name="AutoShape 42"/>
            <p:cNvSpPr/>
            <p:nvPr/>
          </p:nvSpPr>
          <p:spPr bwMode="auto">
            <a:xfrm flipH="1">
              <a:off x="4049471" y="551052"/>
              <a:ext cx="47768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9150248" name="AutoShape 43"/>
            <p:cNvSpPr/>
            <p:nvPr/>
          </p:nvSpPr>
          <p:spPr bwMode="auto">
            <a:xfrm flipH="1">
              <a:off x="5482836" y="551052"/>
              <a:ext cx="47700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3609376" name="AutoShape 44"/>
            <p:cNvSpPr/>
            <p:nvPr/>
          </p:nvSpPr>
          <p:spPr bwMode="auto">
            <a:xfrm flipH="1">
              <a:off x="6915521" y="551052"/>
              <a:ext cx="47700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047140" name="Freeform 45"/>
            <p:cNvSpPr/>
            <p:nvPr/>
          </p:nvSpPr>
          <p:spPr bwMode="auto">
            <a:xfrm>
              <a:off x="8825154" y="150905"/>
              <a:ext cx="836806" cy="800291"/>
            </a:xfrm>
            <a:custGeom>
              <a:avLst/>
              <a:gdLst/>
              <a:ahLst/>
              <a:cxnLst/>
              <a:rect l="l" t="t" r="r" b="b"/>
              <a:pathLst>
                <a:path w="836808" h="800293" fill="norm" stroke="1" extrusionOk="0">
                  <a:moveTo>
                    <a:pt x="0" y="0"/>
                  </a:moveTo>
                  <a:lnTo>
                    <a:pt x="836808" y="0"/>
                  </a:lnTo>
                  <a:lnTo>
                    <a:pt x="836808" y="800292"/>
                  </a:lnTo>
                  <a:lnTo>
                    <a:pt x="0" y="8002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9114455" name="Freeform 46"/>
            <p:cNvSpPr/>
            <p:nvPr/>
          </p:nvSpPr>
          <p:spPr bwMode="auto">
            <a:xfrm>
              <a:off x="9174251" y="175230"/>
              <a:ext cx="138611" cy="138611"/>
            </a:xfrm>
            <a:custGeom>
              <a:avLst/>
              <a:gdLst/>
              <a:ahLst/>
              <a:cxnLst/>
              <a:rect l="l" t="t" r="r" b="b"/>
              <a:pathLst>
                <a:path w="138613" h="138613" fill="norm" stroke="1" extrusionOk="0">
                  <a:moveTo>
                    <a:pt x="0" y="0"/>
                  </a:moveTo>
                  <a:lnTo>
                    <a:pt x="138613" y="0"/>
                  </a:lnTo>
                  <a:lnTo>
                    <a:pt x="138613" y="138613"/>
                  </a:lnTo>
                  <a:lnTo>
                    <a:pt x="0" y="1386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3533935" name="AutoShape 47"/>
            <p:cNvSpPr/>
            <p:nvPr/>
          </p:nvSpPr>
          <p:spPr bwMode="auto">
            <a:xfrm flipH="1">
              <a:off x="8348207" y="551052"/>
              <a:ext cx="476946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85925979" name="AutoShape 48"/>
            <p:cNvSpPr/>
            <p:nvPr/>
          </p:nvSpPr>
          <p:spPr bwMode="auto">
            <a:xfrm flipH="1">
              <a:off x="0" y="2648027"/>
              <a:ext cx="933599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8481789" name="Freeform 50"/>
            <p:cNvSpPr/>
            <p:nvPr/>
          </p:nvSpPr>
          <p:spPr bwMode="auto">
            <a:xfrm rot="0" flipH="0" flipV="0">
              <a:off x="740556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22264594" name="TextBox 51"/>
            <p:cNvSpPr txBox="1"/>
            <p:nvPr/>
          </p:nvSpPr>
          <p:spPr bwMode="auto">
            <a:xfrm rot="0" flipH="0" flipV="0">
              <a:off x="740556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6070793" name="Freeform 53"/>
            <p:cNvSpPr/>
            <p:nvPr/>
          </p:nvSpPr>
          <p:spPr bwMode="auto">
            <a:xfrm rot="0" flipH="0" flipV="0">
              <a:off x="2173920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8493233" name="TextBox 54"/>
            <p:cNvSpPr txBox="1"/>
            <p:nvPr/>
          </p:nvSpPr>
          <p:spPr bwMode="auto">
            <a:xfrm rot="0" flipH="0" flipV="0">
              <a:off x="2173920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4645728" name="Freeform 56"/>
            <p:cNvSpPr/>
            <p:nvPr/>
          </p:nvSpPr>
          <p:spPr bwMode="auto">
            <a:xfrm rot="0" flipH="0" flipV="0">
              <a:off x="3606336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7837628" name="TextBox 57"/>
            <p:cNvSpPr txBox="1"/>
            <p:nvPr/>
          </p:nvSpPr>
          <p:spPr bwMode="auto">
            <a:xfrm rot="0" flipH="0" flipV="0">
              <a:off x="3606336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97557670" name="Freeform 59"/>
            <p:cNvSpPr/>
            <p:nvPr/>
          </p:nvSpPr>
          <p:spPr bwMode="auto">
            <a:xfrm rot="0" flipH="0" flipV="0">
              <a:off x="5038750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36886729" name="TextBox 60"/>
            <p:cNvSpPr txBox="1"/>
            <p:nvPr/>
          </p:nvSpPr>
          <p:spPr bwMode="auto">
            <a:xfrm rot="0" flipH="0" flipV="0">
              <a:off x="5038750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89500893" name="Freeform 62"/>
            <p:cNvSpPr/>
            <p:nvPr/>
          </p:nvSpPr>
          <p:spPr bwMode="auto">
            <a:xfrm rot="0" flipH="0" flipV="0">
              <a:off x="6471167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36373559" name="TextBox 63"/>
            <p:cNvSpPr txBox="1"/>
            <p:nvPr/>
          </p:nvSpPr>
          <p:spPr bwMode="auto">
            <a:xfrm rot="0" flipH="0" flipV="0">
              <a:off x="6471167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1032364" name="Freeform 65"/>
            <p:cNvSpPr/>
            <p:nvPr/>
          </p:nvSpPr>
          <p:spPr bwMode="auto">
            <a:xfrm rot="0" flipH="0" flipV="0">
              <a:off x="7903581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61918499" name="TextBox 66"/>
            <p:cNvSpPr txBox="1"/>
            <p:nvPr/>
          </p:nvSpPr>
          <p:spPr bwMode="auto">
            <a:xfrm rot="0" flipH="0" flipV="0">
              <a:off x="7903581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76236363" name="Freeform 68"/>
            <p:cNvSpPr/>
            <p:nvPr/>
          </p:nvSpPr>
          <p:spPr bwMode="auto">
            <a:xfrm rot="0" flipH="0" flipV="0">
              <a:off x="9335997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9557235" name="TextBox 69"/>
            <p:cNvSpPr txBox="1"/>
            <p:nvPr/>
          </p:nvSpPr>
          <p:spPr bwMode="auto">
            <a:xfrm rot="0" flipH="0" flipV="0">
              <a:off x="9335997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86379535" name="AutoShape 70"/>
            <p:cNvSpPr/>
            <p:nvPr/>
          </p:nvSpPr>
          <p:spPr bwMode="auto">
            <a:xfrm flipH="1" flipV="1">
              <a:off x="10572523" y="2648027"/>
              <a:ext cx="28118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3304984" name="AutoShape 71"/>
            <p:cNvSpPr/>
            <p:nvPr/>
          </p:nvSpPr>
          <p:spPr bwMode="auto">
            <a:xfrm flipH="1" flipV="1">
              <a:off x="2315213" y="951196"/>
              <a:ext cx="476968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549929" name="AutoShape 72"/>
            <p:cNvSpPr/>
            <p:nvPr/>
          </p:nvSpPr>
          <p:spPr bwMode="auto">
            <a:xfrm flipH="1" flipV="1">
              <a:off x="3748321" y="951196"/>
              <a:ext cx="476275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4351647" name="AutoShape 73"/>
            <p:cNvSpPr/>
            <p:nvPr/>
          </p:nvSpPr>
          <p:spPr bwMode="auto">
            <a:xfrm flipH="1" flipV="1">
              <a:off x="5181429" y="951196"/>
              <a:ext cx="475583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6113846" name="AutoShape 74"/>
            <p:cNvSpPr/>
            <p:nvPr/>
          </p:nvSpPr>
          <p:spPr bwMode="auto">
            <a:xfrm flipH="1" flipV="1">
              <a:off x="6614042" y="951196"/>
              <a:ext cx="475389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5298849" name="AutoShape 75"/>
            <p:cNvSpPr/>
            <p:nvPr/>
          </p:nvSpPr>
          <p:spPr bwMode="auto">
            <a:xfrm flipH="1" flipV="1">
              <a:off x="8046653" y="951196"/>
              <a:ext cx="475191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302551" name=""/>
          <p:cNvGrpSpPr/>
          <p:nvPr/>
        </p:nvGrpSpPr>
        <p:grpSpPr bwMode="auto">
          <a:xfrm>
            <a:off x="1144239" y="1722619"/>
            <a:ext cx="10107418" cy="3264365"/>
            <a:chOff x="0" y="0"/>
            <a:chExt cx="10107418" cy="3264365"/>
          </a:xfrm>
        </p:grpSpPr>
        <p:sp>
          <p:nvSpPr>
            <p:cNvPr id="1233132642" name="Freeform 27"/>
            <p:cNvSpPr/>
            <p:nvPr/>
          </p:nvSpPr>
          <p:spPr bwMode="auto">
            <a:xfrm rot="0" flipH="0" flipV="0">
              <a:off x="919355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16521896" name="TextBox 28"/>
            <p:cNvSpPr txBox="1"/>
            <p:nvPr/>
          </p:nvSpPr>
          <p:spPr bwMode="auto">
            <a:xfrm rot="0" flipH="0" flipV="0">
              <a:off x="919355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90749693" name="Freeform 30"/>
            <p:cNvSpPr/>
            <p:nvPr/>
          </p:nvSpPr>
          <p:spPr bwMode="auto">
            <a:xfrm rot="0" flipH="0" flipV="0">
              <a:off x="2351907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95212003" name="TextBox 31"/>
            <p:cNvSpPr txBox="1"/>
            <p:nvPr/>
          </p:nvSpPr>
          <p:spPr bwMode="auto">
            <a:xfrm rot="0" flipH="0" flipV="0">
              <a:off x="2351907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96250393" name="Freeform 33"/>
            <p:cNvSpPr/>
            <p:nvPr/>
          </p:nvSpPr>
          <p:spPr bwMode="auto">
            <a:xfrm rot="0" flipH="0" flipV="0">
              <a:off x="3784458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45682134" name="TextBox 34"/>
            <p:cNvSpPr txBox="1"/>
            <p:nvPr/>
          </p:nvSpPr>
          <p:spPr bwMode="auto">
            <a:xfrm rot="0" flipH="0" flipV="0">
              <a:off x="3784458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21570014" name="Freeform 36"/>
            <p:cNvSpPr/>
            <p:nvPr/>
          </p:nvSpPr>
          <p:spPr bwMode="auto">
            <a:xfrm rot="0" flipH="0" flipV="0">
              <a:off x="5216330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15018086" name="TextBox 37"/>
            <p:cNvSpPr txBox="1"/>
            <p:nvPr/>
          </p:nvSpPr>
          <p:spPr bwMode="auto">
            <a:xfrm rot="0" flipH="0" flipV="0">
              <a:off x="5216330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37015670" name="Freeform 39"/>
            <p:cNvSpPr/>
            <p:nvPr/>
          </p:nvSpPr>
          <p:spPr bwMode="auto">
            <a:xfrm rot="0" flipH="0" flipV="0">
              <a:off x="6648202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38246883" name="TextBox 40"/>
            <p:cNvSpPr txBox="1"/>
            <p:nvPr/>
          </p:nvSpPr>
          <p:spPr bwMode="auto">
            <a:xfrm rot="0" flipH="0" flipV="0">
              <a:off x="6648202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36227283" name="AutoShape 41"/>
            <p:cNvSpPr/>
            <p:nvPr/>
          </p:nvSpPr>
          <p:spPr bwMode="auto">
            <a:xfrm flipH="1">
              <a:off x="1874487" y="550742"/>
              <a:ext cx="47741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0038943" name="AutoShape 42"/>
            <p:cNvSpPr/>
            <p:nvPr/>
          </p:nvSpPr>
          <p:spPr bwMode="auto">
            <a:xfrm flipH="1">
              <a:off x="3307039" y="550742"/>
              <a:ext cx="47741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2161302" name="AutoShape 43"/>
            <p:cNvSpPr/>
            <p:nvPr/>
          </p:nvSpPr>
          <p:spPr bwMode="auto">
            <a:xfrm flipH="1">
              <a:off x="4739591" y="550742"/>
              <a:ext cx="47673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5559181" name="AutoShape 44"/>
            <p:cNvSpPr/>
            <p:nvPr/>
          </p:nvSpPr>
          <p:spPr bwMode="auto">
            <a:xfrm flipH="1">
              <a:off x="6171462" y="550742"/>
              <a:ext cx="47673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26171140" name="Freeform 45"/>
            <p:cNvSpPr/>
            <p:nvPr/>
          </p:nvSpPr>
          <p:spPr bwMode="auto">
            <a:xfrm>
              <a:off x="8080013" y="150820"/>
              <a:ext cx="836331" cy="799839"/>
            </a:xfrm>
            <a:custGeom>
              <a:avLst/>
              <a:gdLst/>
              <a:ahLst/>
              <a:cxnLst/>
              <a:rect l="l" t="t" r="r" b="b"/>
              <a:pathLst>
                <a:path w="836333" h="799839" fill="norm" stroke="1" extrusionOk="0">
                  <a:moveTo>
                    <a:pt x="0" y="0"/>
                  </a:moveTo>
                  <a:lnTo>
                    <a:pt x="836333" y="0"/>
                  </a:lnTo>
                  <a:lnTo>
                    <a:pt x="836333" y="799839"/>
                  </a:lnTo>
                  <a:lnTo>
                    <a:pt x="0" y="799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1729291" name="Freeform 46"/>
            <p:cNvSpPr/>
            <p:nvPr/>
          </p:nvSpPr>
          <p:spPr bwMode="auto">
            <a:xfrm>
              <a:off x="8428912" y="175133"/>
              <a:ext cx="138532" cy="138532"/>
            </a:xfrm>
            <a:custGeom>
              <a:avLst/>
              <a:gdLst/>
              <a:ahLst/>
              <a:cxnLst/>
              <a:rect l="l" t="t" r="r" b="b"/>
              <a:pathLst>
                <a:path w="138534" h="138534" fill="norm" stroke="1" extrusionOk="0">
                  <a:moveTo>
                    <a:pt x="0" y="0"/>
                  </a:moveTo>
                  <a:lnTo>
                    <a:pt x="138534" y="0"/>
                  </a:lnTo>
                  <a:lnTo>
                    <a:pt x="138534" y="138534"/>
                  </a:lnTo>
                  <a:lnTo>
                    <a:pt x="0" y="1385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2687711" name="AutoShape 47"/>
            <p:cNvSpPr/>
            <p:nvPr/>
          </p:nvSpPr>
          <p:spPr bwMode="auto">
            <a:xfrm flipH="1">
              <a:off x="7603333" y="550742"/>
              <a:ext cx="476676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1724168" name="Freeform 50"/>
            <p:cNvSpPr/>
            <p:nvPr/>
          </p:nvSpPr>
          <p:spPr bwMode="auto">
            <a:xfrm rot="0" flipH="0" flipV="0">
              <a:off x="0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6776684" name="TextBox 51"/>
            <p:cNvSpPr txBox="1"/>
            <p:nvPr/>
          </p:nvSpPr>
          <p:spPr bwMode="auto">
            <a:xfrm rot="0" flipH="0" flipV="0">
              <a:off x="0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5124226" name="Freeform 53"/>
            <p:cNvSpPr/>
            <p:nvPr/>
          </p:nvSpPr>
          <p:spPr bwMode="auto">
            <a:xfrm rot="0" flipH="0" flipV="0">
              <a:off x="1432551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31788127" name="TextBox 54"/>
            <p:cNvSpPr txBox="1"/>
            <p:nvPr/>
          </p:nvSpPr>
          <p:spPr bwMode="auto">
            <a:xfrm rot="0" flipH="0" flipV="0">
              <a:off x="1432551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9802193" name="Freeform 56"/>
            <p:cNvSpPr/>
            <p:nvPr/>
          </p:nvSpPr>
          <p:spPr bwMode="auto">
            <a:xfrm rot="0" flipH="0" flipV="0">
              <a:off x="2864154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08889398" name="TextBox 57"/>
            <p:cNvSpPr txBox="1"/>
            <p:nvPr/>
          </p:nvSpPr>
          <p:spPr bwMode="auto">
            <a:xfrm rot="0" flipH="0" flipV="0">
              <a:off x="2864154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0833017" name="Freeform 59"/>
            <p:cNvSpPr/>
            <p:nvPr/>
          </p:nvSpPr>
          <p:spPr bwMode="auto">
            <a:xfrm rot="0" flipH="0" flipV="0">
              <a:off x="4295757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33545163" name="TextBox 60"/>
            <p:cNvSpPr txBox="1"/>
            <p:nvPr/>
          </p:nvSpPr>
          <p:spPr bwMode="auto">
            <a:xfrm rot="0" flipH="0" flipV="0">
              <a:off x="4295757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4064723" name="Freeform 62"/>
            <p:cNvSpPr/>
            <p:nvPr/>
          </p:nvSpPr>
          <p:spPr bwMode="auto">
            <a:xfrm rot="0" flipH="0" flipV="0">
              <a:off x="5727359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2929356" name="TextBox 63"/>
            <p:cNvSpPr txBox="1"/>
            <p:nvPr/>
          </p:nvSpPr>
          <p:spPr bwMode="auto">
            <a:xfrm rot="0" flipH="0" flipV="0">
              <a:off x="5727359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5116807" name="Freeform 65"/>
            <p:cNvSpPr/>
            <p:nvPr/>
          </p:nvSpPr>
          <p:spPr bwMode="auto">
            <a:xfrm rot="0" flipH="0" flipV="0">
              <a:off x="7158962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50271759" name="TextBox 66"/>
            <p:cNvSpPr txBox="1"/>
            <p:nvPr/>
          </p:nvSpPr>
          <p:spPr bwMode="auto">
            <a:xfrm rot="0" flipH="0" flipV="0">
              <a:off x="7158962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90937712" name="Freeform 68"/>
            <p:cNvSpPr/>
            <p:nvPr/>
          </p:nvSpPr>
          <p:spPr bwMode="auto">
            <a:xfrm rot="0" flipH="0" flipV="0">
              <a:off x="8590565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95792324" name="TextBox 69"/>
            <p:cNvSpPr txBox="1"/>
            <p:nvPr/>
          </p:nvSpPr>
          <p:spPr bwMode="auto">
            <a:xfrm rot="0" flipH="0" flipV="0">
              <a:off x="8590565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77375726" name="AutoShape 70"/>
            <p:cNvSpPr/>
            <p:nvPr/>
          </p:nvSpPr>
          <p:spPr bwMode="auto">
            <a:xfrm flipH="1" flipV="1">
              <a:off x="9826391" y="2646526"/>
              <a:ext cx="28102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5333760" name="AutoShape 71"/>
            <p:cNvSpPr/>
            <p:nvPr/>
          </p:nvSpPr>
          <p:spPr bwMode="auto">
            <a:xfrm flipH="1" flipV="1">
              <a:off x="1874487" y="751442"/>
              <a:ext cx="3039183" cy="127724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610804" name="AutoShape 72"/>
            <p:cNvSpPr/>
            <p:nvPr/>
          </p:nvSpPr>
          <p:spPr bwMode="auto">
            <a:xfrm flipH="1" flipV="1">
              <a:off x="3274663" y="866432"/>
              <a:ext cx="1639004" cy="116225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2501088" name="AutoShape 73"/>
            <p:cNvSpPr/>
            <p:nvPr/>
          </p:nvSpPr>
          <p:spPr bwMode="auto">
            <a:xfrm flipH="1" flipV="1">
              <a:off x="4438354" y="950658"/>
              <a:ext cx="475314" cy="107802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585342" name="AutoShape 74"/>
            <p:cNvSpPr/>
            <p:nvPr/>
          </p:nvSpPr>
          <p:spPr bwMode="auto">
            <a:xfrm flipV="1">
              <a:off x="4913670" y="950658"/>
              <a:ext cx="569102" cy="107802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6526909" name="AutoShape 75"/>
            <p:cNvSpPr/>
            <p:nvPr/>
          </p:nvSpPr>
          <p:spPr bwMode="auto">
            <a:xfrm flipV="1">
              <a:off x="4913670" y="853509"/>
              <a:ext cx="1758933" cy="1175174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0781709" name="Freeform 26"/>
          <p:cNvSpPr/>
          <p:nvPr/>
        </p:nvSpPr>
        <p:spPr bwMode="auto">
          <a:xfrm>
            <a:off x="9179379" y="257188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6900576" name="Freeform 27"/>
          <p:cNvSpPr/>
          <p:nvPr/>
        </p:nvSpPr>
        <p:spPr bwMode="auto">
          <a:xfrm>
            <a:off x="1304212" y="257188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877713" name="AutoShape 28"/>
          <p:cNvSpPr/>
          <p:nvPr/>
        </p:nvSpPr>
        <p:spPr bwMode="auto">
          <a:xfrm>
            <a:off x="3087258" y="3111836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9572475" name="AutoShape 29"/>
          <p:cNvSpPr/>
          <p:nvPr/>
        </p:nvSpPr>
        <p:spPr bwMode="auto">
          <a:xfrm flipH="1">
            <a:off x="3087258" y="360571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709920" name="Freeform 30"/>
          <p:cNvSpPr/>
          <p:nvPr/>
        </p:nvSpPr>
        <p:spPr bwMode="auto">
          <a:xfrm>
            <a:off x="5576039" y="21890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981019" name="Freeform 31"/>
          <p:cNvSpPr/>
          <p:nvPr/>
        </p:nvSpPr>
        <p:spPr bwMode="auto">
          <a:xfrm>
            <a:off x="5576039" y="376285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7697130" name="Freeform 26"/>
          <p:cNvSpPr/>
          <p:nvPr/>
        </p:nvSpPr>
        <p:spPr bwMode="auto">
          <a:xfrm>
            <a:off x="9380553" y="265225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1387519" name="AutoShape 27"/>
          <p:cNvSpPr/>
          <p:nvPr/>
        </p:nvSpPr>
        <p:spPr bwMode="auto">
          <a:xfrm>
            <a:off x="3288432" y="3192203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8610629" name="AutoShape 28"/>
          <p:cNvSpPr/>
          <p:nvPr/>
        </p:nvSpPr>
        <p:spPr bwMode="auto">
          <a:xfrm flipH="1" flipV="1">
            <a:off x="3288432" y="368608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820795" name="Freeform 29"/>
          <p:cNvSpPr/>
          <p:nvPr/>
        </p:nvSpPr>
        <p:spPr bwMode="auto">
          <a:xfrm>
            <a:off x="5777214" y="226944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3065922" name="Freeform 30"/>
          <p:cNvSpPr/>
          <p:nvPr/>
        </p:nvSpPr>
        <p:spPr bwMode="auto">
          <a:xfrm>
            <a:off x="5777214" y="384322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2046970" name="Freeform 31"/>
          <p:cNvSpPr/>
          <p:nvPr/>
        </p:nvSpPr>
        <p:spPr bwMode="auto">
          <a:xfrm>
            <a:off x="4977684" y="2269441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1709757" name="Freeform 32"/>
          <p:cNvSpPr/>
          <p:nvPr/>
        </p:nvSpPr>
        <p:spPr bwMode="auto">
          <a:xfrm>
            <a:off x="6765651" y="384322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49" y="0"/>
                </a:lnTo>
                <a:lnTo>
                  <a:pt x="576049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1315242" name="TextBox 33"/>
          <p:cNvSpPr txBox="1"/>
          <p:nvPr/>
        </p:nvSpPr>
        <p:spPr bwMode="auto">
          <a:xfrm>
            <a:off x="4691190" y="2339832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13603764" name="TextBox 34"/>
          <p:cNvSpPr txBox="1"/>
          <p:nvPr/>
        </p:nvSpPr>
        <p:spPr bwMode="auto">
          <a:xfrm>
            <a:off x="7344083" y="3913617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2488831" name="Freeform 35"/>
          <p:cNvSpPr/>
          <p:nvPr/>
        </p:nvSpPr>
        <p:spPr bwMode="auto">
          <a:xfrm>
            <a:off x="1501895" y="265225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0893817" name="Freeform 26"/>
          <p:cNvSpPr/>
          <p:nvPr/>
        </p:nvSpPr>
        <p:spPr bwMode="auto">
          <a:xfrm>
            <a:off x="9715289" y="254509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6053635" name="AutoShape 27"/>
          <p:cNvSpPr/>
          <p:nvPr/>
        </p:nvSpPr>
        <p:spPr bwMode="auto">
          <a:xfrm>
            <a:off x="3623168" y="308504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9169428" name="AutoShape 28"/>
          <p:cNvSpPr/>
          <p:nvPr/>
        </p:nvSpPr>
        <p:spPr bwMode="auto">
          <a:xfrm flipH="1" flipV="1">
            <a:off x="3623168" y="357892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179556" name="Freeform 29"/>
          <p:cNvSpPr/>
          <p:nvPr/>
        </p:nvSpPr>
        <p:spPr bwMode="auto">
          <a:xfrm>
            <a:off x="6111951" y="216228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8738374" name="Freeform 30"/>
          <p:cNvSpPr/>
          <p:nvPr/>
        </p:nvSpPr>
        <p:spPr bwMode="auto">
          <a:xfrm>
            <a:off x="6111951" y="373606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5549591" name="Freeform 31"/>
          <p:cNvSpPr/>
          <p:nvPr/>
        </p:nvSpPr>
        <p:spPr bwMode="auto">
          <a:xfrm>
            <a:off x="5312422" y="216228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4752812" name="Freeform 32"/>
          <p:cNvSpPr/>
          <p:nvPr/>
        </p:nvSpPr>
        <p:spPr bwMode="auto">
          <a:xfrm>
            <a:off x="7100389" y="3736069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2235203" name="Freeform 33"/>
          <p:cNvSpPr/>
          <p:nvPr/>
        </p:nvSpPr>
        <p:spPr bwMode="auto">
          <a:xfrm>
            <a:off x="1893682" y="2545095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1" y="0"/>
                </a:lnTo>
                <a:lnTo>
                  <a:pt x="137706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7859919" name="Freeform 34"/>
          <p:cNvSpPr/>
          <p:nvPr/>
        </p:nvSpPr>
        <p:spPr bwMode="auto">
          <a:xfrm>
            <a:off x="1098556" y="2949177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0607633" name="TextBox 35"/>
          <p:cNvSpPr txBox="1"/>
          <p:nvPr/>
        </p:nvSpPr>
        <p:spPr bwMode="auto">
          <a:xfrm>
            <a:off x="5025927" y="2232675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982882268" name="TextBox 36"/>
          <p:cNvSpPr txBox="1"/>
          <p:nvPr/>
        </p:nvSpPr>
        <p:spPr bwMode="auto">
          <a:xfrm>
            <a:off x="7678819" y="3806460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654573390" name="TextBox 37"/>
          <p:cNvSpPr txBox="1"/>
          <p:nvPr/>
        </p:nvSpPr>
        <p:spPr bwMode="auto">
          <a:xfrm>
            <a:off x="798067" y="3019567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7603788" name="Freeform 26"/>
          <p:cNvSpPr/>
          <p:nvPr/>
        </p:nvSpPr>
        <p:spPr bwMode="auto">
          <a:xfrm>
            <a:off x="9292497" y="2454894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0528300" name="AutoShape 27"/>
          <p:cNvSpPr/>
          <p:nvPr/>
        </p:nvSpPr>
        <p:spPr bwMode="auto">
          <a:xfrm flipV="1">
            <a:off x="3200376" y="299484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8358941" name="AutoShape 28"/>
          <p:cNvSpPr/>
          <p:nvPr/>
        </p:nvSpPr>
        <p:spPr bwMode="auto">
          <a:xfrm flipH="1">
            <a:off x="3200376" y="348872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0397737" name="Freeform 29"/>
          <p:cNvSpPr/>
          <p:nvPr/>
        </p:nvSpPr>
        <p:spPr bwMode="auto">
          <a:xfrm>
            <a:off x="5689158" y="3645868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8555513" name="Freeform 30"/>
          <p:cNvSpPr/>
          <p:nvPr/>
        </p:nvSpPr>
        <p:spPr bwMode="auto">
          <a:xfrm>
            <a:off x="6677596" y="3645868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9424818" name="Freeform 31"/>
          <p:cNvSpPr/>
          <p:nvPr/>
        </p:nvSpPr>
        <p:spPr bwMode="auto">
          <a:xfrm>
            <a:off x="1470889" y="2454894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2" y="0"/>
                </a:lnTo>
                <a:lnTo>
                  <a:pt x="1377062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6079025" name="Freeform 32"/>
          <p:cNvSpPr/>
          <p:nvPr/>
        </p:nvSpPr>
        <p:spPr bwMode="auto">
          <a:xfrm>
            <a:off x="5599065" y="2588158"/>
            <a:ext cx="945804" cy="776742"/>
          </a:xfrm>
          <a:custGeom>
            <a:avLst/>
            <a:gdLst/>
            <a:ahLst/>
            <a:cxnLst/>
            <a:rect l="l" t="t" r="r" b="b"/>
            <a:pathLst>
              <a:path w="945807" h="776744" fill="norm" stroke="1" extrusionOk="0">
                <a:moveTo>
                  <a:pt x="0" y="0"/>
                </a:moveTo>
                <a:lnTo>
                  <a:pt x="945807" y="0"/>
                </a:lnTo>
                <a:lnTo>
                  <a:pt x="945807" y="776744"/>
                </a:lnTo>
                <a:lnTo>
                  <a:pt x="0" y="77674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2363680" name="TextBox 33"/>
          <p:cNvSpPr txBox="1"/>
          <p:nvPr/>
        </p:nvSpPr>
        <p:spPr bwMode="auto">
          <a:xfrm>
            <a:off x="7256028" y="3716259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443946" name="Freeform 26"/>
          <p:cNvSpPr/>
          <p:nvPr/>
        </p:nvSpPr>
        <p:spPr bwMode="auto">
          <a:xfrm>
            <a:off x="9307371" y="2648467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4123068" name="Freeform 27"/>
          <p:cNvSpPr/>
          <p:nvPr/>
        </p:nvSpPr>
        <p:spPr bwMode="auto">
          <a:xfrm>
            <a:off x="1432203" y="2648467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7950345" name="AutoShape 28"/>
          <p:cNvSpPr/>
          <p:nvPr/>
        </p:nvSpPr>
        <p:spPr bwMode="auto">
          <a:xfrm flipV="1">
            <a:off x="3215251" y="318841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7064709" name="AutoShape 29"/>
          <p:cNvSpPr/>
          <p:nvPr/>
        </p:nvSpPr>
        <p:spPr bwMode="auto">
          <a:xfrm flipH="1" flipV="1">
            <a:off x="3215251" y="3682299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5925294" name="Freeform 30"/>
          <p:cNvSpPr/>
          <p:nvPr/>
        </p:nvSpPr>
        <p:spPr bwMode="auto">
          <a:xfrm>
            <a:off x="5704032" y="22656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3484974" name="Freeform 31"/>
          <p:cNvSpPr/>
          <p:nvPr/>
        </p:nvSpPr>
        <p:spPr bwMode="auto">
          <a:xfrm>
            <a:off x="5740144" y="3853749"/>
            <a:ext cx="693396" cy="693396"/>
          </a:xfrm>
          <a:custGeom>
            <a:avLst/>
            <a:gdLst/>
            <a:ahLst/>
            <a:cxnLst/>
            <a:rect l="l" t="t" r="r" b="b"/>
            <a:pathLst>
              <a:path w="693398" h="693398" fill="norm" stroke="1" extrusionOk="0">
                <a:moveTo>
                  <a:pt x="0" y="0"/>
                </a:moveTo>
                <a:lnTo>
                  <a:pt x="693398" y="0"/>
                </a:lnTo>
                <a:lnTo>
                  <a:pt x="693398" y="693398"/>
                </a:lnTo>
                <a:lnTo>
                  <a:pt x="0" y="6933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0473635" name="Freeform 26"/>
          <p:cNvSpPr/>
          <p:nvPr/>
        </p:nvSpPr>
        <p:spPr bwMode="auto">
          <a:xfrm>
            <a:off x="9018281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2199398" name="Freeform 27"/>
          <p:cNvSpPr/>
          <p:nvPr/>
        </p:nvSpPr>
        <p:spPr bwMode="auto">
          <a:xfrm>
            <a:off x="1922812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857483" name="AutoShape 28"/>
          <p:cNvSpPr/>
          <p:nvPr/>
        </p:nvSpPr>
        <p:spPr bwMode="auto">
          <a:xfrm flipV="1">
            <a:off x="3529324" y="1364936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766394" name="AutoShape 29"/>
          <p:cNvSpPr/>
          <p:nvPr/>
        </p:nvSpPr>
        <p:spPr bwMode="auto">
          <a:xfrm flipH="1" flipV="1">
            <a:off x="3529324" y="1809919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077530" name="Freeform 30"/>
          <p:cNvSpPr/>
          <p:nvPr/>
        </p:nvSpPr>
        <p:spPr bwMode="auto">
          <a:xfrm>
            <a:off x="5771700" y="533534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9"/>
                </a:lnTo>
                <a:lnTo>
                  <a:pt x="0" y="6898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348424" name="Freeform 31"/>
          <p:cNvSpPr/>
          <p:nvPr/>
        </p:nvSpPr>
        <p:spPr bwMode="auto">
          <a:xfrm>
            <a:off x="5804235" y="1964395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557392" name="Freeform 32"/>
          <p:cNvSpPr/>
          <p:nvPr/>
        </p:nvSpPr>
        <p:spPr bwMode="auto">
          <a:xfrm>
            <a:off x="9018281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498157" name="Freeform 33"/>
          <p:cNvSpPr/>
          <p:nvPr/>
        </p:nvSpPr>
        <p:spPr bwMode="auto">
          <a:xfrm>
            <a:off x="1922812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710523" name="AutoShape 34"/>
          <p:cNvSpPr/>
          <p:nvPr/>
        </p:nvSpPr>
        <p:spPr bwMode="auto">
          <a:xfrm>
            <a:off x="3529324" y="5114314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5216243" name="AutoShape 35"/>
          <p:cNvSpPr/>
          <p:nvPr/>
        </p:nvSpPr>
        <p:spPr bwMode="auto">
          <a:xfrm flipH="1">
            <a:off x="3529324" y="5559298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2338381" name="Freeform 36"/>
          <p:cNvSpPr/>
          <p:nvPr/>
        </p:nvSpPr>
        <p:spPr bwMode="auto">
          <a:xfrm>
            <a:off x="5771700" y="5696610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8"/>
                </a:lnTo>
                <a:lnTo>
                  <a:pt x="0" y="68981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1646759" name="Freeform 37"/>
          <p:cNvSpPr/>
          <p:nvPr/>
        </p:nvSpPr>
        <p:spPr bwMode="auto">
          <a:xfrm>
            <a:off x="5804235" y="4330820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128282" name="Freeform 38"/>
          <p:cNvSpPr/>
          <p:nvPr/>
        </p:nvSpPr>
        <p:spPr bwMode="auto">
          <a:xfrm>
            <a:off x="5899286" y="3112641"/>
            <a:ext cx="434646" cy="746172"/>
          </a:xfrm>
          <a:custGeom>
            <a:avLst/>
            <a:gdLst/>
            <a:ahLst/>
            <a:cxnLst/>
            <a:rect l="l" t="t" r="r" b="b"/>
            <a:pathLst>
              <a:path w="434646" h="746173" fill="norm" stroke="1" extrusionOk="0">
                <a:moveTo>
                  <a:pt x="0" y="0"/>
                </a:moveTo>
                <a:lnTo>
                  <a:pt x="434645" y="0"/>
                </a:lnTo>
                <a:lnTo>
                  <a:pt x="434645" y="746173"/>
                </a:lnTo>
                <a:lnTo>
                  <a:pt x="0" y="74617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609786" name="TextBox 39"/>
          <p:cNvSpPr txBox="1"/>
          <p:nvPr/>
        </p:nvSpPr>
        <p:spPr bwMode="auto">
          <a:xfrm>
            <a:off x="2439810" y="953371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68800704" name="TextBox 40"/>
          <p:cNvSpPr txBox="1"/>
          <p:nvPr/>
        </p:nvSpPr>
        <p:spPr bwMode="auto">
          <a:xfrm>
            <a:off x="9544925" y="953371"/>
            <a:ext cx="254556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337532993" name="TextBox 41"/>
          <p:cNvSpPr txBox="1"/>
          <p:nvPr/>
        </p:nvSpPr>
        <p:spPr bwMode="auto">
          <a:xfrm>
            <a:off x="9537827" y="4702749"/>
            <a:ext cx="253752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C</a:t>
            </a:r>
            <a:endParaRPr/>
          </a:p>
        </p:txBody>
      </p:sp>
      <p:sp>
        <p:nvSpPr>
          <p:cNvPr id="1930426860" name="TextBox 42"/>
          <p:cNvSpPr txBox="1"/>
          <p:nvPr/>
        </p:nvSpPr>
        <p:spPr bwMode="auto">
          <a:xfrm>
            <a:off x="2439810" y="4702749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7677151" name="Freeform 26"/>
          <p:cNvSpPr/>
          <p:nvPr/>
        </p:nvSpPr>
        <p:spPr bwMode="auto">
          <a:xfrm>
            <a:off x="1125198" y="28691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0406439" name="AutoShape 27"/>
          <p:cNvSpPr/>
          <p:nvPr/>
        </p:nvSpPr>
        <p:spPr bwMode="auto">
          <a:xfrm>
            <a:off x="1890818" y="3279983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8823774" name="Freeform 28"/>
          <p:cNvSpPr/>
          <p:nvPr/>
        </p:nvSpPr>
        <p:spPr bwMode="auto">
          <a:xfrm>
            <a:off x="3630704" y="30525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8476450" name="Freeform 29"/>
          <p:cNvSpPr/>
          <p:nvPr/>
        </p:nvSpPr>
        <p:spPr bwMode="auto">
          <a:xfrm>
            <a:off x="3147940" y="43904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8489660" name="AutoShape 30"/>
          <p:cNvSpPr/>
          <p:nvPr/>
        </p:nvSpPr>
        <p:spPr bwMode="auto">
          <a:xfrm flipH="1">
            <a:off x="3668882" y="3818139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3875031" name="AutoShape 31"/>
          <p:cNvSpPr/>
          <p:nvPr/>
        </p:nvSpPr>
        <p:spPr bwMode="auto">
          <a:xfrm flipH="1">
            <a:off x="2526739" y="4833770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3553414" name="Freeform 32"/>
          <p:cNvSpPr/>
          <p:nvPr/>
        </p:nvSpPr>
        <p:spPr bwMode="auto">
          <a:xfrm>
            <a:off x="2075169" y="4741931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7480927" name="AutoShape 33"/>
          <p:cNvSpPr/>
          <p:nvPr/>
        </p:nvSpPr>
        <p:spPr bwMode="auto">
          <a:xfrm flipV="1">
            <a:off x="3913560" y="4579189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1101418" name="Freeform 34"/>
          <p:cNvSpPr/>
          <p:nvPr/>
        </p:nvSpPr>
        <p:spPr bwMode="auto">
          <a:xfrm>
            <a:off x="5904007" y="416508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1087571" name="Freeform 35"/>
          <p:cNvSpPr/>
          <p:nvPr/>
        </p:nvSpPr>
        <p:spPr bwMode="auto">
          <a:xfrm>
            <a:off x="5967950" y="240091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2653747" name="AutoShape 36"/>
          <p:cNvSpPr/>
          <p:nvPr/>
        </p:nvSpPr>
        <p:spPr bwMode="auto">
          <a:xfrm flipV="1">
            <a:off x="6300693" y="3166536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1994368" name="AutoShape 37"/>
          <p:cNvSpPr/>
          <p:nvPr/>
        </p:nvSpPr>
        <p:spPr bwMode="auto">
          <a:xfrm>
            <a:off x="6669628" y="4805834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073570" name="Freeform 38"/>
          <p:cNvSpPr/>
          <p:nvPr/>
        </p:nvSpPr>
        <p:spPr bwMode="auto">
          <a:xfrm>
            <a:off x="7429654" y="5244305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968998" name="AutoShape 39"/>
          <p:cNvSpPr/>
          <p:nvPr/>
        </p:nvSpPr>
        <p:spPr bwMode="auto">
          <a:xfrm>
            <a:off x="6733571" y="2845722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3927763" name="Freeform 40"/>
          <p:cNvSpPr/>
          <p:nvPr/>
        </p:nvSpPr>
        <p:spPr bwMode="auto">
          <a:xfrm>
            <a:off x="8823628" y="286339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4885343" name="Freeform 41"/>
          <p:cNvSpPr/>
          <p:nvPr/>
        </p:nvSpPr>
        <p:spPr bwMode="auto">
          <a:xfrm>
            <a:off x="877975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096729" name="TextBox 42"/>
          <p:cNvSpPr txBox="1"/>
          <p:nvPr/>
        </p:nvSpPr>
        <p:spPr bwMode="auto">
          <a:xfrm>
            <a:off x="9121199" y="1751846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316157762" name="Freeform 43"/>
          <p:cNvSpPr/>
          <p:nvPr/>
        </p:nvSpPr>
        <p:spPr bwMode="auto">
          <a:xfrm>
            <a:off x="108132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022653" name="TextBox 44"/>
          <p:cNvSpPr txBox="1"/>
          <p:nvPr/>
        </p:nvSpPr>
        <p:spPr bwMode="auto">
          <a:xfrm>
            <a:off x="1424186" y="1751846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362521029" name="Freeform 45"/>
          <p:cNvSpPr/>
          <p:nvPr/>
        </p:nvSpPr>
        <p:spPr bwMode="auto">
          <a:xfrm>
            <a:off x="10552961" y="3927962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7574034" name="Freeform 46"/>
          <p:cNvSpPr/>
          <p:nvPr/>
        </p:nvSpPr>
        <p:spPr bwMode="auto">
          <a:xfrm>
            <a:off x="9363463" y="43904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979030" name="AutoShape 47"/>
          <p:cNvSpPr/>
          <p:nvPr/>
        </p:nvSpPr>
        <p:spPr bwMode="auto">
          <a:xfrm>
            <a:off x="9589248" y="3481857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758378" name="AutoShape 48"/>
          <p:cNvSpPr/>
          <p:nvPr/>
        </p:nvSpPr>
        <p:spPr bwMode="auto">
          <a:xfrm>
            <a:off x="9313404" y="3629010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891696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Ditukar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3573467" name="Freeform 26"/>
          <p:cNvSpPr/>
          <p:nvPr/>
        </p:nvSpPr>
        <p:spPr bwMode="auto">
          <a:xfrm>
            <a:off x="1095875" y="294357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5083809" name="AutoShape 27"/>
          <p:cNvSpPr/>
          <p:nvPr/>
        </p:nvSpPr>
        <p:spPr bwMode="auto">
          <a:xfrm>
            <a:off x="1861495" y="3354397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0904899" name="Freeform 28"/>
          <p:cNvSpPr/>
          <p:nvPr/>
        </p:nvSpPr>
        <p:spPr bwMode="auto">
          <a:xfrm>
            <a:off x="3601381" y="31269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840342" name="Freeform 29"/>
          <p:cNvSpPr/>
          <p:nvPr/>
        </p:nvSpPr>
        <p:spPr bwMode="auto">
          <a:xfrm>
            <a:off x="3118617" y="44648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878469" name="AutoShape 30"/>
          <p:cNvSpPr/>
          <p:nvPr/>
        </p:nvSpPr>
        <p:spPr bwMode="auto">
          <a:xfrm flipH="1">
            <a:off x="3639559" y="3892553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8356330" name="AutoShape 31"/>
          <p:cNvSpPr/>
          <p:nvPr/>
        </p:nvSpPr>
        <p:spPr bwMode="auto">
          <a:xfrm flipH="1">
            <a:off x="2497416" y="4908184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582266" name="Freeform 32"/>
          <p:cNvSpPr/>
          <p:nvPr/>
        </p:nvSpPr>
        <p:spPr bwMode="auto">
          <a:xfrm>
            <a:off x="2045846" y="481634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6061582" name="AutoShape 33"/>
          <p:cNvSpPr/>
          <p:nvPr/>
        </p:nvSpPr>
        <p:spPr bwMode="auto">
          <a:xfrm flipV="1">
            <a:off x="3884237" y="4653604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372917" name="Freeform 34"/>
          <p:cNvSpPr/>
          <p:nvPr/>
        </p:nvSpPr>
        <p:spPr bwMode="auto">
          <a:xfrm>
            <a:off x="5874685" y="423949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504940" name="Freeform 35"/>
          <p:cNvSpPr/>
          <p:nvPr/>
        </p:nvSpPr>
        <p:spPr bwMode="auto">
          <a:xfrm>
            <a:off x="5938626" y="247533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1719980" name="AutoShape 36"/>
          <p:cNvSpPr/>
          <p:nvPr/>
        </p:nvSpPr>
        <p:spPr bwMode="auto">
          <a:xfrm flipV="1">
            <a:off x="6271370" y="3240951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1122045" name="AutoShape 37"/>
          <p:cNvSpPr/>
          <p:nvPr/>
        </p:nvSpPr>
        <p:spPr bwMode="auto">
          <a:xfrm>
            <a:off x="6640306" y="4880248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3397984" name="Freeform 38"/>
          <p:cNvSpPr/>
          <p:nvPr/>
        </p:nvSpPr>
        <p:spPr bwMode="auto">
          <a:xfrm>
            <a:off x="7400331" y="53187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4091571" name="AutoShape 39"/>
          <p:cNvSpPr/>
          <p:nvPr/>
        </p:nvSpPr>
        <p:spPr bwMode="auto">
          <a:xfrm>
            <a:off x="6704247" y="2920136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461541" name="Freeform 40"/>
          <p:cNvSpPr/>
          <p:nvPr/>
        </p:nvSpPr>
        <p:spPr bwMode="auto">
          <a:xfrm>
            <a:off x="8794305" y="293780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760737" name="Freeform 41"/>
          <p:cNvSpPr/>
          <p:nvPr/>
        </p:nvSpPr>
        <p:spPr bwMode="auto">
          <a:xfrm>
            <a:off x="8750430" y="1786656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3537705" name="TextBox 42"/>
          <p:cNvSpPr txBox="1"/>
          <p:nvPr/>
        </p:nvSpPr>
        <p:spPr bwMode="auto">
          <a:xfrm>
            <a:off x="9091876" y="1826260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89584906" name="Freeform 43"/>
          <p:cNvSpPr/>
          <p:nvPr/>
        </p:nvSpPr>
        <p:spPr bwMode="auto">
          <a:xfrm>
            <a:off x="10523639" y="40023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450960" name="Freeform 44"/>
          <p:cNvSpPr/>
          <p:nvPr/>
        </p:nvSpPr>
        <p:spPr bwMode="auto">
          <a:xfrm>
            <a:off x="9334141" y="446483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1251107" name="AutoShape 45"/>
          <p:cNvSpPr/>
          <p:nvPr/>
        </p:nvSpPr>
        <p:spPr bwMode="auto">
          <a:xfrm>
            <a:off x="9559926" y="3556271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2131503" name="AutoShape 46"/>
          <p:cNvSpPr/>
          <p:nvPr/>
        </p:nvSpPr>
        <p:spPr bwMode="auto">
          <a:xfrm>
            <a:off x="9284080" y="3703424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8612308" name="Freeform 47"/>
          <p:cNvSpPr/>
          <p:nvPr/>
        </p:nvSpPr>
        <p:spPr bwMode="auto">
          <a:xfrm>
            <a:off x="1068974" y="1786656"/>
            <a:ext cx="819420" cy="936479"/>
          </a:xfrm>
          <a:custGeom>
            <a:avLst/>
            <a:gdLst/>
            <a:ahLst/>
            <a:cxnLst/>
            <a:rect l="l" t="t" r="r" b="b"/>
            <a:pathLst>
              <a:path w="819422" h="936482" fill="norm" stroke="1" extrusionOk="0">
                <a:moveTo>
                  <a:pt x="0" y="0"/>
                </a:moveTo>
                <a:lnTo>
                  <a:pt x="819422" y="0"/>
                </a:lnTo>
                <a:lnTo>
                  <a:pt x="819422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9533794" name="TextBox 48"/>
          <p:cNvSpPr txBox="1"/>
          <p:nvPr/>
        </p:nvSpPr>
        <p:spPr bwMode="auto">
          <a:xfrm>
            <a:off x="1394862" y="2287143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48037373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Ditukar</a:t>
            </a:r>
            <a:endParaRPr lang="en-US" sz="1400" i="1">
              <a:latin typeface="IBM Plex Sans"/>
              <a:cs typeface="IBM Plex Sans"/>
            </a:endParaRPr>
          </a:p>
        </p:txBody>
      </p:sp>
      <p:sp>
        <p:nvSpPr>
          <p:cNvPr id="911233051" name=""/>
          <p:cNvSpPr txBox="1"/>
          <p:nvPr/>
        </p:nvSpPr>
        <p:spPr bwMode="auto">
          <a:xfrm rot="0" flipH="0" flipV="0">
            <a:off x="1973386" y="3587641"/>
            <a:ext cx="587914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Meretas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4629830" name="AutoShape 26"/>
          <p:cNvSpPr/>
          <p:nvPr/>
        </p:nvSpPr>
        <p:spPr bwMode="auto">
          <a:xfrm flipH="1" flipV="1">
            <a:off x="1875594" y="1100867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8435791" name="AutoShape 27"/>
          <p:cNvSpPr/>
          <p:nvPr/>
        </p:nvSpPr>
        <p:spPr bwMode="auto">
          <a:xfrm flipH="1" flipV="1">
            <a:off x="1875594" y="2264052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37174" name="AutoShape 28"/>
          <p:cNvSpPr/>
          <p:nvPr/>
        </p:nvSpPr>
        <p:spPr bwMode="auto">
          <a:xfrm flipH="1">
            <a:off x="1875594" y="3427235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63971" name="AutoShape 29"/>
          <p:cNvSpPr/>
          <p:nvPr/>
        </p:nvSpPr>
        <p:spPr bwMode="auto">
          <a:xfrm flipH="1">
            <a:off x="1856544" y="3682255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8058976" name="AutoShape 30"/>
          <p:cNvSpPr/>
          <p:nvPr/>
        </p:nvSpPr>
        <p:spPr bwMode="auto">
          <a:xfrm flipH="1">
            <a:off x="1875594" y="394352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59063" name="AutoShape 31"/>
          <p:cNvSpPr/>
          <p:nvPr/>
        </p:nvSpPr>
        <p:spPr bwMode="auto">
          <a:xfrm flipH="1" flipV="1">
            <a:off x="6977966" y="3943126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2285213" name="AutoShape 32"/>
          <p:cNvSpPr/>
          <p:nvPr/>
        </p:nvSpPr>
        <p:spPr bwMode="auto">
          <a:xfrm flipH="1" flipV="1">
            <a:off x="6977966" y="3686779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0353663" name="AutoShape 33"/>
          <p:cNvSpPr/>
          <p:nvPr/>
        </p:nvSpPr>
        <p:spPr bwMode="auto">
          <a:xfrm flipH="1" flipV="1">
            <a:off x="6977966" y="3429811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1927519" name="AutoShape 34"/>
          <p:cNvSpPr/>
          <p:nvPr/>
        </p:nvSpPr>
        <p:spPr bwMode="auto">
          <a:xfrm flipH="1">
            <a:off x="6977966" y="2275698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3341093" name="AutoShape 35"/>
          <p:cNvSpPr/>
          <p:nvPr/>
        </p:nvSpPr>
        <p:spPr bwMode="auto">
          <a:xfrm flipH="1">
            <a:off x="6977966" y="1112517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8478020" name="Freeform 36"/>
          <p:cNvSpPr/>
          <p:nvPr/>
        </p:nvSpPr>
        <p:spPr bwMode="auto">
          <a:xfrm>
            <a:off x="998160" y="66215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619224610" name="Group 37"/>
          <p:cNvGrpSpPr/>
          <p:nvPr/>
        </p:nvGrpSpPr>
        <p:grpSpPr bwMode="auto">
          <a:xfrm>
            <a:off x="5201678" y="2577642"/>
            <a:ext cx="1699185" cy="1699185"/>
            <a:chOff x="0" y="0"/>
            <a:chExt cx="812799" cy="812799"/>
          </a:xfrm>
        </p:grpSpPr>
        <p:sp>
          <p:nvSpPr>
            <p:cNvPr id="72847931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9762708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393148340" name="Freeform 41"/>
          <p:cNvSpPr/>
          <p:nvPr/>
        </p:nvSpPr>
        <p:spPr bwMode="auto">
          <a:xfrm>
            <a:off x="998160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588122" name="Freeform 42"/>
          <p:cNvSpPr/>
          <p:nvPr/>
        </p:nvSpPr>
        <p:spPr bwMode="auto">
          <a:xfrm>
            <a:off x="998160" y="298851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335901" name="Freeform 43"/>
          <p:cNvSpPr/>
          <p:nvPr/>
        </p:nvSpPr>
        <p:spPr bwMode="auto">
          <a:xfrm>
            <a:off x="998160" y="41517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0103372" name="Freeform 44"/>
          <p:cNvSpPr/>
          <p:nvPr/>
        </p:nvSpPr>
        <p:spPr bwMode="auto">
          <a:xfrm>
            <a:off x="998160" y="531488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620373" name="Freeform 45"/>
          <p:cNvSpPr/>
          <p:nvPr/>
        </p:nvSpPr>
        <p:spPr bwMode="auto">
          <a:xfrm>
            <a:off x="10225991" y="66215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8737249" name="Freeform 46"/>
          <p:cNvSpPr/>
          <p:nvPr/>
        </p:nvSpPr>
        <p:spPr bwMode="auto">
          <a:xfrm>
            <a:off x="10225991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4514785" name="Freeform 47"/>
          <p:cNvSpPr/>
          <p:nvPr/>
        </p:nvSpPr>
        <p:spPr bwMode="auto">
          <a:xfrm>
            <a:off x="10225991" y="298851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9547978" name="Freeform 48"/>
          <p:cNvSpPr/>
          <p:nvPr/>
        </p:nvSpPr>
        <p:spPr bwMode="auto">
          <a:xfrm>
            <a:off x="10225991" y="41517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984934" name="Freeform 49"/>
          <p:cNvSpPr/>
          <p:nvPr/>
        </p:nvSpPr>
        <p:spPr bwMode="auto">
          <a:xfrm>
            <a:off x="10225991" y="531488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003199640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519971" y="2832797"/>
            <a:ext cx="1086096" cy="10860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8185682" name="Freeform 27"/>
          <p:cNvSpPr/>
          <p:nvPr/>
        </p:nvSpPr>
        <p:spPr bwMode="auto">
          <a:xfrm rot="0" flipH="0" flipV="0">
            <a:off x="7802904" y="334319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13303161" name="TextBox 28"/>
          <p:cNvSpPr txBox="1"/>
          <p:nvPr/>
        </p:nvSpPr>
        <p:spPr bwMode="auto">
          <a:xfrm rot="0" flipH="0" flipV="0">
            <a:off x="7848361" y="336592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05695442" name="AutoShape 29"/>
          <p:cNvSpPr/>
          <p:nvPr/>
        </p:nvSpPr>
        <p:spPr bwMode="auto">
          <a:xfrm>
            <a:off x="2684790" y="3585643"/>
            <a:ext cx="511811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5606735" name="AutoShape 33"/>
          <p:cNvSpPr/>
          <p:nvPr/>
        </p:nvSpPr>
        <p:spPr bwMode="auto">
          <a:xfrm flipV="1">
            <a:off x="8168443" y="1191308"/>
            <a:ext cx="1287635" cy="21854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474508" name="Freeform 35"/>
          <p:cNvSpPr/>
          <p:nvPr/>
        </p:nvSpPr>
        <p:spPr bwMode="auto">
          <a:xfrm rot="0" flipH="0" flipV="0">
            <a:off x="7318014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7332959" name="TextBox 36"/>
          <p:cNvSpPr txBox="1"/>
          <p:nvPr/>
        </p:nvSpPr>
        <p:spPr bwMode="auto">
          <a:xfrm rot="0" flipH="0" flipV="0">
            <a:off x="7363472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37784239" name="Freeform 38"/>
          <p:cNvSpPr/>
          <p:nvPr/>
        </p:nvSpPr>
        <p:spPr bwMode="auto">
          <a:xfrm rot="0" flipH="0" flipV="0">
            <a:off x="10338390" y="172448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6535056" name="TextBox 39"/>
          <p:cNvSpPr txBox="1"/>
          <p:nvPr/>
        </p:nvSpPr>
        <p:spPr bwMode="auto">
          <a:xfrm rot="0" flipH="0" flipV="0">
            <a:off x="10383847" y="174721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5831741" name="Freeform 41"/>
          <p:cNvSpPr/>
          <p:nvPr/>
        </p:nvSpPr>
        <p:spPr bwMode="auto">
          <a:xfrm rot="0" flipH="0" flipV="0">
            <a:off x="10823279" y="358564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2795406" name="TextBox 42"/>
          <p:cNvSpPr txBox="1"/>
          <p:nvPr/>
        </p:nvSpPr>
        <p:spPr bwMode="auto">
          <a:xfrm rot="0" flipH="0" flipV="0">
            <a:off x="10868736" y="360837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9231564" name="Freeform 44"/>
          <p:cNvSpPr/>
          <p:nvPr/>
        </p:nvSpPr>
        <p:spPr bwMode="auto">
          <a:xfrm rot="0" flipH="0" flipV="0">
            <a:off x="9094284" y="584395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7614275" name="TextBox 45"/>
          <p:cNvSpPr txBox="1"/>
          <p:nvPr/>
        </p:nvSpPr>
        <p:spPr bwMode="auto">
          <a:xfrm rot="0" flipH="0" flipV="0">
            <a:off x="9139740" y="586668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69177710" name="Freeform 47"/>
          <p:cNvSpPr/>
          <p:nvPr/>
        </p:nvSpPr>
        <p:spPr bwMode="auto">
          <a:xfrm rot="0" flipH="0" flipV="0">
            <a:off x="7075569" y="5689640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8135720" name="TextBox 48"/>
          <p:cNvSpPr txBox="1"/>
          <p:nvPr/>
        </p:nvSpPr>
        <p:spPr bwMode="auto">
          <a:xfrm rot="0" flipH="0" flipV="0">
            <a:off x="7121026" y="5712368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2707744" name="Freeform 50"/>
          <p:cNvSpPr/>
          <p:nvPr/>
        </p:nvSpPr>
        <p:spPr bwMode="auto">
          <a:xfrm rot="0" flipH="0" flipV="0">
            <a:off x="5037687" y="4578417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67534976" name="TextBox 51"/>
          <p:cNvSpPr txBox="1"/>
          <p:nvPr/>
        </p:nvSpPr>
        <p:spPr bwMode="auto">
          <a:xfrm rot="0" flipH="0" flipV="0">
            <a:off x="5083144" y="4601145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87911507" name="Freeform 53"/>
          <p:cNvSpPr/>
          <p:nvPr/>
        </p:nvSpPr>
        <p:spPr bwMode="auto">
          <a:xfrm rot="0" flipH="0" flipV="0">
            <a:off x="10580834" y="5063306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71665" name="TextBox 54"/>
          <p:cNvSpPr txBox="1"/>
          <p:nvPr/>
        </p:nvSpPr>
        <p:spPr bwMode="auto">
          <a:xfrm rot="0" flipH="0" flipV="0">
            <a:off x="10626292" y="5086034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6349071" name="Freeform 56"/>
          <p:cNvSpPr/>
          <p:nvPr/>
        </p:nvSpPr>
        <p:spPr bwMode="auto">
          <a:xfrm rot="0" flipH="0" flipV="0">
            <a:off x="9336728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0891675" name="TextBox 57"/>
          <p:cNvSpPr txBox="1"/>
          <p:nvPr/>
        </p:nvSpPr>
        <p:spPr bwMode="auto">
          <a:xfrm rot="0" flipH="0" flipV="0">
            <a:off x="9382186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2532539" name="Freeform 59"/>
          <p:cNvSpPr/>
          <p:nvPr/>
        </p:nvSpPr>
        <p:spPr bwMode="auto">
          <a:xfrm rot="0" flipH="0" flipV="0">
            <a:off x="5522577" y="1709725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0739846" name="TextBox 60"/>
          <p:cNvSpPr txBox="1"/>
          <p:nvPr/>
        </p:nvSpPr>
        <p:spPr bwMode="auto">
          <a:xfrm rot="0" flipH="0" flipV="0">
            <a:off x="5568035" y="173245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88393176" name="AutoShape 61"/>
          <p:cNvSpPr/>
          <p:nvPr/>
        </p:nvSpPr>
        <p:spPr bwMode="auto">
          <a:xfrm flipV="1">
            <a:off x="8249726" y="2097406"/>
            <a:ext cx="2126732" cy="135775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015190" name="AutoShape 62"/>
          <p:cNvSpPr/>
          <p:nvPr/>
        </p:nvSpPr>
        <p:spPr bwMode="auto">
          <a:xfrm>
            <a:off x="8287030" y="3605043"/>
            <a:ext cx="2537013" cy="2036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437957" name="AutoShape 63"/>
          <p:cNvSpPr/>
          <p:nvPr/>
        </p:nvSpPr>
        <p:spPr bwMode="auto">
          <a:xfrm>
            <a:off x="8251505" y="3713297"/>
            <a:ext cx="2365615" cy="146480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6610659" name="AutoShape 64"/>
          <p:cNvSpPr/>
          <p:nvPr/>
        </p:nvSpPr>
        <p:spPr bwMode="auto">
          <a:xfrm>
            <a:off x="8156614" y="3801107"/>
            <a:ext cx="1068849" cy="20698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3694492" name="AutoShape 65"/>
          <p:cNvSpPr/>
          <p:nvPr/>
        </p:nvSpPr>
        <p:spPr bwMode="auto">
          <a:xfrm flipH="1">
            <a:off x="7389816" y="3817280"/>
            <a:ext cx="583730" cy="188316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3701497" name="AutoShape 66"/>
          <p:cNvSpPr/>
          <p:nvPr/>
        </p:nvSpPr>
        <p:spPr bwMode="auto">
          <a:xfrm flipH="1">
            <a:off x="5501551" y="3684552"/>
            <a:ext cx="2322377" cy="103740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2021104" name="AutoShape 67"/>
          <p:cNvSpPr/>
          <p:nvPr/>
        </p:nvSpPr>
        <p:spPr bwMode="auto">
          <a:xfrm flipH="1" flipV="1">
            <a:off x="5962132" y="2093366"/>
            <a:ext cx="1886106" cy="13510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2907906" name="AutoShape 68"/>
          <p:cNvSpPr/>
          <p:nvPr/>
        </p:nvSpPr>
        <p:spPr bwMode="auto">
          <a:xfrm flipH="1" flipV="1">
            <a:off x="7604863" y="1220779"/>
            <a:ext cx="396082" cy="212647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6143259" name=""/>
          <p:cNvSpPr txBox="1"/>
          <p:nvPr/>
        </p:nvSpPr>
        <p:spPr bwMode="auto">
          <a:xfrm rot="0" flipH="0" flipV="0">
            <a:off x="4531662" y="302809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25203926" name=""/>
          <p:cNvSpPr txBox="1"/>
          <p:nvPr/>
        </p:nvSpPr>
        <p:spPr bwMode="auto">
          <a:xfrm rot="0" flipH="0" flipV="0">
            <a:off x="9079827" y="2899191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1397127" name=""/>
          <p:cNvSpPr txBox="1"/>
          <p:nvPr/>
        </p:nvSpPr>
        <p:spPr bwMode="auto">
          <a:xfrm rot="0" flipH="0" flipV="0">
            <a:off x="9038954" y="453889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5252330" name=""/>
          <p:cNvSpPr txBox="1"/>
          <p:nvPr/>
        </p:nvSpPr>
        <p:spPr bwMode="auto">
          <a:xfrm rot="0" flipH="0" flipV="0">
            <a:off x="6599859" y="426263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6379352" name=""/>
          <p:cNvSpPr txBox="1"/>
          <p:nvPr/>
        </p:nvSpPr>
        <p:spPr bwMode="auto">
          <a:xfrm rot="0" flipH="0" flipV="0">
            <a:off x="7020240" y="241016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grpSp>
        <p:nvGrpSpPr>
          <p:cNvPr id="1705997146" name=""/>
          <p:cNvGrpSpPr/>
          <p:nvPr/>
        </p:nvGrpSpPr>
        <p:grpSpPr bwMode="auto">
          <a:xfrm>
            <a:off x="627389" y="3082251"/>
            <a:ext cx="2057400" cy="886243"/>
            <a:chOff x="0" y="0"/>
            <a:chExt cx="2057400" cy="886243"/>
          </a:xfrm>
        </p:grpSpPr>
        <p:sp>
          <p:nvSpPr>
            <p:cNvPr id="894035496" name="Freeform 31"/>
            <p:cNvSpPr/>
            <p:nvPr/>
          </p:nvSpPr>
          <p:spPr bwMode="auto">
            <a:xfrm rot="0" flipH="0" flipV="0">
              <a:off x="0" y="120542"/>
              <a:ext cx="2057400" cy="76569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2578" y="0"/>
                  </a:moveTo>
                  <a:lnTo>
                    <a:pt x="790222" y="0"/>
                  </a:lnTo>
                  <a:cubicBezTo>
                    <a:pt x="802692" y="0"/>
                    <a:pt x="812800" y="10108"/>
                    <a:pt x="812800" y="22578"/>
                  </a:cubicBezTo>
                  <a:lnTo>
                    <a:pt x="812800" y="279919"/>
                  </a:lnTo>
                  <a:cubicBezTo>
                    <a:pt x="812800" y="292388"/>
                    <a:pt x="802692" y="302497"/>
                    <a:pt x="790222" y="302497"/>
                  </a:cubicBezTo>
                  <a:lnTo>
                    <a:pt x="22578" y="302497"/>
                  </a:lnTo>
                  <a:cubicBezTo>
                    <a:pt x="10108" y="302497"/>
                    <a:pt x="0" y="292388"/>
                    <a:pt x="0" y="279919"/>
                  </a:cubicBezTo>
                  <a:lnTo>
                    <a:pt x="0" y="22578"/>
                  </a:lnTo>
                  <a:cubicBezTo>
                    <a:pt x="0" y="10108"/>
                    <a:pt x="10108" y="0"/>
                    <a:pt x="2257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55888120" name="TextBox 32"/>
            <p:cNvSpPr txBox="1"/>
            <p:nvPr/>
          </p:nvSpPr>
          <p:spPr bwMode="auto">
            <a:xfrm rot="0" flipH="0" flipV="0">
              <a:off x="0" y="0"/>
              <a:ext cx="2057400" cy="8862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7586584" name="Freeform 27"/>
          <p:cNvSpPr/>
          <p:nvPr/>
        </p:nvSpPr>
        <p:spPr bwMode="auto">
          <a:xfrm rot="0" flipH="0" flipV="0">
            <a:off x="7130584" y="340575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22714909" name="TextBox 28"/>
          <p:cNvSpPr txBox="1"/>
          <p:nvPr/>
        </p:nvSpPr>
        <p:spPr bwMode="auto">
          <a:xfrm rot="0" flipH="0" flipV="0">
            <a:off x="7153592" y="341725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37716590" name="AutoShape 29"/>
          <p:cNvSpPr/>
          <p:nvPr/>
        </p:nvSpPr>
        <p:spPr bwMode="auto">
          <a:xfrm>
            <a:off x="2777789" y="3507161"/>
            <a:ext cx="4352796" cy="207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4320099" name="AutoShape 33"/>
          <p:cNvSpPr/>
          <p:nvPr/>
        </p:nvSpPr>
        <p:spPr bwMode="auto">
          <a:xfrm flipV="1">
            <a:off x="7315602" y="2316565"/>
            <a:ext cx="651740" cy="11061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9907726" name="Freeform 35"/>
          <p:cNvSpPr/>
          <p:nvPr/>
        </p:nvSpPr>
        <p:spPr bwMode="auto">
          <a:xfrm rot="0" flipH="0" flipV="0">
            <a:off x="6885155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3214346" name="TextBox 36"/>
          <p:cNvSpPr txBox="1"/>
          <p:nvPr/>
        </p:nvSpPr>
        <p:spPr bwMode="auto">
          <a:xfrm rot="0" flipH="0" flipV="0">
            <a:off x="6908163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1695136" name="Freeform 38"/>
          <p:cNvSpPr/>
          <p:nvPr/>
        </p:nvSpPr>
        <p:spPr bwMode="auto">
          <a:xfrm rot="0" flipH="0" flipV="0">
            <a:off x="8508818" y="268575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1244958" name="TextBox 39"/>
          <p:cNvSpPr txBox="1"/>
          <p:nvPr/>
        </p:nvSpPr>
        <p:spPr bwMode="auto">
          <a:xfrm rot="0" flipH="0" flipV="0">
            <a:off x="8531826" y="269725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5993094" name="Freeform 41"/>
          <p:cNvSpPr/>
          <p:nvPr/>
        </p:nvSpPr>
        <p:spPr bwMode="auto">
          <a:xfrm rot="0" flipH="0" flipV="0">
            <a:off x="8659354" y="35284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5034671" name="TextBox 42"/>
          <p:cNvSpPr txBox="1"/>
          <p:nvPr/>
        </p:nvSpPr>
        <p:spPr bwMode="auto">
          <a:xfrm rot="0" flipH="0" flipV="0">
            <a:off x="8682363" y="35399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90902666" name="Freeform 44"/>
          <p:cNvSpPr/>
          <p:nvPr/>
        </p:nvSpPr>
        <p:spPr bwMode="auto">
          <a:xfrm rot="0" flipH="0" flipV="0">
            <a:off x="7784218" y="46715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8572189" name="TextBox 45"/>
          <p:cNvSpPr txBox="1"/>
          <p:nvPr/>
        </p:nvSpPr>
        <p:spPr bwMode="auto">
          <a:xfrm rot="0" flipH="0" flipV="0">
            <a:off x="7807226" y="46830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0823285" name="Freeform 47"/>
          <p:cNvSpPr/>
          <p:nvPr/>
        </p:nvSpPr>
        <p:spPr bwMode="auto">
          <a:xfrm rot="0" flipH="0" flipV="0">
            <a:off x="6762440" y="45934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7832553" name="TextBox 48"/>
          <p:cNvSpPr txBox="1"/>
          <p:nvPr/>
        </p:nvSpPr>
        <p:spPr bwMode="auto">
          <a:xfrm rot="0" flipH="0" flipV="0">
            <a:off x="6785448" y="46049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460646" name="Freeform 50"/>
          <p:cNvSpPr/>
          <p:nvPr/>
        </p:nvSpPr>
        <p:spPr bwMode="auto">
          <a:xfrm rot="0" flipH="0" flipV="0">
            <a:off x="5730961" y="40309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4903457" name="TextBox 51"/>
          <p:cNvSpPr txBox="1"/>
          <p:nvPr/>
        </p:nvSpPr>
        <p:spPr bwMode="auto">
          <a:xfrm rot="0" flipH="0" flipV="0">
            <a:off x="5753970" y="40424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21148856" name="Freeform 53"/>
          <p:cNvSpPr/>
          <p:nvPr/>
        </p:nvSpPr>
        <p:spPr bwMode="auto">
          <a:xfrm rot="0" flipH="0" flipV="0">
            <a:off x="8536640" y="427638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1133479" name="TextBox 54"/>
          <p:cNvSpPr txBox="1"/>
          <p:nvPr/>
        </p:nvSpPr>
        <p:spPr bwMode="auto">
          <a:xfrm rot="0" flipH="0" flipV="0">
            <a:off x="8559649" y="428789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0973419" name="Freeform 56"/>
          <p:cNvSpPr/>
          <p:nvPr/>
        </p:nvSpPr>
        <p:spPr bwMode="auto">
          <a:xfrm rot="0" flipH="0" flipV="0">
            <a:off x="7906933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536381649" name="TextBox 57"/>
          <p:cNvSpPr txBox="1"/>
          <p:nvPr/>
        </p:nvSpPr>
        <p:spPr bwMode="auto">
          <a:xfrm rot="0" flipH="0" flipV="0">
            <a:off x="7929941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722832060" name="Freeform 59"/>
          <p:cNvSpPr/>
          <p:nvPr/>
        </p:nvSpPr>
        <p:spPr bwMode="auto">
          <a:xfrm rot="0" flipH="0" flipV="0">
            <a:off x="5976389" y="257896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641243" name="TextBox 60"/>
          <p:cNvSpPr txBox="1"/>
          <p:nvPr/>
        </p:nvSpPr>
        <p:spPr bwMode="auto">
          <a:xfrm rot="0" flipH="0" flipV="0">
            <a:off x="5999397" y="259046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2685631" name="AutoShape 61"/>
          <p:cNvSpPr/>
          <p:nvPr/>
        </p:nvSpPr>
        <p:spPr bwMode="auto">
          <a:xfrm flipV="1">
            <a:off x="7362087" y="2865299"/>
            <a:ext cx="1160655" cy="6063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0404745" name="AutoShape 62"/>
          <p:cNvSpPr/>
          <p:nvPr/>
        </p:nvSpPr>
        <p:spPr bwMode="auto">
          <a:xfrm>
            <a:off x="7375626" y="3538285"/>
            <a:ext cx="1284115" cy="1030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206221" name="AutoShape 63"/>
          <p:cNvSpPr/>
          <p:nvPr/>
        </p:nvSpPr>
        <p:spPr bwMode="auto">
          <a:xfrm>
            <a:off x="7357646" y="3593077"/>
            <a:ext cx="1197362" cy="7414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543970" name="AutoShape 64"/>
          <p:cNvSpPr/>
          <p:nvPr/>
        </p:nvSpPr>
        <p:spPr bwMode="auto">
          <a:xfrm>
            <a:off x="7309615" y="3637522"/>
            <a:ext cx="541000" cy="10476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6325153" name="AutoShape 65"/>
          <p:cNvSpPr/>
          <p:nvPr/>
        </p:nvSpPr>
        <p:spPr bwMode="auto">
          <a:xfrm flipH="1">
            <a:off x="6921498" y="3645708"/>
            <a:ext cx="295455" cy="9531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5581693" name="AutoShape 66"/>
          <p:cNvSpPr/>
          <p:nvPr/>
        </p:nvSpPr>
        <p:spPr bwMode="auto">
          <a:xfrm flipH="1">
            <a:off x="5965749" y="3578527"/>
            <a:ext cx="1175477" cy="52508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6967501" name="AutoShape 67"/>
          <p:cNvSpPr/>
          <p:nvPr/>
        </p:nvSpPr>
        <p:spPr bwMode="auto">
          <a:xfrm flipH="1" flipV="1">
            <a:off x="6198872" y="2773144"/>
            <a:ext cx="954656" cy="683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1916449" name="AutoShape 68"/>
          <p:cNvSpPr/>
          <p:nvPr/>
        </p:nvSpPr>
        <p:spPr bwMode="auto">
          <a:xfrm flipH="1" flipV="1">
            <a:off x="7030344" y="2331482"/>
            <a:ext cx="200477" cy="10763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305160" name="Freeform 70"/>
          <p:cNvSpPr/>
          <p:nvPr/>
        </p:nvSpPr>
        <p:spPr bwMode="auto">
          <a:xfrm rot="0" flipH="0" flipV="0">
            <a:off x="4112550" y="24562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4862058" name="TextBox 71"/>
          <p:cNvSpPr txBox="1"/>
          <p:nvPr/>
        </p:nvSpPr>
        <p:spPr bwMode="auto">
          <a:xfrm rot="0" flipH="0" flipV="0">
            <a:off x="4135559" y="246775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56800197" name="Freeform 73"/>
          <p:cNvSpPr/>
          <p:nvPr/>
        </p:nvSpPr>
        <p:spPr bwMode="auto">
          <a:xfrm rot="0" flipH="0" flipV="0">
            <a:off x="4112550" y="159767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1607019" name="TextBox 74"/>
          <p:cNvSpPr txBox="1"/>
          <p:nvPr/>
        </p:nvSpPr>
        <p:spPr bwMode="auto">
          <a:xfrm rot="0" flipH="0" flipV="0">
            <a:off x="4135559" y="160917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3747900" name="Freeform 76"/>
          <p:cNvSpPr/>
          <p:nvPr/>
        </p:nvSpPr>
        <p:spPr bwMode="auto">
          <a:xfrm rot="0" flipH="0" flipV="0">
            <a:off x="3583697" y="196539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93502382" name="TextBox 77"/>
          <p:cNvSpPr txBox="1"/>
          <p:nvPr/>
        </p:nvSpPr>
        <p:spPr bwMode="auto">
          <a:xfrm rot="0" flipH="0" flipV="0">
            <a:off x="3606706" y="19768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34039879" name="Freeform 79"/>
          <p:cNvSpPr/>
          <p:nvPr/>
        </p:nvSpPr>
        <p:spPr bwMode="auto">
          <a:xfrm rot="0" flipH="0" flipV="0">
            <a:off x="4616118" y="12495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14124263" name="TextBox 80"/>
          <p:cNvSpPr txBox="1"/>
          <p:nvPr/>
        </p:nvSpPr>
        <p:spPr bwMode="auto">
          <a:xfrm rot="0" flipH="0" flipV="0">
            <a:off x="4639125" y="126106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25417794" name="Freeform 82"/>
          <p:cNvSpPr/>
          <p:nvPr/>
        </p:nvSpPr>
        <p:spPr bwMode="auto">
          <a:xfrm rot="0" flipH="0" flipV="0">
            <a:off x="5183694" y="10528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46781044" name="TextBox 83"/>
          <p:cNvSpPr txBox="1"/>
          <p:nvPr/>
        </p:nvSpPr>
        <p:spPr bwMode="auto">
          <a:xfrm rot="0" flipH="0" flipV="0">
            <a:off x="5206701" y="10643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29998925" name="Freeform 85"/>
          <p:cNvSpPr/>
          <p:nvPr/>
        </p:nvSpPr>
        <p:spPr bwMode="auto">
          <a:xfrm rot="0" flipH="0" flipV="0">
            <a:off x="597638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849862" name="TextBox 86"/>
          <p:cNvSpPr txBox="1"/>
          <p:nvPr/>
        </p:nvSpPr>
        <p:spPr bwMode="auto">
          <a:xfrm rot="0" flipH="0" flipV="0">
            <a:off x="5999397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8671562" name="Freeform 88"/>
          <p:cNvSpPr/>
          <p:nvPr/>
        </p:nvSpPr>
        <p:spPr bwMode="auto">
          <a:xfrm rot="0" flipH="0" flipV="0">
            <a:off x="667606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2087766670" name="TextBox 89"/>
          <p:cNvSpPr txBox="1"/>
          <p:nvPr/>
        </p:nvSpPr>
        <p:spPr bwMode="auto">
          <a:xfrm rot="0" flipH="0" flipV="0">
            <a:off x="6699078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287851712" name="Freeform 91"/>
          <p:cNvSpPr/>
          <p:nvPr/>
        </p:nvSpPr>
        <p:spPr bwMode="auto">
          <a:xfrm rot="0" flipH="0" flipV="0">
            <a:off x="6517012" y="112684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1097677" name="TextBox 92"/>
          <p:cNvSpPr txBox="1"/>
          <p:nvPr/>
        </p:nvSpPr>
        <p:spPr bwMode="auto">
          <a:xfrm rot="0" flipH="0" flipV="0">
            <a:off x="6540021" y="113834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504959" name="Freeform 94"/>
          <p:cNvSpPr/>
          <p:nvPr/>
        </p:nvSpPr>
        <p:spPr bwMode="auto">
          <a:xfrm rot="0" flipH="0" flipV="0">
            <a:off x="7446594" y="78295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39517215" name="TextBox 95"/>
          <p:cNvSpPr txBox="1"/>
          <p:nvPr/>
        </p:nvSpPr>
        <p:spPr bwMode="auto">
          <a:xfrm rot="0" flipH="0" flipV="0">
            <a:off x="7469602" y="79445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2070215" name="Freeform 97"/>
          <p:cNvSpPr/>
          <p:nvPr/>
        </p:nvSpPr>
        <p:spPr bwMode="auto">
          <a:xfrm rot="0" flipH="0" flipV="0">
            <a:off x="8029647" y="46016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5842877" name="TextBox 98"/>
          <p:cNvSpPr txBox="1"/>
          <p:nvPr/>
        </p:nvSpPr>
        <p:spPr bwMode="auto">
          <a:xfrm rot="0" flipH="0" flipV="0">
            <a:off x="8052654" y="47167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74454535" name="Freeform 100"/>
          <p:cNvSpPr/>
          <p:nvPr/>
        </p:nvSpPr>
        <p:spPr bwMode="auto">
          <a:xfrm rot="0" flipH="0" flipV="0">
            <a:off x="8904783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8617052" name="TextBox 101"/>
          <p:cNvSpPr txBox="1"/>
          <p:nvPr/>
        </p:nvSpPr>
        <p:spPr bwMode="auto">
          <a:xfrm rot="0" flipH="0" flipV="0">
            <a:off x="8927791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2624328" name="Freeform 103"/>
          <p:cNvSpPr/>
          <p:nvPr/>
        </p:nvSpPr>
        <p:spPr bwMode="auto">
          <a:xfrm rot="0" flipH="0" flipV="0">
            <a:off x="7906933" y="12982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5219756" name="TextBox 104"/>
          <p:cNvSpPr txBox="1"/>
          <p:nvPr/>
        </p:nvSpPr>
        <p:spPr bwMode="auto">
          <a:xfrm rot="0" flipH="0" flipV="0">
            <a:off x="7929941" y="130974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14258643" name="Freeform 106"/>
          <p:cNvSpPr/>
          <p:nvPr/>
        </p:nvSpPr>
        <p:spPr bwMode="auto">
          <a:xfrm rot="0" flipH="0" flipV="0">
            <a:off x="9027497" y="149498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5716938" name="TextBox 107"/>
          <p:cNvSpPr txBox="1"/>
          <p:nvPr/>
        </p:nvSpPr>
        <p:spPr bwMode="auto">
          <a:xfrm rot="0" flipH="0" flipV="0">
            <a:off x="9050505" y="15064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68918323" name="Freeform 109"/>
          <p:cNvSpPr/>
          <p:nvPr/>
        </p:nvSpPr>
        <p:spPr bwMode="auto">
          <a:xfrm rot="0" flipH="0" flipV="0">
            <a:off x="9918966" y="135224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570975" name="TextBox 110"/>
          <p:cNvSpPr txBox="1"/>
          <p:nvPr/>
        </p:nvSpPr>
        <p:spPr bwMode="auto">
          <a:xfrm rot="0" flipH="0" flipV="0">
            <a:off x="9941974" y="136375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072503" name="Freeform 112"/>
          <p:cNvSpPr/>
          <p:nvPr/>
        </p:nvSpPr>
        <p:spPr bwMode="auto">
          <a:xfrm rot="0" flipH="0" flipV="0">
            <a:off x="10041680" y="4148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15017871" name="TextBox 113"/>
          <p:cNvSpPr txBox="1"/>
          <p:nvPr/>
        </p:nvSpPr>
        <p:spPr bwMode="auto">
          <a:xfrm rot="0" flipH="0" flipV="0">
            <a:off x="10064688" y="4263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7797353" name="Freeform 115"/>
          <p:cNvSpPr/>
          <p:nvPr/>
        </p:nvSpPr>
        <p:spPr bwMode="auto">
          <a:xfrm rot="0" flipH="0" flipV="0">
            <a:off x="10950576" y="88141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4297010" name="TextBox 116"/>
          <p:cNvSpPr txBox="1"/>
          <p:nvPr/>
        </p:nvSpPr>
        <p:spPr bwMode="auto">
          <a:xfrm rot="0" flipH="0" flipV="0">
            <a:off x="10973584" y="89291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1316654" name="Freeform 118"/>
          <p:cNvSpPr/>
          <p:nvPr/>
        </p:nvSpPr>
        <p:spPr bwMode="auto">
          <a:xfrm rot="0" flipH="0" flipV="0">
            <a:off x="10635651" y="16177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73302318" name="TextBox 119"/>
          <p:cNvSpPr txBox="1"/>
          <p:nvPr/>
        </p:nvSpPr>
        <p:spPr bwMode="auto">
          <a:xfrm rot="0" flipH="0" flipV="0">
            <a:off x="10658658" y="16292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0136393" name="Freeform 121"/>
          <p:cNvSpPr/>
          <p:nvPr/>
        </p:nvSpPr>
        <p:spPr bwMode="auto">
          <a:xfrm rot="0" flipH="0" flipV="0">
            <a:off x="11199313" y="21682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3422620" name="TextBox 122"/>
          <p:cNvSpPr txBox="1"/>
          <p:nvPr/>
        </p:nvSpPr>
        <p:spPr bwMode="auto">
          <a:xfrm rot="0" flipH="0" flipV="0">
            <a:off x="11222321" y="217971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38244506" name="Freeform 124"/>
          <p:cNvSpPr/>
          <p:nvPr/>
        </p:nvSpPr>
        <p:spPr bwMode="auto">
          <a:xfrm rot="0" flipH="0" flipV="0">
            <a:off x="8810591" y="201708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002123" name="TextBox 125"/>
          <p:cNvSpPr txBox="1"/>
          <p:nvPr/>
        </p:nvSpPr>
        <p:spPr bwMode="auto">
          <a:xfrm rot="0" flipH="0" flipV="0">
            <a:off x="8833600" y="202858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88401746" name="Freeform 127"/>
          <p:cNvSpPr/>
          <p:nvPr/>
        </p:nvSpPr>
        <p:spPr bwMode="auto">
          <a:xfrm rot="0" flipH="0" flipV="0">
            <a:off x="9329171" y="28652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1065331" name="TextBox 128"/>
          <p:cNvSpPr txBox="1"/>
          <p:nvPr/>
        </p:nvSpPr>
        <p:spPr bwMode="auto">
          <a:xfrm rot="0" flipH="0" flipV="0">
            <a:off x="9352180" y="287680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41506258" name="Freeform 130"/>
          <p:cNvSpPr/>
          <p:nvPr/>
        </p:nvSpPr>
        <p:spPr bwMode="auto">
          <a:xfrm rot="0" flipH="0" flipV="0">
            <a:off x="10758364" y="25297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61290542" name="TextBox 131"/>
          <p:cNvSpPr txBox="1"/>
          <p:nvPr/>
        </p:nvSpPr>
        <p:spPr bwMode="auto">
          <a:xfrm rot="0" flipH="0" flipV="0">
            <a:off x="10781372" y="25412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2607830" name="Freeform 133"/>
          <p:cNvSpPr/>
          <p:nvPr/>
        </p:nvSpPr>
        <p:spPr bwMode="auto">
          <a:xfrm rot="0" flipH="0" flipV="0">
            <a:off x="11166204" y="305166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8558017" name="TextBox 134"/>
          <p:cNvSpPr txBox="1"/>
          <p:nvPr/>
        </p:nvSpPr>
        <p:spPr bwMode="auto">
          <a:xfrm rot="0" flipH="0" flipV="0">
            <a:off x="11189212" y="306316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62592371" name="Freeform 136"/>
          <p:cNvSpPr/>
          <p:nvPr/>
        </p:nvSpPr>
        <p:spPr bwMode="auto">
          <a:xfrm rot="0" flipH="0" flipV="0">
            <a:off x="10164395" y="357852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935022551" name="TextBox 137"/>
          <p:cNvSpPr txBox="1"/>
          <p:nvPr/>
        </p:nvSpPr>
        <p:spPr bwMode="auto">
          <a:xfrm rot="0" flipH="0" flipV="0">
            <a:off x="10187403" y="359003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692409490" name="Freeform 139"/>
          <p:cNvSpPr/>
          <p:nvPr/>
        </p:nvSpPr>
        <p:spPr bwMode="auto">
          <a:xfrm rot="0" flipH="0" flipV="0">
            <a:off x="11003793" y="39808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3714455" name="TextBox 140"/>
          <p:cNvSpPr txBox="1"/>
          <p:nvPr/>
        </p:nvSpPr>
        <p:spPr bwMode="auto">
          <a:xfrm rot="0" flipH="0" flipV="0">
            <a:off x="11026801" y="399240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07109499" name="Freeform 142"/>
          <p:cNvSpPr/>
          <p:nvPr/>
        </p:nvSpPr>
        <p:spPr bwMode="auto">
          <a:xfrm rot="0" flipH="0" flipV="0">
            <a:off x="11196006" y="4659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96581073" name="TextBox 143"/>
          <p:cNvSpPr txBox="1"/>
          <p:nvPr/>
        </p:nvSpPr>
        <p:spPr bwMode="auto">
          <a:xfrm rot="0" flipH="0" flipV="0">
            <a:off x="11219013" y="4670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19253464" name="Freeform 145"/>
          <p:cNvSpPr/>
          <p:nvPr/>
        </p:nvSpPr>
        <p:spPr bwMode="auto">
          <a:xfrm rot="0" flipH="0" flipV="0">
            <a:off x="11073291" y="54213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50784968" name="TextBox 146"/>
          <p:cNvSpPr txBox="1"/>
          <p:nvPr/>
        </p:nvSpPr>
        <p:spPr bwMode="auto">
          <a:xfrm rot="0" flipH="0" flipV="0">
            <a:off x="11096299" y="54328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7785225" name="Freeform 148"/>
          <p:cNvSpPr/>
          <p:nvPr/>
        </p:nvSpPr>
        <p:spPr bwMode="auto">
          <a:xfrm rot="0" flipH="0" flipV="0">
            <a:off x="4738830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4926209" name="TextBox 149"/>
          <p:cNvSpPr txBox="1"/>
          <p:nvPr/>
        </p:nvSpPr>
        <p:spPr bwMode="auto">
          <a:xfrm rot="0" flipH="0" flipV="0">
            <a:off x="4761837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18901911" name="Freeform 151"/>
          <p:cNvSpPr/>
          <p:nvPr/>
        </p:nvSpPr>
        <p:spPr bwMode="auto">
          <a:xfrm rot="5399909" flipH="0" flipV="0">
            <a:off x="7692022" y="624563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0993738" name="TextBox 152"/>
          <p:cNvSpPr txBox="1"/>
          <p:nvPr/>
        </p:nvSpPr>
        <p:spPr bwMode="auto">
          <a:xfrm rot="5399909" flipH="0" flipV="0">
            <a:off x="7720784" y="62628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5527550" name="Freeform 154"/>
          <p:cNvSpPr/>
          <p:nvPr/>
        </p:nvSpPr>
        <p:spPr bwMode="auto">
          <a:xfrm rot="5399909" flipH="0" flipV="0">
            <a:off x="6676069" y="575477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939575430" name="TextBox 155"/>
          <p:cNvSpPr txBox="1"/>
          <p:nvPr/>
        </p:nvSpPr>
        <p:spPr bwMode="auto">
          <a:xfrm rot="5399909" flipH="0" flipV="0">
            <a:off x="6704831" y="5772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038548010" name="Freeform 157"/>
          <p:cNvSpPr/>
          <p:nvPr/>
        </p:nvSpPr>
        <p:spPr bwMode="auto">
          <a:xfrm rot="5399909" flipH="0" flipV="0">
            <a:off x="6038448" y="5598522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56823432" name="TextBox 158"/>
          <p:cNvSpPr txBox="1"/>
          <p:nvPr/>
        </p:nvSpPr>
        <p:spPr bwMode="auto">
          <a:xfrm rot="5399909" flipH="0" flipV="0">
            <a:off x="6067210" y="561577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2267970" name="Freeform 160"/>
          <p:cNvSpPr/>
          <p:nvPr/>
        </p:nvSpPr>
        <p:spPr bwMode="auto">
          <a:xfrm rot="5399909" flipH="0" flipV="0">
            <a:off x="7116660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27412810" name="TextBox 161"/>
          <p:cNvSpPr txBox="1"/>
          <p:nvPr/>
        </p:nvSpPr>
        <p:spPr bwMode="auto">
          <a:xfrm rot="5399909" flipH="0" flipV="0">
            <a:off x="7145421" y="631610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32489476" name="Freeform 163"/>
          <p:cNvSpPr/>
          <p:nvPr/>
        </p:nvSpPr>
        <p:spPr bwMode="auto">
          <a:xfrm rot="5399909" flipH="0" flipV="0">
            <a:off x="5038438" y="600020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35192894" name="TextBox 164"/>
          <p:cNvSpPr txBox="1"/>
          <p:nvPr/>
        </p:nvSpPr>
        <p:spPr bwMode="auto">
          <a:xfrm rot="5399909" flipH="0" flipV="0">
            <a:off x="5067201" y="60174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24894644" name="Freeform 166"/>
          <p:cNvSpPr/>
          <p:nvPr/>
        </p:nvSpPr>
        <p:spPr bwMode="auto">
          <a:xfrm rot="5399909" flipH="0" flipV="0">
            <a:off x="5555214" y="47818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44758702" name="TextBox 167"/>
          <p:cNvSpPr txBox="1"/>
          <p:nvPr/>
        </p:nvSpPr>
        <p:spPr bwMode="auto">
          <a:xfrm rot="5399909" flipH="0" flipV="0">
            <a:off x="5583975" y="47991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21506580" name="Freeform 169"/>
          <p:cNvSpPr/>
          <p:nvPr/>
        </p:nvSpPr>
        <p:spPr bwMode="auto">
          <a:xfrm rot="0" flipH="0" flipV="0">
            <a:off x="9280702" y="6176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2777070" name="TextBox 170"/>
          <p:cNvSpPr txBox="1"/>
          <p:nvPr/>
        </p:nvSpPr>
        <p:spPr bwMode="auto">
          <a:xfrm rot="0" flipH="0" flipV="0">
            <a:off x="9303710" y="6187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41644118" name="Freeform 172"/>
          <p:cNvSpPr/>
          <p:nvPr/>
        </p:nvSpPr>
        <p:spPr bwMode="auto">
          <a:xfrm rot="0" flipH="0" flipV="0">
            <a:off x="8904783" y="521402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42579368" name="TextBox 173"/>
          <p:cNvSpPr txBox="1"/>
          <p:nvPr/>
        </p:nvSpPr>
        <p:spPr bwMode="auto">
          <a:xfrm rot="0" flipH="0" flipV="0">
            <a:off x="8927791" y="52255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93453426" name="Freeform 175"/>
          <p:cNvSpPr/>
          <p:nvPr/>
        </p:nvSpPr>
        <p:spPr bwMode="auto">
          <a:xfrm rot="0" flipH="0" flipV="0">
            <a:off x="7432229" y="554860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3475151" name="TextBox 176"/>
          <p:cNvSpPr txBox="1"/>
          <p:nvPr/>
        </p:nvSpPr>
        <p:spPr bwMode="auto">
          <a:xfrm rot="0" flipH="0" flipV="0">
            <a:off x="7455236" y="556010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7993684" name="Freeform 178"/>
          <p:cNvSpPr/>
          <p:nvPr/>
        </p:nvSpPr>
        <p:spPr bwMode="auto">
          <a:xfrm rot="0" flipH="0" flipV="0">
            <a:off x="8440093" y="592055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35941498" name="TextBox 179"/>
          <p:cNvSpPr txBox="1"/>
          <p:nvPr/>
        </p:nvSpPr>
        <p:spPr bwMode="auto">
          <a:xfrm rot="0" flipH="0" flipV="0">
            <a:off x="8463101" y="59320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66936235" name="Freeform 181"/>
          <p:cNvSpPr/>
          <p:nvPr/>
        </p:nvSpPr>
        <p:spPr bwMode="auto">
          <a:xfrm rot="0" flipH="0" flipV="0">
            <a:off x="4235266" y="587749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2601827" name="TextBox 182"/>
          <p:cNvSpPr txBox="1"/>
          <p:nvPr/>
        </p:nvSpPr>
        <p:spPr bwMode="auto">
          <a:xfrm rot="0" flipH="0" flipV="0">
            <a:off x="4258274" y="58889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12033639" name="Freeform 184"/>
          <p:cNvSpPr/>
          <p:nvPr/>
        </p:nvSpPr>
        <p:spPr bwMode="auto">
          <a:xfrm rot="0" flipH="0" flipV="0">
            <a:off x="10905539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15230578" name="TextBox 185"/>
          <p:cNvSpPr txBox="1"/>
          <p:nvPr/>
        </p:nvSpPr>
        <p:spPr bwMode="auto">
          <a:xfrm rot="0" flipH="0" flipV="0">
            <a:off x="10928548" y="631035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26006851" name="Freeform 187"/>
          <p:cNvSpPr/>
          <p:nvPr/>
        </p:nvSpPr>
        <p:spPr bwMode="auto">
          <a:xfrm rot="0" flipH="0" flipV="0">
            <a:off x="9490329" y="56667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6919604" name="TextBox 188"/>
          <p:cNvSpPr txBox="1"/>
          <p:nvPr/>
        </p:nvSpPr>
        <p:spPr bwMode="auto">
          <a:xfrm rot="0" flipH="0" flipV="0">
            <a:off x="9513338" y="56782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73844518" name="Freeform 190"/>
          <p:cNvSpPr/>
          <p:nvPr/>
        </p:nvSpPr>
        <p:spPr bwMode="auto">
          <a:xfrm rot="0" flipH="0" flipV="0">
            <a:off x="9114473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1271077" name="TextBox 191"/>
          <p:cNvSpPr txBox="1"/>
          <p:nvPr/>
        </p:nvSpPr>
        <p:spPr bwMode="auto">
          <a:xfrm rot="0" flipH="0" flipV="0">
            <a:off x="9137481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8697890" name="Freeform 193"/>
          <p:cNvSpPr/>
          <p:nvPr/>
        </p:nvSpPr>
        <p:spPr bwMode="auto">
          <a:xfrm rot="0" flipH="0" flipV="0">
            <a:off x="4516979" y="537622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01167702" name="TextBox 194"/>
          <p:cNvSpPr txBox="1"/>
          <p:nvPr/>
        </p:nvSpPr>
        <p:spPr bwMode="auto">
          <a:xfrm rot="0" flipH="0" flipV="0">
            <a:off x="4539988" y="538773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1829498" name="Freeform 196"/>
          <p:cNvSpPr/>
          <p:nvPr/>
        </p:nvSpPr>
        <p:spPr bwMode="auto">
          <a:xfrm rot="0" flipH="0" flipV="0">
            <a:off x="5432499" y="157672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735393329" name="TextBox 197"/>
          <p:cNvSpPr txBox="1"/>
          <p:nvPr/>
        </p:nvSpPr>
        <p:spPr bwMode="auto">
          <a:xfrm rot="0" flipH="0" flipV="0">
            <a:off x="5455506" y="15882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886841065" name="Freeform 199"/>
          <p:cNvSpPr/>
          <p:nvPr/>
        </p:nvSpPr>
        <p:spPr bwMode="auto">
          <a:xfrm rot="0" flipH="0" flipV="0">
            <a:off x="9918966" y="50913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755823" name="TextBox 200"/>
          <p:cNvSpPr txBox="1"/>
          <p:nvPr/>
        </p:nvSpPr>
        <p:spPr bwMode="auto">
          <a:xfrm rot="0" flipH="0" flipV="0">
            <a:off x="9941974" y="51028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62302597" name="Freeform 202"/>
          <p:cNvSpPr/>
          <p:nvPr/>
        </p:nvSpPr>
        <p:spPr bwMode="auto">
          <a:xfrm rot="0" flipH="0" flipV="0">
            <a:off x="10409823" y="45488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03027359" name="TextBox 203"/>
          <p:cNvSpPr txBox="1"/>
          <p:nvPr/>
        </p:nvSpPr>
        <p:spPr bwMode="auto">
          <a:xfrm rot="0" flipH="0" flipV="0">
            <a:off x="10432832" y="45603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2892652" name="AutoShape 204"/>
          <p:cNvSpPr/>
          <p:nvPr/>
        </p:nvSpPr>
        <p:spPr bwMode="auto">
          <a:xfrm flipH="1" flipV="1">
            <a:off x="4357720" y="2587026"/>
            <a:ext cx="1618929" cy="1065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5486756" name="AutoShape 205"/>
          <p:cNvSpPr/>
          <p:nvPr/>
        </p:nvSpPr>
        <p:spPr bwMode="auto">
          <a:xfrm flipH="1" flipV="1">
            <a:off x="5613755" y="1807313"/>
            <a:ext cx="426807" cy="7864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4680778" name="AutoShape 206"/>
          <p:cNvSpPr/>
          <p:nvPr/>
        </p:nvSpPr>
        <p:spPr bwMode="auto">
          <a:xfrm flipH="1" flipV="1">
            <a:off x="3825309" y="2118596"/>
            <a:ext cx="2154897" cy="5525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908361" name="AutoShape 207"/>
          <p:cNvSpPr/>
          <p:nvPr/>
        </p:nvSpPr>
        <p:spPr bwMode="auto">
          <a:xfrm flipH="1" flipV="1">
            <a:off x="4343873" y="1777570"/>
            <a:ext cx="1646623" cy="86692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387002" name="AutoShape 208"/>
          <p:cNvSpPr/>
          <p:nvPr/>
        </p:nvSpPr>
        <p:spPr bwMode="auto">
          <a:xfrm flipH="1" flipV="1">
            <a:off x="4826594" y="1458045"/>
            <a:ext cx="1184746" cy="11578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2200817" name="AutoShape 209"/>
          <p:cNvSpPr/>
          <p:nvPr/>
        </p:nvSpPr>
        <p:spPr bwMode="auto">
          <a:xfrm flipH="1" flipV="1">
            <a:off x="5411255" y="1239320"/>
            <a:ext cx="1491765" cy="9077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7438381" name="AutoShape 210"/>
          <p:cNvSpPr/>
          <p:nvPr/>
        </p:nvSpPr>
        <p:spPr bwMode="auto">
          <a:xfrm flipH="1" flipV="1">
            <a:off x="6683628" y="1364187"/>
            <a:ext cx="280341" cy="73200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7887091" name="AutoShape 211"/>
          <p:cNvSpPr/>
          <p:nvPr/>
        </p:nvSpPr>
        <p:spPr bwMode="auto">
          <a:xfrm flipH="1" flipV="1">
            <a:off x="6161162" y="766131"/>
            <a:ext cx="784647" cy="13388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1124813" name="AutoShape 212"/>
          <p:cNvSpPr/>
          <p:nvPr/>
        </p:nvSpPr>
        <p:spPr bwMode="auto">
          <a:xfrm flipH="1" flipV="1">
            <a:off x="6815185" y="781871"/>
            <a:ext cx="176283" cy="13073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4468530" name="AutoShape 213"/>
          <p:cNvSpPr/>
          <p:nvPr/>
        </p:nvSpPr>
        <p:spPr bwMode="auto">
          <a:xfrm flipV="1">
            <a:off x="7056374" y="1018427"/>
            <a:ext cx="464429" cy="107963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1207784" name="AutoShape 214"/>
          <p:cNvSpPr/>
          <p:nvPr/>
        </p:nvSpPr>
        <p:spPr bwMode="auto">
          <a:xfrm flipV="1">
            <a:off x="7078451" y="683278"/>
            <a:ext cx="1003326" cy="142714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0572331" name="AutoShape 215"/>
          <p:cNvSpPr/>
          <p:nvPr/>
        </p:nvSpPr>
        <p:spPr bwMode="auto">
          <a:xfrm flipV="1">
            <a:off x="8029647" y="1543667"/>
            <a:ext cx="0" cy="544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0200209" name="AutoShape 216"/>
          <p:cNvSpPr/>
          <p:nvPr/>
        </p:nvSpPr>
        <p:spPr bwMode="auto">
          <a:xfrm flipV="1">
            <a:off x="8096064" y="763447"/>
            <a:ext cx="865017" cy="134416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8931064" name="AutoShape 217"/>
          <p:cNvSpPr/>
          <p:nvPr/>
        </p:nvSpPr>
        <p:spPr bwMode="auto">
          <a:xfrm flipV="1">
            <a:off x="8138126" y="1675121"/>
            <a:ext cx="903603" cy="47828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915956" name="AutoShape 218"/>
          <p:cNvSpPr/>
          <p:nvPr/>
        </p:nvSpPr>
        <p:spPr bwMode="auto">
          <a:xfrm flipV="1">
            <a:off x="8126232" y="613235"/>
            <a:ext cx="1941579" cy="15218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1627767" name="AutoShape 219"/>
          <p:cNvSpPr/>
          <p:nvPr/>
        </p:nvSpPr>
        <p:spPr bwMode="auto">
          <a:xfrm flipV="1">
            <a:off x="8151990" y="2149410"/>
            <a:ext cx="658970" cy="5179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755390" name="Freeform 221"/>
          <p:cNvSpPr/>
          <p:nvPr/>
        </p:nvSpPr>
        <p:spPr bwMode="auto">
          <a:xfrm rot="0" flipH="0" flipV="0">
            <a:off x="10004951" y="220120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2942947" name="TextBox 222"/>
          <p:cNvSpPr txBox="1"/>
          <p:nvPr/>
        </p:nvSpPr>
        <p:spPr bwMode="auto">
          <a:xfrm rot="0" flipH="0" flipV="0">
            <a:off x="10027959" y="221270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52261676" name="AutoShape 223"/>
          <p:cNvSpPr/>
          <p:nvPr/>
        </p:nvSpPr>
        <p:spPr bwMode="auto">
          <a:xfrm flipV="1">
            <a:off x="8730232" y="1077064"/>
            <a:ext cx="2244360" cy="16584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802912" name="AutoShape 224"/>
          <p:cNvSpPr/>
          <p:nvPr/>
        </p:nvSpPr>
        <p:spPr bwMode="auto">
          <a:xfrm flipV="1">
            <a:off x="8720694" y="1559275"/>
            <a:ext cx="1231823" cy="11648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758302" name="AutoShape 225"/>
          <p:cNvSpPr/>
          <p:nvPr/>
        </p:nvSpPr>
        <p:spPr bwMode="auto">
          <a:xfrm flipV="1">
            <a:off x="8748308" y="2361740"/>
            <a:ext cx="1262580" cy="4089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176747" name="AutoShape 226"/>
          <p:cNvSpPr/>
          <p:nvPr/>
        </p:nvSpPr>
        <p:spPr bwMode="auto">
          <a:xfrm flipV="1">
            <a:off x="8741220" y="1795498"/>
            <a:ext cx="1907455" cy="9578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6525213" name="AutoShape 227"/>
          <p:cNvSpPr/>
          <p:nvPr/>
        </p:nvSpPr>
        <p:spPr bwMode="auto">
          <a:xfrm flipV="1">
            <a:off x="8508819" y="2313131"/>
            <a:ext cx="2692496" cy="4953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2955688" name="AutoShape 228"/>
          <p:cNvSpPr/>
          <p:nvPr/>
        </p:nvSpPr>
        <p:spPr bwMode="auto">
          <a:xfrm>
            <a:off x="8751434" y="2834708"/>
            <a:ext cx="580546" cy="1270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5995861" name="AutoShape 229"/>
          <p:cNvSpPr/>
          <p:nvPr/>
        </p:nvSpPr>
        <p:spPr bwMode="auto">
          <a:xfrm flipV="1">
            <a:off x="8892906" y="2705211"/>
            <a:ext cx="1877337" cy="8932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193899" name="AutoShape 230"/>
          <p:cNvSpPr/>
          <p:nvPr/>
        </p:nvSpPr>
        <p:spPr bwMode="auto">
          <a:xfrm flipV="1">
            <a:off x="8902644" y="3197313"/>
            <a:ext cx="2265699" cy="4309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5761585" name="AutoShape 231"/>
          <p:cNvSpPr/>
          <p:nvPr/>
        </p:nvSpPr>
        <p:spPr bwMode="auto">
          <a:xfrm>
            <a:off x="8904717" y="3655260"/>
            <a:ext cx="1259743" cy="419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0446372" name="AutoShape 232"/>
          <p:cNvSpPr/>
          <p:nvPr/>
        </p:nvSpPr>
        <p:spPr bwMode="auto">
          <a:xfrm>
            <a:off x="8902583" y="3674436"/>
            <a:ext cx="2103410" cy="4059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240405" name="AutoShape 233"/>
          <p:cNvSpPr/>
          <p:nvPr/>
        </p:nvSpPr>
        <p:spPr bwMode="auto">
          <a:xfrm>
            <a:off x="8894181" y="3701151"/>
            <a:ext cx="2312426" cy="10307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2124834" name="AutoShape 234"/>
          <p:cNvSpPr/>
          <p:nvPr/>
        </p:nvSpPr>
        <p:spPr bwMode="auto">
          <a:xfrm>
            <a:off x="8888105" y="3712985"/>
            <a:ext cx="1538397" cy="8967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5994427" name="AutoShape 235"/>
          <p:cNvSpPr/>
          <p:nvPr/>
        </p:nvSpPr>
        <p:spPr bwMode="auto">
          <a:xfrm>
            <a:off x="8771231" y="4449600"/>
            <a:ext cx="2312897" cy="1043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9693164" name="AutoShape 236"/>
          <p:cNvSpPr/>
          <p:nvPr/>
        </p:nvSpPr>
        <p:spPr bwMode="auto">
          <a:xfrm flipV="1">
            <a:off x="8781511" y="4355184"/>
            <a:ext cx="333517" cy="3214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752715" name="AutoShape 237"/>
          <p:cNvSpPr/>
          <p:nvPr/>
        </p:nvSpPr>
        <p:spPr bwMode="auto">
          <a:xfrm>
            <a:off x="8765084" y="4461433"/>
            <a:ext cx="1170866" cy="6902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5663901" name="AutoShape 238"/>
          <p:cNvSpPr/>
          <p:nvPr/>
        </p:nvSpPr>
        <p:spPr bwMode="auto">
          <a:xfrm>
            <a:off x="8752685" y="4478783"/>
            <a:ext cx="2182239" cy="186309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310432" name="AutoShape 239"/>
          <p:cNvSpPr/>
          <p:nvPr/>
        </p:nvSpPr>
        <p:spPr bwMode="auto">
          <a:xfrm>
            <a:off x="8728774" y="4500308"/>
            <a:ext cx="814851" cy="11879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681981" name="AutoShape 240"/>
          <p:cNvSpPr/>
          <p:nvPr/>
        </p:nvSpPr>
        <p:spPr bwMode="auto">
          <a:xfrm>
            <a:off x="8704215" y="4513358"/>
            <a:ext cx="278420" cy="7091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2702108" name="AutoShape 241"/>
          <p:cNvSpPr/>
          <p:nvPr/>
        </p:nvSpPr>
        <p:spPr bwMode="auto">
          <a:xfrm>
            <a:off x="7993470" y="4881236"/>
            <a:ext cx="1323409" cy="1330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5555462" name="AutoShape 242"/>
          <p:cNvSpPr/>
          <p:nvPr/>
        </p:nvSpPr>
        <p:spPr bwMode="auto">
          <a:xfrm>
            <a:off x="7963995" y="4902897"/>
            <a:ext cx="541749" cy="10317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7615136" name="AutoShape 243"/>
          <p:cNvSpPr/>
          <p:nvPr/>
        </p:nvSpPr>
        <p:spPr bwMode="auto">
          <a:xfrm flipH="1">
            <a:off x="7821913" y="4916737"/>
            <a:ext cx="77843" cy="132910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6130345" name="AutoShape 244"/>
          <p:cNvSpPr/>
          <p:nvPr/>
        </p:nvSpPr>
        <p:spPr bwMode="auto">
          <a:xfrm flipH="1">
            <a:off x="7600659" y="4908146"/>
            <a:ext cx="260555" cy="64925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485901" name="AutoShape 245"/>
          <p:cNvSpPr/>
          <p:nvPr/>
        </p:nvSpPr>
        <p:spPr bwMode="auto">
          <a:xfrm flipH="1">
            <a:off x="6807886" y="4838505"/>
            <a:ext cx="68167" cy="916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1784507" name="AutoShape 246"/>
          <p:cNvSpPr/>
          <p:nvPr/>
        </p:nvSpPr>
        <p:spPr bwMode="auto">
          <a:xfrm>
            <a:off x="6910116" y="4836297"/>
            <a:ext cx="304295" cy="14650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066833" name="Freeform 248"/>
          <p:cNvSpPr/>
          <p:nvPr/>
        </p:nvSpPr>
        <p:spPr bwMode="auto">
          <a:xfrm rot="5399909" flipH="0" flipV="0">
            <a:off x="6059713" y="630139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8016447" name="TextBox 249"/>
          <p:cNvSpPr txBox="1"/>
          <p:nvPr/>
        </p:nvSpPr>
        <p:spPr bwMode="auto">
          <a:xfrm rot="5399909" flipH="0" flipV="0">
            <a:off x="6088475" y="631864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0505568" name="AutoShape 250"/>
          <p:cNvSpPr/>
          <p:nvPr/>
        </p:nvSpPr>
        <p:spPr bwMode="auto">
          <a:xfrm flipH="1">
            <a:off x="6229132" y="4829637"/>
            <a:ext cx="609318" cy="148095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5855573" name="AutoShape 251"/>
          <p:cNvSpPr/>
          <p:nvPr/>
        </p:nvSpPr>
        <p:spPr bwMode="auto">
          <a:xfrm flipH="1">
            <a:off x="6232890" y="4815703"/>
            <a:ext cx="580536" cy="8059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047372" name="AutoShape 252"/>
          <p:cNvSpPr/>
          <p:nvPr/>
        </p:nvSpPr>
        <p:spPr bwMode="auto">
          <a:xfrm flipH="1">
            <a:off x="5256234" y="4793709"/>
            <a:ext cx="1533840" cy="12516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0711067" name="AutoShape 253"/>
          <p:cNvSpPr/>
          <p:nvPr/>
        </p:nvSpPr>
        <p:spPr bwMode="auto">
          <a:xfrm flipH="1">
            <a:off x="4467406" y="4771724"/>
            <a:ext cx="2308322" cy="117288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8890850" name="AutoShape 254"/>
          <p:cNvSpPr/>
          <p:nvPr/>
        </p:nvSpPr>
        <p:spPr bwMode="auto">
          <a:xfrm flipH="1">
            <a:off x="5705899" y="4273187"/>
            <a:ext cx="119803" cy="5118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7723140" name="AutoShape 255"/>
          <p:cNvSpPr/>
          <p:nvPr/>
        </p:nvSpPr>
        <p:spPr bwMode="auto">
          <a:xfrm flipH="1">
            <a:off x="4721908" y="4244778"/>
            <a:ext cx="1049553" cy="11630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9873062" name="AutoShape 256"/>
          <p:cNvSpPr/>
          <p:nvPr/>
        </p:nvSpPr>
        <p:spPr bwMode="auto">
          <a:xfrm flipH="1">
            <a:off x="4982098" y="4176729"/>
            <a:ext cx="751024" cy="1436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0043670" name="Freeform 258"/>
          <p:cNvSpPr/>
          <p:nvPr/>
        </p:nvSpPr>
        <p:spPr bwMode="auto">
          <a:xfrm rot="0" flipH="0" flipV="0">
            <a:off x="4313571" y="473187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051389" name="TextBox 259"/>
          <p:cNvSpPr txBox="1"/>
          <p:nvPr/>
        </p:nvSpPr>
        <p:spPr bwMode="auto">
          <a:xfrm rot="0" flipH="0" flipV="0">
            <a:off x="4336579" y="474338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13827442" name="AutoShape 260"/>
          <p:cNvSpPr/>
          <p:nvPr/>
        </p:nvSpPr>
        <p:spPr bwMode="auto">
          <a:xfrm flipH="1">
            <a:off x="4546310" y="4208082"/>
            <a:ext cx="1197342" cy="5921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20609279" name=""/>
          <p:cNvGrpSpPr/>
          <p:nvPr/>
        </p:nvGrpSpPr>
        <p:grpSpPr bwMode="auto">
          <a:xfrm>
            <a:off x="830145" y="3025989"/>
            <a:ext cx="1947636" cy="838962"/>
            <a:chOff x="0" y="0"/>
            <a:chExt cx="1947636" cy="838962"/>
          </a:xfrm>
        </p:grpSpPr>
        <p:sp>
          <p:nvSpPr>
            <p:cNvPr id="343198018" name="Freeform 31"/>
            <p:cNvSpPr/>
            <p:nvPr/>
          </p:nvSpPr>
          <p:spPr bwMode="auto">
            <a:xfrm rot="0" flipH="0" flipV="0">
              <a:off x="0" y="114111"/>
              <a:ext cx="1947637" cy="72484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3850" y="0"/>
                  </a:moveTo>
                  <a:lnTo>
                    <a:pt x="788950" y="0"/>
                  </a:lnTo>
                  <a:cubicBezTo>
                    <a:pt x="795275" y="0"/>
                    <a:pt x="801342" y="2513"/>
                    <a:pt x="805814" y="6986"/>
                  </a:cubicBezTo>
                  <a:cubicBezTo>
                    <a:pt x="810287" y="11458"/>
                    <a:pt x="812800" y="17525"/>
                    <a:pt x="812800" y="23850"/>
                  </a:cubicBezTo>
                  <a:lnTo>
                    <a:pt x="812800" y="278647"/>
                  </a:lnTo>
                  <a:cubicBezTo>
                    <a:pt x="812800" y="291819"/>
                    <a:pt x="802122" y="302497"/>
                    <a:pt x="788950" y="302497"/>
                  </a:cubicBezTo>
                  <a:lnTo>
                    <a:pt x="23850" y="302497"/>
                  </a:lnTo>
                  <a:cubicBezTo>
                    <a:pt x="17525" y="302497"/>
                    <a:pt x="11458" y="299984"/>
                    <a:pt x="6986" y="295511"/>
                  </a:cubicBezTo>
                  <a:cubicBezTo>
                    <a:pt x="2513" y="291039"/>
                    <a:pt x="0" y="284972"/>
                    <a:pt x="0" y="278647"/>
                  </a:cubicBezTo>
                  <a:lnTo>
                    <a:pt x="0" y="23850"/>
                  </a:lnTo>
                  <a:cubicBezTo>
                    <a:pt x="0" y="17525"/>
                    <a:pt x="2513" y="11458"/>
                    <a:pt x="6986" y="6986"/>
                  </a:cubicBezTo>
                  <a:cubicBezTo>
                    <a:pt x="11458" y="2513"/>
                    <a:pt x="17525" y="0"/>
                    <a:pt x="2385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05071749" name="TextBox 32"/>
            <p:cNvSpPr txBox="1"/>
            <p:nvPr/>
          </p:nvSpPr>
          <p:spPr bwMode="auto">
            <a:xfrm rot="0" flipH="0" flipV="0">
              <a:off x="0" y="0"/>
              <a:ext cx="1947637" cy="8389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7408426" name="Freeform 27"/>
          <p:cNvSpPr/>
          <p:nvPr/>
        </p:nvSpPr>
        <p:spPr bwMode="auto">
          <a:xfrm rot="0" flipH="0" flipV="0">
            <a:off x="6981552" y="331051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6000027" name="TextBox 28"/>
          <p:cNvSpPr txBox="1"/>
          <p:nvPr/>
        </p:nvSpPr>
        <p:spPr bwMode="auto">
          <a:xfrm rot="0" flipH="0" flipV="0">
            <a:off x="7004555" y="332201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1751148" name="AutoShape 29"/>
          <p:cNvSpPr/>
          <p:nvPr/>
        </p:nvSpPr>
        <p:spPr bwMode="auto">
          <a:xfrm>
            <a:off x="2629648" y="3411905"/>
            <a:ext cx="4351905" cy="2071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8981656" name="AutoShape 33"/>
          <p:cNvSpPr/>
          <p:nvPr/>
        </p:nvSpPr>
        <p:spPr bwMode="auto">
          <a:xfrm flipV="1">
            <a:off x="7166532" y="2221553"/>
            <a:ext cx="651606" cy="11059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092557" name="Freeform 35"/>
          <p:cNvSpPr/>
          <p:nvPr/>
        </p:nvSpPr>
        <p:spPr bwMode="auto">
          <a:xfrm rot="0" flipH="0" flipV="0">
            <a:off x="6736174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92704089" name="TextBox 36"/>
          <p:cNvSpPr txBox="1"/>
          <p:nvPr/>
        </p:nvSpPr>
        <p:spPr bwMode="auto">
          <a:xfrm rot="0" flipH="0" flipV="0">
            <a:off x="6759178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92421359" name="Freeform 38"/>
          <p:cNvSpPr/>
          <p:nvPr/>
        </p:nvSpPr>
        <p:spPr bwMode="auto">
          <a:xfrm rot="0" flipH="0" flipV="0">
            <a:off x="8359504" y="25906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0024396" name="TextBox 39"/>
          <p:cNvSpPr txBox="1"/>
          <p:nvPr/>
        </p:nvSpPr>
        <p:spPr bwMode="auto">
          <a:xfrm rot="0" flipH="0" flipV="0">
            <a:off x="8382508" y="260216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36239108" name="Freeform 41"/>
          <p:cNvSpPr/>
          <p:nvPr/>
        </p:nvSpPr>
        <p:spPr bwMode="auto">
          <a:xfrm rot="0" flipH="0" flipV="0">
            <a:off x="8510010" y="34332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5549548" name="TextBox 42"/>
          <p:cNvSpPr txBox="1"/>
          <p:nvPr/>
        </p:nvSpPr>
        <p:spPr bwMode="auto">
          <a:xfrm rot="0" flipH="0" flipV="0">
            <a:off x="8533014" y="34447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2101816" name="Freeform 44"/>
          <p:cNvSpPr/>
          <p:nvPr/>
        </p:nvSpPr>
        <p:spPr bwMode="auto">
          <a:xfrm rot="0" flipH="0" flipV="0">
            <a:off x="7635053" y="457601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93367528" name="TextBox 45"/>
          <p:cNvSpPr txBox="1"/>
          <p:nvPr/>
        </p:nvSpPr>
        <p:spPr bwMode="auto">
          <a:xfrm rot="0" flipH="0" flipV="0">
            <a:off x="7658057" y="458752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01013279" name="Freeform 47"/>
          <p:cNvSpPr/>
          <p:nvPr/>
        </p:nvSpPr>
        <p:spPr bwMode="auto">
          <a:xfrm rot="0" flipH="0" flipV="0">
            <a:off x="6613485" y="44979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56240516" name="TextBox 48"/>
          <p:cNvSpPr txBox="1"/>
          <p:nvPr/>
        </p:nvSpPr>
        <p:spPr bwMode="auto">
          <a:xfrm rot="0" flipH="0" flipV="0">
            <a:off x="6636489" y="450943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3167903" name="Freeform 50"/>
          <p:cNvSpPr/>
          <p:nvPr/>
        </p:nvSpPr>
        <p:spPr bwMode="auto">
          <a:xfrm rot="0" flipH="0" flipV="0">
            <a:off x="5582216" y="393559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49121195" name="TextBox 51"/>
          <p:cNvSpPr txBox="1"/>
          <p:nvPr/>
        </p:nvSpPr>
        <p:spPr bwMode="auto">
          <a:xfrm rot="0" flipH="0" flipV="0">
            <a:off x="5605220" y="394709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12640505" name="Freeform 53"/>
          <p:cNvSpPr/>
          <p:nvPr/>
        </p:nvSpPr>
        <p:spPr bwMode="auto">
          <a:xfrm rot="0" flipH="0" flipV="0">
            <a:off x="8387320" y="418097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7313896" name="TextBox 54"/>
          <p:cNvSpPr txBox="1"/>
          <p:nvPr/>
        </p:nvSpPr>
        <p:spPr bwMode="auto">
          <a:xfrm rot="0" flipH="0" flipV="0">
            <a:off x="8410324" y="419247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0324865" name="Freeform 56"/>
          <p:cNvSpPr/>
          <p:nvPr/>
        </p:nvSpPr>
        <p:spPr bwMode="auto">
          <a:xfrm rot="0" flipH="0" flipV="0">
            <a:off x="7757742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505837526" name="TextBox 57"/>
          <p:cNvSpPr txBox="1"/>
          <p:nvPr/>
        </p:nvSpPr>
        <p:spPr bwMode="auto">
          <a:xfrm rot="0" flipH="0" flipV="0">
            <a:off x="7780746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794209850" name="Freeform 59"/>
          <p:cNvSpPr/>
          <p:nvPr/>
        </p:nvSpPr>
        <p:spPr bwMode="auto">
          <a:xfrm rot="0" flipH="0" flipV="0">
            <a:off x="5827594" y="248389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4495434" name="TextBox 60"/>
          <p:cNvSpPr txBox="1"/>
          <p:nvPr/>
        </p:nvSpPr>
        <p:spPr bwMode="auto">
          <a:xfrm rot="0" flipH="0" flipV="0">
            <a:off x="5850598" y="249539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24137764" name="AutoShape 61"/>
          <p:cNvSpPr/>
          <p:nvPr/>
        </p:nvSpPr>
        <p:spPr bwMode="auto">
          <a:xfrm flipV="1">
            <a:off x="7213008" y="2770174"/>
            <a:ext cx="1160417" cy="6062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0744194" name="AutoShape 62"/>
          <p:cNvSpPr/>
          <p:nvPr/>
        </p:nvSpPr>
        <p:spPr bwMode="auto">
          <a:xfrm>
            <a:off x="7226543" y="3443022"/>
            <a:ext cx="1283852" cy="103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2848911" name="AutoShape 63"/>
          <p:cNvSpPr/>
          <p:nvPr/>
        </p:nvSpPr>
        <p:spPr bwMode="auto">
          <a:xfrm>
            <a:off x="7208567" y="3497805"/>
            <a:ext cx="1197117" cy="74126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831078" name="AutoShape 64"/>
          <p:cNvSpPr/>
          <p:nvPr/>
        </p:nvSpPr>
        <p:spPr bwMode="auto">
          <a:xfrm>
            <a:off x="7160547" y="3542240"/>
            <a:ext cx="540891" cy="10474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1344835" name="AutoShape 65"/>
          <p:cNvSpPr/>
          <p:nvPr/>
        </p:nvSpPr>
        <p:spPr bwMode="auto">
          <a:xfrm flipH="1">
            <a:off x="6772509" y="3550424"/>
            <a:ext cx="295394" cy="9529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5197133" name="AutoShape 66"/>
          <p:cNvSpPr/>
          <p:nvPr/>
        </p:nvSpPr>
        <p:spPr bwMode="auto">
          <a:xfrm flipH="1">
            <a:off x="5816955" y="3483257"/>
            <a:ext cx="1175238" cy="5249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3680025" name="AutoShape 67"/>
          <p:cNvSpPr/>
          <p:nvPr/>
        </p:nvSpPr>
        <p:spPr bwMode="auto">
          <a:xfrm flipH="1" flipV="1">
            <a:off x="6050032" y="2678040"/>
            <a:ext cx="954461" cy="6837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810242" name="AutoShape 68"/>
          <p:cNvSpPr/>
          <p:nvPr/>
        </p:nvSpPr>
        <p:spPr bwMode="auto">
          <a:xfrm flipH="1" flipV="1">
            <a:off x="6881335" y="2236466"/>
            <a:ext cx="200435" cy="10761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408114" name="Freeform 70"/>
          <p:cNvSpPr/>
          <p:nvPr/>
        </p:nvSpPr>
        <p:spPr bwMode="auto">
          <a:xfrm rot="0" flipH="0" flipV="0">
            <a:off x="3964140" y="236120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2202224" name="TextBox 71"/>
          <p:cNvSpPr txBox="1"/>
          <p:nvPr/>
        </p:nvSpPr>
        <p:spPr bwMode="auto">
          <a:xfrm rot="0" flipH="0" flipV="0">
            <a:off x="3987143" y="237271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90208152" name="Freeform 73"/>
          <p:cNvSpPr/>
          <p:nvPr/>
        </p:nvSpPr>
        <p:spPr bwMode="auto">
          <a:xfrm rot="0" flipH="0" flipV="0">
            <a:off x="3964140" y="150281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0714764" name="TextBox 74"/>
          <p:cNvSpPr txBox="1"/>
          <p:nvPr/>
        </p:nvSpPr>
        <p:spPr bwMode="auto">
          <a:xfrm rot="0" flipH="0" flipV="0">
            <a:off x="3987143" y="151431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1791945" name="Freeform 76"/>
          <p:cNvSpPr/>
          <p:nvPr/>
        </p:nvSpPr>
        <p:spPr bwMode="auto">
          <a:xfrm rot="0" flipH="0" flipV="0">
            <a:off x="3435392" y="187045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49020015" name="TextBox 77"/>
          <p:cNvSpPr txBox="1"/>
          <p:nvPr/>
        </p:nvSpPr>
        <p:spPr bwMode="auto">
          <a:xfrm rot="0" flipH="0" flipV="0">
            <a:off x="3458396" y="188195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1214859" name="Freeform 79"/>
          <p:cNvSpPr/>
          <p:nvPr/>
        </p:nvSpPr>
        <p:spPr bwMode="auto">
          <a:xfrm rot="0" flipH="0" flipV="0">
            <a:off x="4467601" y="11547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9814818" name="TextBox 80"/>
          <p:cNvSpPr txBox="1"/>
          <p:nvPr/>
        </p:nvSpPr>
        <p:spPr bwMode="auto">
          <a:xfrm rot="0" flipH="0" flipV="0">
            <a:off x="4490605" y="11662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5203473" name="Freeform 82"/>
          <p:cNvSpPr/>
          <p:nvPr/>
        </p:nvSpPr>
        <p:spPr bwMode="auto">
          <a:xfrm rot="0" flipH="0" flipV="0">
            <a:off x="5035060" y="9580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5447978" name="TextBox 83"/>
          <p:cNvSpPr txBox="1"/>
          <p:nvPr/>
        </p:nvSpPr>
        <p:spPr bwMode="auto">
          <a:xfrm rot="0" flipH="0" flipV="0">
            <a:off x="5058064" y="9695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46493535" name="Freeform 85"/>
          <p:cNvSpPr/>
          <p:nvPr/>
        </p:nvSpPr>
        <p:spPr bwMode="auto">
          <a:xfrm rot="0" flipH="0" flipV="0">
            <a:off x="5827594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3643068" name="TextBox 86"/>
          <p:cNvSpPr txBox="1"/>
          <p:nvPr/>
        </p:nvSpPr>
        <p:spPr bwMode="auto">
          <a:xfrm rot="0" flipH="0" flipV="0">
            <a:off x="5850598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09589348" name="Freeform 88"/>
          <p:cNvSpPr/>
          <p:nvPr/>
        </p:nvSpPr>
        <p:spPr bwMode="auto">
          <a:xfrm rot="0" flipH="0" flipV="0">
            <a:off x="6527130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411509647" name="TextBox 89"/>
          <p:cNvSpPr txBox="1"/>
          <p:nvPr/>
        </p:nvSpPr>
        <p:spPr bwMode="auto">
          <a:xfrm rot="0" flipH="0" flipV="0">
            <a:off x="6550134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482360268" name="Freeform 91"/>
          <p:cNvSpPr/>
          <p:nvPr/>
        </p:nvSpPr>
        <p:spPr bwMode="auto">
          <a:xfrm rot="0" flipH="0" flipV="0">
            <a:off x="6368106" y="103207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2836234" name="TextBox 92"/>
          <p:cNvSpPr txBox="1"/>
          <p:nvPr/>
        </p:nvSpPr>
        <p:spPr bwMode="auto">
          <a:xfrm rot="0" flipH="0" flipV="0">
            <a:off x="6391111" y="104357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0232357" name="Freeform 94"/>
          <p:cNvSpPr/>
          <p:nvPr/>
        </p:nvSpPr>
        <p:spPr bwMode="auto">
          <a:xfrm rot="0" flipH="0" flipV="0">
            <a:off x="7297498" y="68825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0049695" name="TextBox 95"/>
          <p:cNvSpPr txBox="1"/>
          <p:nvPr/>
        </p:nvSpPr>
        <p:spPr bwMode="auto">
          <a:xfrm rot="0" flipH="0" flipV="0">
            <a:off x="7320502" y="69976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2875718" name="Freeform 97"/>
          <p:cNvSpPr/>
          <p:nvPr/>
        </p:nvSpPr>
        <p:spPr bwMode="auto">
          <a:xfrm rot="0" flipH="0" flipV="0">
            <a:off x="7880431" y="36553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7030049" name="TextBox 98"/>
          <p:cNvSpPr txBox="1"/>
          <p:nvPr/>
        </p:nvSpPr>
        <p:spPr bwMode="auto">
          <a:xfrm rot="0" flipH="0" flipV="0">
            <a:off x="7903435" y="37703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90739339" name="Freeform 100"/>
          <p:cNvSpPr/>
          <p:nvPr/>
        </p:nvSpPr>
        <p:spPr bwMode="auto">
          <a:xfrm rot="0" flipH="0" flipV="0">
            <a:off x="8755387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3317793" name="TextBox 101"/>
          <p:cNvSpPr txBox="1"/>
          <p:nvPr/>
        </p:nvSpPr>
        <p:spPr bwMode="auto">
          <a:xfrm rot="0" flipH="0" flipV="0">
            <a:off x="8778391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11059622" name="Freeform 103"/>
          <p:cNvSpPr/>
          <p:nvPr/>
        </p:nvSpPr>
        <p:spPr bwMode="auto">
          <a:xfrm rot="0" flipH="0" flipV="0">
            <a:off x="7757742" y="120343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9850713" name="TextBox 104"/>
          <p:cNvSpPr txBox="1"/>
          <p:nvPr/>
        </p:nvSpPr>
        <p:spPr bwMode="auto">
          <a:xfrm rot="0" flipH="0" flipV="0">
            <a:off x="7780746" y="121493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92632034" name="Freeform 106"/>
          <p:cNvSpPr/>
          <p:nvPr/>
        </p:nvSpPr>
        <p:spPr bwMode="auto">
          <a:xfrm rot="0" flipH="0" flipV="0">
            <a:off x="8878077" y="14001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94819576" name="TextBox 107"/>
          <p:cNvSpPr txBox="1"/>
          <p:nvPr/>
        </p:nvSpPr>
        <p:spPr bwMode="auto">
          <a:xfrm rot="0" flipH="0" flipV="0">
            <a:off x="8901080" y="14116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73944122" name="Freeform 109"/>
          <p:cNvSpPr/>
          <p:nvPr/>
        </p:nvSpPr>
        <p:spPr bwMode="auto">
          <a:xfrm rot="0" flipH="0" flipV="0">
            <a:off x="9769363" y="12574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41982503" name="TextBox 110"/>
          <p:cNvSpPr txBox="1"/>
          <p:nvPr/>
        </p:nvSpPr>
        <p:spPr bwMode="auto">
          <a:xfrm rot="0" flipH="0" flipV="0">
            <a:off x="9792367" y="12689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0826720" name="Freeform 112"/>
          <p:cNvSpPr/>
          <p:nvPr/>
        </p:nvSpPr>
        <p:spPr bwMode="auto">
          <a:xfrm rot="0" flipH="0" flipV="0">
            <a:off x="9892053" y="32019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7904287" name="TextBox 113"/>
          <p:cNvSpPr txBox="1"/>
          <p:nvPr/>
        </p:nvSpPr>
        <p:spPr bwMode="auto">
          <a:xfrm rot="0" flipH="0" flipV="0">
            <a:off x="9915056" y="33169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99928779" name="Freeform 115"/>
          <p:cNvSpPr/>
          <p:nvPr/>
        </p:nvSpPr>
        <p:spPr bwMode="auto">
          <a:xfrm rot="0" flipH="0" flipV="0">
            <a:off x="10800763" y="78669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5816617" name="TextBox 116"/>
          <p:cNvSpPr txBox="1"/>
          <p:nvPr/>
        </p:nvSpPr>
        <p:spPr bwMode="auto">
          <a:xfrm rot="0" flipH="0" flipV="0">
            <a:off x="10823767" y="79820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19959549" name="Freeform 118"/>
          <p:cNvSpPr/>
          <p:nvPr/>
        </p:nvSpPr>
        <p:spPr bwMode="auto">
          <a:xfrm rot="0" flipH="0" flipV="0">
            <a:off x="10485900" y="152283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08809345" name="TextBox 119"/>
          <p:cNvSpPr txBox="1"/>
          <p:nvPr/>
        </p:nvSpPr>
        <p:spPr bwMode="auto">
          <a:xfrm rot="0" flipH="0" flipV="0">
            <a:off x="10508904" y="153433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40833459" name="Freeform 121"/>
          <p:cNvSpPr/>
          <p:nvPr/>
        </p:nvSpPr>
        <p:spPr bwMode="auto">
          <a:xfrm rot="0" flipH="0" flipV="0">
            <a:off x="11049447" y="207322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9355002" name="TextBox 122"/>
          <p:cNvSpPr txBox="1"/>
          <p:nvPr/>
        </p:nvSpPr>
        <p:spPr bwMode="auto">
          <a:xfrm rot="0" flipH="0" flipV="0">
            <a:off x="11072451" y="20847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3250254" name="Freeform 124"/>
          <p:cNvSpPr/>
          <p:nvPr/>
        </p:nvSpPr>
        <p:spPr bwMode="auto">
          <a:xfrm rot="0" flipH="0" flipV="0">
            <a:off x="8661215" y="19221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29063065" name="TextBox 125"/>
          <p:cNvSpPr txBox="1"/>
          <p:nvPr/>
        </p:nvSpPr>
        <p:spPr bwMode="auto">
          <a:xfrm rot="0" flipH="0" flipV="0">
            <a:off x="8684219" y="19336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742249" name="Freeform 127"/>
          <p:cNvSpPr/>
          <p:nvPr/>
        </p:nvSpPr>
        <p:spPr bwMode="auto">
          <a:xfrm rot="0" flipH="0" flipV="0">
            <a:off x="9179689" y="277017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37427700" name="TextBox 128"/>
          <p:cNvSpPr txBox="1"/>
          <p:nvPr/>
        </p:nvSpPr>
        <p:spPr bwMode="auto">
          <a:xfrm rot="0" flipH="0" flipV="0">
            <a:off x="9202693" y="278167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3970872" name="Freeform 130"/>
          <p:cNvSpPr/>
          <p:nvPr/>
        </p:nvSpPr>
        <p:spPr bwMode="auto">
          <a:xfrm rot="0" flipH="0" flipV="0">
            <a:off x="10608589" y="24347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11001707" name="TextBox 131"/>
          <p:cNvSpPr txBox="1"/>
          <p:nvPr/>
        </p:nvSpPr>
        <p:spPr bwMode="auto">
          <a:xfrm rot="0" flipH="0" flipV="0">
            <a:off x="10631593" y="24462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55083502" name="Freeform 133"/>
          <p:cNvSpPr/>
          <p:nvPr/>
        </p:nvSpPr>
        <p:spPr bwMode="auto">
          <a:xfrm rot="0" flipH="0" flipV="0">
            <a:off x="11016346" y="295650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7552688" name="TextBox 134"/>
          <p:cNvSpPr txBox="1"/>
          <p:nvPr/>
        </p:nvSpPr>
        <p:spPr bwMode="auto">
          <a:xfrm rot="0" flipH="0" flipV="0">
            <a:off x="11039350" y="296800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51170664" name="Freeform 136"/>
          <p:cNvSpPr/>
          <p:nvPr/>
        </p:nvSpPr>
        <p:spPr bwMode="auto">
          <a:xfrm rot="0" flipH="0" flipV="0">
            <a:off x="10014741" y="34832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2121021302" name="TextBox 137"/>
          <p:cNvSpPr txBox="1"/>
          <p:nvPr/>
        </p:nvSpPr>
        <p:spPr bwMode="auto">
          <a:xfrm rot="0" flipH="0" flipV="0">
            <a:off x="10037744" y="34947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26472679" name="Freeform 139"/>
          <p:cNvSpPr/>
          <p:nvPr/>
        </p:nvSpPr>
        <p:spPr bwMode="auto">
          <a:xfrm rot="0" flipH="0" flipV="0">
            <a:off x="10853967" y="388554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0884703" name="TextBox 140"/>
          <p:cNvSpPr txBox="1"/>
          <p:nvPr/>
        </p:nvSpPr>
        <p:spPr bwMode="auto">
          <a:xfrm rot="0" flipH="0" flipV="0">
            <a:off x="10876971" y="389704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1136823" name="Freeform 142"/>
          <p:cNvSpPr/>
          <p:nvPr/>
        </p:nvSpPr>
        <p:spPr bwMode="auto">
          <a:xfrm rot="0" flipH="0" flipV="0">
            <a:off x="11046141" y="45636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1377606" name="TextBox 143"/>
          <p:cNvSpPr txBox="1"/>
          <p:nvPr/>
        </p:nvSpPr>
        <p:spPr bwMode="auto">
          <a:xfrm rot="0" flipH="0" flipV="0">
            <a:off x="11069145" y="45751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69022003" name="Freeform 145"/>
          <p:cNvSpPr/>
          <p:nvPr/>
        </p:nvSpPr>
        <p:spPr bwMode="auto">
          <a:xfrm rot="0" flipH="0" flipV="0">
            <a:off x="10923453" y="532568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3391805" name="TextBox 146"/>
          <p:cNvSpPr txBox="1"/>
          <p:nvPr/>
        </p:nvSpPr>
        <p:spPr bwMode="auto">
          <a:xfrm rot="0" flipH="0" flipV="0">
            <a:off x="10946456" y="533718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56312940" name="Freeform 148"/>
          <p:cNvSpPr/>
          <p:nvPr/>
        </p:nvSpPr>
        <p:spPr bwMode="auto">
          <a:xfrm rot="0" flipH="0" flipV="0">
            <a:off x="4590290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9582926" name="TextBox 149"/>
          <p:cNvSpPr txBox="1"/>
          <p:nvPr/>
        </p:nvSpPr>
        <p:spPr bwMode="auto">
          <a:xfrm rot="0" flipH="0" flipV="0">
            <a:off x="4613294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0611206" name="Freeform 151"/>
          <p:cNvSpPr/>
          <p:nvPr/>
        </p:nvSpPr>
        <p:spPr bwMode="auto">
          <a:xfrm rot="5399909" flipH="0" flipV="0">
            <a:off x="7542875" y="61498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218895" name="TextBox 152"/>
          <p:cNvSpPr txBox="1"/>
          <p:nvPr/>
        </p:nvSpPr>
        <p:spPr bwMode="auto">
          <a:xfrm rot="5399909" flipH="0" flipV="0">
            <a:off x="7571631" y="616707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92183784" name="Freeform 154"/>
          <p:cNvSpPr/>
          <p:nvPr/>
        </p:nvSpPr>
        <p:spPr bwMode="auto">
          <a:xfrm rot="5399909" flipH="0" flipV="0">
            <a:off x="6527130" y="56590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627094247" name="TextBox 155"/>
          <p:cNvSpPr txBox="1"/>
          <p:nvPr/>
        </p:nvSpPr>
        <p:spPr bwMode="auto">
          <a:xfrm rot="5399909" flipH="0" flipV="0">
            <a:off x="6555886" y="56763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386728967" name="Freeform 157"/>
          <p:cNvSpPr/>
          <p:nvPr/>
        </p:nvSpPr>
        <p:spPr bwMode="auto">
          <a:xfrm rot="5399909" flipH="0" flipV="0">
            <a:off x="5889641" y="550283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5596764" name="TextBox 158"/>
          <p:cNvSpPr txBox="1"/>
          <p:nvPr/>
        </p:nvSpPr>
        <p:spPr bwMode="auto">
          <a:xfrm rot="5399909" flipH="0" flipV="0">
            <a:off x="5918397" y="552009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1955824" name="Freeform 160"/>
          <p:cNvSpPr/>
          <p:nvPr/>
        </p:nvSpPr>
        <p:spPr bwMode="auto">
          <a:xfrm rot="5399909" flipH="0" flipV="0">
            <a:off x="6967629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048064" name="TextBox 161"/>
          <p:cNvSpPr txBox="1"/>
          <p:nvPr/>
        </p:nvSpPr>
        <p:spPr bwMode="auto">
          <a:xfrm rot="5399909" flipH="0" flipV="0">
            <a:off x="6996385" y="622027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6449094" name="Freeform 163"/>
          <p:cNvSpPr/>
          <p:nvPr/>
        </p:nvSpPr>
        <p:spPr bwMode="auto">
          <a:xfrm rot="5399909" flipH="0" flipV="0">
            <a:off x="4889836" y="59044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06685217" name="TextBox 164"/>
          <p:cNvSpPr txBox="1"/>
          <p:nvPr/>
        </p:nvSpPr>
        <p:spPr bwMode="auto">
          <a:xfrm rot="5399909" flipH="0" flipV="0">
            <a:off x="4918592" y="59216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7957180" name="Freeform 166"/>
          <p:cNvSpPr/>
          <p:nvPr/>
        </p:nvSpPr>
        <p:spPr bwMode="auto">
          <a:xfrm rot="5399909" flipH="0" flipV="0">
            <a:off x="5406504" y="4686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82080588" name="TextBox 167"/>
          <p:cNvSpPr txBox="1"/>
          <p:nvPr/>
        </p:nvSpPr>
        <p:spPr bwMode="auto">
          <a:xfrm rot="5399909" flipH="0" flipV="0">
            <a:off x="5435260" y="47035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44271772" name="Freeform 169"/>
          <p:cNvSpPr/>
          <p:nvPr/>
        </p:nvSpPr>
        <p:spPr bwMode="auto">
          <a:xfrm rot="0" flipH="0" flipV="0">
            <a:off x="9131229" y="608033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60345945" name="TextBox 170"/>
          <p:cNvSpPr txBox="1"/>
          <p:nvPr/>
        </p:nvSpPr>
        <p:spPr bwMode="auto">
          <a:xfrm rot="0" flipH="0" flipV="0">
            <a:off x="9154232" y="6091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7493703" name="Freeform 172"/>
          <p:cNvSpPr/>
          <p:nvPr/>
        </p:nvSpPr>
        <p:spPr bwMode="auto">
          <a:xfrm rot="0" flipH="0" flipV="0">
            <a:off x="8755387" y="51184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1243060" name="TextBox 173"/>
          <p:cNvSpPr txBox="1"/>
          <p:nvPr/>
        </p:nvSpPr>
        <p:spPr bwMode="auto">
          <a:xfrm rot="0" flipH="0" flipV="0">
            <a:off x="8778391" y="512991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78568993" name="Freeform 175"/>
          <p:cNvSpPr/>
          <p:nvPr/>
        </p:nvSpPr>
        <p:spPr bwMode="auto">
          <a:xfrm rot="0" flipH="0" flipV="0">
            <a:off x="7283136" y="54529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4225165" name="TextBox 176"/>
          <p:cNvSpPr txBox="1"/>
          <p:nvPr/>
        </p:nvSpPr>
        <p:spPr bwMode="auto">
          <a:xfrm rot="0" flipH="0" flipV="0">
            <a:off x="7306140" y="54644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80330262" name="Freeform 178"/>
          <p:cNvSpPr/>
          <p:nvPr/>
        </p:nvSpPr>
        <p:spPr bwMode="auto">
          <a:xfrm rot="0" flipH="0" flipV="0">
            <a:off x="8290793" y="582480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89278271" name="TextBox 179"/>
          <p:cNvSpPr txBox="1"/>
          <p:nvPr/>
        </p:nvSpPr>
        <p:spPr bwMode="auto">
          <a:xfrm rot="0" flipH="0" flipV="0">
            <a:off x="8313797" y="583630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34920377" name="Freeform 181"/>
          <p:cNvSpPr/>
          <p:nvPr/>
        </p:nvSpPr>
        <p:spPr bwMode="auto">
          <a:xfrm rot="0" flipH="0" flipV="0">
            <a:off x="4086828" y="578174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42657140" name="TextBox 182"/>
          <p:cNvSpPr txBox="1"/>
          <p:nvPr/>
        </p:nvSpPr>
        <p:spPr bwMode="auto">
          <a:xfrm rot="0" flipH="0" flipV="0">
            <a:off x="4109832" y="579325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8363148" name="Freeform 184"/>
          <p:cNvSpPr/>
          <p:nvPr/>
        </p:nvSpPr>
        <p:spPr bwMode="auto">
          <a:xfrm rot="0" flipH="0" flipV="0">
            <a:off x="10755735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895180644" name="TextBox 185"/>
          <p:cNvSpPr txBox="1"/>
          <p:nvPr/>
        </p:nvSpPr>
        <p:spPr bwMode="auto">
          <a:xfrm rot="0" flipH="0" flipV="0">
            <a:off x="10778739" y="621452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266914818" name="Freeform 187"/>
          <p:cNvSpPr/>
          <p:nvPr/>
        </p:nvSpPr>
        <p:spPr bwMode="auto">
          <a:xfrm rot="0" flipH="0" flipV="0">
            <a:off x="9340814" y="557106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72634639" name="TextBox 188"/>
          <p:cNvSpPr txBox="1"/>
          <p:nvPr/>
        </p:nvSpPr>
        <p:spPr bwMode="auto">
          <a:xfrm rot="0" flipH="0" flipV="0">
            <a:off x="9363818" y="55825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9069074" name="Freeform 190"/>
          <p:cNvSpPr/>
          <p:nvPr/>
        </p:nvSpPr>
        <p:spPr bwMode="auto">
          <a:xfrm rot="0" flipH="0" flipV="0">
            <a:off x="8965035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6036494" name="TextBox 191"/>
          <p:cNvSpPr txBox="1"/>
          <p:nvPr/>
        </p:nvSpPr>
        <p:spPr bwMode="auto">
          <a:xfrm rot="0" flipH="0" flipV="0">
            <a:off x="8988039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28710473" name="Freeform 193"/>
          <p:cNvSpPr/>
          <p:nvPr/>
        </p:nvSpPr>
        <p:spPr bwMode="auto">
          <a:xfrm rot="0" flipH="0" flipV="0">
            <a:off x="4368483" y="528059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1282724" name="TextBox 194"/>
          <p:cNvSpPr txBox="1"/>
          <p:nvPr/>
        </p:nvSpPr>
        <p:spPr bwMode="auto">
          <a:xfrm rot="0" flipH="0" flipV="0">
            <a:off x="4391487" y="52920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3747336" name="Freeform 196"/>
          <p:cNvSpPr/>
          <p:nvPr/>
        </p:nvSpPr>
        <p:spPr bwMode="auto">
          <a:xfrm rot="0" flipH="0" flipV="0">
            <a:off x="5283814" y="14818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860287297" name="TextBox 197"/>
          <p:cNvSpPr txBox="1"/>
          <p:nvPr/>
        </p:nvSpPr>
        <p:spPr bwMode="auto">
          <a:xfrm rot="0" flipH="0" flipV="0">
            <a:off x="5306818" y="149336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08347894" name="Freeform 199"/>
          <p:cNvSpPr/>
          <p:nvPr/>
        </p:nvSpPr>
        <p:spPr bwMode="auto">
          <a:xfrm rot="0" flipH="0" flipV="0">
            <a:off x="9769363" y="49957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97533631" name="TextBox 200"/>
          <p:cNvSpPr txBox="1"/>
          <p:nvPr/>
        </p:nvSpPr>
        <p:spPr bwMode="auto">
          <a:xfrm rot="0" flipH="0" flipV="0">
            <a:off x="9792367" y="50072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1209241" name="Freeform 202"/>
          <p:cNvSpPr/>
          <p:nvPr/>
        </p:nvSpPr>
        <p:spPr bwMode="auto">
          <a:xfrm rot="0" flipH="0" flipV="0">
            <a:off x="10260118" y="4453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458957" name="TextBox 203"/>
          <p:cNvSpPr txBox="1"/>
          <p:nvPr/>
        </p:nvSpPr>
        <p:spPr bwMode="auto">
          <a:xfrm rot="0" flipH="0" flipV="0">
            <a:off x="10283123" y="4464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54061724" name="AutoShape 204"/>
          <p:cNvSpPr/>
          <p:nvPr/>
        </p:nvSpPr>
        <p:spPr bwMode="auto">
          <a:xfrm flipH="1" flipV="1">
            <a:off x="4209257" y="2491959"/>
            <a:ext cx="1618597" cy="1065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4982616" name="AutoShape 205"/>
          <p:cNvSpPr/>
          <p:nvPr/>
        </p:nvSpPr>
        <p:spPr bwMode="auto">
          <a:xfrm flipH="1" flipV="1">
            <a:off x="5465034" y="1712406"/>
            <a:ext cx="426718" cy="7863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1942791" name="AutoShape 206"/>
          <p:cNvSpPr/>
          <p:nvPr/>
        </p:nvSpPr>
        <p:spPr bwMode="auto">
          <a:xfrm flipH="1" flipV="1">
            <a:off x="3676955" y="2023625"/>
            <a:ext cx="2154456" cy="5524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5451643" name="AutoShape 207"/>
          <p:cNvSpPr/>
          <p:nvPr/>
        </p:nvSpPr>
        <p:spPr bwMode="auto">
          <a:xfrm flipH="1" flipV="1">
            <a:off x="4195413" y="1682668"/>
            <a:ext cx="1646286" cy="8667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711543" name="AutoShape 208"/>
          <p:cNvSpPr/>
          <p:nvPr/>
        </p:nvSpPr>
        <p:spPr bwMode="auto">
          <a:xfrm flipH="1" flipV="1">
            <a:off x="4678036" y="1363208"/>
            <a:ext cx="1184502" cy="11576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07458" name="AutoShape 209"/>
          <p:cNvSpPr/>
          <p:nvPr/>
        </p:nvSpPr>
        <p:spPr bwMode="auto">
          <a:xfrm flipH="1" flipV="1">
            <a:off x="5262577" y="1144530"/>
            <a:ext cx="1491460" cy="9075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9343834" name="AutoShape 210"/>
          <p:cNvSpPr/>
          <p:nvPr/>
        </p:nvSpPr>
        <p:spPr bwMode="auto">
          <a:xfrm flipH="1" flipV="1">
            <a:off x="6534688" y="1269371"/>
            <a:ext cx="280283" cy="731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9074696" name="AutoShape 211"/>
          <p:cNvSpPr/>
          <p:nvPr/>
        </p:nvSpPr>
        <p:spPr bwMode="auto">
          <a:xfrm flipH="1" flipV="1">
            <a:off x="6012331" y="671437"/>
            <a:ext cx="784485" cy="13385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3544040" name="AutoShape 212"/>
          <p:cNvSpPr/>
          <p:nvPr/>
        </p:nvSpPr>
        <p:spPr bwMode="auto">
          <a:xfrm flipH="1" flipV="1">
            <a:off x="6666218" y="687175"/>
            <a:ext cx="176246" cy="1307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650982" name="AutoShape 213"/>
          <p:cNvSpPr/>
          <p:nvPr/>
        </p:nvSpPr>
        <p:spPr bwMode="auto">
          <a:xfrm flipV="1">
            <a:off x="6907358" y="923681"/>
            <a:ext cx="464333" cy="1079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2506548" name="AutoShape 214"/>
          <p:cNvSpPr/>
          <p:nvPr/>
        </p:nvSpPr>
        <p:spPr bwMode="auto">
          <a:xfrm flipV="1">
            <a:off x="6929431" y="588602"/>
            <a:ext cx="1003122" cy="1426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2793051" name="AutoShape 215"/>
          <p:cNvSpPr/>
          <p:nvPr/>
        </p:nvSpPr>
        <p:spPr bwMode="auto">
          <a:xfrm flipV="1">
            <a:off x="7880432" y="1448813"/>
            <a:ext cx="0" cy="5443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8340949" name="AutoShape 216"/>
          <p:cNvSpPr/>
          <p:nvPr/>
        </p:nvSpPr>
        <p:spPr bwMode="auto">
          <a:xfrm flipV="1">
            <a:off x="7946834" y="668755"/>
            <a:ext cx="864839" cy="134389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6542348" name="AutoShape 217"/>
          <p:cNvSpPr/>
          <p:nvPr/>
        </p:nvSpPr>
        <p:spPr bwMode="auto">
          <a:xfrm flipV="1">
            <a:off x="7988889" y="1580239"/>
            <a:ext cx="903420" cy="4781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2073792" name="AutoShape 218"/>
          <p:cNvSpPr/>
          <p:nvPr/>
        </p:nvSpPr>
        <p:spPr bwMode="auto">
          <a:xfrm flipV="1">
            <a:off x="7976996" y="518573"/>
            <a:ext cx="1941179" cy="15215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5779823" name="AutoShape 219"/>
          <p:cNvSpPr/>
          <p:nvPr/>
        </p:nvSpPr>
        <p:spPr bwMode="auto">
          <a:xfrm flipV="1">
            <a:off x="8002749" y="2054432"/>
            <a:ext cx="658835" cy="517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3504459" name="Freeform 221"/>
          <p:cNvSpPr/>
          <p:nvPr/>
        </p:nvSpPr>
        <p:spPr bwMode="auto">
          <a:xfrm rot="0" flipH="0" flipV="0">
            <a:off x="9855331" y="210621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3287742" name="TextBox 222"/>
          <p:cNvSpPr txBox="1"/>
          <p:nvPr/>
        </p:nvSpPr>
        <p:spPr bwMode="auto">
          <a:xfrm rot="0" flipH="0" flipV="0">
            <a:off x="9878335" y="211771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73107131" name="AutoShape 223"/>
          <p:cNvSpPr/>
          <p:nvPr/>
        </p:nvSpPr>
        <p:spPr bwMode="auto">
          <a:xfrm flipV="1">
            <a:off x="8580872" y="982307"/>
            <a:ext cx="2243900" cy="16581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8504262" name="AutoShape 224"/>
          <p:cNvSpPr/>
          <p:nvPr/>
        </p:nvSpPr>
        <p:spPr bwMode="auto">
          <a:xfrm flipV="1">
            <a:off x="8571337" y="1464420"/>
            <a:ext cx="1231571" cy="11646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2895585" name="AutoShape 225"/>
          <p:cNvSpPr/>
          <p:nvPr/>
        </p:nvSpPr>
        <p:spPr bwMode="auto">
          <a:xfrm flipV="1">
            <a:off x="8598946" y="2266718"/>
            <a:ext cx="1262322" cy="4088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6598101" name="AutoShape 226"/>
          <p:cNvSpPr/>
          <p:nvPr/>
        </p:nvSpPr>
        <p:spPr bwMode="auto">
          <a:xfrm flipV="1">
            <a:off x="8591858" y="1700592"/>
            <a:ext cx="1907065" cy="9576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1042788" name="AutoShape 227"/>
          <p:cNvSpPr/>
          <p:nvPr/>
        </p:nvSpPr>
        <p:spPr bwMode="auto">
          <a:xfrm flipV="1">
            <a:off x="8359505" y="2218120"/>
            <a:ext cx="2691945" cy="4952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043710" name="AutoShape 228"/>
          <p:cNvSpPr/>
          <p:nvPr/>
        </p:nvSpPr>
        <p:spPr bwMode="auto">
          <a:xfrm>
            <a:off x="8602072" y="2739591"/>
            <a:ext cx="580428" cy="1270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7342417" name="AutoShape 229"/>
          <p:cNvSpPr/>
          <p:nvPr/>
        </p:nvSpPr>
        <p:spPr bwMode="auto">
          <a:xfrm flipV="1">
            <a:off x="8743513" y="2610119"/>
            <a:ext cx="1876950" cy="8930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2128606" name="AutoShape 230"/>
          <p:cNvSpPr/>
          <p:nvPr/>
        </p:nvSpPr>
        <p:spPr bwMode="auto">
          <a:xfrm flipV="1">
            <a:off x="8753250" y="3102120"/>
            <a:ext cx="2265234" cy="43084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2273756" name="AutoShape 231"/>
          <p:cNvSpPr/>
          <p:nvPr/>
        </p:nvSpPr>
        <p:spPr bwMode="auto">
          <a:xfrm>
            <a:off x="8755322" y="3559973"/>
            <a:ext cx="1259487" cy="418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3374330" name="AutoShape 232"/>
          <p:cNvSpPr/>
          <p:nvPr/>
        </p:nvSpPr>
        <p:spPr bwMode="auto">
          <a:xfrm>
            <a:off x="8753188" y="3579147"/>
            <a:ext cx="2102979" cy="4058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3213188" name="AutoShape 233"/>
          <p:cNvSpPr/>
          <p:nvPr/>
        </p:nvSpPr>
        <p:spPr bwMode="auto">
          <a:xfrm>
            <a:off x="8744788" y="3605856"/>
            <a:ext cx="2311952" cy="103051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2578484" name="AutoShape 234"/>
          <p:cNvSpPr/>
          <p:nvPr/>
        </p:nvSpPr>
        <p:spPr bwMode="auto">
          <a:xfrm>
            <a:off x="8738712" y="3617690"/>
            <a:ext cx="1538082" cy="8965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7129792" name="AutoShape 235"/>
          <p:cNvSpPr/>
          <p:nvPr/>
        </p:nvSpPr>
        <p:spPr bwMode="auto">
          <a:xfrm>
            <a:off x="8621864" y="4354149"/>
            <a:ext cx="2312423" cy="10437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3861165" name="AutoShape 236"/>
          <p:cNvSpPr/>
          <p:nvPr/>
        </p:nvSpPr>
        <p:spPr bwMode="auto">
          <a:xfrm flipV="1">
            <a:off x="8632142" y="4259755"/>
            <a:ext cx="333449" cy="32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8325415" name="AutoShape 237"/>
          <p:cNvSpPr/>
          <p:nvPr/>
        </p:nvSpPr>
        <p:spPr bwMode="auto">
          <a:xfrm>
            <a:off x="8615717" y="4365981"/>
            <a:ext cx="1170627" cy="6901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9971976" name="AutoShape 238"/>
          <p:cNvSpPr/>
          <p:nvPr/>
        </p:nvSpPr>
        <p:spPr bwMode="auto">
          <a:xfrm>
            <a:off x="8603321" y="4383329"/>
            <a:ext cx="2181791" cy="186271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464232" name="AutoShape 239"/>
          <p:cNvSpPr/>
          <p:nvPr/>
        </p:nvSpPr>
        <p:spPr bwMode="auto">
          <a:xfrm>
            <a:off x="8579415" y="4404850"/>
            <a:ext cx="814682" cy="1187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423256" name="AutoShape 240"/>
          <p:cNvSpPr/>
          <p:nvPr/>
        </p:nvSpPr>
        <p:spPr bwMode="auto">
          <a:xfrm>
            <a:off x="8554861" y="4417896"/>
            <a:ext cx="278363" cy="70897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018756" name="AutoShape 241"/>
          <p:cNvSpPr/>
          <p:nvPr/>
        </p:nvSpPr>
        <p:spPr bwMode="auto">
          <a:xfrm>
            <a:off x="7844261" y="4785699"/>
            <a:ext cx="1323137" cy="13303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0356607" name="AutoShape 242"/>
          <p:cNvSpPr/>
          <p:nvPr/>
        </p:nvSpPr>
        <p:spPr bwMode="auto">
          <a:xfrm>
            <a:off x="7814793" y="4807356"/>
            <a:ext cx="541638" cy="103149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583195" name="AutoShape 243"/>
          <p:cNvSpPr/>
          <p:nvPr/>
        </p:nvSpPr>
        <p:spPr bwMode="auto">
          <a:xfrm flipH="1">
            <a:off x="7672739" y="4821192"/>
            <a:ext cx="77828" cy="13288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522630" name="AutoShape 244"/>
          <p:cNvSpPr/>
          <p:nvPr/>
        </p:nvSpPr>
        <p:spPr bwMode="auto">
          <a:xfrm flipH="1">
            <a:off x="7451532" y="4812602"/>
            <a:ext cx="260502" cy="6491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3185553" name="AutoShape 245"/>
          <p:cNvSpPr/>
          <p:nvPr/>
        </p:nvSpPr>
        <p:spPr bwMode="auto">
          <a:xfrm flipH="1">
            <a:off x="6658920" y="4742976"/>
            <a:ext cx="68153" cy="916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024578" name="AutoShape 246"/>
          <p:cNvSpPr/>
          <p:nvPr/>
        </p:nvSpPr>
        <p:spPr bwMode="auto">
          <a:xfrm>
            <a:off x="6761129" y="4740768"/>
            <a:ext cx="304233" cy="14647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166152" name="Freeform 248"/>
          <p:cNvSpPr/>
          <p:nvPr/>
        </p:nvSpPr>
        <p:spPr bwMode="auto">
          <a:xfrm rot="5399909" flipH="0" flipV="0">
            <a:off x="5910901" y="62055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0141416" name="TextBox 249"/>
          <p:cNvSpPr txBox="1"/>
          <p:nvPr/>
        </p:nvSpPr>
        <p:spPr bwMode="auto">
          <a:xfrm rot="5399909" flipH="0" flipV="0">
            <a:off x="5939657" y="62228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83194864" name="AutoShape 250"/>
          <p:cNvSpPr/>
          <p:nvPr/>
        </p:nvSpPr>
        <p:spPr bwMode="auto">
          <a:xfrm flipH="1">
            <a:off x="6080285" y="4734110"/>
            <a:ext cx="609193" cy="14806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8305833" name="AutoShape 251"/>
          <p:cNvSpPr/>
          <p:nvPr/>
        </p:nvSpPr>
        <p:spPr bwMode="auto">
          <a:xfrm flipH="1">
            <a:off x="6084044" y="4720179"/>
            <a:ext cx="580415" cy="8057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108593" name="AutoShape 252"/>
          <p:cNvSpPr/>
          <p:nvPr/>
        </p:nvSpPr>
        <p:spPr bwMode="auto">
          <a:xfrm flipH="1">
            <a:off x="5107586" y="4698190"/>
            <a:ext cx="1533528" cy="1251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05565" name="AutoShape 253"/>
          <p:cNvSpPr/>
          <p:nvPr/>
        </p:nvSpPr>
        <p:spPr bwMode="auto">
          <a:xfrm flipH="1">
            <a:off x="4318920" y="4676208"/>
            <a:ext cx="2307852" cy="117264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6787996" name="AutoShape 254"/>
          <p:cNvSpPr/>
          <p:nvPr/>
        </p:nvSpPr>
        <p:spPr bwMode="auto">
          <a:xfrm flipH="1">
            <a:off x="5557160" y="4177773"/>
            <a:ext cx="119778" cy="5117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8119256" name="AutoShape 255"/>
          <p:cNvSpPr/>
          <p:nvPr/>
        </p:nvSpPr>
        <p:spPr bwMode="auto">
          <a:xfrm flipH="1">
            <a:off x="4573370" y="4149371"/>
            <a:ext cx="1049338" cy="11628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2900283" name="AutoShape 256"/>
          <p:cNvSpPr/>
          <p:nvPr/>
        </p:nvSpPr>
        <p:spPr bwMode="auto">
          <a:xfrm flipH="1">
            <a:off x="4833507" y="4081336"/>
            <a:ext cx="750870" cy="14359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2294291" name="Freeform 258"/>
          <p:cNvSpPr/>
          <p:nvPr/>
        </p:nvSpPr>
        <p:spPr bwMode="auto">
          <a:xfrm rot="0" flipH="0" flipV="0">
            <a:off x="4165117" y="463636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0198971" name="TextBox 259"/>
          <p:cNvSpPr txBox="1"/>
          <p:nvPr/>
        </p:nvSpPr>
        <p:spPr bwMode="auto">
          <a:xfrm rot="0" flipH="0" flipV="0">
            <a:off x="4188121" y="464787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56947761" name="AutoShape 260"/>
          <p:cNvSpPr/>
          <p:nvPr/>
        </p:nvSpPr>
        <p:spPr bwMode="auto">
          <a:xfrm flipH="1">
            <a:off x="4397808" y="4112683"/>
            <a:ext cx="1197096" cy="59197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69806151" name=""/>
          <p:cNvGrpSpPr/>
          <p:nvPr/>
        </p:nvGrpSpPr>
        <p:grpSpPr bwMode="auto">
          <a:xfrm>
            <a:off x="682404" y="2930832"/>
            <a:ext cx="1947240" cy="838793"/>
            <a:chOff x="0" y="0"/>
            <a:chExt cx="1947240" cy="838793"/>
          </a:xfrm>
        </p:grpSpPr>
        <p:sp>
          <p:nvSpPr>
            <p:cNvPr id="1195593315" name="Freeform 31"/>
            <p:cNvSpPr/>
            <p:nvPr/>
          </p:nvSpPr>
          <p:spPr bwMode="auto">
            <a:xfrm rot="0" flipH="0" flipV="0">
              <a:off x="0" y="114088"/>
              <a:ext cx="1947240" cy="724698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3855" y="0"/>
                  </a:moveTo>
                  <a:lnTo>
                    <a:pt x="788945" y="0"/>
                  </a:lnTo>
                  <a:cubicBezTo>
                    <a:pt x="802120" y="0"/>
                    <a:pt x="812800" y="10680"/>
                    <a:pt x="812800" y="23855"/>
                  </a:cubicBezTo>
                  <a:lnTo>
                    <a:pt x="812800" y="278642"/>
                  </a:lnTo>
                  <a:cubicBezTo>
                    <a:pt x="812800" y="291817"/>
                    <a:pt x="802120" y="302497"/>
                    <a:pt x="788945" y="302497"/>
                  </a:cubicBezTo>
                  <a:lnTo>
                    <a:pt x="23855" y="302497"/>
                  </a:lnTo>
                  <a:cubicBezTo>
                    <a:pt x="10680" y="302497"/>
                    <a:pt x="0" y="291817"/>
                    <a:pt x="0" y="278642"/>
                  </a:cubicBezTo>
                  <a:lnTo>
                    <a:pt x="0" y="23855"/>
                  </a:lnTo>
                  <a:cubicBezTo>
                    <a:pt x="0" y="10680"/>
                    <a:pt x="10680" y="0"/>
                    <a:pt x="2385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59803339" name="TextBox 32"/>
            <p:cNvSpPr txBox="1"/>
            <p:nvPr/>
          </p:nvSpPr>
          <p:spPr bwMode="auto">
            <a:xfrm rot="0" flipH="0" flipV="0">
              <a:off x="0" y="0"/>
              <a:ext cx="1947240" cy="8387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47925316" name=""/>
          <p:cNvGrpSpPr/>
          <p:nvPr/>
        </p:nvGrpSpPr>
        <p:grpSpPr bwMode="auto">
          <a:xfrm>
            <a:off x="967379" y="2905437"/>
            <a:ext cx="10191295" cy="1169673"/>
            <a:chOff x="0" y="0"/>
            <a:chExt cx="10191295" cy="1169673"/>
          </a:xfrm>
        </p:grpSpPr>
        <p:sp>
          <p:nvSpPr>
            <p:cNvPr id="1143932932" name="Freeform 27"/>
            <p:cNvSpPr/>
            <p:nvPr/>
          </p:nvSpPr>
          <p:spPr bwMode="auto">
            <a:xfrm rot="0" flipH="0" flipV="0">
              <a:off x="3196356" y="484889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9088605" name="TextBox 28"/>
            <p:cNvSpPr txBox="1"/>
            <p:nvPr/>
          </p:nvSpPr>
          <p:spPr bwMode="auto">
            <a:xfrm rot="0" flipH="0" flipV="0">
              <a:off x="3241813" y="50761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806896468" name="AutoShape 29"/>
            <p:cNvSpPr/>
            <p:nvPr/>
          </p:nvSpPr>
          <p:spPr bwMode="auto">
            <a:xfrm>
              <a:off x="2057400" y="727335"/>
              <a:ext cx="1138955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4525580" name="Freeform 31"/>
            <p:cNvSpPr/>
            <p:nvPr/>
          </p:nvSpPr>
          <p:spPr bwMode="auto">
            <a:xfrm rot="0" flipH="0" flipV="0">
              <a:off x="0" y="344486"/>
              <a:ext cx="2057400" cy="76569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2578" y="0"/>
                  </a:moveTo>
                  <a:lnTo>
                    <a:pt x="790222" y="0"/>
                  </a:lnTo>
                  <a:cubicBezTo>
                    <a:pt x="802692" y="0"/>
                    <a:pt x="812800" y="10108"/>
                    <a:pt x="812800" y="22578"/>
                  </a:cubicBezTo>
                  <a:lnTo>
                    <a:pt x="812800" y="279919"/>
                  </a:lnTo>
                  <a:cubicBezTo>
                    <a:pt x="812800" y="292388"/>
                    <a:pt x="802692" y="302497"/>
                    <a:pt x="790222" y="302497"/>
                  </a:cubicBezTo>
                  <a:lnTo>
                    <a:pt x="22578" y="302497"/>
                  </a:lnTo>
                  <a:cubicBezTo>
                    <a:pt x="10108" y="302497"/>
                    <a:pt x="0" y="292388"/>
                    <a:pt x="0" y="279919"/>
                  </a:cubicBezTo>
                  <a:lnTo>
                    <a:pt x="0" y="22578"/>
                  </a:lnTo>
                  <a:cubicBezTo>
                    <a:pt x="0" y="10108"/>
                    <a:pt x="10108" y="0"/>
                    <a:pt x="2257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81170420" name="TextBox 32"/>
            <p:cNvSpPr txBox="1"/>
            <p:nvPr/>
          </p:nvSpPr>
          <p:spPr bwMode="auto">
            <a:xfrm rot="0" flipH="0" flipV="0">
              <a:off x="0" y="223943"/>
              <a:ext cx="2057400" cy="8862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87407584" name="Freeform 34"/>
            <p:cNvSpPr/>
            <p:nvPr/>
          </p:nvSpPr>
          <p:spPr bwMode="auto">
            <a:xfrm rot="0" flipH="0" flipV="0">
              <a:off x="4824246" y="102041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140329" name="TextBox 35"/>
            <p:cNvSpPr txBox="1"/>
            <p:nvPr/>
          </p:nvSpPr>
          <p:spPr bwMode="auto">
            <a:xfrm rot="0" flipH="0" flipV="0">
              <a:off x="4869703" y="124769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002896800" name="Freeform 37"/>
            <p:cNvSpPr/>
            <p:nvPr/>
          </p:nvSpPr>
          <p:spPr bwMode="auto">
            <a:xfrm rot="0" flipH="0" flipV="0">
              <a:off x="7878494" y="0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0724404" name="TextBox 38"/>
            <p:cNvSpPr txBox="1"/>
            <p:nvPr/>
          </p:nvSpPr>
          <p:spPr bwMode="auto">
            <a:xfrm rot="0" flipH="0" flipV="0">
              <a:off x="7923951" y="2272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762463541" name="Freeform 40"/>
            <p:cNvSpPr/>
            <p:nvPr/>
          </p:nvSpPr>
          <p:spPr bwMode="auto">
            <a:xfrm rot="0" flipH="0" flipV="0">
              <a:off x="9706408" y="484889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3393138" name="TextBox 41"/>
            <p:cNvSpPr txBox="1"/>
            <p:nvPr/>
          </p:nvSpPr>
          <p:spPr bwMode="auto">
            <a:xfrm rot="0" flipH="0" flipV="0">
              <a:off x="9751865" y="50761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506563412" name="Freeform 43"/>
            <p:cNvSpPr/>
            <p:nvPr/>
          </p:nvSpPr>
          <p:spPr bwMode="auto">
            <a:xfrm rot="0" flipH="0" flipV="0">
              <a:off x="6449576" y="671818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8239823" name="TextBox 44"/>
            <p:cNvSpPr txBox="1"/>
            <p:nvPr/>
          </p:nvSpPr>
          <p:spPr bwMode="auto">
            <a:xfrm rot="0" flipH="0" flipV="0">
              <a:off x="6495033" y="694546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692987458" name="AutoShape 45"/>
            <p:cNvSpPr/>
            <p:nvPr/>
          </p:nvSpPr>
          <p:spPr bwMode="auto">
            <a:xfrm flipV="1">
              <a:off x="3674862" y="400004"/>
              <a:ext cx="1155771" cy="271813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5892539" name="AutoShape 46"/>
            <p:cNvSpPr/>
            <p:nvPr/>
          </p:nvSpPr>
          <p:spPr bwMode="auto">
            <a:xfrm>
              <a:off x="5295548" y="424715"/>
              <a:ext cx="1167616" cy="40932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0377152" name="AutoShape 47"/>
            <p:cNvSpPr/>
            <p:nvPr/>
          </p:nvSpPr>
          <p:spPr bwMode="auto">
            <a:xfrm flipV="1">
              <a:off x="6911480" y="345625"/>
              <a:ext cx="990002" cy="465457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0138336" name="AutoShape 48"/>
            <p:cNvSpPr/>
            <p:nvPr/>
          </p:nvSpPr>
          <p:spPr bwMode="auto">
            <a:xfrm>
              <a:off x="8355339" y="304623"/>
              <a:ext cx="1359117" cy="36053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38918" name=""/>
            <p:cNvSpPr txBox="1"/>
            <p:nvPr/>
          </p:nvSpPr>
          <p:spPr bwMode="auto">
            <a:xfrm rot="0" flipH="0" flipV="0">
              <a:off x="3839223" y="73306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2150678" name=""/>
            <p:cNvSpPr txBox="1"/>
            <p:nvPr/>
          </p:nvSpPr>
          <p:spPr bwMode="auto">
            <a:xfrm rot="0" flipH="0" flipV="0">
              <a:off x="8610504" y="634135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3359354" name=""/>
            <p:cNvSpPr txBox="1"/>
            <p:nvPr/>
          </p:nvSpPr>
          <p:spPr bwMode="auto">
            <a:xfrm rot="0" flipH="0" flipV="0">
              <a:off x="6934462" y="89074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30197732" name=""/>
            <p:cNvSpPr txBox="1"/>
            <p:nvPr/>
          </p:nvSpPr>
          <p:spPr bwMode="auto">
            <a:xfrm rot="0" flipH="0" flipV="0">
              <a:off x="5454963" y="727335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9341438" name=""/>
            <p:cNvSpPr txBox="1"/>
            <p:nvPr/>
          </p:nvSpPr>
          <p:spPr bwMode="auto">
            <a:xfrm rot="0" flipH="0" flipV="0">
              <a:off x="2314085" y="834034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19528" name="Freeform 27"/>
          <p:cNvSpPr/>
          <p:nvPr/>
        </p:nvSpPr>
        <p:spPr bwMode="auto">
          <a:xfrm rot="0" flipH="0" flipV="0">
            <a:off x="3603101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62312642" name="TextBox 28"/>
          <p:cNvSpPr txBox="1"/>
          <p:nvPr/>
        </p:nvSpPr>
        <p:spPr bwMode="auto">
          <a:xfrm rot="0" flipH="0" flipV="0">
            <a:off x="3644652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2155893" name="AutoShape 29"/>
          <p:cNvSpPr/>
          <p:nvPr/>
        </p:nvSpPr>
        <p:spPr bwMode="auto">
          <a:xfrm>
            <a:off x="2562021" y="3293622"/>
            <a:ext cx="1041080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379682" name="Freeform 34"/>
          <p:cNvSpPr/>
          <p:nvPr/>
        </p:nvSpPr>
        <p:spPr bwMode="auto">
          <a:xfrm rot="0" flipH="0" flipV="0">
            <a:off x="5091099" y="2722063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95891791" name="TextBox 35"/>
          <p:cNvSpPr txBox="1"/>
          <p:nvPr/>
        </p:nvSpPr>
        <p:spPr bwMode="auto">
          <a:xfrm rot="0" flipH="0" flipV="0">
            <a:off x="5132650" y="2742838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2064808" name="Freeform 37"/>
          <p:cNvSpPr/>
          <p:nvPr/>
        </p:nvSpPr>
        <p:spPr bwMode="auto">
          <a:xfrm rot="0" flipH="0" flipV="0">
            <a:off x="7882881" y="262878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76323925" name="TextBox 38"/>
          <p:cNvSpPr txBox="1"/>
          <p:nvPr/>
        </p:nvSpPr>
        <p:spPr bwMode="auto">
          <a:xfrm rot="0" flipH="0" flipV="0">
            <a:off x="7924432" y="2649562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4350342" name="Freeform 40"/>
          <p:cNvSpPr/>
          <p:nvPr/>
        </p:nvSpPr>
        <p:spPr bwMode="auto">
          <a:xfrm rot="0" flipH="0" flipV="0">
            <a:off x="9553714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13249367" name="TextBox 41"/>
          <p:cNvSpPr txBox="1"/>
          <p:nvPr/>
        </p:nvSpPr>
        <p:spPr bwMode="auto">
          <a:xfrm rot="0" flipH="0" flipV="0">
            <a:off x="9595265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5249161" name="Freeform 43"/>
          <p:cNvSpPr/>
          <p:nvPr/>
        </p:nvSpPr>
        <p:spPr bwMode="auto">
          <a:xfrm rot="0" flipH="0" flipV="0">
            <a:off x="6576756" y="324287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35026471" name="TextBox 44"/>
          <p:cNvSpPr txBox="1"/>
          <p:nvPr/>
        </p:nvSpPr>
        <p:spPr bwMode="auto">
          <a:xfrm rot="0" flipH="0" flipV="0">
            <a:off x="6618307" y="326365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45896119" name="AutoShape 45"/>
          <p:cNvSpPr/>
          <p:nvPr/>
        </p:nvSpPr>
        <p:spPr bwMode="auto">
          <a:xfrm flipV="1">
            <a:off x="4040487" y="2994419"/>
            <a:ext cx="1056449" cy="24845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7583814" name="AutoShape 46"/>
          <p:cNvSpPr/>
          <p:nvPr/>
        </p:nvSpPr>
        <p:spPr bwMode="auto">
          <a:xfrm>
            <a:off x="5521899" y="3017007"/>
            <a:ext cx="1067277" cy="37414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8081549" name="AutoShape 47"/>
          <p:cNvSpPr/>
          <p:nvPr/>
        </p:nvSpPr>
        <p:spPr bwMode="auto">
          <a:xfrm flipV="1">
            <a:off x="6998967" y="2944713"/>
            <a:ext cx="904927" cy="42545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4391260" name="AutoShape 48"/>
          <p:cNvSpPr/>
          <p:nvPr/>
        </p:nvSpPr>
        <p:spPr bwMode="auto">
          <a:xfrm>
            <a:off x="8318747" y="2907235"/>
            <a:ext cx="1242324" cy="32954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857018" name="AutoShape 49"/>
          <p:cNvSpPr/>
          <p:nvPr/>
        </p:nvSpPr>
        <p:spPr bwMode="auto">
          <a:xfrm flipV="1">
            <a:off x="9875513" y="1092715"/>
            <a:ext cx="1015011" cy="20031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8622396" name="Freeform 51"/>
          <p:cNvSpPr/>
          <p:nvPr/>
        </p:nvSpPr>
        <p:spPr bwMode="auto">
          <a:xfrm rot="0" flipH="0" flipV="0">
            <a:off x="11191918" y="2314714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90022304" name="TextBox 52"/>
          <p:cNvSpPr txBox="1"/>
          <p:nvPr/>
        </p:nvSpPr>
        <p:spPr bwMode="auto">
          <a:xfrm rot="0" flipH="0" flipV="0">
            <a:off x="11233469" y="2335489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80946114" name="Freeform 54"/>
          <p:cNvSpPr/>
          <p:nvPr/>
        </p:nvSpPr>
        <p:spPr bwMode="auto">
          <a:xfrm rot="0" flipH="0" flipV="0">
            <a:off x="11085657" y="37709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6481183" name="TextBox 55"/>
          <p:cNvSpPr txBox="1"/>
          <p:nvPr/>
        </p:nvSpPr>
        <p:spPr bwMode="auto">
          <a:xfrm rot="0" flipH="0" flipV="0">
            <a:off x="11127208" y="379168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36379299" name="Freeform 57"/>
          <p:cNvSpPr/>
          <p:nvPr/>
        </p:nvSpPr>
        <p:spPr bwMode="auto">
          <a:xfrm rot="0" flipH="0" flipV="0">
            <a:off x="9611502" y="5845032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07997864" name="TextBox 58"/>
          <p:cNvSpPr txBox="1"/>
          <p:nvPr/>
        </p:nvSpPr>
        <p:spPr bwMode="auto">
          <a:xfrm rot="0" flipH="0" flipV="0">
            <a:off x="9653053" y="586580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0186873" name="Freeform 60"/>
          <p:cNvSpPr/>
          <p:nvPr/>
        </p:nvSpPr>
        <p:spPr bwMode="auto">
          <a:xfrm rot="0" flipH="0" flipV="0">
            <a:off x="7766264" y="5703979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5273729" name="TextBox 61"/>
          <p:cNvSpPr txBox="1"/>
          <p:nvPr/>
        </p:nvSpPr>
        <p:spPr bwMode="auto">
          <a:xfrm rot="0" flipH="0" flipV="0">
            <a:off x="7807815" y="572475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54530100" name="Freeform 63"/>
          <p:cNvSpPr/>
          <p:nvPr/>
        </p:nvSpPr>
        <p:spPr bwMode="auto">
          <a:xfrm rot="0" flipH="0" flipV="0">
            <a:off x="6946095" y="4376891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9420267" name="TextBox 64"/>
          <p:cNvSpPr txBox="1"/>
          <p:nvPr/>
        </p:nvSpPr>
        <p:spPr bwMode="auto">
          <a:xfrm rot="0" flipH="0" flipV="0">
            <a:off x="6987646" y="439766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85261976" name="Freeform 66"/>
          <p:cNvSpPr/>
          <p:nvPr/>
        </p:nvSpPr>
        <p:spPr bwMode="auto">
          <a:xfrm rot="0" flipH="0" flipV="0">
            <a:off x="10970307" y="513146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205507" name="TextBox 67"/>
          <p:cNvSpPr txBox="1"/>
          <p:nvPr/>
        </p:nvSpPr>
        <p:spPr bwMode="auto">
          <a:xfrm rot="0" flipH="0" flipV="0">
            <a:off x="11011858" y="515224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19638308" name="Freeform 69"/>
          <p:cNvSpPr/>
          <p:nvPr/>
        </p:nvSpPr>
        <p:spPr bwMode="auto">
          <a:xfrm rot="0" flipH="0" flipV="0">
            <a:off x="7544655" y="133393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6989379" name="TextBox 70"/>
          <p:cNvSpPr txBox="1"/>
          <p:nvPr/>
        </p:nvSpPr>
        <p:spPr bwMode="auto">
          <a:xfrm rot="0" flipH="0" flipV="0">
            <a:off x="7586205" y="135471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22029317" name="AutoShape 71"/>
          <p:cNvSpPr/>
          <p:nvPr/>
        </p:nvSpPr>
        <p:spPr bwMode="auto">
          <a:xfrm flipV="1">
            <a:off x="9976532" y="2629337"/>
            <a:ext cx="1235790" cy="57127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4818503" name="AutoShape 72"/>
          <p:cNvSpPr/>
          <p:nvPr/>
        </p:nvSpPr>
        <p:spPr bwMode="auto">
          <a:xfrm>
            <a:off x="9976995" y="3385627"/>
            <a:ext cx="1128603" cy="5148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8443056" name="AutoShape 73"/>
          <p:cNvSpPr/>
          <p:nvPr/>
        </p:nvSpPr>
        <p:spPr bwMode="auto">
          <a:xfrm>
            <a:off x="9900930" y="3476224"/>
            <a:ext cx="1165383" cy="16942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9095803" name="AutoShape 74"/>
          <p:cNvSpPr/>
          <p:nvPr/>
        </p:nvSpPr>
        <p:spPr bwMode="auto">
          <a:xfrm>
            <a:off x="9779944" y="3515184"/>
            <a:ext cx="48551" cy="232989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775709" name="AutoShape 75"/>
          <p:cNvSpPr/>
          <p:nvPr/>
        </p:nvSpPr>
        <p:spPr bwMode="auto">
          <a:xfrm flipH="1">
            <a:off x="8112394" y="3476968"/>
            <a:ext cx="1538415" cy="226527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423845" name="AutoShape 76"/>
          <p:cNvSpPr/>
          <p:nvPr/>
        </p:nvSpPr>
        <p:spPr bwMode="auto">
          <a:xfrm flipH="1">
            <a:off x="7365933" y="3392816"/>
            <a:ext cx="2211167" cy="11064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93631" name="AutoShape 77"/>
          <p:cNvSpPr/>
          <p:nvPr/>
        </p:nvSpPr>
        <p:spPr bwMode="auto">
          <a:xfrm flipH="1" flipV="1">
            <a:off x="7933866" y="1700541"/>
            <a:ext cx="1673859" cy="14480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0140530" name="AutoShape 78"/>
          <p:cNvSpPr/>
          <p:nvPr/>
        </p:nvSpPr>
        <p:spPr bwMode="auto">
          <a:xfrm flipH="1" flipV="1">
            <a:off x="9374297" y="1225366"/>
            <a:ext cx="358835" cy="18506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2692804" name="Freeform 80"/>
          <p:cNvSpPr/>
          <p:nvPr/>
        </p:nvSpPr>
        <p:spPr bwMode="auto">
          <a:xfrm rot="0" flipH="0" flipV="0">
            <a:off x="9110494" y="786156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84482840" name="TextBox 81"/>
          <p:cNvSpPr txBox="1"/>
          <p:nvPr/>
        </p:nvSpPr>
        <p:spPr bwMode="auto">
          <a:xfrm rot="0" flipH="0" flipV="0">
            <a:off x="9152045" y="806931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01723754" name="Freeform 83"/>
          <p:cNvSpPr/>
          <p:nvPr/>
        </p:nvSpPr>
        <p:spPr bwMode="auto">
          <a:xfrm rot="0" flipH="0" flipV="0">
            <a:off x="10769103" y="67337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0586936" name="TextBox 84"/>
          <p:cNvSpPr txBox="1"/>
          <p:nvPr/>
        </p:nvSpPr>
        <p:spPr bwMode="auto">
          <a:xfrm rot="0" flipH="0" flipV="0">
            <a:off x="10810653" y="69415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grpSp>
        <p:nvGrpSpPr>
          <p:cNvPr id="84969044" name=""/>
          <p:cNvGrpSpPr/>
          <p:nvPr/>
        </p:nvGrpSpPr>
        <p:grpSpPr bwMode="auto">
          <a:xfrm>
            <a:off x="681420" y="2833488"/>
            <a:ext cx="1880595" cy="810084"/>
            <a:chOff x="0" y="0"/>
            <a:chExt cx="1880595" cy="810084"/>
          </a:xfrm>
        </p:grpSpPr>
        <p:sp>
          <p:nvSpPr>
            <p:cNvPr id="1937013113" name="Freeform 31"/>
            <p:cNvSpPr/>
            <p:nvPr/>
          </p:nvSpPr>
          <p:spPr bwMode="auto">
            <a:xfrm rot="0" flipH="0" flipV="0">
              <a:off x="0" y="110183"/>
              <a:ext cx="1880595" cy="699894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700" y="0"/>
                  </a:moveTo>
                  <a:lnTo>
                    <a:pt x="788100" y="0"/>
                  </a:lnTo>
                  <a:cubicBezTo>
                    <a:pt x="801741" y="0"/>
                    <a:pt x="812800" y="11059"/>
                    <a:pt x="812800" y="24700"/>
                  </a:cubicBezTo>
                  <a:lnTo>
                    <a:pt x="812800" y="277796"/>
                  </a:lnTo>
                  <a:cubicBezTo>
                    <a:pt x="812800" y="291438"/>
                    <a:pt x="801741" y="302497"/>
                    <a:pt x="788100" y="302497"/>
                  </a:cubicBezTo>
                  <a:lnTo>
                    <a:pt x="24700" y="302497"/>
                  </a:lnTo>
                  <a:cubicBezTo>
                    <a:pt x="11059" y="302497"/>
                    <a:pt x="0" y="291438"/>
                    <a:pt x="0" y="277796"/>
                  </a:cubicBezTo>
                  <a:lnTo>
                    <a:pt x="0" y="24700"/>
                  </a:lnTo>
                  <a:cubicBezTo>
                    <a:pt x="0" y="11059"/>
                    <a:pt x="11059" y="0"/>
                    <a:pt x="247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84104604" name="TextBox 32"/>
            <p:cNvSpPr txBox="1"/>
            <p:nvPr/>
          </p:nvSpPr>
          <p:spPr bwMode="auto">
            <a:xfrm rot="0" flipH="0" flipV="0">
              <a:off x="0" y="0"/>
              <a:ext cx="1880595" cy="8100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573541" name="Freeform 34"/>
          <p:cNvSpPr/>
          <p:nvPr/>
        </p:nvSpPr>
        <p:spPr bwMode="auto">
          <a:xfrm rot="0" flipH="0" flipV="0">
            <a:off x="4963396" y="277584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67101803" name="TextBox 35"/>
          <p:cNvSpPr txBox="1"/>
          <p:nvPr/>
        </p:nvSpPr>
        <p:spPr bwMode="auto">
          <a:xfrm rot="0" flipH="0" flipV="0">
            <a:off x="5004936" y="279661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62663195" name="Freeform 37"/>
          <p:cNvSpPr/>
          <p:nvPr/>
        </p:nvSpPr>
        <p:spPr bwMode="auto">
          <a:xfrm rot="0" flipH="0" flipV="0">
            <a:off x="7754421" y="2682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67680436" name="TextBox 38"/>
          <p:cNvSpPr txBox="1"/>
          <p:nvPr/>
        </p:nvSpPr>
        <p:spPr bwMode="auto">
          <a:xfrm rot="0" flipH="0" flipV="0">
            <a:off x="7795961" y="2703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38900552" name="Freeform 40"/>
          <p:cNvSpPr/>
          <p:nvPr/>
        </p:nvSpPr>
        <p:spPr bwMode="auto">
          <a:xfrm rot="0" flipH="0" flipV="0">
            <a:off x="9424801" y="3125700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12458445" name="TextBox 41"/>
          <p:cNvSpPr txBox="1"/>
          <p:nvPr/>
        </p:nvSpPr>
        <p:spPr bwMode="auto">
          <a:xfrm rot="0" flipH="0" flipV="0">
            <a:off x="9466341" y="3146469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84746958" name="Freeform 43"/>
          <p:cNvSpPr/>
          <p:nvPr/>
        </p:nvSpPr>
        <p:spPr bwMode="auto">
          <a:xfrm rot="0" flipH="0" flipV="0">
            <a:off x="6448651" y="329651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40679407" name="TextBox 44"/>
          <p:cNvSpPr txBox="1"/>
          <p:nvPr/>
        </p:nvSpPr>
        <p:spPr bwMode="auto">
          <a:xfrm rot="0" flipH="0" flipV="0">
            <a:off x="6490191" y="331728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9014245" name="AutoShape 45"/>
          <p:cNvSpPr/>
          <p:nvPr/>
        </p:nvSpPr>
        <p:spPr bwMode="auto">
          <a:xfrm flipV="1">
            <a:off x="3913068" y="3048130"/>
            <a:ext cx="1056162" cy="248387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1406992" name="AutoShape 46"/>
          <p:cNvSpPr/>
          <p:nvPr/>
        </p:nvSpPr>
        <p:spPr bwMode="auto">
          <a:xfrm>
            <a:off x="5394081" y="3070711"/>
            <a:ext cx="1066987" cy="3740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155286" name="AutoShape 47"/>
          <p:cNvSpPr/>
          <p:nvPr/>
        </p:nvSpPr>
        <p:spPr bwMode="auto">
          <a:xfrm flipV="1">
            <a:off x="6870747" y="2998437"/>
            <a:ext cx="904681" cy="42534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3812192" name="AutoShape 48"/>
          <p:cNvSpPr/>
          <p:nvPr/>
        </p:nvSpPr>
        <p:spPr bwMode="auto">
          <a:xfrm>
            <a:off x="8190169" y="2960970"/>
            <a:ext cx="1241984" cy="32945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8842353" name="AutoShape 49"/>
          <p:cNvSpPr/>
          <p:nvPr/>
        </p:nvSpPr>
        <p:spPr bwMode="auto">
          <a:xfrm flipV="1">
            <a:off x="9746512" y="1146940"/>
            <a:ext cx="1014735" cy="2002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3489254" name="Freeform 51"/>
          <p:cNvSpPr/>
          <p:nvPr/>
        </p:nvSpPr>
        <p:spPr bwMode="auto">
          <a:xfrm rot="0" flipH="0" flipV="0">
            <a:off x="11062559" y="236860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32324687" name="TextBox 52"/>
          <p:cNvSpPr txBox="1"/>
          <p:nvPr/>
        </p:nvSpPr>
        <p:spPr bwMode="auto">
          <a:xfrm rot="0" flipH="0" flipV="0">
            <a:off x="11104099" y="238937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4872960" name="Freeform 54"/>
          <p:cNvSpPr/>
          <p:nvPr/>
        </p:nvSpPr>
        <p:spPr bwMode="auto">
          <a:xfrm rot="0" flipH="0" flipV="0">
            <a:off x="10956327" y="382440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1611546" name="TextBox 55"/>
          <p:cNvSpPr txBox="1"/>
          <p:nvPr/>
        </p:nvSpPr>
        <p:spPr bwMode="auto">
          <a:xfrm rot="0" flipH="0" flipV="0">
            <a:off x="10997867" y="384517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49115521" name="Freeform 57"/>
          <p:cNvSpPr/>
          <p:nvPr/>
        </p:nvSpPr>
        <p:spPr bwMode="auto">
          <a:xfrm rot="0" flipH="0" flipV="0">
            <a:off x="9482572" y="589796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8619260" name="TextBox 58"/>
          <p:cNvSpPr txBox="1"/>
          <p:nvPr/>
        </p:nvSpPr>
        <p:spPr bwMode="auto">
          <a:xfrm rot="0" flipH="0" flipV="0">
            <a:off x="9524112" y="591873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83161308" name="Freeform 60"/>
          <p:cNvSpPr/>
          <p:nvPr/>
        </p:nvSpPr>
        <p:spPr bwMode="auto">
          <a:xfrm rot="0" flipH="0" flipV="0">
            <a:off x="7637837" y="5756954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0157675" name="TextBox 61"/>
          <p:cNvSpPr txBox="1"/>
          <p:nvPr/>
        </p:nvSpPr>
        <p:spPr bwMode="auto">
          <a:xfrm rot="0" flipH="0" flipV="0">
            <a:off x="7679377" y="5777723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17042088" name="Freeform 63"/>
          <p:cNvSpPr/>
          <p:nvPr/>
        </p:nvSpPr>
        <p:spPr bwMode="auto">
          <a:xfrm rot="0" flipH="0" flipV="0">
            <a:off x="6817889" y="443022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5710323" name="TextBox 64"/>
          <p:cNvSpPr txBox="1"/>
          <p:nvPr/>
        </p:nvSpPr>
        <p:spPr bwMode="auto">
          <a:xfrm rot="0" flipH="0" flipV="0">
            <a:off x="6859429" y="445099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75111330" name="Freeform 66"/>
          <p:cNvSpPr/>
          <p:nvPr/>
        </p:nvSpPr>
        <p:spPr bwMode="auto">
          <a:xfrm rot="0" flipH="0" flipV="0">
            <a:off x="10841007" y="5184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034046" name="TextBox 67"/>
          <p:cNvSpPr txBox="1"/>
          <p:nvPr/>
        </p:nvSpPr>
        <p:spPr bwMode="auto">
          <a:xfrm rot="0" flipH="0" flipV="0">
            <a:off x="10882547" y="5205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61839108" name="Freeform 69"/>
          <p:cNvSpPr/>
          <p:nvPr/>
        </p:nvSpPr>
        <p:spPr bwMode="auto">
          <a:xfrm rot="0" flipH="0" flipV="0">
            <a:off x="7416286" y="138809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1081092" name="TextBox 70"/>
          <p:cNvSpPr txBox="1"/>
          <p:nvPr/>
        </p:nvSpPr>
        <p:spPr bwMode="auto">
          <a:xfrm rot="0" flipH="0" flipV="0">
            <a:off x="7457826" y="140886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1732577" name="AutoShape 71"/>
          <p:cNvSpPr/>
          <p:nvPr/>
        </p:nvSpPr>
        <p:spPr bwMode="auto">
          <a:xfrm flipV="1">
            <a:off x="9847503" y="2683146"/>
            <a:ext cx="1235454" cy="5711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772865" name="AutoShape 72"/>
          <p:cNvSpPr/>
          <p:nvPr/>
        </p:nvSpPr>
        <p:spPr bwMode="auto">
          <a:xfrm>
            <a:off x="9847966" y="3439230"/>
            <a:ext cx="1128296" cy="5147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1306787" name="AutoShape 73"/>
          <p:cNvSpPr/>
          <p:nvPr/>
        </p:nvSpPr>
        <p:spPr bwMode="auto">
          <a:xfrm>
            <a:off x="9771921" y="3529805"/>
            <a:ext cx="1165068" cy="16937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699271" name="AutoShape 74"/>
          <p:cNvSpPr/>
          <p:nvPr/>
        </p:nvSpPr>
        <p:spPr bwMode="auto">
          <a:xfrm>
            <a:off x="9650968" y="3568754"/>
            <a:ext cx="48538" cy="23292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136906" name="AutoShape 75"/>
          <p:cNvSpPr/>
          <p:nvPr/>
        </p:nvSpPr>
        <p:spPr bwMode="auto">
          <a:xfrm flipH="1">
            <a:off x="7983871" y="3530549"/>
            <a:ext cx="1537996" cy="226465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4661991" name="AutoShape 76"/>
          <p:cNvSpPr/>
          <p:nvPr/>
        </p:nvSpPr>
        <p:spPr bwMode="auto">
          <a:xfrm flipH="1">
            <a:off x="7237612" y="3446416"/>
            <a:ext cx="2210567" cy="11061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4957579" name="AutoShape 77"/>
          <p:cNvSpPr/>
          <p:nvPr/>
        </p:nvSpPr>
        <p:spPr bwMode="auto">
          <a:xfrm flipH="1" flipV="1">
            <a:off x="7805392" y="1754602"/>
            <a:ext cx="1673406" cy="14476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2010366" name="AutoShape 78"/>
          <p:cNvSpPr/>
          <p:nvPr/>
        </p:nvSpPr>
        <p:spPr bwMode="auto">
          <a:xfrm flipH="1" flipV="1">
            <a:off x="9245431" y="1279555"/>
            <a:ext cx="358740" cy="18501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316385" name="Freeform 80"/>
          <p:cNvSpPr/>
          <p:nvPr/>
        </p:nvSpPr>
        <p:spPr bwMode="auto">
          <a:xfrm rot="0" flipH="0" flipV="0">
            <a:off x="8981700" y="840466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94237917" name="TextBox 81"/>
          <p:cNvSpPr txBox="1"/>
          <p:nvPr/>
        </p:nvSpPr>
        <p:spPr bwMode="auto">
          <a:xfrm rot="0" flipH="0" flipV="0">
            <a:off x="9023240" y="861235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90478623" name="Freeform 83"/>
          <p:cNvSpPr/>
          <p:nvPr/>
        </p:nvSpPr>
        <p:spPr bwMode="auto">
          <a:xfrm rot="0" flipH="0" flipV="0">
            <a:off x="10639858" y="72771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1388414" name="TextBox 84"/>
          <p:cNvSpPr txBox="1"/>
          <p:nvPr/>
        </p:nvSpPr>
        <p:spPr bwMode="auto">
          <a:xfrm rot="0" flipH="0" flipV="0">
            <a:off x="10681397" y="74848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53393533" name="Freeform 85"/>
          <p:cNvSpPr/>
          <p:nvPr/>
        </p:nvSpPr>
        <p:spPr bwMode="auto">
          <a:xfrm>
            <a:off x="8371573" y="2816584"/>
            <a:ext cx="656571" cy="539209"/>
          </a:xfrm>
          <a:custGeom>
            <a:avLst/>
            <a:gdLst/>
            <a:ahLst/>
            <a:cxnLst/>
            <a:rect l="l" t="t" r="r" b="b"/>
            <a:pathLst>
              <a:path w="656574" h="539211" fill="norm" stroke="1" extrusionOk="0">
                <a:moveTo>
                  <a:pt x="0" y="0"/>
                </a:moveTo>
                <a:lnTo>
                  <a:pt x="656573" y="0"/>
                </a:lnTo>
                <a:lnTo>
                  <a:pt x="656573" y="539211"/>
                </a:lnTo>
                <a:lnTo>
                  <a:pt x="0" y="5392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86998641" name=""/>
          <p:cNvGrpSpPr/>
          <p:nvPr/>
        </p:nvGrpSpPr>
        <p:grpSpPr bwMode="auto">
          <a:xfrm>
            <a:off x="554915" y="2887241"/>
            <a:ext cx="3363984" cy="809865"/>
            <a:chOff x="0" y="0"/>
            <a:chExt cx="3363984" cy="809865"/>
          </a:xfrm>
        </p:grpSpPr>
        <p:sp>
          <p:nvSpPr>
            <p:cNvPr id="626930480" name="Freeform 27"/>
            <p:cNvSpPr/>
            <p:nvPr/>
          </p:nvSpPr>
          <p:spPr bwMode="auto">
            <a:xfrm rot="0" flipH="0" flipV="0">
              <a:off x="2920887" y="238457"/>
              <a:ext cx="443098" cy="443098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3397192" name="TextBox 28"/>
            <p:cNvSpPr txBox="1"/>
            <p:nvPr/>
          </p:nvSpPr>
          <p:spPr bwMode="auto">
            <a:xfrm rot="0" flipH="0" flipV="0">
              <a:off x="2962426" y="259225"/>
              <a:ext cx="360017" cy="38078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38359288" name="AutoShape 29"/>
            <p:cNvSpPr/>
            <p:nvPr/>
          </p:nvSpPr>
          <p:spPr bwMode="auto">
            <a:xfrm flipV="1">
              <a:off x="1880088" y="460008"/>
              <a:ext cx="1040797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1403650" name="Freeform 31"/>
            <p:cNvSpPr/>
            <p:nvPr/>
          </p:nvSpPr>
          <p:spPr bwMode="auto">
            <a:xfrm rot="0" flipH="0" flipV="0">
              <a:off x="0" y="110154"/>
              <a:ext cx="1880085" cy="699705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707" y="0"/>
                  </a:moveTo>
                  <a:lnTo>
                    <a:pt x="788093" y="0"/>
                  </a:lnTo>
                  <a:cubicBezTo>
                    <a:pt x="794646" y="0"/>
                    <a:pt x="800930" y="2603"/>
                    <a:pt x="805563" y="7237"/>
                  </a:cubicBezTo>
                  <a:cubicBezTo>
                    <a:pt x="810197" y="11870"/>
                    <a:pt x="812800" y="18154"/>
                    <a:pt x="812800" y="24707"/>
                  </a:cubicBezTo>
                  <a:lnTo>
                    <a:pt x="812800" y="277790"/>
                  </a:lnTo>
                  <a:cubicBezTo>
                    <a:pt x="812800" y="291435"/>
                    <a:pt x="801738" y="302497"/>
                    <a:pt x="788093" y="302497"/>
                  </a:cubicBezTo>
                  <a:lnTo>
                    <a:pt x="24707" y="302497"/>
                  </a:lnTo>
                  <a:cubicBezTo>
                    <a:pt x="18154" y="302497"/>
                    <a:pt x="11870" y="299894"/>
                    <a:pt x="7237" y="295260"/>
                  </a:cubicBezTo>
                  <a:cubicBezTo>
                    <a:pt x="2603" y="290627"/>
                    <a:pt x="0" y="284342"/>
                    <a:pt x="0" y="277790"/>
                  </a:cubicBezTo>
                  <a:lnTo>
                    <a:pt x="0" y="24707"/>
                  </a:lnTo>
                  <a:cubicBezTo>
                    <a:pt x="0" y="18154"/>
                    <a:pt x="2603" y="11870"/>
                    <a:pt x="7237" y="7237"/>
                  </a:cubicBezTo>
                  <a:cubicBezTo>
                    <a:pt x="11870" y="2603"/>
                    <a:pt x="18154" y="0"/>
                    <a:pt x="247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87595909" name="TextBox 32"/>
            <p:cNvSpPr txBox="1"/>
            <p:nvPr/>
          </p:nvSpPr>
          <p:spPr bwMode="auto">
            <a:xfrm rot="0" flipH="0" flipV="0">
              <a:off x="0" y="0"/>
              <a:ext cx="1880085" cy="80986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9513389" name="Freeform 34"/>
          <p:cNvSpPr/>
          <p:nvPr/>
        </p:nvSpPr>
        <p:spPr bwMode="auto">
          <a:xfrm rot="0" flipH="0" flipV="0">
            <a:off x="5016440" y="2754632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5469239" name="TextBox 35"/>
          <p:cNvSpPr txBox="1"/>
          <p:nvPr/>
        </p:nvSpPr>
        <p:spPr bwMode="auto">
          <a:xfrm rot="0" flipH="0" flipV="0">
            <a:off x="5058001" y="277541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2245322" name="Freeform 37"/>
          <p:cNvSpPr/>
          <p:nvPr/>
        </p:nvSpPr>
        <p:spPr bwMode="auto">
          <a:xfrm rot="0" flipH="0" flipV="0">
            <a:off x="7808860" y="266133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58375702" name="TextBox 38"/>
          <p:cNvSpPr txBox="1"/>
          <p:nvPr/>
        </p:nvSpPr>
        <p:spPr bwMode="auto">
          <a:xfrm rot="0" flipH="0" flipV="0">
            <a:off x="7850421" y="268211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85730418" name="Freeform 40"/>
          <p:cNvSpPr/>
          <p:nvPr/>
        </p:nvSpPr>
        <p:spPr bwMode="auto">
          <a:xfrm rot="0" flipH="0" flipV="0">
            <a:off x="9480074" y="310465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2924184" name="TextBox 41"/>
          <p:cNvSpPr txBox="1"/>
          <p:nvPr/>
        </p:nvSpPr>
        <p:spPr bwMode="auto">
          <a:xfrm rot="0" flipH="0" flipV="0">
            <a:off x="9521635" y="3125439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30524377" name="Freeform 43"/>
          <p:cNvSpPr/>
          <p:nvPr/>
        </p:nvSpPr>
        <p:spPr bwMode="auto">
          <a:xfrm rot="0" flipH="0" flipV="0">
            <a:off x="6502438" y="327556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73396586" name="TextBox 44"/>
          <p:cNvSpPr txBox="1"/>
          <p:nvPr/>
        </p:nvSpPr>
        <p:spPr bwMode="auto">
          <a:xfrm rot="0" flipH="0" flipV="0">
            <a:off x="6543999" y="3296343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1037596" name="AutoShape 45"/>
          <p:cNvSpPr/>
          <p:nvPr/>
        </p:nvSpPr>
        <p:spPr bwMode="auto">
          <a:xfrm flipV="1">
            <a:off x="3965588" y="3027051"/>
            <a:ext cx="1056690" cy="24851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0151485" name="AutoShape 46"/>
          <p:cNvSpPr/>
          <p:nvPr/>
        </p:nvSpPr>
        <p:spPr bwMode="auto">
          <a:xfrm>
            <a:off x="5447340" y="3049644"/>
            <a:ext cx="1067520" cy="3742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9810441" name="AutoShape 47"/>
          <p:cNvSpPr/>
          <p:nvPr/>
        </p:nvSpPr>
        <p:spPr bwMode="auto">
          <a:xfrm flipV="1">
            <a:off x="6924743" y="2977333"/>
            <a:ext cx="905133" cy="4255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694474" name="AutoShape 48"/>
          <p:cNvSpPr/>
          <p:nvPr/>
        </p:nvSpPr>
        <p:spPr bwMode="auto">
          <a:xfrm>
            <a:off x="8244826" y="2939847"/>
            <a:ext cx="1242605" cy="32962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5433698" name="AutoShape 49"/>
          <p:cNvSpPr/>
          <p:nvPr/>
        </p:nvSpPr>
        <p:spPr bwMode="auto">
          <a:xfrm flipV="1">
            <a:off x="9801945" y="1124915"/>
            <a:ext cx="1015242" cy="2003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4263389" name="Freeform 51"/>
          <p:cNvSpPr/>
          <p:nvPr/>
        </p:nvSpPr>
        <p:spPr bwMode="auto">
          <a:xfrm rot="0" flipH="0" flipV="0">
            <a:off x="11118651" y="234719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3164524" name="TextBox 52"/>
          <p:cNvSpPr txBox="1"/>
          <p:nvPr/>
        </p:nvSpPr>
        <p:spPr bwMode="auto">
          <a:xfrm rot="0" flipH="0" flipV="0">
            <a:off x="11160212" y="236797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24809702" name="Freeform 54"/>
          <p:cNvSpPr/>
          <p:nvPr/>
        </p:nvSpPr>
        <p:spPr bwMode="auto">
          <a:xfrm rot="0" flipH="0" flipV="0">
            <a:off x="11012365" y="380371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0239931" name="TextBox 55"/>
          <p:cNvSpPr txBox="1"/>
          <p:nvPr/>
        </p:nvSpPr>
        <p:spPr bwMode="auto">
          <a:xfrm rot="0" flipH="0" flipV="0">
            <a:off x="11053926" y="382449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9509563" name="Freeform 57"/>
          <p:cNvSpPr/>
          <p:nvPr/>
        </p:nvSpPr>
        <p:spPr bwMode="auto">
          <a:xfrm rot="0" flipH="0" flipV="0">
            <a:off x="9537874" y="587831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5068214" name="TextBox 58"/>
          <p:cNvSpPr txBox="1"/>
          <p:nvPr/>
        </p:nvSpPr>
        <p:spPr bwMode="auto">
          <a:xfrm rot="0" flipH="0" flipV="0">
            <a:off x="9579435" y="589909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8239040" name="Freeform 60"/>
          <p:cNvSpPr/>
          <p:nvPr/>
        </p:nvSpPr>
        <p:spPr bwMode="auto">
          <a:xfrm rot="0" flipH="0" flipV="0">
            <a:off x="7692219" y="573722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7919326" name="TextBox 61"/>
          <p:cNvSpPr txBox="1"/>
          <p:nvPr/>
        </p:nvSpPr>
        <p:spPr bwMode="auto">
          <a:xfrm rot="0" flipH="0" flipV="0">
            <a:off x="7733779" y="575800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32799500" name="Freeform 63"/>
          <p:cNvSpPr/>
          <p:nvPr/>
        </p:nvSpPr>
        <p:spPr bwMode="auto">
          <a:xfrm rot="0" flipH="0" flipV="0">
            <a:off x="6871861" y="440983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5409802" name="TextBox 64"/>
          <p:cNvSpPr txBox="1"/>
          <p:nvPr/>
        </p:nvSpPr>
        <p:spPr bwMode="auto">
          <a:xfrm rot="0" flipH="0" flipV="0">
            <a:off x="6913422" y="443061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50949247" name="Freeform 66"/>
          <p:cNvSpPr/>
          <p:nvPr/>
        </p:nvSpPr>
        <p:spPr bwMode="auto">
          <a:xfrm rot="0" flipH="0" flipV="0">
            <a:off x="10896989" y="516458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91872102" name="TextBox 67"/>
          <p:cNvSpPr txBox="1"/>
          <p:nvPr/>
        </p:nvSpPr>
        <p:spPr bwMode="auto">
          <a:xfrm rot="0" flipH="0" flipV="0">
            <a:off x="10938550" y="518536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01972239" name="Freeform 69"/>
          <p:cNvSpPr/>
          <p:nvPr/>
        </p:nvSpPr>
        <p:spPr bwMode="auto">
          <a:xfrm rot="0" flipH="0" flipV="0">
            <a:off x="7470558" y="136618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2459673" name="TextBox 70"/>
          <p:cNvSpPr txBox="1"/>
          <p:nvPr/>
        </p:nvSpPr>
        <p:spPr bwMode="auto">
          <a:xfrm rot="0" flipH="0" flipV="0">
            <a:off x="7512118" y="138696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12320394" name="AutoShape 71"/>
          <p:cNvSpPr/>
          <p:nvPr/>
        </p:nvSpPr>
        <p:spPr bwMode="auto">
          <a:xfrm flipV="1">
            <a:off x="9902988" y="2661886"/>
            <a:ext cx="1236071" cy="5714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2450808" name="AutoShape 72"/>
          <p:cNvSpPr/>
          <p:nvPr/>
        </p:nvSpPr>
        <p:spPr bwMode="auto">
          <a:xfrm>
            <a:off x="9903451" y="3418347"/>
            <a:ext cx="1128861" cy="51500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6748324" name="AutoShape 73"/>
          <p:cNvSpPr/>
          <p:nvPr/>
        </p:nvSpPr>
        <p:spPr bwMode="auto">
          <a:xfrm>
            <a:off x="9827368" y="3508966"/>
            <a:ext cx="1165649" cy="169463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483618" name="AutoShape 74"/>
          <p:cNvSpPr/>
          <p:nvPr/>
        </p:nvSpPr>
        <p:spPr bwMode="auto">
          <a:xfrm>
            <a:off x="9706355" y="3547935"/>
            <a:ext cx="48564" cy="233042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8285146" name="AutoShape 75"/>
          <p:cNvSpPr/>
          <p:nvPr/>
        </p:nvSpPr>
        <p:spPr bwMode="auto">
          <a:xfrm flipH="1">
            <a:off x="8038425" y="3509710"/>
            <a:ext cx="1538766" cy="226578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444398" name="AutoShape 76"/>
          <p:cNvSpPr/>
          <p:nvPr/>
        </p:nvSpPr>
        <p:spPr bwMode="auto">
          <a:xfrm flipH="1">
            <a:off x="7291793" y="3425538"/>
            <a:ext cx="2211671" cy="11067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427139" name="AutoShape 77"/>
          <p:cNvSpPr/>
          <p:nvPr/>
        </p:nvSpPr>
        <p:spPr bwMode="auto">
          <a:xfrm flipH="1" flipV="1">
            <a:off x="7859856" y="1732878"/>
            <a:ext cx="1674240" cy="14484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810571" name="AutoShape 78"/>
          <p:cNvSpPr/>
          <p:nvPr/>
        </p:nvSpPr>
        <p:spPr bwMode="auto">
          <a:xfrm flipH="1" flipV="1">
            <a:off x="9300616" y="1257595"/>
            <a:ext cx="358916" cy="185107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9310309" name="Freeform 80"/>
          <p:cNvSpPr/>
          <p:nvPr/>
        </p:nvSpPr>
        <p:spPr bwMode="auto">
          <a:xfrm rot="0" flipH="0" flipV="0">
            <a:off x="9036752" y="818284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1436742" name="TextBox 81"/>
          <p:cNvSpPr txBox="1"/>
          <p:nvPr/>
        </p:nvSpPr>
        <p:spPr bwMode="auto">
          <a:xfrm rot="0" flipH="0" flipV="0">
            <a:off x="9078313" y="839064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8313498" name="Freeform 83"/>
          <p:cNvSpPr/>
          <p:nvPr/>
        </p:nvSpPr>
        <p:spPr bwMode="auto">
          <a:xfrm rot="0" flipH="0" flipV="0">
            <a:off x="10695738" y="70548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83056916" name="TextBox 84"/>
          <p:cNvSpPr txBox="1"/>
          <p:nvPr/>
        </p:nvSpPr>
        <p:spPr bwMode="auto">
          <a:xfrm rot="0" flipH="0" flipV="0">
            <a:off x="10737299" y="72626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08423103" name="Freeform 85"/>
          <p:cNvSpPr/>
          <p:nvPr/>
        </p:nvSpPr>
        <p:spPr bwMode="auto">
          <a:xfrm>
            <a:off x="5774398" y="2590414"/>
            <a:ext cx="583129" cy="518256"/>
          </a:xfrm>
          <a:custGeom>
            <a:avLst/>
            <a:gdLst/>
            <a:ahLst/>
            <a:cxnLst/>
            <a:rect l="l" t="t" r="r" b="b"/>
            <a:pathLst>
              <a:path w="583131" h="518258" fill="norm" stroke="1" extrusionOk="0">
                <a:moveTo>
                  <a:pt x="0" y="0"/>
                </a:moveTo>
                <a:lnTo>
                  <a:pt x="583131" y="0"/>
                </a:lnTo>
                <a:lnTo>
                  <a:pt x="583131" y="518258"/>
                </a:lnTo>
                <a:lnTo>
                  <a:pt x="0" y="5182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431172590" name=""/>
          <p:cNvGrpSpPr/>
          <p:nvPr/>
        </p:nvGrpSpPr>
        <p:grpSpPr bwMode="auto">
          <a:xfrm>
            <a:off x="605759" y="2866082"/>
            <a:ext cx="3365667" cy="810268"/>
            <a:chOff x="0" y="0"/>
            <a:chExt cx="3365667" cy="810268"/>
          </a:xfrm>
        </p:grpSpPr>
        <p:sp>
          <p:nvSpPr>
            <p:cNvPr id="118981897" name="Freeform 27"/>
            <p:cNvSpPr/>
            <p:nvPr/>
          </p:nvSpPr>
          <p:spPr bwMode="auto">
            <a:xfrm rot="0" flipH="0" flipV="0">
              <a:off x="2922345" y="238574"/>
              <a:ext cx="443322" cy="443322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2540567" name="TextBox 28"/>
            <p:cNvSpPr txBox="1"/>
            <p:nvPr/>
          </p:nvSpPr>
          <p:spPr bwMode="auto">
            <a:xfrm rot="0" flipH="0" flipV="0">
              <a:off x="2963905" y="259355"/>
              <a:ext cx="360198" cy="38097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630262755" name="AutoShape 29"/>
            <p:cNvSpPr/>
            <p:nvPr/>
          </p:nvSpPr>
          <p:spPr bwMode="auto">
            <a:xfrm>
              <a:off x="1881026" y="460237"/>
              <a:ext cx="1041318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6420264" name="Freeform 31"/>
            <p:cNvSpPr/>
            <p:nvPr/>
          </p:nvSpPr>
          <p:spPr bwMode="auto">
            <a:xfrm rot="0" flipH="0" flipV="0">
              <a:off x="0" y="110209"/>
              <a:ext cx="1881023" cy="700052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695" y="0"/>
                  </a:moveTo>
                  <a:lnTo>
                    <a:pt x="788105" y="0"/>
                  </a:lnTo>
                  <a:cubicBezTo>
                    <a:pt x="801744" y="0"/>
                    <a:pt x="812800" y="11056"/>
                    <a:pt x="812800" y="24695"/>
                  </a:cubicBezTo>
                  <a:lnTo>
                    <a:pt x="812800" y="277802"/>
                  </a:lnTo>
                  <a:cubicBezTo>
                    <a:pt x="812800" y="291441"/>
                    <a:pt x="801744" y="302497"/>
                    <a:pt x="788105" y="302497"/>
                  </a:cubicBezTo>
                  <a:lnTo>
                    <a:pt x="24695" y="302497"/>
                  </a:lnTo>
                  <a:cubicBezTo>
                    <a:pt x="18145" y="302497"/>
                    <a:pt x="11864" y="299895"/>
                    <a:pt x="7233" y="295264"/>
                  </a:cubicBezTo>
                  <a:cubicBezTo>
                    <a:pt x="2602" y="290633"/>
                    <a:pt x="0" y="284352"/>
                    <a:pt x="0" y="277802"/>
                  </a:cubicBezTo>
                  <a:lnTo>
                    <a:pt x="0" y="24695"/>
                  </a:lnTo>
                  <a:cubicBezTo>
                    <a:pt x="0" y="11056"/>
                    <a:pt x="11056" y="0"/>
                    <a:pt x="2469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57297880" name="TextBox 32"/>
            <p:cNvSpPr txBox="1"/>
            <p:nvPr/>
          </p:nvSpPr>
          <p:spPr bwMode="auto">
            <a:xfrm rot="0" flipH="0" flipV="0">
              <a:off x="0" y="0"/>
              <a:ext cx="1881023" cy="81026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0215486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88877" y="632212"/>
            <a:ext cx="9615519" cy="540425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45308978" name=""/>
          <p:cNvGrpSpPr/>
          <p:nvPr/>
        </p:nvGrpSpPr>
        <p:grpSpPr bwMode="auto">
          <a:xfrm>
            <a:off x="1430615" y="496255"/>
            <a:ext cx="9348170" cy="6242964"/>
            <a:chOff x="0" y="0"/>
            <a:chExt cx="9348170" cy="6242964"/>
          </a:xfrm>
        </p:grpSpPr>
        <p:sp>
          <p:nvSpPr>
            <p:cNvPr id="2058071143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8029151" name="AutoShape 27"/>
            <p:cNvSpPr/>
            <p:nvPr/>
          </p:nvSpPr>
          <p:spPr bwMode="auto">
            <a:xfrm flipH="1">
              <a:off x="2579040" y="133340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32477454" name="AutoShape 28"/>
            <p:cNvSpPr/>
            <p:nvPr/>
          </p:nvSpPr>
          <p:spPr bwMode="auto">
            <a:xfrm>
              <a:off x="2579040" y="165974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904421" name="Freeform 29"/>
            <p:cNvSpPr/>
            <p:nvPr/>
          </p:nvSpPr>
          <p:spPr bwMode="auto">
            <a:xfrm>
              <a:off x="4403021" y="1765249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2795781" name="Freeform 30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5576089" name="Freeform 31"/>
            <p:cNvSpPr/>
            <p:nvPr/>
          </p:nvSpPr>
          <p:spPr bwMode="auto">
            <a:xfrm>
              <a:off x="3797214" y="629012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2964904" name="TextBox 32"/>
            <p:cNvSpPr txBox="1"/>
            <p:nvPr/>
          </p:nvSpPr>
          <p:spPr bwMode="auto">
            <a:xfrm>
              <a:off x="3922466" y="677997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bc1q...01</a:t>
              </a:r>
              <a:endParaRPr/>
            </a:p>
          </p:txBody>
        </p:sp>
        <p:sp>
          <p:nvSpPr>
            <p:cNvPr id="1892486827" name="AutoShape 33"/>
            <p:cNvSpPr/>
            <p:nvPr/>
          </p:nvSpPr>
          <p:spPr bwMode="auto">
            <a:xfrm flipH="1">
              <a:off x="2574716" y="3302867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7819675" name="AutoShape 34"/>
            <p:cNvSpPr/>
            <p:nvPr/>
          </p:nvSpPr>
          <p:spPr bwMode="auto">
            <a:xfrm>
              <a:off x="2574716" y="3629208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6341425" name="Freeform 35"/>
            <p:cNvSpPr/>
            <p:nvPr/>
          </p:nvSpPr>
          <p:spPr bwMode="auto">
            <a:xfrm>
              <a:off x="4398700" y="373471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5348925" name="Freeform 36"/>
            <p:cNvSpPr/>
            <p:nvPr/>
          </p:nvSpPr>
          <p:spPr bwMode="auto">
            <a:xfrm>
              <a:off x="3792890" y="2598475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2"/>
                  </a:lnTo>
                  <a:lnTo>
                    <a:pt x="0" y="5138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9619537" name="TextBox 37"/>
            <p:cNvSpPr txBox="1"/>
            <p:nvPr/>
          </p:nvSpPr>
          <p:spPr bwMode="auto">
            <a:xfrm>
              <a:off x="3918144" y="2647459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bc1q...02</a:t>
              </a:r>
              <a:endParaRPr/>
            </a:p>
          </p:txBody>
        </p:sp>
        <p:sp>
          <p:nvSpPr>
            <p:cNvPr id="1051329191" name="AutoShape 38"/>
            <p:cNvSpPr/>
            <p:nvPr/>
          </p:nvSpPr>
          <p:spPr bwMode="auto">
            <a:xfrm flipH="1">
              <a:off x="2579040" y="527331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835526" name="AutoShape 39"/>
            <p:cNvSpPr/>
            <p:nvPr/>
          </p:nvSpPr>
          <p:spPr bwMode="auto">
            <a:xfrm>
              <a:off x="2579040" y="559965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9842725" name="Freeform 40"/>
            <p:cNvSpPr/>
            <p:nvPr/>
          </p:nvSpPr>
          <p:spPr bwMode="auto">
            <a:xfrm>
              <a:off x="4403021" y="5705160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098891" name="Freeform 41"/>
            <p:cNvSpPr/>
            <p:nvPr/>
          </p:nvSpPr>
          <p:spPr bwMode="auto">
            <a:xfrm>
              <a:off x="3797214" y="4568923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2"/>
                  </a:lnTo>
                  <a:lnTo>
                    <a:pt x="0" y="5138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8753290" name="TextBox 42"/>
            <p:cNvSpPr txBox="1"/>
            <p:nvPr/>
          </p:nvSpPr>
          <p:spPr bwMode="auto">
            <a:xfrm>
              <a:off x="3922466" y="4617906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bc1q...03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20464560" name=""/>
          <p:cNvGrpSpPr/>
          <p:nvPr/>
        </p:nvGrpSpPr>
        <p:grpSpPr bwMode="auto">
          <a:xfrm>
            <a:off x="1240115" y="490137"/>
            <a:ext cx="9348170" cy="6064698"/>
            <a:chOff x="0" y="0"/>
            <a:chExt cx="9348170" cy="6064698"/>
          </a:xfrm>
        </p:grpSpPr>
        <p:sp>
          <p:nvSpPr>
            <p:cNvPr id="1689390326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1269672" name="AutoShape 27"/>
            <p:cNvSpPr/>
            <p:nvPr/>
          </p:nvSpPr>
          <p:spPr bwMode="auto">
            <a:xfrm flipH="1">
              <a:off x="2579039" y="1333404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9078726" name="AutoShape 28"/>
            <p:cNvSpPr/>
            <p:nvPr/>
          </p:nvSpPr>
          <p:spPr bwMode="auto">
            <a:xfrm>
              <a:off x="2579039" y="165974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270223" name="Freeform 29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4826774" name="Freeform 30"/>
            <p:cNvSpPr/>
            <p:nvPr/>
          </p:nvSpPr>
          <p:spPr bwMode="auto">
            <a:xfrm>
              <a:off x="3797215" y="629010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9187030" name="AutoShape 31"/>
            <p:cNvSpPr/>
            <p:nvPr/>
          </p:nvSpPr>
          <p:spPr bwMode="auto">
            <a:xfrm>
              <a:off x="2574716" y="3375712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1195071" name="AutoShape 32"/>
            <p:cNvSpPr/>
            <p:nvPr/>
          </p:nvSpPr>
          <p:spPr bwMode="auto">
            <a:xfrm>
              <a:off x="2579039" y="5091682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1370259" name="Freeform 33"/>
            <p:cNvSpPr/>
            <p:nvPr/>
          </p:nvSpPr>
          <p:spPr bwMode="auto">
            <a:xfrm>
              <a:off x="4174871" y="1850244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8"/>
                  </a:lnTo>
                  <a:lnTo>
                    <a:pt x="0" y="7825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13204720" name="TextBox 34"/>
            <p:cNvSpPr txBox="1"/>
            <p:nvPr/>
          </p:nvSpPr>
          <p:spPr bwMode="auto">
            <a:xfrm>
              <a:off x="3922466" y="677995"/>
              <a:ext cx="149999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IBAN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42614650" name="Freeform 35"/>
            <p:cNvSpPr/>
            <p:nvPr/>
          </p:nvSpPr>
          <p:spPr bwMode="auto">
            <a:xfrm>
              <a:off x="4172710" y="3566214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9"/>
                  </a:lnTo>
                  <a:lnTo>
                    <a:pt x="0" y="7825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6585943" name="Freeform 36"/>
            <p:cNvSpPr/>
            <p:nvPr/>
          </p:nvSpPr>
          <p:spPr bwMode="auto">
            <a:xfrm>
              <a:off x="4174871" y="5282182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8"/>
                  </a:lnTo>
                  <a:lnTo>
                    <a:pt x="0" y="7825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41544509" name=""/>
          <p:cNvGrpSpPr/>
          <p:nvPr/>
        </p:nvGrpSpPr>
        <p:grpSpPr bwMode="auto">
          <a:xfrm>
            <a:off x="1356201" y="401006"/>
            <a:ext cx="9348170" cy="6242962"/>
            <a:chOff x="0" y="0"/>
            <a:chExt cx="9348170" cy="6242962"/>
          </a:xfrm>
        </p:grpSpPr>
        <p:sp>
          <p:nvSpPr>
            <p:cNvPr id="355204913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4866659" name="AutoShape 27"/>
            <p:cNvSpPr/>
            <p:nvPr/>
          </p:nvSpPr>
          <p:spPr bwMode="auto">
            <a:xfrm flipH="1">
              <a:off x="2579040" y="1333404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7484831" name="AutoShape 28"/>
            <p:cNvSpPr/>
            <p:nvPr/>
          </p:nvSpPr>
          <p:spPr bwMode="auto">
            <a:xfrm>
              <a:off x="2579040" y="165974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9202867" name="Freeform 29"/>
            <p:cNvSpPr/>
            <p:nvPr/>
          </p:nvSpPr>
          <p:spPr bwMode="auto">
            <a:xfrm>
              <a:off x="4403021" y="176524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9848234" name="Freeform 30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087195" name="Freeform 31"/>
            <p:cNvSpPr/>
            <p:nvPr/>
          </p:nvSpPr>
          <p:spPr bwMode="auto">
            <a:xfrm>
              <a:off x="3797214" y="629011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0678646" name="TextBox 32"/>
            <p:cNvSpPr txBox="1"/>
            <p:nvPr/>
          </p:nvSpPr>
          <p:spPr bwMode="auto">
            <a:xfrm>
              <a:off x="3922466" y="677997"/>
              <a:ext cx="149999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0007877" name="AutoShape 33"/>
            <p:cNvSpPr/>
            <p:nvPr/>
          </p:nvSpPr>
          <p:spPr bwMode="auto">
            <a:xfrm>
              <a:off x="2574716" y="362920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1708076" name="Freeform 34"/>
            <p:cNvSpPr/>
            <p:nvPr/>
          </p:nvSpPr>
          <p:spPr bwMode="auto">
            <a:xfrm>
              <a:off x="4398700" y="373471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8020798" name="AutoShape 35"/>
            <p:cNvSpPr/>
            <p:nvPr/>
          </p:nvSpPr>
          <p:spPr bwMode="auto">
            <a:xfrm>
              <a:off x="2579040" y="559965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4026491" name="Freeform 36"/>
            <p:cNvSpPr/>
            <p:nvPr/>
          </p:nvSpPr>
          <p:spPr bwMode="auto">
            <a:xfrm>
              <a:off x="4403021" y="570515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06586317" name=""/>
          <p:cNvGrpSpPr/>
          <p:nvPr/>
        </p:nvGrpSpPr>
        <p:grpSpPr bwMode="auto">
          <a:xfrm>
            <a:off x="1322620" y="640121"/>
            <a:ext cx="9290317" cy="5830214"/>
            <a:chOff x="0" y="0"/>
            <a:chExt cx="9290317" cy="5830214"/>
          </a:xfrm>
        </p:grpSpPr>
        <p:sp>
          <p:nvSpPr>
            <p:cNvPr id="687532361" name="Freeform 26"/>
            <p:cNvSpPr/>
            <p:nvPr/>
          </p:nvSpPr>
          <p:spPr bwMode="auto">
            <a:xfrm>
              <a:off x="7130096" y="2398145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6011464" name="Freeform 27"/>
            <p:cNvSpPr/>
            <p:nvPr/>
          </p:nvSpPr>
          <p:spPr bwMode="auto">
            <a:xfrm>
              <a:off x="1735992" y="308176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18597735" name="Freeform 28"/>
            <p:cNvSpPr/>
            <p:nvPr/>
          </p:nvSpPr>
          <p:spPr bwMode="auto">
            <a:xfrm>
              <a:off x="0" y="2540907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04028528" name="AutoShape 29"/>
            <p:cNvSpPr/>
            <p:nvPr/>
          </p:nvSpPr>
          <p:spPr bwMode="auto">
            <a:xfrm flipH="1" flipV="1">
              <a:off x="781291" y="2969598"/>
              <a:ext cx="242219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77054599" name="Freeform 30"/>
            <p:cNvSpPr/>
            <p:nvPr/>
          </p:nvSpPr>
          <p:spPr bwMode="auto">
            <a:xfrm>
              <a:off x="2061943" y="1721596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68864371" name="AutoShape 31"/>
            <p:cNvSpPr/>
            <p:nvPr/>
          </p:nvSpPr>
          <p:spPr bwMode="auto">
            <a:xfrm flipV="1">
              <a:off x="5225629" y="916379"/>
              <a:ext cx="674401" cy="167865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54559620" name="Freeform 32"/>
            <p:cNvSpPr/>
            <p:nvPr/>
          </p:nvSpPr>
          <p:spPr bwMode="auto">
            <a:xfrm>
              <a:off x="4956727" y="1247751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39194060" name="Freeform 34"/>
            <p:cNvSpPr/>
            <p:nvPr/>
          </p:nvSpPr>
          <p:spPr bwMode="auto">
            <a:xfrm rot="0" flipH="0" flipV="0">
              <a:off x="3386664" y="2676152"/>
              <a:ext cx="3231050" cy="586889"/>
            </a:xfrm>
            <a:custGeom>
              <a:avLst/>
              <a:gdLst/>
              <a:ahLst/>
              <a:cxnLst/>
              <a:rect l="l" t="t" r="r" b="b"/>
              <a:pathLst>
                <a:path w="1276466" h="231859" fill="norm" stroke="1" extrusionOk="0">
                  <a:moveTo>
                    <a:pt x="64695" y="0"/>
                  </a:moveTo>
                  <a:lnTo>
                    <a:pt x="1211771" y="0"/>
                  </a:lnTo>
                  <a:cubicBezTo>
                    <a:pt x="1228929" y="0"/>
                    <a:pt x="1245384" y="6816"/>
                    <a:pt x="1257517" y="18949"/>
                  </a:cubicBezTo>
                  <a:cubicBezTo>
                    <a:pt x="1269650" y="31081"/>
                    <a:pt x="1276466" y="47537"/>
                    <a:pt x="1276466" y="64695"/>
                  </a:cubicBezTo>
                  <a:lnTo>
                    <a:pt x="1276466" y="167164"/>
                  </a:lnTo>
                  <a:cubicBezTo>
                    <a:pt x="1276466" y="184322"/>
                    <a:pt x="1269650" y="200777"/>
                    <a:pt x="1257517" y="212910"/>
                  </a:cubicBezTo>
                  <a:cubicBezTo>
                    <a:pt x="1245384" y="225043"/>
                    <a:pt x="1228929" y="231859"/>
                    <a:pt x="1211771" y="231859"/>
                  </a:cubicBezTo>
                  <a:lnTo>
                    <a:pt x="64695" y="231859"/>
                  </a:lnTo>
                  <a:cubicBezTo>
                    <a:pt x="47537" y="231859"/>
                    <a:pt x="31081" y="225043"/>
                    <a:pt x="18949" y="212910"/>
                  </a:cubicBezTo>
                  <a:cubicBezTo>
                    <a:pt x="6816" y="200777"/>
                    <a:pt x="0" y="184322"/>
                    <a:pt x="0" y="167164"/>
                  </a:cubicBezTo>
                  <a:lnTo>
                    <a:pt x="0" y="64695"/>
                  </a:lnTo>
                  <a:cubicBezTo>
                    <a:pt x="0" y="47537"/>
                    <a:pt x="6816" y="31081"/>
                    <a:pt x="18949" y="18949"/>
                  </a:cubicBezTo>
                  <a:cubicBezTo>
                    <a:pt x="31081" y="6816"/>
                    <a:pt x="47537" y="0"/>
                    <a:pt x="6469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41664107" name="TextBox 35"/>
            <p:cNvSpPr txBox="1"/>
            <p:nvPr/>
          </p:nvSpPr>
          <p:spPr bwMode="auto">
            <a:xfrm rot="0" flipH="0" flipV="0">
              <a:off x="3386664" y="2507385"/>
              <a:ext cx="3231050" cy="75565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17710778" name="Freeform 36"/>
            <p:cNvSpPr/>
            <p:nvPr/>
          </p:nvSpPr>
          <p:spPr bwMode="auto">
            <a:xfrm>
              <a:off x="659547" y="197004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57044786" name="AutoShape 37"/>
            <p:cNvSpPr/>
            <p:nvPr/>
          </p:nvSpPr>
          <p:spPr bwMode="auto">
            <a:xfrm flipH="1" flipV="1">
              <a:off x="1510896" y="970059"/>
              <a:ext cx="2343873" cy="1624971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58310118" name="Freeform 38"/>
            <p:cNvSpPr/>
            <p:nvPr/>
          </p:nvSpPr>
          <p:spPr bwMode="auto">
            <a:xfrm>
              <a:off x="5709354" y="0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0" y="0"/>
                  </a:lnTo>
                  <a:lnTo>
                    <a:pt x="781290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9904850" name="Freeform 39"/>
            <p:cNvSpPr/>
            <p:nvPr/>
          </p:nvSpPr>
          <p:spPr bwMode="auto">
            <a:xfrm>
              <a:off x="8275475" y="4855413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5937791" name="Freeform 40"/>
            <p:cNvSpPr/>
            <p:nvPr/>
          </p:nvSpPr>
          <p:spPr bwMode="auto">
            <a:xfrm>
              <a:off x="4713240" y="4972832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95981235" name="Freeform 41"/>
            <p:cNvSpPr/>
            <p:nvPr/>
          </p:nvSpPr>
          <p:spPr bwMode="auto">
            <a:xfrm>
              <a:off x="1345346" y="4855413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06800924" name="Freeform 42"/>
            <p:cNvSpPr/>
            <p:nvPr/>
          </p:nvSpPr>
          <p:spPr bwMode="auto">
            <a:xfrm>
              <a:off x="8509027" y="226398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0" y="0"/>
                  </a:lnTo>
                  <a:lnTo>
                    <a:pt x="781290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9332009" name="AutoShape 43"/>
            <p:cNvSpPr/>
            <p:nvPr/>
          </p:nvSpPr>
          <p:spPr bwMode="auto">
            <a:xfrm flipV="1">
              <a:off x="6099999" y="1054386"/>
              <a:ext cx="2316844" cy="1486518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9833405" name="Freeform 44"/>
            <p:cNvSpPr/>
            <p:nvPr/>
          </p:nvSpPr>
          <p:spPr bwMode="auto">
            <a:xfrm>
              <a:off x="6817970" y="1174269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65586549" name="AutoShape 45"/>
            <p:cNvSpPr/>
            <p:nvPr/>
          </p:nvSpPr>
          <p:spPr bwMode="auto">
            <a:xfrm>
              <a:off x="6176509" y="3350664"/>
              <a:ext cx="2098964" cy="163006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5083951" name="AutoShape 46"/>
            <p:cNvSpPr/>
            <p:nvPr/>
          </p:nvSpPr>
          <p:spPr bwMode="auto">
            <a:xfrm>
              <a:off x="5041593" y="3398290"/>
              <a:ext cx="62290" cy="1404351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41148630" name="AutoShape 47"/>
            <p:cNvSpPr/>
            <p:nvPr/>
          </p:nvSpPr>
          <p:spPr bwMode="auto">
            <a:xfrm flipH="1">
              <a:off x="2126637" y="3350664"/>
              <a:ext cx="1728132" cy="1576966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73093904" name="Freeform 48"/>
            <p:cNvSpPr/>
            <p:nvPr/>
          </p:nvSpPr>
          <p:spPr bwMode="auto">
            <a:xfrm>
              <a:off x="6668493" y="4131823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87837625" name="Freeform 49"/>
            <p:cNvSpPr/>
            <p:nvPr/>
          </p:nvSpPr>
          <p:spPr bwMode="auto">
            <a:xfrm>
              <a:off x="4444338" y="404609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63170645" name="Freeform 50"/>
            <p:cNvSpPr/>
            <p:nvPr/>
          </p:nvSpPr>
          <p:spPr bwMode="auto">
            <a:xfrm>
              <a:off x="2977468" y="4131823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4222194" name="AutoShape 51"/>
            <p:cNvSpPr/>
            <p:nvPr/>
          </p:nvSpPr>
          <p:spPr bwMode="auto">
            <a:xfrm>
              <a:off x="6617718" y="2969598"/>
              <a:ext cx="512379" cy="0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99004812" name=""/>
          <p:cNvGrpSpPr/>
          <p:nvPr/>
        </p:nvGrpSpPr>
        <p:grpSpPr bwMode="auto">
          <a:xfrm>
            <a:off x="1044189" y="435841"/>
            <a:ext cx="9392358" cy="6094818"/>
            <a:chOff x="0" y="0"/>
            <a:chExt cx="9392358" cy="6094818"/>
          </a:xfrm>
        </p:grpSpPr>
        <p:sp>
          <p:nvSpPr>
            <p:cNvPr id="1581791556" name="Freeform 27"/>
            <p:cNvSpPr/>
            <p:nvPr/>
          </p:nvSpPr>
          <p:spPr bwMode="auto">
            <a:xfrm rot="0" flipH="0" flipV="0">
              <a:off x="7465673" y="0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9801038" name="Freeform 28"/>
            <p:cNvSpPr/>
            <p:nvPr/>
          </p:nvSpPr>
          <p:spPr bwMode="auto">
            <a:xfrm>
              <a:off x="7535340" y="3813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0110582" name="Freeform 29"/>
            <p:cNvSpPr/>
            <p:nvPr/>
          </p:nvSpPr>
          <p:spPr bwMode="auto">
            <a:xfrm>
              <a:off x="7953591" y="57701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326215" name="AutoShape 30"/>
            <p:cNvSpPr/>
            <p:nvPr/>
          </p:nvSpPr>
          <p:spPr bwMode="auto">
            <a:xfrm flipV="1">
              <a:off x="2079828" y="656280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6078587" name="AutoShape 31"/>
            <p:cNvSpPr/>
            <p:nvPr/>
          </p:nvSpPr>
          <p:spPr bwMode="auto">
            <a:xfrm>
              <a:off x="7880480" y="543472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2000179" name="Freeform 33"/>
            <p:cNvSpPr/>
            <p:nvPr/>
          </p:nvSpPr>
          <p:spPr bwMode="auto">
            <a:xfrm rot="0" flipH="0" flipV="0">
              <a:off x="7465673" y="926946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6504015" name="Freeform 34"/>
            <p:cNvSpPr/>
            <p:nvPr/>
          </p:nvSpPr>
          <p:spPr bwMode="auto">
            <a:xfrm>
              <a:off x="7535340" y="965084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16177275" name="Freeform 35"/>
            <p:cNvSpPr/>
            <p:nvPr/>
          </p:nvSpPr>
          <p:spPr bwMode="auto">
            <a:xfrm>
              <a:off x="7650723" y="965084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0786009" name="Freeform 36"/>
            <p:cNvSpPr/>
            <p:nvPr/>
          </p:nvSpPr>
          <p:spPr bwMode="auto">
            <a:xfrm>
              <a:off x="7953591" y="984647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2873325" name="AutoShape 37"/>
            <p:cNvSpPr/>
            <p:nvPr/>
          </p:nvSpPr>
          <p:spPr bwMode="auto">
            <a:xfrm>
              <a:off x="2079828" y="1568214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9445936" name="AutoShape 38"/>
            <p:cNvSpPr/>
            <p:nvPr/>
          </p:nvSpPr>
          <p:spPr bwMode="auto">
            <a:xfrm>
              <a:off x="7880480" y="1455408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599828" name="Freeform 40"/>
            <p:cNvSpPr/>
            <p:nvPr/>
          </p:nvSpPr>
          <p:spPr bwMode="auto">
            <a:xfrm rot="0" flipH="0" flipV="0">
              <a:off x="7465673" y="183888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979507" name="Freeform 41"/>
            <p:cNvSpPr/>
            <p:nvPr/>
          </p:nvSpPr>
          <p:spPr bwMode="auto">
            <a:xfrm>
              <a:off x="7535340" y="1877018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0"/>
                  </a:lnTo>
                  <a:lnTo>
                    <a:pt x="0" y="306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6054400" name="Freeform 42"/>
            <p:cNvSpPr/>
            <p:nvPr/>
          </p:nvSpPr>
          <p:spPr bwMode="auto">
            <a:xfrm>
              <a:off x="7650723" y="1877018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0"/>
                  </a:lnTo>
                  <a:lnTo>
                    <a:pt x="0" y="306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2285140" name="Freeform 43"/>
            <p:cNvSpPr/>
            <p:nvPr/>
          </p:nvSpPr>
          <p:spPr bwMode="auto">
            <a:xfrm>
              <a:off x="7953591" y="1896584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34658529" name="AutoShape 44"/>
            <p:cNvSpPr/>
            <p:nvPr/>
          </p:nvSpPr>
          <p:spPr bwMode="auto">
            <a:xfrm>
              <a:off x="2079828" y="2480148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1341414" name="AutoShape 45"/>
            <p:cNvSpPr/>
            <p:nvPr/>
          </p:nvSpPr>
          <p:spPr bwMode="auto">
            <a:xfrm>
              <a:off x="7880480" y="2367342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5045028" name="Freeform 47"/>
            <p:cNvSpPr/>
            <p:nvPr/>
          </p:nvSpPr>
          <p:spPr bwMode="auto">
            <a:xfrm rot="0" flipH="0" flipV="0">
              <a:off x="5649777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95829874" name="Freeform 48"/>
            <p:cNvSpPr/>
            <p:nvPr/>
          </p:nvSpPr>
          <p:spPr bwMode="auto">
            <a:xfrm>
              <a:off x="5719443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47185501" name="Freeform 49"/>
            <p:cNvSpPr/>
            <p:nvPr/>
          </p:nvSpPr>
          <p:spPr bwMode="auto">
            <a:xfrm>
              <a:off x="5834827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14683465" name="Freeform 50"/>
            <p:cNvSpPr/>
            <p:nvPr/>
          </p:nvSpPr>
          <p:spPr bwMode="auto">
            <a:xfrm>
              <a:off x="6137695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30187583" name="TextBox 51"/>
            <p:cNvSpPr txBox="1"/>
            <p:nvPr/>
          </p:nvSpPr>
          <p:spPr bwMode="auto">
            <a:xfrm>
              <a:off x="5553250" y="3115584"/>
              <a:ext cx="99415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m/84'/0'/0'</a:t>
              </a:r>
              <a:endParaRPr sz="1600"/>
            </a:p>
          </p:txBody>
        </p:sp>
        <p:sp>
          <p:nvSpPr>
            <p:cNvPr id="1559099103" name="Freeform 53"/>
            <p:cNvSpPr/>
            <p:nvPr/>
          </p:nvSpPr>
          <p:spPr bwMode="auto">
            <a:xfrm rot="0" flipH="0" flipV="0">
              <a:off x="6558023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0158636" name="Freeform 54"/>
            <p:cNvSpPr/>
            <p:nvPr/>
          </p:nvSpPr>
          <p:spPr bwMode="auto">
            <a:xfrm>
              <a:off x="6627691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29872373" name="Freeform 55"/>
            <p:cNvSpPr/>
            <p:nvPr/>
          </p:nvSpPr>
          <p:spPr bwMode="auto">
            <a:xfrm>
              <a:off x="6743075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0125931" name="Freeform 56"/>
            <p:cNvSpPr/>
            <p:nvPr/>
          </p:nvSpPr>
          <p:spPr bwMode="auto">
            <a:xfrm>
              <a:off x="7045940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64825900" name="TextBox 57"/>
            <p:cNvSpPr txBox="1"/>
            <p:nvPr/>
          </p:nvSpPr>
          <p:spPr bwMode="auto">
            <a:xfrm>
              <a:off x="6461499" y="311558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</a:t>
              </a:r>
              <a:endParaRPr/>
            </a:p>
          </p:txBody>
        </p:sp>
        <p:sp>
          <p:nvSpPr>
            <p:cNvPr id="1859347160" name="Freeform 59"/>
            <p:cNvSpPr/>
            <p:nvPr/>
          </p:nvSpPr>
          <p:spPr bwMode="auto">
            <a:xfrm rot="0" flipH="0" flipV="0">
              <a:off x="7465673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26328351" name="Freeform 60"/>
            <p:cNvSpPr/>
            <p:nvPr/>
          </p:nvSpPr>
          <p:spPr bwMode="auto">
            <a:xfrm>
              <a:off x="7535340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3597889" name="Freeform 61"/>
            <p:cNvSpPr/>
            <p:nvPr/>
          </p:nvSpPr>
          <p:spPr bwMode="auto">
            <a:xfrm>
              <a:off x="7650723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4021482" name="Freeform 62"/>
            <p:cNvSpPr/>
            <p:nvPr/>
          </p:nvSpPr>
          <p:spPr bwMode="auto">
            <a:xfrm>
              <a:off x="7953591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7188587" name="TextBox 63"/>
            <p:cNvSpPr txBox="1"/>
            <p:nvPr/>
          </p:nvSpPr>
          <p:spPr bwMode="auto">
            <a:xfrm>
              <a:off x="7369146" y="311558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</a:t>
              </a:r>
              <a:endParaRPr/>
            </a:p>
          </p:txBody>
        </p:sp>
        <p:sp>
          <p:nvSpPr>
            <p:cNvPr id="825925901" name="AutoShape 64"/>
            <p:cNvSpPr/>
            <p:nvPr/>
          </p:nvSpPr>
          <p:spPr bwMode="auto">
            <a:xfrm flipV="1">
              <a:off x="2079828" y="3392916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7604619" name="AutoShape 65"/>
            <p:cNvSpPr/>
            <p:nvPr/>
          </p:nvSpPr>
          <p:spPr bwMode="auto">
            <a:xfrm>
              <a:off x="7880480" y="3280111"/>
              <a:ext cx="135504" cy="328437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027821" name="Freeform 67"/>
            <p:cNvSpPr/>
            <p:nvPr/>
          </p:nvSpPr>
          <p:spPr bwMode="auto">
            <a:xfrm rot="0" flipH="0" flipV="0">
              <a:off x="5594258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057825447" name="Freeform 68"/>
            <p:cNvSpPr/>
            <p:nvPr/>
          </p:nvSpPr>
          <p:spPr bwMode="auto">
            <a:xfrm>
              <a:off x="5663925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9026056" name="Freeform 69"/>
            <p:cNvSpPr/>
            <p:nvPr/>
          </p:nvSpPr>
          <p:spPr bwMode="auto">
            <a:xfrm>
              <a:off x="5779308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85310793" name="Freeform 70"/>
            <p:cNvSpPr/>
            <p:nvPr/>
          </p:nvSpPr>
          <p:spPr bwMode="auto">
            <a:xfrm>
              <a:off x="6082176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06050345" name="Freeform 72"/>
            <p:cNvSpPr/>
            <p:nvPr/>
          </p:nvSpPr>
          <p:spPr bwMode="auto">
            <a:xfrm rot="0" flipH="0" flipV="0">
              <a:off x="6502503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59901812" name="Freeform 73"/>
            <p:cNvSpPr/>
            <p:nvPr/>
          </p:nvSpPr>
          <p:spPr bwMode="auto">
            <a:xfrm>
              <a:off x="6572172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73009527" name="Freeform 74"/>
            <p:cNvSpPr/>
            <p:nvPr/>
          </p:nvSpPr>
          <p:spPr bwMode="auto">
            <a:xfrm>
              <a:off x="668755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7725712" name="Freeform 75"/>
            <p:cNvSpPr/>
            <p:nvPr/>
          </p:nvSpPr>
          <p:spPr bwMode="auto">
            <a:xfrm>
              <a:off x="6990420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2923869" name="Freeform 77"/>
            <p:cNvSpPr/>
            <p:nvPr/>
          </p:nvSpPr>
          <p:spPr bwMode="auto">
            <a:xfrm rot="0" flipH="0" flipV="0">
              <a:off x="7583789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6903666" name="Freeform 78"/>
            <p:cNvSpPr/>
            <p:nvPr/>
          </p:nvSpPr>
          <p:spPr bwMode="auto">
            <a:xfrm>
              <a:off x="765345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7826748" name="Freeform 79"/>
            <p:cNvSpPr/>
            <p:nvPr/>
          </p:nvSpPr>
          <p:spPr bwMode="auto">
            <a:xfrm>
              <a:off x="7768839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3634864" name="Freeform 80"/>
            <p:cNvSpPr/>
            <p:nvPr/>
          </p:nvSpPr>
          <p:spPr bwMode="auto">
            <a:xfrm>
              <a:off x="8071707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0280293" name="Freeform 82"/>
            <p:cNvSpPr/>
            <p:nvPr/>
          </p:nvSpPr>
          <p:spPr bwMode="auto">
            <a:xfrm rot="0" flipH="0" flipV="0">
              <a:off x="8492457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3108433" name="Freeform 83"/>
            <p:cNvSpPr/>
            <p:nvPr/>
          </p:nvSpPr>
          <p:spPr bwMode="auto">
            <a:xfrm>
              <a:off x="856212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397375" name="Freeform 84"/>
            <p:cNvSpPr/>
            <p:nvPr/>
          </p:nvSpPr>
          <p:spPr bwMode="auto">
            <a:xfrm>
              <a:off x="8677508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7224600" name="Freeform 85"/>
            <p:cNvSpPr/>
            <p:nvPr/>
          </p:nvSpPr>
          <p:spPr bwMode="auto">
            <a:xfrm>
              <a:off x="8980375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5078292" name="AutoShape 86"/>
            <p:cNvSpPr/>
            <p:nvPr/>
          </p:nvSpPr>
          <p:spPr bwMode="auto">
            <a:xfrm>
              <a:off x="7880480" y="3287142"/>
              <a:ext cx="770405" cy="327235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5069394" name="AutoShape 87"/>
            <p:cNvSpPr/>
            <p:nvPr/>
          </p:nvSpPr>
          <p:spPr bwMode="auto">
            <a:xfrm flipH="1">
              <a:off x="6936570" y="3288731"/>
              <a:ext cx="37272" cy="339719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7566697" name="AutoShape 88"/>
            <p:cNvSpPr/>
            <p:nvPr/>
          </p:nvSpPr>
          <p:spPr bwMode="auto">
            <a:xfrm flipH="1">
              <a:off x="6356878" y="3296269"/>
              <a:ext cx="621337" cy="318109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527984" name="AutoShape 89"/>
            <p:cNvSpPr/>
            <p:nvPr/>
          </p:nvSpPr>
          <p:spPr bwMode="auto">
            <a:xfrm flipV="1">
              <a:off x="2079828" y="4458205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5852213" name="Freeform 91"/>
            <p:cNvSpPr/>
            <p:nvPr/>
          </p:nvSpPr>
          <p:spPr bwMode="auto">
            <a:xfrm rot="0" flipH="0" flipV="0">
              <a:off x="6190749" y="4691853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335399568" name="Freeform 92"/>
            <p:cNvSpPr/>
            <p:nvPr/>
          </p:nvSpPr>
          <p:spPr bwMode="auto">
            <a:xfrm>
              <a:off x="6247684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88896704" name="Freeform 93"/>
            <p:cNvSpPr/>
            <p:nvPr/>
          </p:nvSpPr>
          <p:spPr bwMode="auto">
            <a:xfrm>
              <a:off x="6341980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658394062" name="Freeform 94"/>
            <p:cNvSpPr/>
            <p:nvPr/>
          </p:nvSpPr>
          <p:spPr bwMode="auto">
            <a:xfrm>
              <a:off x="6589492" y="4739009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860975674" name="AutoShape 95"/>
            <p:cNvSpPr/>
            <p:nvPr/>
          </p:nvSpPr>
          <p:spPr bwMode="auto">
            <a:xfrm>
              <a:off x="5959421" y="5832684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8708138" name="Freeform 97"/>
            <p:cNvSpPr/>
            <p:nvPr/>
          </p:nvSpPr>
          <p:spPr bwMode="auto">
            <a:xfrm rot="0" flipH="0" flipV="0">
              <a:off x="6190749" y="5183448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14534155" name="Freeform 98"/>
            <p:cNvSpPr/>
            <p:nvPr/>
          </p:nvSpPr>
          <p:spPr bwMode="auto">
            <a:xfrm>
              <a:off x="6247684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5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7828728" name="Freeform 99"/>
            <p:cNvSpPr/>
            <p:nvPr/>
          </p:nvSpPr>
          <p:spPr bwMode="auto">
            <a:xfrm>
              <a:off x="6341980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72157022" name="Freeform 100"/>
            <p:cNvSpPr/>
            <p:nvPr/>
          </p:nvSpPr>
          <p:spPr bwMode="auto">
            <a:xfrm>
              <a:off x="6589492" y="5230604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4"/>
                  </a:lnTo>
                  <a:lnTo>
                    <a:pt x="0" y="218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7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05160461" name="Freeform 102"/>
            <p:cNvSpPr/>
            <p:nvPr/>
          </p:nvSpPr>
          <p:spPr bwMode="auto">
            <a:xfrm rot="0" flipH="0" flipV="0">
              <a:off x="6190749" y="5676192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74580726" name="Freeform 103"/>
            <p:cNvSpPr/>
            <p:nvPr/>
          </p:nvSpPr>
          <p:spPr bwMode="auto">
            <a:xfrm>
              <a:off x="6247684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8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15726014" name="Freeform 104"/>
            <p:cNvSpPr/>
            <p:nvPr/>
          </p:nvSpPr>
          <p:spPr bwMode="auto">
            <a:xfrm>
              <a:off x="6341980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9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33233366" name="Freeform 105"/>
            <p:cNvSpPr/>
            <p:nvPr/>
          </p:nvSpPr>
          <p:spPr bwMode="auto">
            <a:xfrm>
              <a:off x="6589492" y="5723346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0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74402821" name="Freeform 107"/>
            <p:cNvSpPr/>
            <p:nvPr/>
          </p:nvSpPr>
          <p:spPr bwMode="auto">
            <a:xfrm rot="0" flipH="0" flipV="0">
              <a:off x="7211864" y="4691853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7329899" name="Freeform 108"/>
            <p:cNvSpPr/>
            <p:nvPr/>
          </p:nvSpPr>
          <p:spPr bwMode="auto">
            <a:xfrm>
              <a:off x="7268799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580693" name="Freeform 109"/>
            <p:cNvSpPr/>
            <p:nvPr/>
          </p:nvSpPr>
          <p:spPr bwMode="auto">
            <a:xfrm>
              <a:off x="7363093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8652758" name="Freeform 110"/>
            <p:cNvSpPr/>
            <p:nvPr/>
          </p:nvSpPr>
          <p:spPr bwMode="auto">
            <a:xfrm>
              <a:off x="7610605" y="4739009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473753" name="Freeform 112"/>
            <p:cNvSpPr/>
            <p:nvPr/>
          </p:nvSpPr>
          <p:spPr bwMode="auto">
            <a:xfrm rot="0" flipH="0" flipV="0">
              <a:off x="7211864" y="5183448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734264" name="Freeform 113"/>
            <p:cNvSpPr/>
            <p:nvPr/>
          </p:nvSpPr>
          <p:spPr bwMode="auto">
            <a:xfrm>
              <a:off x="7268799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9837199" name="Freeform 114"/>
            <p:cNvSpPr/>
            <p:nvPr/>
          </p:nvSpPr>
          <p:spPr bwMode="auto">
            <a:xfrm>
              <a:off x="7363093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159422" name="Freeform 115"/>
            <p:cNvSpPr/>
            <p:nvPr/>
          </p:nvSpPr>
          <p:spPr bwMode="auto">
            <a:xfrm>
              <a:off x="7610605" y="5230604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4"/>
                  </a:lnTo>
                  <a:lnTo>
                    <a:pt x="0" y="218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563674" name="Freeform 117"/>
            <p:cNvSpPr/>
            <p:nvPr/>
          </p:nvSpPr>
          <p:spPr bwMode="auto">
            <a:xfrm rot="0" flipH="0" flipV="0">
              <a:off x="7211864" y="5676192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036099" name="Freeform 118"/>
            <p:cNvSpPr/>
            <p:nvPr/>
          </p:nvSpPr>
          <p:spPr bwMode="auto">
            <a:xfrm>
              <a:off x="7268799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68455" name="Freeform 119"/>
            <p:cNvSpPr/>
            <p:nvPr/>
          </p:nvSpPr>
          <p:spPr bwMode="auto">
            <a:xfrm>
              <a:off x="7363093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6014229" name="Freeform 120"/>
            <p:cNvSpPr/>
            <p:nvPr/>
          </p:nvSpPr>
          <p:spPr bwMode="auto">
            <a:xfrm>
              <a:off x="7610605" y="5723346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280144" name="Freeform 121"/>
            <p:cNvSpPr/>
            <p:nvPr/>
          </p:nvSpPr>
          <p:spPr bwMode="auto">
            <a:xfrm>
              <a:off x="9116391" y="4920364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3563556" name="TextBox 122"/>
            <p:cNvSpPr txBox="1"/>
            <p:nvPr/>
          </p:nvSpPr>
          <p:spPr bwMode="auto">
            <a:xfrm flipH="0" flipV="0">
              <a:off x="2079828" y="7902"/>
              <a:ext cx="418917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0998019" name="TextBox 123"/>
            <p:cNvSpPr txBox="1"/>
            <p:nvPr/>
          </p:nvSpPr>
          <p:spPr bwMode="auto">
            <a:xfrm flipH="0" flipV="0">
              <a:off x="2079825" y="930241"/>
              <a:ext cx="419496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Purpose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96051341" name="TextBox 124"/>
            <p:cNvSpPr txBox="1"/>
            <p:nvPr/>
          </p:nvSpPr>
          <p:spPr bwMode="auto">
            <a:xfrm>
              <a:off x="7383940" y="356726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</a:t>
              </a:r>
              <a:endParaRPr/>
            </a:p>
          </p:txBody>
        </p:sp>
        <p:sp>
          <p:nvSpPr>
            <p:cNvPr id="2081417253" name="TextBox 125"/>
            <p:cNvSpPr txBox="1"/>
            <p:nvPr/>
          </p:nvSpPr>
          <p:spPr bwMode="auto">
            <a:xfrm>
              <a:off x="7369146" y="1290879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</a:t>
              </a:r>
              <a:endParaRPr/>
            </a:p>
          </p:txBody>
        </p:sp>
        <p:sp>
          <p:nvSpPr>
            <p:cNvPr id="1747675785" name="TextBox 126"/>
            <p:cNvSpPr txBox="1"/>
            <p:nvPr/>
          </p:nvSpPr>
          <p:spPr bwMode="auto">
            <a:xfrm flipH="0" flipV="0">
              <a:off x="2079825" y="1831320"/>
              <a:ext cx="3472681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 type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1085761" name="TextBox 127"/>
            <p:cNvSpPr txBox="1"/>
            <p:nvPr/>
          </p:nvSpPr>
          <p:spPr bwMode="auto">
            <a:xfrm>
              <a:off x="7369146" y="220281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</a:t>
              </a:r>
              <a:endParaRPr/>
            </a:p>
          </p:txBody>
        </p:sp>
        <p:sp>
          <p:nvSpPr>
            <p:cNvPr id="774425178" name="TextBox 128"/>
            <p:cNvSpPr txBox="1"/>
            <p:nvPr/>
          </p:nvSpPr>
          <p:spPr bwMode="auto">
            <a:xfrm flipH="0" flipV="0">
              <a:off x="2079828" y="2743254"/>
              <a:ext cx="346389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Accounts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2398919" name="TextBox 129"/>
            <p:cNvSpPr txBox="1"/>
            <p:nvPr/>
          </p:nvSpPr>
          <p:spPr bwMode="auto">
            <a:xfrm flipH="0" flipV="0">
              <a:off x="2079828" y="3737367"/>
              <a:ext cx="346389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Channels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03965968" name="TextBox 130"/>
            <p:cNvSpPr txBox="1"/>
            <p:nvPr/>
          </p:nvSpPr>
          <p:spPr bwMode="auto">
            <a:xfrm>
              <a:off x="5497731" y="4028352"/>
              <a:ext cx="99415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</a:t>
              </a:r>
              <a:endParaRPr sz="1600"/>
            </a:p>
          </p:txBody>
        </p:sp>
        <p:sp>
          <p:nvSpPr>
            <p:cNvPr id="1939177973" name="TextBox 131"/>
            <p:cNvSpPr txBox="1"/>
            <p:nvPr/>
          </p:nvSpPr>
          <p:spPr bwMode="auto">
            <a:xfrm>
              <a:off x="6405978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</a:t>
              </a:r>
              <a:endParaRPr/>
            </a:p>
          </p:txBody>
        </p:sp>
        <p:sp>
          <p:nvSpPr>
            <p:cNvPr id="618062480" name="TextBox 132"/>
            <p:cNvSpPr txBox="1"/>
            <p:nvPr/>
          </p:nvSpPr>
          <p:spPr bwMode="auto">
            <a:xfrm>
              <a:off x="7487262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m/84'/0'/2'/0</a:t>
              </a:r>
              <a:endParaRPr/>
            </a:p>
          </p:txBody>
        </p:sp>
        <p:sp>
          <p:nvSpPr>
            <p:cNvPr id="1656514897" name="TextBox 133"/>
            <p:cNvSpPr txBox="1"/>
            <p:nvPr/>
          </p:nvSpPr>
          <p:spPr bwMode="auto">
            <a:xfrm>
              <a:off x="8395932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m/84'/0'/2'/1</a:t>
              </a:r>
              <a:endParaRPr/>
            </a:p>
          </p:txBody>
        </p:sp>
        <p:sp>
          <p:nvSpPr>
            <p:cNvPr id="1303073212" name="TextBox 134"/>
            <p:cNvSpPr txBox="1"/>
            <p:nvPr/>
          </p:nvSpPr>
          <p:spPr bwMode="auto">
            <a:xfrm>
              <a:off x="5513537" y="4173828"/>
              <a:ext cx="99523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external</a:t>
              </a:r>
              <a:endParaRPr sz="1600"/>
            </a:p>
          </p:txBody>
        </p:sp>
        <p:sp>
          <p:nvSpPr>
            <p:cNvPr id="88412771" name="TextBox 135"/>
            <p:cNvSpPr txBox="1"/>
            <p:nvPr/>
          </p:nvSpPr>
          <p:spPr bwMode="auto">
            <a:xfrm>
              <a:off x="6424833" y="4173831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internal</a:t>
              </a:r>
              <a:endParaRPr/>
            </a:p>
          </p:txBody>
        </p:sp>
        <p:sp>
          <p:nvSpPr>
            <p:cNvPr id="1168893771" name="TextBox 136"/>
            <p:cNvSpPr txBox="1"/>
            <p:nvPr/>
          </p:nvSpPr>
          <p:spPr bwMode="auto">
            <a:xfrm>
              <a:off x="7582512" y="4173829"/>
              <a:ext cx="99487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external</a:t>
              </a:r>
              <a:endParaRPr/>
            </a:p>
          </p:txBody>
        </p:sp>
        <p:sp>
          <p:nvSpPr>
            <p:cNvPr id="719621284" name="TextBox 137"/>
            <p:cNvSpPr txBox="1"/>
            <p:nvPr/>
          </p:nvSpPr>
          <p:spPr bwMode="auto">
            <a:xfrm>
              <a:off x="8398560" y="4173831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internal</a:t>
              </a:r>
              <a:endParaRPr/>
            </a:p>
          </p:txBody>
        </p:sp>
        <p:sp>
          <p:nvSpPr>
            <p:cNvPr id="1207543018" name="TextBox 138"/>
            <p:cNvSpPr txBox="1"/>
            <p:nvPr/>
          </p:nvSpPr>
          <p:spPr bwMode="auto">
            <a:xfrm flipH="0" flipV="0">
              <a:off x="2079825" y="5061885"/>
              <a:ext cx="346447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3271517" name="TextBox 139"/>
            <p:cNvSpPr txBox="1"/>
            <p:nvPr/>
          </p:nvSpPr>
          <p:spPr bwMode="auto">
            <a:xfrm>
              <a:off x="6111867" y="4985788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m/84'/0'/1'/0/0</a:t>
              </a:r>
              <a:endParaRPr/>
            </a:p>
          </p:txBody>
        </p:sp>
        <p:sp>
          <p:nvSpPr>
            <p:cNvPr id="27249483" name="TextBox 140"/>
            <p:cNvSpPr txBox="1"/>
            <p:nvPr/>
          </p:nvSpPr>
          <p:spPr bwMode="auto">
            <a:xfrm>
              <a:off x="6111867" y="5477383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m/84'/0'/1'/0/1</a:t>
              </a:r>
              <a:endParaRPr/>
            </a:p>
          </p:txBody>
        </p:sp>
        <p:sp>
          <p:nvSpPr>
            <p:cNvPr id="1697131400" name="TextBox 141"/>
            <p:cNvSpPr txBox="1"/>
            <p:nvPr/>
          </p:nvSpPr>
          <p:spPr bwMode="auto">
            <a:xfrm>
              <a:off x="6111867" y="5970126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m/84'/0'/1'/0/2</a:t>
              </a:r>
              <a:endParaRPr/>
            </a:p>
          </p:txBody>
        </p:sp>
        <p:sp>
          <p:nvSpPr>
            <p:cNvPr id="1523660635" name="TextBox 142"/>
            <p:cNvSpPr txBox="1"/>
            <p:nvPr/>
          </p:nvSpPr>
          <p:spPr bwMode="auto">
            <a:xfrm>
              <a:off x="7132980" y="4985788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m/84'/0'/1'/1/0</a:t>
              </a:r>
              <a:endParaRPr/>
            </a:p>
          </p:txBody>
        </p:sp>
        <p:sp>
          <p:nvSpPr>
            <p:cNvPr id="289295053" name="TextBox 143"/>
            <p:cNvSpPr txBox="1"/>
            <p:nvPr/>
          </p:nvSpPr>
          <p:spPr bwMode="auto">
            <a:xfrm>
              <a:off x="7132980" y="5477383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m/84'/0'/1'/1/1</a:t>
              </a:r>
              <a:endParaRPr/>
            </a:p>
          </p:txBody>
        </p:sp>
        <p:sp>
          <p:nvSpPr>
            <p:cNvPr id="615690625" name="TextBox 144"/>
            <p:cNvSpPr txBox="1"/>
            <p:nvPr/>
          </p:nvSpPr>
          <p:spPr bwMode="auto">
            <a:xfrm>
              <a:off x="7132980" y="5970126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m/84'/0'/1'/1/2</a:t>
              </a:r>
              <a:endParaRPr/>
            </a:p>
          </p:txBody>
        </p:sp>
        <p:sp>
          <p:nvSpPr>
            <p:cNvPr id="412695889" name="Freeform 145"/>
            <p:cNvSpPr/>
            <p:nvPr/>
          </p:nvSpPr>
          <p:spPr bwMode="auto">
            <a:xfrm>
              <a:off x="9116391" y="5182358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4421696" name="Freeform 146"/>
            <p:cNvSpPr/>
            <p:nvPr/>
          </p:nvSpPr>
          <p:spPr bwMode="auto">
            <a:xfrm>
              <a:off x="9116391" y="5444226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387972" name="AutoShape 147"/>
            <p:cNvSpPr/>
            <p:nvPr/>
          </p:nvSpPr>
          <p:spPr bwMode="auto">
            <a:xfrm>
              <a:off x="5974236" y="4375648"/>
              <a:ext cx="0" cy="14723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135040205" name="AutoShape 148"/>
            <p:cNvSpPr/>
            <p:nvPr/>
          </p:nvSpPr>
          <p:spPr bwMode="auto">
            <a:xfrm>
              <a:off x="5958948" y="5355228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55614041" name="AutoShape 149"/>
            <p:cNvSpPr/>
            <p:nvPr/>
          </p:nvSpPr>
          <p:spPr bwMode="auto">
            <a:xfrm>
              <a:off x="5958948" y="4848344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85811774" name="AutoShape 150"/>
            <p:cNvSpPr/>
            <p:nvPr/>
          </p:nvSpPr>
          <p:spPr bwMode="auto">
            <a:xfrm>
              <a:off x="6978400" y="5835866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7233451" name="AutoShape 151"/>
            <p:cNvSpPr/>
            <p:nvPr/>
          </p:nvSpPr>
          <p:spPr bwMode="auto">
            <a:xfrm>
              <a:off x="6993214" y="4378829"/>
              <a:ext cx="0" cy="14723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9170997" name="AutoShape 152"/>
            <p:cNvSpPr/>
            <p:nvPr/>
          </p:nvSpPr>
          <p:spPr bwMode="auto">
            <a:xfrm>
              <a:off x="6977928" y="5358411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75427107" name="AutoShape 153"/>
            <p:cNvSpPr/>
            <p:nvPr/>
          </p:nvSpPr>
          <p:spPr bwMode="auto">
            <a:xfrm>
              <a:off x="6977928" y="4851527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5882833" name="Freeform 154"/>
            <p:cNvSpPr/>
            <p:nvPr/>
          </p:nvSpPr>
          <p:spPr bwMode="auto">
            <a:xfrm rot="-8534550" flipH="1">
              <a:off x="0" y="2303328"/>
              <a:ext cx="1849077" cy="661043"/>
            </a:xfrm>
            <a:custGeom>
              <a:avLst/>
              <a:gdLst/>
              <a:ahLst/>
              <a:cxnLst/>
              <a:rect l="l" t="t" r="r" b="b"/>
              <a:pathLst>
                <a:path w="1849077" h="661045" fill="norm" stroke="1" extrusionOk="0">
                  <a:moveTo>
                    <a:pt x="1849077" y="0"/>
                  </a:moveTo>
                  <a:lnTo>
                    <a:pt x="0" y="0"/>
                  </a:lnTo>
                  <a:lnTo>
                    <a:pt x="0" y="661045"/>
                  </a:lnTo>
                  <a:lnTo>
                    <a:pt x="1849077" y="661045"/>
                  </a:lnTo>
                  <a:lnTo>
                    <a:pt x="1849077" y="0"/>
                  </a:lnTo>
                  <a:close/>
                </a:path>
              </a:pathLst>
            </a:custGeom>
            <a:blipFill>
              <a:blip r:embed="rId5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39893130" name="Group 26"/>
          <p:cNvGrpSpPr/>
          <p:nvPr/>
        </p:nvGrpSpPr>
        <p:grpSpPr bwMode="auto">
          <a:xfrm>
            <a:off x="200386" y="1573962"/>
            <a:ext cx="3588149" cy="3588149"/>
            <a:chOff x="0" y="0"/>
            <a:chExt cx="812799" cy="812799"/>
          </a:xfrm>
        </p:grpSpPr>
        <p:sp>
          <p:nvSpPr>
            <p:cNvPr id="1505702985" name="Freeform 27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630871931" name="Group 28"/>
          <p:cNvGrpSpPr/>
          <p:nvPr/>
        </p:nvGrpSpPr>
        <p:grpSpPr bwMode="auto">
          <a:xfrm>
            <a:off x="4140962" y="1573962"/>
            <a:ext cx="3588149" cy="3588149"/>
            <a:chOff x="0" y="0"/>
            <a:chExt cx="812799" cy="812799"/>
          </a:xfrm>
        </p:grpSpPr>
        <p:sp>
          <p:nvSpPr>
            <p:cNvPr id="1924253892" name="Freeform 29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4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1835175448" name="Group 30"/>
          <p:cNvGrpSpPr/>
          <p:nvPr/>
        </p:nvGrpSpPr>
        <p:grpSpPr bwMode="auto">
          <a:xfrm>
            <a:off x="8081538" y="1573962"/>
            <a:ext cx="3588149" cy="3588149"/>
            <a:chOff x="0" y="0"/>
            <a:chExt cx="812799" cy="812799"/>
          </a:xfrm>
        </p:grpSpPr>
        <p:sp>
          <p:nvSpPr>
            <p:cNvPr id="992384329" name="Freeform 31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5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9616179" name="TextBox 26"/>
          <p:cNvSpPr txBox="1"/>
          <p:nvPr/>
        </p:nvSpPr>
        <p:spPr bwMode="auto">
          <a:xfrm>
            <a:off x="1382491" y="2592452"/>
            <a:ext cx="8982958" cy="1807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45"/>
              </a:lnSpc>
              <a:spcBef>
                <a:spcPts val="0"/>
              </a:spcBef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0x010002a0716529bae6b36c5c9aa518a52f9c828b46ad8d907747f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  <a:endParaRPr sz="2000">
              <a:latin typeface="IBM Plex Sans"/>
              <a:cs typeface="IBM Plex Sans"/>
            </a:endParaRP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0d09dcd4d9a39e97c3c5f37c470c390d842f364086362f6122f412e </a:t>
            </a:r>
            <a:r>
              <a:rPr sz="20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FF5C00"/>
                </a:solidFill>
                <a:latin typeface="IBM Plex Sans"/>
              </a:rPr>
              <a:t>2b0c7e7fc6e32287e364a7a36a00000000000000000000000000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</a:p>
        </p:txBody>
      </p:sp>
      <p:sp>
        <p:nvSpPr>
          <p:cNvPr id="1540608426" name="Freeform 27"/>
          <p:cNvSpPr/>
          <p:nvPr/>
        </p:nvSpPr>
        <p:spPr bwMode="auto">
          <a:xfrm rot="3710943">
            <a:off x="936697" y="1909987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2"/>
                </a:lnTo>
                <a:lnTo>
                  <a:pt x="0" y="30856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6408485" name="TextBox 28"/>
          <p:cNvSpPr txBox="1"/>
          <p:nvPr/>
        </p:nvSpPr>
        <p:spPr bwMode="auto">
          <a:xfrm flipH="0" flipV="0">
            <a:off x="6095999" y="5560537"/>
            <a:ext cx="581953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Dicadangkan untuk penggunaan di masa mendatang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136083671" name="Freeform 29"/>
          <p:cNvSpPr/>
          <p:nvPr/>
        </p:nvSpPr>
        <p:spPr bwMode="auto">
          <a:xfrm rot="-5920141">
            <a:off x="8630224" y="4825758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299376" name="TextBox 30"/>
          <p:cNvSpPr txBox="1"/>
          <p:nvPr/>
        </p:nvSpPr>
        <p:spPr bwMode="auto">
          <a:xfrm flipH="0" flipV="0">
            <a:off x="1796727" y="5505707"/>
            <a:ext cx="448910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Kode rantai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69458102" name="Freeform 31"/>
          <p:cNvSpPr/>
          <p:nvPr/>
        </p:nvSpPr>
        <p:spPr bwMode="auto">
          <a:xfrm rot="-5920141" flipV="1">
            <a:off x="2848178" y="4872261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763954" name="TextBox 32"/>
          <p:cNvSpPr txBox="1"/>
          <p:nvPr/>
        </p:nvSpPr>
        <p:spPr bwMode="auto">
          <a:xfrm flipH="0" flipV="0">
            <a:off x="7060464" y="1043345"/>
            <a:ext cx="464182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Kunci publik 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07090460" name="Freeform 33"/>
          <p:cNvSpPr/>
          <p:nvPr/>
        </p:nvSpPr>
        <p:spPr bwMode="auto">
          <a:xfrm rot="5072119" flipV="1">
            <a:off x="8950334" y="1817182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1454913" name="TextBox 34"/>
          <p:cNvSpPr txBox="1"/>
          <p:nvPr/>
        </p:nvSpPr>
        <p:spPr bwMode="auto">
          <a:xfrm>
            <a:off x="2843185" y="1391227"/>
            <a:ext cx="379488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Bidang bit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25785716" name="Freeform 36"/>
          <p:cNvSpPr/>
          <p:nvPr/>
        </p:nvSpPr>
        <p:spPr bwMode="auto">
          <a:xfrm rot="17331847" flipH="1" flipV="1">
            <a:off x="2138099" y="2060834"/>
            <a:ext cx="877657" cy="247936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1092253" y="308562"/>
                </a:moveTo>
                <a:lnTo>
                  <a:pt x="0" y="308562"/>
                </a:lnTo>
                <a:lnTo>
                  <a:pt x="0" y="0"/>
                </a:lnTo>
                <a:lnTo>
                  <a:pt x="1092253" y="0"/>
                </a:lnTo>
                <a:lnTo>
                  <a:pt x="1092253" y="308562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7104312" name="Freeform 37"/>
          <p:cNvSpPr/>
          <p:nvPr/>
        </p:nvSpPr>
        <p:spPr bwMode="auto">
          <a:xfrm rot="9314573">
            <a:off x="2728385" y="2162475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038" name="TextBox 38"/>
          <p:cNvSpPr txBox="1"/>
          <p:nvPr/>
        </p:nvSpPr>
        <p:spPr bwMode="auto">
          <a:xfrm>
            <a:off x="3906920" y="1961569"/>
            <a:ext cx="3796321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Paritas Y</a:t>
            </a:r>
            <a:endParaRPr sz="1800">
              <a:latin typeface="IBM Plex Sans"/>
              <a:cs typeface="IBM Plex Sans"/>
            </a:endParaRPr>
          </a:p>
        </p:txBody>
      </p:sp>
      <p:pic>
        <p:nvPicPr>
          <p:cNvPr id="724705196" name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 bwMode="auto">
          <a:xfrm rot="14380469" flipH="0" flipV="0">
            <a:off x="3053014" y="1870792"/>
            <a:ext cx="639000" cy="970677"/>
          </a:xfrm>
          <a:prstGeom prst="rect">
            <a:avLst/>
          </a:prstGeom>
        </p:spPr>
      </p:pic>
      <p:pic>
        <p:nvPicPr>
          <p:cNvPr id="1785128000" name=""/>
          <p:cNvPicPr>
            <a:picLocks noChangeAspect="1"/>
          </p:cNvPicPr>
          <p:nvPr/>
        </p:nvPicPr>
        <p:blipFill>
          <a:blip r:embed="rId11"/>
          <a:stretch/>
        </p:blipFill>
        <p:spPr bwMode="auto">
          <a:xfrm rot="9830683" flipH="0" flipV="0">
            <a:off x="1689596" y="1645145"/>
            <a:ext cx="639000" cy="970677"/>
          </a:xfrm>
          <a:prstGeom prst="rect">
            <a:avLst/>
          </a:prstGeom>
        </p:spPr>
      </p:pic>
      <p:pic>
        <p:nvPicPr>
          <p:cNvPr id="61658606" name=""/>
          <p:cNvPicPr>
            <a:picLocks noChangeAspect="1"/>
          </p:cNvPicPr>
          <p:nvPr/>
        </p:nvPicPr>
        <p:blipFill>
          <a:blip r:embed="rId12"/>
          <a:stretch/>
        </p:blipFill>
        <p:spPr bwMode="auto">
          <a:xfrm rot="0" flipH="0" flipV="0">
            <a:off x="3386338" y="4412392"/>
            <a:ext cx="639000" cy="970677"/>
          </a:xfrm>
          <a:prstGeom prst="rect">
            <a:avLst/>
          </a:prstGeom>
        </p:spPr>
      </p:pic>
      <p:sp>
        <p:nvSpPr>
          <p:cNvPr id="1557631490" name="TextBox 35"/>
          <p:cNvSpPr txBox="1"/>
          <p:nvPr/>
        </p:nvSpPr>
        <p:spPr bwMode="auto">
          <a:xfrm flipH="0" flipV="0">
            <a:off x="228917" y="1287318"/>
            <a:ext cx="233766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Versi</a:t>
            </a:r>
            <a:endParaRPr sz="18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430210" name="TextBox 26"/>
          <p:cNvSpPr txBox="1"/>
          <p:nvPr/>
        </p:nvSpPr>
        <p:spPr bwMode="auto">
          <a:xfrm>
            <a:off x="585590" y="2095296"/>
            <a:ext cx="11041821" cy="3110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spcBef>
                <a:spcPts val="0"/>
              </a:spcBef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0x47010002a0716529bae6b36c5c9aa518a52f9c828b46ad8d90774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  <a:endParaRPr sz="2400">
              <a:latin typeface="IBM Plex Sans"/>
              <a:cs typeface="IBM Plex Sans"/>
            </a:endParaRP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7f0d09dcd4d9a39e97c3c5f37c470c390d842f364086362f6122f412 </a:t>
            </a:r>
            <a:r>
              <a:rPr sz="24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e2b0c7e7fc6e32287e364a7a36a00000000000000000000000000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567080c4</a:t>
            </a:r>
          </a:p>
        </p:txBody>
      </p:sp>
      <p:sp>
        <p:nvSpPr>
          <p:cNvPr id="740969164" name="TextBox 27"/>
          <p:cNvSpPr txBox="1"/>
          <p:nvPr/>
        </p:nvSpPr>
        <p:spPr bwMode="auto">
          <a:xfrm>
            <a:off x="5857052" y="5963505"/>
            <a:ext cx="489565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FF5C00"/>
                </a:solidFill>
                <a:latin typeface="IBM Plex Sans"/>
              </a:rPr>
              <a:t>Checksum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46953745" name="Freeform 28"/>
          <p:cNvSpPr/>
          <p:nvPr/>
        </p:nvSpPr>
        <p:spPr bwMode="auto">
          <a:xfrm rot="-8555348">
            <a:off x="7155427" y="515475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0" y="0"/>
                </a:moveTo>
                <a:lnTo>
                  <a:pt x="1342370" y="0"/>
                </a:lnTo>
                <a:lnTo>
                  <a:pt x="1342370" y="379220"/>
                </a:lnTo>
                <a:lnTo>
                  <a:pt x="0" y="3792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372091" name="TextBox 29"/>
          <p:cNvSpPr txBox="1"/>
          <p:nvPr/>
        </p:nvSpPr>
        <p:spPr bwMode="auto">
          <a:xfrm flipH="0" flipV="0">
            <a:off x="2672311" y="751153"/>
            <a:ext cx="5234191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Awalan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32585263" name="Freeform 30"/>
          <p:cNvSpPr/>
          <p:nvPr/>
        </p:nvSpPr>
        <p:spPr bwMode="auto">
          <a:xfrm rot="-3520562" flipH="1" flipV="1">
            <a:off x="1319625" y="117660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661652363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rot="19184343" flipH="0" flipV="0">
            <a:off x="6976011" y="5084010"/>
            <a:ext cx="639000" cy="97067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138060" name="Freeform 27"/>
          <p:cNvSpPr/>
          <p:nvPr/>
        </p:nvSpPr>
        <p:spPr bwMode="auto">
          <a:xfrm rot="0" flipH="0" flipV="0">
            <a:off x="5120412" y="352476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39511221" name="Freeform 28"/>
          <p:cNvSpPr/>
          <p:nvPr/>
        </p:nvSpPr>
        <p:spPr bwMode="auto">
          <a:xfrm>
            <a:off x="5252587" y="424829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1086225" name="Freeform 29"/>
          <p:cNvSpPr/>
          <p:nvPr/>
        </p:nvSpPr>
        <p:spPr bwMode="auto">
          <a:xfrm>
            <a:off x="6046108" y="461949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2760529" name="AutoShape 30"/>
          <p:cNvSpPr/>
          <p:nvPr/>
        </p:nvSpPr>
        <p:spPr bwMode="auto">
          <a:xfrm>
            <a:off x="5907400" y="1383571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506677" name="Freeform 32"/>
          <p:cNvSpPr/>
          <p:nvPr/>
        </p:nvSpPr>
        <p:spPr bwMode="auto">
          <a:xfrm rot="0" flipH="0" flipV="0">
            <a:off x="5120412" y="2111113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8534975" name="Freeform 33"/>
          <p:cNvSpPr/>
          <p:nvPr/>
        </p:nvSpPr>
        <p:spPr bwMode="auto">
          <a:xfrm>
            <a:off x="5252587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968371" name="Freeform 34"/>
          <p:cNvSpPr/>
          <p:nvPr/>
        </p:nvSpPr>
        <p:spPr bwMode="auto">
          <a:xfrm>
            <a:off x="5471498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0401172" name="Freeform 35"/>
          <p:cNvSpPr/>
          <p:nvPr/>
        </p:nvSpPr>
        <p:spPr bwMode="auto">
          <a:xfrm>
            <a:off x="6046108" y="2220586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6576750" name="AutoShape 36"/>
          <p:cNvSpPr/>
          <p:nvPr/>
        </p:nvSpPr>
        <p:spPr bwMode="auto">
          <a:xfrm>
            <a:off x="5907400" y="3113726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4728522" name="Freeform 38"/>
          <p:cNvSpPr/>
          <p:nvPr/>
        </p:nvSpPr>
        <p:spPr bwMode="auto">
          <a:xfrm rot="0" flipH="0" flipV="0">
            <a:off x="5120412" y="384126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8032264" name="Freeform 39"/>
          <p:cNvSpPr/>
          <p:nvPr/>
        </p:nvSpPr>
        <p:spPr bwMode="auto">
          <a:xfrm>
            <a:off x="5252587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9126914" name="Freeform 40"/>
          <p:cNvSpPr/>
          <p:nvPr/>
        </p:nvSpPr>
        <p:spPr bwMode="auto">
          <a:xfrm>
            <a:off x="5471498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8222072" name="Freeform 41"/>
          <p:cNvSpPr/>
          <p:nvPr/>
        </p:nvSpPr>
        <p:spPr bwMode="auto">
          <a:xfrm>
            <a:off x="6046108" y="3950742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3230041" name="AutoShape 42"/>
          <p:cNvSpPr/>
          <p:nvPr/>
        </p:nvSpPr>
        <p:spPr bwMode="auto">
          <a:xfrm>
            <a:off x="4546247" y="5152273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6410151" name="AutoShape 43"/>
          <p:cNvSpPr/>
          <p:nvPr/>
        </p:nvSpPr>
        <p:spPr bwMode="auto">
          <a:xfrm>
            <a:off x="5907400" y="4843882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6618142" name="Freeform 45"/>
          <p:cNvSpPr/>
          <p:nvPr/>
        </p:nvSpPr>
        <p:spPr bwMode="auto">
          <a:xfrm rot="0" flipH="0" flipV="0">
            <a:off x="5120412" y="557300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9305611" name="Freeform 46"/>
          <p:cNvSpPr/>
          <p:nvPr/>
        </p:nvSpPr>
        <p:spPr bwMode="auto">
          <a:xfrm>
            <a:off x="5252587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72707" name="Freeform 47"/>
          <p:cNvSpPr/>
          <p:nvPr/>
        </p:nvSpPr>
        <p:spPr bwMode="auto">
          <a:xfrm>
            <a:off x="5471498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7153355" name="Freeform 48"/>
          <p:cNvSpPr/>
          <p:nvPr/>
        </p:nvSpPr>
        <p:spPr bwMode="auto">
          <a:xfrm>
            <a:off x="6046108" y="5682481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4362266" name="TextBox 49"/>
          <p:cNvSpPr txBox="1"/>
          <p:nvPr/>
        </p:nvSpPr>
        <p:spPr bwMode="auto">
          <a:xfrm>
            <a:off x="4937281" y="626151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61755704" name="TextBox 50"/>
          <p:cNvSpPr txBox="1"/>
          <p:nvPr/>
        </p:nvSpPr>
        <p:spPr bwMode="auto">
          <a:xfrm>
            <a:off x="4965349" y="102731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64801081" name="TextBox 51"/>
          <p:cNvSpPr txBox="1"/>
          <p:nvPr/>
        </p:nvSpPr>
        <p:spPr bwMode="auto">
          <a:xfrm>
            <a:off x="4937281" y="279962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25252979" name="TextBox 52"/>
          <p:cNvSpPr txBox="1"/>
          <p:nvPr/>
        </p:nvSpPr>
        <p:spPr bwMode="auto">
          <a:xfrm>
            <a:off x="4937281" y="452977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88860067" name="AutoShape 53"/>
          <p:cNvSpPr/>
          <p:nvPr/>
        </p:nvSpPr>
        <p:spPr bwMode="auto">
          <a:xfrm>
            <a:off x="4546247" y="3421388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4961654" name="AutoShape 54"/>
          <p:cNvSpPr/>
          <p:nvPr/>
        </p:nvSpPr>
        <p:spPr bwMode="auto">
          <a:xfrm>
            <a:off x="4546247" y="1641484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0327043" name="Freeform 26"/>
          <p:cNvSpPr/>
          <p:nvPr/>
        </p:nvSpPr>
        <p:spPr bwMode="auto">
          <a:xfrm>
            <a:off x="248077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5433646" name="Freeform 27"/>
          <p:cNvSpPr/>
          <p:nvPr/>
        </p:nvSpPr>
        <p:spPr bwMode="auto">
          <a:xfrm>
            <a:off x="275756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6374277" name="Freeform 28"/>
          <p:cNvSpPr/>
          <p:nvPr/>
        </p:nvSpPr>
        <p:spPr bwMode="auto">
          <a:xfrm>
            <a:off x="9882976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6408738" name="Freeform 29"/>
          <p:cNvSpPr/>
          <p:nvPr/>
        </p:nvSpPr>
        <p:spPr bwMode="auto">
          <a:xfrm>
            <a:off x="399223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9450352" name="TextBox 30"/>
          <p:cNvSpPr txBox="1"/>
          <p:nvPr/>
        </p:nvSpPr>
        <p:spPr bwMode="auto">
          <a:xfrm>
            <a:off x="906642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986257014" name="TextBox 31"/>
          <p:cNvSpPr txBox="1"/>
          <p:nvPr/>
        </p:nvSpPr>
        <p:spPr bwMode="auto">
          <a:xfrm>
            <a:off x="10390395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90993057" name="Freeform 32"/>
          <p:cNvSpPr/>
          <p:nvPr/>
        </p:nvSpPr>
        <p:spPr bwMode="auto">
          <a:xfrm>
            <a:off x="881215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425652" name="Freeform 33"/>
          <p:cNvSpPr/>
          <p:nvPr/>
        </p:nvSpPr>
        <p:spPr bwMode="auto">
          <a:xfrm>
            <a:off x="908894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318429" name="AutoShape 34"/>
          <p:cNvSpPr/>
          <p:nvPr/>
        </p:nvSpPr>
        <p:spPr bwMode="auto">
          <a:xfrm>
            <a:off x="3898951" y="2984266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6232142" name="TextBox 35"/>
          <p:cNvSpPr txBox="1"/>
          <p:nvPr/>
        </p:nvSpPr>
        <p:spPr bwMode="auto">
          <a:xfrm flipH="0" flipV="0">
            <a:off x="4038917" y="2394158"/>
            <a:ext cx="4351303" cy="4444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Diffie-Hellman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76925235" name="AutoShape 36"/>
          <p:cNvSpPr/>
          <p:nvPr/>
        </p:nvSpPr>
        <p:spPr bwMode="auto">
          <a:xfrm flipV="1">
            <a:off x="6063030" y="2984266"/>
            <a:ext cx="0" cy="175446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4550585" name="TextBox 37"/>
          <p:cNvSpPr txBox="1"/>
          <p:nvPr/>
        </p:nvSpPr>
        <p:spPr bwMode="auto">
          <a:xfrm flipH="0" flipV="0">
            <a:off x="6967335" y="477652"/>
            <a:ext cx="4760578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Bertukar melalui jaringan yang tidak aman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35912588" name="Freeform 38"/>
          <p:cNvSpPr/>
          <p:nvPr/>
        </p:nvSpPr>
        <p:spPr bwMode="auto">
          <a:xfrm rot="-3520562" flipH="1" flipV="1">
            <a:off x="5641605" y="12062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8295590" name="Freeform 39"/>
          <p:cNvSpPr/>
          <p:nvPr/>
        </p:nvSpPr>
        <p:spPr bwMode="auto">
          <a:xfrm>
            <a:off x="5786249" y="4919700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977571" name="TextBox 40"/>
          <p:cNvSpPr txBox="1"/>
          <p:nvPr/>
        </p:nvSpPr>
        <p:spPr bwMode="auto">
          <a:xfrm flipH="0" flipV="0">
            <a:off x="4192624" y="6136079"/>
            <a:ext cx="774843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Rahasia bersama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13308753" name="Freeform 41"/>
          <p:cNvSpPr/>
          <p:nvPr/>
        </p:nvSpPr>
        <p:spPr bwMode="auto">
          <a:xfrm rot="1511302" flipH="1" flipV="1">
            <a:off x="6777822" y="53187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5168310" name="Freeform 26"/>
          <p:cNvSpPr/>
          <p:nvPr/>
        </p:nvSpPr>
        <p:spPr bwMode="auto">
          <a:xfrm>
            <a:off x="2087802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8130157" name="Freeform 27"/>
          <p:cNvSpPr/>
          <p:nvPr/>
        </p:nvSpPr>
        <p:spPr bwMode="auto">
          <a:xfrm>
            <a:off x="2330761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2628924" name="Freeform 28"/>
          <p:cNvSpPr/>
          <p:nvPr/>
        </p:nvSpPr>
        <p:spPr bwMode="auto">
          <a:xfrm>
            <a:off x="10354792" y="2998642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4402572" name="Freeform 29"/>
          <p:cNvSpPr/>
          <p:nvPr/>
        </p:nvSpPr>
        <p:spPr bwMode="auto">
          <a:xfrm>
            <a:off x="938170" y="2998642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6663948" name="Freeform 30"/>
          <p:cNvSpPr/>
          <p:nvPr/>
        </p:nvSpPr>
        <p:spPr bwMode="auto">
          <a:xfrm>
            <a:off x="9497185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028701" name="Freeform 31"/>
          <p:cNvSpPr/>
          <p:nvPr/>
        </p:nvSpPr>
        <p:spPr bwMode="auto">
          <a:xfrm>
            <a:off x="9740146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3230148" name="AutoShape 32"/>
          <p:cNvSpPr/>
          <p:nvPr/>
        </p:nvSpPr>
        <p:spPr bwMode="auto">
          <a:xfrm flipV="1">
            <a:off x="3862095" y="2328565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5287339" name="Freeform 33"/>
          <p:cNvSpPr/>
          <p:nvPr/>
        </p:nvSpPr>
        <p:spPr bwMode="auto">
          <a:xfrm>
            <a:off x="3188050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1958918" name="Freeform 34"/>
          <p:cNvSpPr/>
          <p:nvPr/>
        </p:nvSpPr>
        <p:spPr bwMode="auto">
          <a:xfrm rot="9324647" flipV="1">
            <a:off x="9671200" y="4732893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0"/>
                </a:moveTo>
                <a:lnTo>
                  <a:pt x="1178338" y="332880"/>
                </a:lnTo>
                <a:lnTo>
                  <a:pt x="1178338" y="0"/>
                </a:lnTo>
                <a:lnTo>
                  <a:pt x="0" y="0"/>
                </a:lnTo>
                <a:lnTo>
                  <a:pt x="0" y="33288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8771986" name="Freeform 35"/>
          <p:cNvSpPr/>
          <p:nvPr/>
        </p:nvSpPr>
        <p:spPr bwMode="auto">
          <a:xfrm>
            <a:off x="3400902" y="1671152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4080657" name="Freeform 36"/>
          <p:cNvSpPr/>
          <p:nvPr/>
        </p:nvSpPr>
        <p:spPr bwMode="auto">
          <a:xfrm rot="-1570360" flipV="1">
            <a:off x="1673769" y="2045069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1"/>
                </a:moveTo>
                <a:lnTo>
                  <a:pt x="1178339" y="332881"/>
                </a:lnTo>
                <a:lnTo>
                  <a:pt x="1178339" y="0"/>
                </a:lnTo>
                <a:lnTo>
                  <a:pt x="0" y="0"/>
                </a:lnTo>
                <a:lnTo>
                  <a:pt x="0" y="332881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6650061" name="Freeform 37"/>
          <p:cNvSpPr/>
          <p:nvPr/>
        </p:nvSpPr>
        <p:spPr bwMode="auto">
          <a:xfrm>
            <a:off x="1526838" y="1301461"/>
            <a:ext cx="869856" cy="739378"/>
          </a:xfrm>
          <a:custGeom>
            <a:avLst/>
            <a:gdLst/>
            <a:ahLst/>
            <a:cxnLst/>
            <a:rect l="l" t="t" r="r" b="b"/>
            <a:pathLst>
              <a:path w="869858" h="739380" fill="norm" stroke="1" extrusionOk="0">
                <a:moveTo>
                  <a:pt x="0" y="0"/>
                </a:moveTo>
                <a:lnTo>
                  <a:pt x="869859" y="0"/>
                </a:lnTo>
                <a:lnTo>
                  <a:pt x="869859" y="739380"/>
                </a:lnTo>
                <a:lnTo>
                  <a:pt x="0" y="73938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1648080" name="AutoShape 38"/>
          <p:cNvSpPr/>
          <p:nvPr/>
        </p:nvSpPr>
        <p:spPr bwMode="auto">
          <a:xfrm flipH="1">
            <a:off x="4323290" y="2313468"/>
            <a:ext cx="3670961" cy="249623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1873424" name="Freeform 39"/>
          <p:cNvSpPr/>
          <p:nvPr/>
        </p:nvSpPr>
        <p:spPr bwMode="auto">
          <a:xfrm>
            <a:off x="3400902" y="4794604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5067579" name="Freeform 41"/>
          <p:cNvSpPr/>
          <p:nvPr/>
        </p:nvSpPr>
        <p:spPr bwMode="auto">
          <a:xfrm>
            <a:off x="4158145" y="1194101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3"/>
                </a:lnTo>
                <a:lnTo>
                  <a:pt x="0" y="763563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6170302" name="Freeform 42"/>
          <p:cNvSpPr/>
          <p:nvPr/>
        </p:nvSpPr>
        <p:spPr bwMode="auto">
          <a:xfrm>
            <a:off x="7994253" y="1671152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1492709" name="Freeform 44"/>
          <p:cNvSpPr/>
          <p:nvPr/>
        </p:nvSpPr>
        <p:spPr bwMode="auto">
          <a:xfrm>
            <a:off x="7994253" y="4794604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269834" name="Freeform 45"/>
          <p:cNvSpPr/>
          <p:nvPr/>
        </p:nvSpPr>
        <p:spPr bwMode="auto">
          <a:xfrm>
            <a:off x="8751499" y="4317552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4"/>
                </a:lnTo>
                <a:lnTo>
                  <a:pt x="0" y="763564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3000245" name="AutoShape 46"/>
          <p:cNvSpPr/>
          <p:nvPr/>
        </p:nvSpPr>
        <p:spPr bwMode="auto">
          <a:xfrm flipH="1" flipV="1">
            <a:off x="8455448" y="2328565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5737874" name="Freeform 47"/>
          <p:cNvSpPr/>
          <p:nvPr/>
        </p:nvSpPr>
        <p:spPr bwMode="auto">
          <a:xfrm>
            <a:off x="8640828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5731113" name="Freeform 48"/>
          <p:cNvSpPr/>
          <p:nvPr/>
        </p:nvSpPr>
        <p:spPr bwMode="auto">
          <a:xfrm>
            <a:off x="10483677" y="5084073"/>
            <a:ext cx="613022" cy="340993"/>
          </a:xfrm>
          <a:custGeom>
            <a:avLst/>
            <a:gdLst/>
            <a:ahLst/>
            <a:cxnLst/>
            <a:rect l="l" t="t" r="r" b="b"/>
            <a:pathLst>
              <a:path w="613025" h="340995" fill="norm" stroke="1" extrusionOk="0">
                <a:moveTo>
                  <a:pt x="0" y="0"/>
                </a:moveTo>
                <a:lnTo>
                  <a:pt x="613025" y="0"/>
                </a:lnTo>
                <a:lnTo>
                  <a:pt x="613025" y="340996"/>
                </a:lnTo>
                <a:lnTo>
                  <a:pt x="0" y="340996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0418054" name="TextBox 49"/>
          <p:cNvSpPr txBox="1"/>
          <p:nvPr/>
        </p:nvSpPr>
        <p:spPr bwMode="auto">
          <a:xfrm>
            <a:off x="1219857" y="3551280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028817115" name="TextBox 50"/>
          <p:cNvSpPr txBox="1"/>
          <p:nvPr/>
        </p:nvSpPr>
        <p:spPr bwMode="auto">
          <a:xfrm>
            <a:off x="10636479" y="3551280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pic>
        <p:nvPicPr>
          <p:cNvPr id="1391452384" name=""/>
          <p:cNvPicPr>
            <a:picLocks noChangeAspect="1"/>
          </p:cNvPicPr>
          <p:nvPr/>
        </p:nvPicPr>
        <p:blipFill>
          <a:blip r:embed="rId21"/>
          <a:srcRect l="19890" t="5678" r="18617" b="7983"/>
          <a:stretch/>
        </p:blipFill>
        <p:spPr bwMode="auto">
          <a:xfrm flipH="0" flipV="0">
            <a:off x="4070662" y="4217422"/>
            <a:ext cx="573298" cy="804936"/>
          </a:xfrm>
          <a:prstGeom prst="rect">
            <a:avLst/>
          </a:prstGeom>
        </p:spPr>
      </p:pic>
      <p:pic>
        <p:nvPicPr>
          <p:cNvPr id="32526201" name=""/>
          <p:cNvPicPr>
            <a:picLocks noChangeAspect="1"/>
          </p:cNvPicPr>
          <p:nvPr/>
        </p:nvPicPr>
        <p:blipFill>
          <a:blip r:embed="rId22"/>
          <a:srcRect l="19890" t="5678" r="18617" b="7983"/>
          <a:stretch/>
        </p:blipFill>
        <p:spPr bwMode="auto">
          <a:xfrm flipH="0" flipV="0">
            <a:off x="8740797" y="1148445"/>
            <a:ext cx="573297" cy="8049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2669621" name="Freeform 26"/>
          <p:cNvSpPr/>
          <p:nvPr/>
        </p:nvSpPr>
        <p:spPr bwMode="auto">
          <a:xfrm>
            <a:off x="1138106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6" y="0"/>
                </a:lnTo>
                <a:lnTo>
                  <a:pt x="1086516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0773707" name="Freeform 27"/>
          <p:cNvSpPr/>
          <p:nvPr/>
        </p:nvSpPr>
        <p:spPr bwMode="auto">
          <a:xfrm>
            <a:off x="10133611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5" y="0"/>
                </a:lnTo>
                <a:lnTo>
                  <a:pt x="1086515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9100617" name="Freeform 28"/>
          <p:cNvSpPr/>
          <p:nvPr/>
        </p:nvSpPr>
        <p:spPr bwMode="auto">
          <a:xfrm>
            <a:off x="3263899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896252747" name="TextBox 29"/>
          <p:cNvSpPr txBox="1"/>
          <p:nvPr/>
        </p:nvSpPr>
        <p:spPr bwMode="auto">
          <a:xfrm>
            <a:off x="1437109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70316670" name="TextBox 30"/>
          <p:cNvSpPr txBox="1"/>
          <p:nvPr/>
        </p:nvSpPr>
        <p:spPr bwMode="auto">
          <a:xfrm>
            <a:off x="10432613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477639765" name="Freeform 31"/>
          <p:cNvSpPr/>
          <p:nvPr/>
        </p:nvSpPr>
        <p:spPr bwMode="auto">
          <a:xfrm>
            <a:off x="8449553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4630756" name="Freeform 32"/>
          <p:cNvSpPr/>
          <p:nvPr/>
        </p:nvSpPr>
        <p:spPr bwMode="auto">
          <a:xfrm>
            <a:off x="3263899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691076" name="Freeform 33"/>
          <p:cNvSpPr/>
          <p:nvPr/>
        </p:nvSpPr>
        <p:spPr bwMode="auto">
          <a:xfrm>
            <a:off x="8449553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55966" name="Freeform 34"/>
          <p:cNvSpPr/>
          <p:nvPr/>
        </p:nvSpPr>
        <p:spPr bwMode="auto">
          <a:xfrm>
            <a:off x="3263899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87313399" name="Freeform 35"/>
          <p:cNvSpPr/>
          <p:nvPr/>
        </p:nvSpPr>
        <p:spPr bwMode="auto">
          <a:xfrm>
            <a:off x="8449553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8471305" name="Freeform 36"/>
          <p:cNvSpPr/>
          <p:nvPr/>
        </p:nvSpPr>
        <p:spPr bwMode="auto">
          <a:xfrm>
            <a:off x="3263899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398373903" name="Freeform 37"/>
          <p:cNvSpPr/>
          <p:nvPr/>
        </p:nvSpPr>
        <p:spPr bwMode="auto">
          <a:xfrm>
            <a:off x="8449553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4944151" name="Freeform 38"/>
          <p:cNvSpPr/>
          <p:nvPr/>
        </p:nvSpPr>
        <p:spPr bwMode="auto">
          <a:xfrm>
            <a:off x="3263899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2615112" name="Freeform 39"/>
          <p:cNvSpPr/>
          <p:nvPr/>
        </p:nvSpPr>
        <p:spPr bwMode="auto">
          <a:xfrm>
            <a:off x="8449553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153753" name="Freeform 40"/>
          <p:cNvSpPr/>
          <p:nvPr/>
        </p:nvSpPr>
        <p:spPr bwMode="auto">
          <a:xfrm>
            <a:off x="3263899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015838936" name="Freeform 41"/>
          <p:cNvSpPr/>
          <p:nvPr/>
        </p:nvSpPr>
        <p:spPr bwMode="auto">
          <a:xfrm>
            <a:off x="8449553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450645" name="TextBox 42"/>
          <p:cNvSpPr txBox="1"/>
          <p:nvPr/>
        </p:nvSpPr>
        <p:spPr bwMode="auto">
          <a:xfrm>
            <a:off x="3908679" y="663651"/>
            <a:ext cx="45448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Warna umum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6170044" name="TextBox 43"/>
          <p:cNvSpPr txBox="1"/>
          <p:nvPr/>
        </p:nvSpPr>
        <p:spPr bwMode="auto">
          <a:xfrm>
            <a:off x="3908679" y="1713327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Warna rahasia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43390324" name="TextBox 44"/>
          <p:cNvSpPr txBox="1"/>
          <p:nvPr/>
        </p:nvSpPr>
        <p:spPr bwMode="auto">
          <a:xfrm>
            <a:off x="3908679" y="2758289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Pertukaran publik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65543379" name="TextBox 45"/>
          <p:cNvSpPr txBox="1"/>
          <p:nvPr/>
        </p:nvSpPr>
        <p:spPr bwMode="auto">
          <a:xfrm>
            <a:off x="3908679" y="4856955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Warna rahasia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60292081" name="TextBox 46"/>
          <p:cNvSpPr txBox="1"/>
          <p:nvPr/>
        </p:nvSpPr>
        <p:spPr bwMode="auto">
          <a:xfrm>
            <a:off x="3908679" y="5901917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Rahasia bersama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22088794" name="AutoShape 47"/>
          <p:cNvSpPr/>
          <p:nvPr/>
        </p:nvSpPr>
        <p:spPr bwMode="auto">
          <a:xfrm flipH="1"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713348706" name="AutoShape 48"/>
          <p:cNvSpPr/>
          <p:nvPr/>
        </p:nvSpPr>
        <p:spPr bwMode="auto">
          <a:xfrm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860147107" name="TextBox 49"/>
          <p:cNvSpPr txBox="1"/>
          <p:nvPr/>
        </p:nvSpPr>
        <p:spPr bwMode="auto">
          <a:xfrm>
            <a:off x="3466341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363838342" name="TextBox 50"/>
          <p:cNvSpPr txBox="1"/>
          <p:nvPr/>
        </p:nvSpPr>
        <p:spPr bwMode="auto">
          <a:xfrm>
            <a:off x="8651994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95905185" name="TextBox 51"/>
          <p:cNvSpPr txBox="1"/>
          <p:nvPr/>
        </p:nvSpPr>
        <p:spPr bwMode="auto">
          <a:xfrm>
            <a:off x="3466341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744023125" name="TextBox 52"/>
          <p:cNvSpPr txBox="1"/>
          <p:nvPr/>
        </p:nvSpPr>
        <p:spPr bwMode="auto">
          <a:xfrm>
            <a:off x="8651994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471615343" name="TextBox 53"/>
          <p:cNvSpPr txBox="1"/>
          <p:nvPr/>
        </p:nvSpPr>
        <p:spPr bwMode="auto">
          <a:xfrm>
            <a:off x="3466341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979028675" name="TextBox 54"/>
          <p:cNvSpPr txBox="1"/>
          <p:nvPr/>
        </p:nvSpPr>
        <p:spPr bwMode="auto">
          <a:xfrm>
            <a:off x="8651994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784085859" name="TextBox 55"/>
          <p:cNvSpPr txBox="1"/>
          <p:nvPr/>
        </p:nvSpPr>
        <p:spPr bwMode="auto">
          <a:xfrm>
            <a:off x="3466341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479714754" name="TextBox 56"/>
          <p:cNvSpPr txBox="1"/>
          <p:nvPr/>
        </p:nvSpPr>
        <p:spPr bwMode="auto">
          <a:xfrm>
            <a:off x="8651994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8515699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116666" y="1109662"/>
            <a:ext cx="7362824" cy="46386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0175664" name=""/>
          <p:cNvGrpSpPr/>
          <p:nvPr/>
        </p:nvGrpSpPr>
        <p:grpSpPr bwMode="auto">
          <a:xfrm>
            <a:off x="1370424" y="2065192"/>
            <a:ext cx="9367350" cy="3045557"/>
            <a:chOff x="0" y="0"/>
            <a:chExt cx="9367350" cy="3045557"/>
          </a:xfrm>
        </p:grpSpPr>
        <p:sp>
          <p:nvSpPr>
            <p:cNvPr id="1587550978" name="Freeform 26"/>
            <p:cNvSpPr/>
            <p:nvPr/>
          </p:nvSpPr>
          <p:spPr bwMode="auto">
            <a:xfrm>
              <a:off x="1721338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5615564" name="Freeform 27"/>
            <p:cNvSpPr/>
            <p:nvPr/>
          </p:nvSpPr>
          <p:spPr bwMode="auto">
            <a:xfrm>
              <a:off x="1950222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1056334" name="Freeform 28"/>
            <p:cNvSpPr/>
            <p:nvPr/>
          </p:nvSpPr>
          <p:spPr bwMode="auto">
            <a:xfrm>
              <a:off x="7842573" y="0"/>
              <a:ext cx="1524777" cy="1673281"/>
            </a:xfrm>
            <a:custGeom>
              <a:avLst/>
              <a:gdLst/>
              <a:ahLst/>
              <a:cxnLst/>
              <a:rect l="l" t="t" r="r" b="b"/>
              <a:pathLst>
                <a:path w="1524779" h="1673283" fill="norm" stroke="1" extrusionOk="0">
                  <a:moveTo>
                    <a:pt x="0" y="0"/>
                  </a:moveTo>
                  <a:lnTo>
                    <a:pt x="1524779" y="0"/>
                  </a:lnTo>
                  <a:lnTo>
                    <a:pt x="1524779" y="1673283"/>
                  </a:lnTo>
                  <a:lnTo>
                    <a:pt x="0" y="16732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3182932" name="Freeform 29"/>
            <p:cNvSpPr/>
            <p:nvPr/>
          </p:nvSpPr>
          <p:spPr bwMode="auto">
            <a:xfrm>
              <a:off x="0" y="0"/>
              <a:ext cx="1524777" cy="1673281"/>
            </a:xfrm>
            <a:custGeom>
              <a:avLst/>
              <a:gdLst/>
              <a:ahLst/>
              <a:cxnLst/>
              <a:rect l="l" t="t" r="r" b="b"/>
              <a:pathLst>
                <a:path w="1524779" h="1673283" fill="norm" stroke="1" extrusionOk="0">
                  <a:moveTo>
                    <a:pt x="0" y="0"/>
                  </a:moveTo>
                  <a:lnTo>
                    <a:pt x="1524779" y="0"/>
                  </a:lnTo>
                  <a:lnTo>
                    <a:pt x="1524779" y="1673283"/>
                  </a:lnTo>
                  <a:lnTo>
                    <a:pt x="0" y="16732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5100837" name="TextBox 30"/>
            <p:cNvSpPr txBox="1"/>
            <p:nvPr/>
          </p:nvSpPr>
          <p:spPr bwMode="auto">
            <a:xfrm>
              <a:off x="419607" y="817770"/>
              <a:ext cx="686278" cy="8811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934"/>
                </a:lnSpc>
                <a:defRPr/>
              </a:pPr>
              <a:r>
                <a:rPr lang="en-US" sz="49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A</a:t>
              </a:r>
              <a:endParaRPr/>
            </a:p>
          </p:txBody>
        </p:sp>
        <p:sp>
          <p:nvSpPr>
            <p:cNvPr id="591642066" name="TextBox 31"/>
            <p:cNvSpPr txBox="1"/>
            <p:nvPr/>
          </p:nvSpPr>
          <p:spPr bwMode="auto">
            <a:xfrm>
              <a:off x="8262183" y="817770"/>
              <a:ext cx="686278" cy="8811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934"/>
                </a:lnSpc>
                <a:defRPr/>
              </a:pPr>
              <a:r>
                <a:rPr lang="en-US" sz="49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</a:t>
              </a:r>
              <a:endParaRPr/>
            </a:p>
          </p:txBody>
        </p:sp>
        <p:sp>
          <p:nvSpPr>
            <p:cNvPr id="2091518547" name="Freeform 32"/>
            <p:cNvSpPr/>
            <p:nvPr/>
          </p:nvSpPr>
          <p:spPr bwMode="auto">
            <a:xfrm>
              <a:off x="6957062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769426" name="Freeform 33"/>
            <p:cNvSpPr/>
            <p:nvPr/>
          </p:nvSpPr>
          <p:spPr bwMode="auto">
            <a:xfrm>
              <a:off x="7185946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9" y="0"/>
                  </a:lnTo>
                  <a:lnTo>
                    <a:pt x="457769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3724599" name="AutoShape 34"/>
            <p:cNvSpPr/>
            <p:nvPr/>
          </p:nvSpPr>
          <p:spPr bwMode="auto">
            <a:xfrm>
              <a:off x="2894093" y="836640"/>
              <a:ext cx="3579165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2701709" name="TextBox 35"/>
            <p:cNvSpPr txBox="1"/>
            <p:nvPr/>
          </p:nvSpPr>
          <p:spPr bwMode="auto">
            <a:xfrm flipH="0" flipV="0">
              <a:off x="3200121" y="339424"/>
              <a:ext cx="2947516" cy="36764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92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77845268" name="AutoShape 36"/>
            <p:cNvSpPr/>
            <p:nvPr/>
          </p:nvSpPr>
          <p:spPr bwMode="auto">
            <a:xfrm flipV="1">
              <a:off x="4683676" y="836640"/>
              <a:ext cx="0" cy="1450846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9021878" name="Freeform 37"/>
            <p:cNvSpPr/>
            <p:nvPr/>
          </p:nvSpPr>
          <p:spPr bwMode="auto">
            <a:xfrm>
              <a:off x="4454791" y="2437146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9" y="0"/>
                  </a:lnTo>
                  <a:lnTo>
                    <a:pt x="457769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0930007" name="Freeform 26"/>
          <p:cNvSpPr/>
          <p:nvPr/>
        </p:nvSpPr>
        <p:spPr bwMode="auto">
          <a:xfrm>
            <a:off x="254328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954106" name="Freeform 27"/>
          <p:cNvSpPr/>
          <p:nvPr/>
        </p:nvSpPr>
        <p:spPr bwMode="auto">
          <a:xfrm>
            <a:off x="282006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2532499" name="Freeform 28"/>
          <p:cNvSpPr/>
          <p:nvPr/>
        </p:nvSpPr>
        <p:spPr bwMode="auto">
          <a:xfrm>
            <a:off x="9945483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3569433" name="Freeform 29"/>
          <p:cNvSpPr/>
          <p:nvPr/>
        </p:nvSpPr>
        <p:spPr bwMode="auto">
          <a:xfrm>
            <a:off x="461731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185269" name="Freeform 30"/>
          <p:cNvSpPr/>
          <p:nvPr/>
        </p:nvSpPr>
        <p:spPr bwMode="auto">
          <a:xfrm>
            <a:off x="887466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8759889" name="Freeform 31"/>
          <p:cNvSpPr/>
          <p:nvPr/>
        </p:nvSpPr>
        <p:spPr bwMode="auto">
          <a:xfrm>
            <a:off x="915144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4752708" name="AutoShape 32"/>
          <p:cNvSpPr/>
          <p:nvPr/>
        </p:nvSpPr>
        <p:spPr bwMode="auto">
          <a:xfrm>
            <a:off x="3961459" y="4400115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2853118" name="Freeform 34"/>
          <p:cNvSpPr/>
          <p:nvPr/>
        </p:nvSpPr>
        <p:spPr bwMode="auto">
          <a:xfrm rot="0" flipH="0" flipV="0">
            <a:off x="4642152" y="3930399"/>
            <a:ext cx="2963989" cy="939429"/>
          </a:xfrm>
          <a:custGeom>
            <a:avLst/>
            <a:gdLst/>
            <a:ahLst/>
            <a:cxnLst/>
            <a:rect l="l" t="t" r="r" b="b"/>
            <a:pathLst>
              <a:path w="1170960" h="371133" fill="norm" stroke="1" extrusionOk="0">
                <a:moveTo>
                  <a:pt x="0" y="0"/>
                </a:moveTo>
                <a:lnTo>
                  <a:pt x="1170960" y="0"/>
                </a:lnTo>
                <a:lnTo>
                  <a:pt x="1170960" y="371133"/>
                </a:lnTo>
                <a:lnTo>
                  <a:pt x="0" y="37113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395849191" name="TextBox 35"/>
          <p:cNvSpPr txBox="1"/>
          <p:nvPr/>
        </p:nvSpPr>
        <p:spPr bwMode="auto">
          <a:xfrm rot="0" flipH="0" flipV="0">
            <a:off x="4642152" y="3809856"/>
            <a:ext cx="2963989" cy="105997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Pemberitahuan</a:t>
            </a:r>
            <a:endParaRPr lang="en-US" sz="16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Transaksi</a:t>
            </a:r>
          </a:p>
        </p:txBody>
      </p:sp>
      <p:sp>
        <p:nvSpPr>
          <p:cNvPr id="1145168530" name="Freeform 36"/>
          <p:cNvSpPr/>
          <p:nvPr/>
        </p:nvSpPr>
        <p:spPr bwMode="auto">
          <a:xfrm>
            <a:off x="1798174" y="1531939"/>
            <a:ext cx="6319845" cy="1856453"/>
          </a:xfrm>
          <a:custGeom>
            <a:avLst/>
            <a:gdLst/>
            <a:ahLst/>
            <a:cxnLst/>
            <a:rect l="l" t="t" r="r" b="b"/>
            <a:pathLst>
              <a:path w="6319846" h="1856455" fill="norm" stroke="1" extrusionOk="0">
                <a:moveTo>
                  <a:pt x="0" y="0"/>
                </a:moveTo>
                <a:lnTo>
                  <a:pt x="6319846" y="0"/>
                </a:lnTo>
                <a:lnTo>
                  <a:pt x="6319846" y="1856454"/>
                </a:lnTo>
                <a:lnTo>
                  <a:pt x="0" y="185645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55677" name="TextBox 37"/>
          <p:cNvSpPr txBox="1"/>
          <p:nvPr/>
        </p:nvSpPr>
        <p:spPr bwMode="auto">
          <a:xfrm>
            <a:off x="969150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167622170" name="TextBox 38"/>
          <p:cNvSpPr txBox="1"/>
          <p:nvPr/>
        </p:nvSpPr>
        <p:spPr bwMode="auto">
          <a:xfrm>
            <a:off x="10452903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42739338" name="Freeform 40"/>
          <p:cNvSpPr/>
          <p:nvPr/>
        </p:nvSpPr>
        <p:spPr bwMode="auto">
          <a:xfrm rot="0" flipH="0" flipV="0">
            <a:off x="2305589" y="1760932"/>
            <a:ext cx="5409225" cy="1352548"/>
          </a:xfrm>
          <a:custGeom>
            <a:avLst/>
            <a:gdLst/>
            <a:ahLst/>
            <a:cxnLst/>
            <a:rect l="l" t="t" r="r" b="b"/>
            <a:pathLst>
              <a:path w="2395162" h="681141" fill="norm" stroke="1" extrusionOk="0">
                <a:moveTo>
                  <a:pt x="123866" y="0"/>
                </a:moveTo>
                <a:lnTo>
                  <a:pt x="2271296" y="0"/>
                </a:lnTo>
                <a:cubicBezTo>
                  <a:pt x="2304148" y="0"/>
                  <a:pt x="2335653" y="13050"/>
                  <a:pt x="2358883" y="36279"/>
                </a:cubicBezTo>
                <a:cubicBezTo>
                  <a:pt x="2382112" y="59509"/>
                  <a:pt x="2395162" y="91014"/>
                  <a:pt x="2395162" y="123866"/>
                </a:cubicBezTo>
                <a:lnTo>
                  <a:pt x="2395162" y="557275"/>
                </a:lnTo>
                <a:cubicBezTo>
                  <a:pt x="2395162" y="625685"/>
                  <a:pt x="2339705" y="681141"/>
                  <a:pt x="2271296" y="681141"/>
                </a:cubicBezTo>
                <a:lnTo>
                  <a:pt x="123866" y="681141"/>
                </a:lnTo>
                <a:cubicBezTo>
                  <a:pt x="55456" y="681141"/>
                  <a:pt x="0" y="625685"/>
                  <a:pt x="0" y="557275"/>
                </a:cubicBezTo>
                <a:lnTo>
                  <a:pt x="0" y="123866"/>
                </a:lnTo>
                <a:cubicBezTo>
                  <a:pt x="0" y="55456"/>
                  <a:pt x="55456" y="0"/>
                  <a:pt x="12386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686454233" name="TextBox 41"/>
          <p:cNvSpPr txBox="1"/>
          <p:nvPr/>
        </p:nvSpPr>
        <p:spPr bwMode="auto">
          <a:xfrm rot="0" flipH="0" flipV="0">
            <a:off x="2305589" y="1666367"/>
            <a:ext cx="5409225" cy="1447120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"Halo, ini kode pembayaran saya. </a:t>
            </a:r>
            <a:r>
              <a:rPr sz="1600" b="1" i="1" u="none" lang="en-US">
                <a:solidFill>
                  <a:srgbClr val="FFFFFF"/>
                </a:solidFill>
                <a:latin typeface="IBM Plex Sans"/>
              </a:rPr>
              <a:t>Saya akan mengirimkan pembayaran </a:t>
            </a:r>
            <a:r>
              <a:rPr sz="1600" b="1" i="1" lang="en-US">
                <a:solidFill>
                  <a:srgbClr val="FFFFFF"/>
                </a:solidFill>
                <a:latin typeface="IBM Plex Sans"/>
              </a:rPr>
              <a:t>kepada Anda menggunakan BIP47."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7422722" name="Freeform 27"/>
          <p:cNvSpPr/>
          <p:nvPr/>
        </p:nvSpPr>
        <p:spPr bwMode="auto">
          <a:xfrm rot="0" flipH="0" flipV="0">
            <a:off x="3769347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5542619" name="TextBox 28"/>
          <p:cNvSpPr txBox="1"/>
          <p:nvPr/>
        </p:nvSpPr>
        <p:spPr bwMode="auto">
          <a:xfrm rot="0" flipH="0" flipV="0">
            <a:off x="4006851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06466235" name="Freeform 30"/>
          <p:cNvSpPr/>
          <p:nvPr/>
        </p:nvSpPr>
        <p:spPr bwMode="auto">
          <a:xfrm rot="0" flipH="0" flipV="0">
            <a:off x="7684164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915498052" name="TextBox 31"/>
          <p:cNvSpPr txBox="1"/>
          <p:nvPr/>
        </p:nvSpPr>
        <p:spPr bwMode="auto">
          <a:xfrm rot="0" flipH="0" flipV="0">
            <a:off x="7921667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407234372" name="TextBox 32"/>
          <p:cNvSpPr txBox="1"/>
          <p:nvPr/>
        </p:nvSpPr>
        <p:spPr bwMode="auto">
          <a:xfrm>
            <a:off x="1591906" y="484161"/>
            <a:ext cx="913418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Model privasi klasik Bitcoin: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83269026" name="TextBox 33"/>
          <p:cNvSpPr txBox="1"/>
          <p:nvPr/>
        </p:nvSpPr>
        <p:spPr bwMode="auto">
          <a:xfrm flipH="0" flipV="0">
            <a:off x="745663" y="3662856"/>
            <a:ext cx="1092506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Model kerahasiaan kode pembayaran BIP47: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8211915" name="Freeform 34"/>
          <p:cNvSpPr/>
          <p:nvPr/>
        </p:nvSpPr>
        <p:spPr bwMode="auto">
          <a:xfrm>
            <a:off x="3819307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104406" name="Freeform 35"/>
          <p:cNvSpPr/>
          <p:nvPr/>
        </p:nvSpPr>
        <p:spPr bwMode="auto">
          <a:xfrm>
            <a:off x="407368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8436219" name="Freeform 36"/>
          <p:cNvSpPr/>
          <p:nvPr/>
        </p:nvSpPr>
        <p:spPr bwMode="auto">
          <a:xfrm>
            <a:off x="773412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451863" name="Freeform 37"/>
          <p:cNvSpPr/>
          <p:nvPr/>
        </p:nvSpPr>
        <p:spPr bwMode="auto">
          <a:xfrm>
            <a:off x="7988501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2" y="0"/>
                </a:lnTo>
                <a:lnTo>
                  <a:pt x="508752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7201019" name="AutoShape 38"/>
          <p:cNvSpPr/>
          <p:nvPr/>
        </p:nvSpPr>
        <p:spPr bwMode="auto">
          <a:xfrm>
            <a:off x="4582437" y="2873418"/>
            <a:ext cx="315168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3798528" name="AutoShape 39"/>
          <p:cNvSpPr/>
          <p:nvPr/>
        </p:nvSpPr>
        <p:spPr bwMode="auto">
          <a:xfrm flipV="1">
            <a:off x="3274939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1337401" name="AutoShape 40"/>
          <p:cNvSpPr/>
          <p:nvPr/>
        </p:nvSpPr>
        <p:spPr bwMode="auto">
          <a:xfrm>
            <a:off x="7189755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635241" name="Freeform 42"/>
          <p:cNvSpPr/>
          <p:nvPr/>
        </p:nvSpPr>
        <p:spPr bwMode="auto">
          <a:xfrm rot="0" flipH="0" flipV="0">
            <a:off x="3769347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2032034974" name="TextBox 43"/>
          <p:cNvSpPr txBox="1"/>
          <p:nvPr/>
        </p:nvSpPr>
        <p:spPr bwMode="auto">
          <a:xfrm rot="0" flipH="0" flipV="0">
            <a:off x="4006851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80019939" name="Freeform 45"/>
          <p:cNvSpPr/>
          <p:nvPr/>
        </p:nvSpPr>
        <p:spPr bwMode="auto">
          <a:xfrm rot="0" flipH="0" flipV="0">
            <a:off x="7684164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185328759" name="TextBox 46"/>
          <p:cNvSpPr txBox="1"/>
          <p:nvPr/>
        </p:nvSpPr>
        <p:spPr bwMode="auto">
          <a:xfrm rot="0" flipH="0" flipV="0">
            <a:off x="7921667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903664033" name="Freeform 48"/>
          <p:cNvSpPr/>
          <p:nvPr/>
        </p:nvSpPr>
        <p:spPr bwMode="auto">
          <a:xfrm rot="0" flipH="0" flipV="0">
            <a:off x="3819305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774812563" name="Freeform 49"/>
          <p:cNvSpPr/>
          <p:nvPr/>
        </p:nvSpPr>
        <p:spPr bwMode="auto">
          <a:xfrm rot="0" flipH="0" flipV="0">
            <a:off x="4073682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594769694" name="Freeform 51"/>
          <p:cNvSpPr/>
          <p:nvPr/>
        </p:nvSpPr>
        <p:spPr bwMode="auto">
          <a:xfrm rot="0" flipH="0" flipV="0">
            <a:off x="7734123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835143529" name="Freeform 52"/>
          <p:cNvSpPr/>
          <p:nvPr/>
        </p:nvSpPr>
        <p:spPr bwMode="auto">
          <a:xfrm rot="0" flipH="0" flipV="0">
            <a:off x="7988499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01096690" name="AutoShape 53"/>
          <p:cNvSpPr/>
          <p:nvPr/>
        </p:nvSpPr>
        <p:spPr bwMode="auto">
          <a:xfrm>
            <a:off x="4200873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238284" name="AutoShape 54"/>
          <p:cNvSpPr/>
          <p:nvPr/>
        </p:nvSpPr>
        <p:spPr bwMode="auto">
          <a:xfrm flipV="1">
            <a:off x="6158281" y="4264899"/>
            <a:ext cx="0" cy="2123274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4177672" name="AutoShape 55"/>
          <p:cNvSpPr/>
          <p:nvPr/>
        </p:nvSpPr>
        <p:spPr bwMode="auto">
          <a:xfrm flipH="1">
            <a:off x="8115689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36011256" name=""/>
          <p:cNvGrpSpPr/>
          <p:nvPr/>
        </p:nvGrpSpPr>
        <p:grpSpPr bwMode="auto">
          <a:xfrm>
            <a:off x="433590" y="531265"/>
            <a:ext cx="11492487" cy="5901055"/>
            <a:chOff x="0" y="0"/>
            <a:chExt cx="11492487" cy="5901055"/>
          </a:xfrm>
        </p:grpSpPr>
        <p:sp>
          <p:nvSpPr>
            <p:cNvPr id="152761858" name="Freeform 27"/>
            <p:cNvSpPr/>
            <p:nvPr/>
          </p:nvSpPr>
          <p:spPr bwMode="auto">
            <a:xfrm rot="0" flipH="0" flipV="0">
              <a:off x="0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46926317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200440255" name="AutoShape 29"/>
            <p:cNvSpPr/>
            <p:nvPr/>
          </p:nvSpPr>
          <p:spPr bwMode="auto">
            <a:xfrm flipH="1">
              <a:off x="1471115" y="2808259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5198942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2974425" name="AutoShape 31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635091" name="AutoShape 32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8539531" name="Freeform 34"/>
            <p:cNvSpPr/>
            <p:nvPr/>
          </p:nvSpPr>
          <p:spPr bwMode="auto">
            <a:xfrm rot="0" flipH="0" flipV="0">
              <a:off x="1673395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418335633" name="TextBox 35"/>
            <p:cNvSpPr txBox="1"/>
            <p:nvPr/>
          </p:nvSpPr>
          <p:spPr bwMode="auto">
            <a:xfrm rot="0" flipH="0" flipV="0">
              <a:off x="1673395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92355220" name="TextBox 36"/>
            <p:cNvSpPr txBox="1"/>
            <p:nvPr/>
          </p:nvSpPr>
          <p:spPr bwMode="auto">
            <a:xfrm>
              <a:off x="0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34132775" name="TextBox 37"/>
            <p:cNvSpPr txBox="1"/>
            <p:nvPr/>
          </p:nvSpPr>
          <p:spPr bwMode="auto">
            <a:xfrm>
              <a:off x="1573209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5536846" name="TextBox 38"/>
            <p:cNvSpPr txBox="1"/>
            <p:nvPr/>
          </p:nvSpPr>
          <p:spPr bwMode="auto">
            <a:xfrm>
              <a:off x="3147525" y="529410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96588620" name="Freeform 40"/>
            <p:cNvSpPr/>
            <p:nvPr/>
          </p:nvSpPr>
          <p:spPr bwMode="auto">
            <a:xfrm rot="0" flipH="0" flipV="0">
              <a:off x="1673395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3204740" name="TextBox 41"/>
            <p:cNvSpPr txBox="1"/>
            <p:nvPr/>
          </p:nvSpPr>
          <p:spPr bwMode="auto">
            <a:xfrm rot="0" flipH="0" flipV="0">
              <a:off x="1673395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93572695" name="Freeform 43"/>
            <p:cNvSpPr/>
            <p:nvPr/>
          </p:nvSpPr>
          <p:spPr bwMode="auto">
            <a:xfrm rot="0" flipH="0" flipV="0">
              <a:off x="102016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04958505" name="TextBox 44"/>
            <p:cNvSpPr txBox="1"/>
            <p:nvPr/>
          </p:nvSpPr>
          <p:spPr bwMode="auto">
            <a:xfrm rot="0" flipH="0" flipV="0">
              <a:off x="102016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Private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79938026" name="Freeform 46"/>
            <p:cNvSpPr/>
            <p:nvPr/>
          </p:nvSpPr>
          <p:spPr bwMode="auto">
            <a:xfrm rot="0" flipH="0" flipV="0">
              <a:off x="104020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89109787" name="TextBox 47"/>
            <p:cNvSpPr txBox="1"/>
            <p:nvPr/>
          </p:nvSpPr>
          <p:spPr bwMode="auto">
            <a:xfrm rot="0" flipH="0" flipV="0">
              <a:off x="104020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94183259" name="Freeform 49"/>
            <p:cNvSpPr/>
            <p:nvPr/>
          </p:nvSpPr>
          <p:spPr bwMode="auto">
            <a:xfrm rot="0" flipH="0" flipV="0">
              <a:off x="324954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77819835" name="TextBox 50"/>
            <p:cNvSpPr txBox="1"/>
            <p:nvPr/>
          </p:nvSpPr>
          <p:spPr bwMode="auto">
            <a:xfrm rot="0" flipH="0" flipV="0">
              <a:off x="3249540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95003324" name="Freeform 52"/>
            <p:cNvSpPr/>
            <p:nvPr/>
          </p:nvSpPr>
          <p:spPr bwMode="auto">
            <a:xfrm rot="0" flipH="0" flipV="0">
              <a:off x="6770394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78477600" name="TextBox 53"/>
            <p:cNvSpPr txBox="1"/>
            <p:nvPr/>
          </p:nvSpPr>
          <p:spPr bwMode="auto">
            <a:xfrm rot="0" flipH="0" flipV="0">
              <a:off x="6770394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1453298953" name="AutoShape 54"/>
            <p:cNvSpPr/>
            <p:nvPr/>
          </p:nvSpPr>
          <p:spPr bwMode="auto">
            <a:xfrm>
              <a:off x="6770394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57074" name="AutoShape 55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93567880" name="AutoShape 56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8526727" name="Freeform 58"/>
            <p:cNvSpPr/>
            <p:nvPr/>
          </p:nvSpPr>
          <p:spPr bwMode="auto">
            <a:xfrm rot="0" flipH="0" flipV="0">
              <a:off x="8443791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4275054" name="TextBox 59"/>
            <p:cNvSpPr txBox="1"/>
            <p:nvPr/>
          </p:nvSpPr>
          <p:spPr bwMode="auto">
            <a:xfrm rot="0" flipH="0" flipV="0">
              <a:off x="8443791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59351300" name="TextBox 60"/>
            <p:cNvSpPr txBox="1"/>
            <p:nvPr/>
          </p:nvSpPr>
          <p:spPr bwMode="auto">
            <a:xfrm>
              <a:off x="6770394" y="529410"/>
              <a:ext cx="157564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83633260" name="TextBox 61"/>
            <p:cNvSpPr txBox="1"/>
            <p:nvPr/>
          </p:nvSpPr>
          <p:spPr bwMode="auto">
            <a:xfrm>
              <a:off x="8343603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27167737" name="TextBox 62"/>
            <p:cNvSpPr txBox="1"/>
            <p:nvPr/>
          </p:nvSpPr>
          <p:spPr bwMode="auto">
            <a:xfrm>
              <a:off x="9917917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45617166" name="Freeform 64"/>
            <p:cNvSpPr/>
            <p:nvPr/>
          </p:nvSpPr>
          <p:spPr bwMode="auto">
            <a:xfrm rot="0" flipH="0" flipV="0">
              <a:off x="844379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0380400" name="TextBox 65"/>
            <p:cNvSpPr txBox="1"/>
            <p:nvPr/>
          </p:nvSpPr>
          <p:spPr bwMode="auto">
            <a:xfrm rot="0" flipH="0" flipV="0">
              <a:off x="8443791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Child 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234131" name="Freeform 67"/>
            <p:cNvSpPr/>
            <p:nvPr/>
          </p:nvSpPr>
          <p:spPr bwMode="auto">
            <a:xfrm rot="0" flipH="0" flipV="0">
              <a:off x="687241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968666" name="TextBox 68"/>
            <p:cNvSpPr txBox="1"/>
            <p:nvPr/>
          </p:nvSpPr>
          <p:spPr bwMode="auto">
            <a:xfrm rot="0" flipH="0" flipV="0">
              <a:off x="6872410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42087277" name="Freeform 70"/>
            <p:cNvSpPr/>
            <p:nvPr/>
          </p:nvSpPr>
          <p:spPr bwMode="auto">
            <a:xfrm rot="0" flipH="0" flipV="0">
              <a:off x="10019934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797262507" name="TextBox 71"/>
            <p:cNvSpPr txBox="1"/>
            <p:nvPr/>
          </p:nvSpPr>
          <p:spPr bwMode="auto">
            <a:xfrm rot="0" flipH="0" flipV="0">
              <a:off x="10019934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222163763" name="Freeform 73"/>
            <p:cNvSpPr/>
            <p:nvPr/>
          </p:nvSpPr>
          <p:spPr bwMode="auto">
            <a:xfrm rot="0" flipH="0" flipV="0">
              <a:off x="10019934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208902895" name="TextBox 74"/>
            <p:cNvSpPr txBox="1"/>
            <p:nvPr/>
          </p:nvSpPr>
          <p:spPr bwMode="auto">
            <a:xfrm rot="0" flipH="0" flipV="0">
              <a:off x="10019934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2136904" name="AutoShape 75"/>
            <p:cNvSpPr/>
            <p:nvPr/>
          </p:nvSpPr>
          <p:spPr bwMode="auto">
            <a:xfrm flipH="1">
              <a:off x="4618638" y="2808259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3889682" name="Freeform 77"/>
            <p:cNvSpPr/>
            <p:nvPr/>
          </p:nvSpPr>
          <p:spPr bwMode="auto">
            <a:xfrm rot="0" flipH="0" flipV="0">
              <a:off x="5060422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49325076" name="TextBox 78"/>
            <p:cNvSpPr txBox="1"/>
            <p:nvPr/>
          </p:nvSpPr>
          <p:spPr bwMode="auto">
            <a:xfrm rot="0" flipH="0" flipV="0">
              <a:off x="5060422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transaction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77057467" name="Freeform 80"/>
            <p:cNvSpPr/>
            <p:nvPr/>
          </p:nvSpPr>
          <p:spPr bwMode="auto">
            <a:xfrm rot="0" flipH="0" flipV="0">
              <a:off x="5060422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00697412" name="TextBox 81"/>
            <p:cNvSpPr txBox="1"/>
            <p:nvPr/>
          </p:nvSpPr>
          <p:spPr bwMode="auto">
            <a:xfrm rot="0" flipH="0" flipV="0">
              <a:off x="5060422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Encrypted </a:t>
              </a:r>
              <a:endParaRPr lang="en-US" sz="1000" b="1" i="0" u="none" strike="noStrike" cap="none" spc="0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7955485" name="Freeform 83"/>
            <p:cNvSpPr/>
            <p:nvPr/>
          </p:nvSpPr>
          <p:spPr bwMode="auto">
            <a:xfrm rot="0" flipH="0" flipV="0">
              <a:off x="5059780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088659" name="TextBox 84"/>
            <p:cNvSpPr txBox="1"/>
            <p:nvPr/>
          </p:nvSpPr>
          <p:spPr bwMode="auto">
            <a:xfrm rot="0" flipH="0" flipV="0">
              <a:off x="5059780" y="921615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Shared secret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55720037" name="AutoShape 85"/>
            <p:cNvSpPr/>
            <p:nvPr/>
          </p:nvSpPr>
          <p:spPr bwMode="auto">
            <a:xfrm>
              <a:off x="1473120" y="2031430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3787958" name="AutoShape 86"/>
            <p:cNvSpPr/>
            <p:nvPr/>
          </p:nvSpPr>
          <p:spPr bwMode="auto">
            <a:xfrm flipH="1">
              <a:off x="3042495" y="2808259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7161506" name="AutoShape 87"/>
            <p:cNvSpPr/>
            <p:nvPr/>
          </p:nvSpPr>
          <p:spPr bwMode="auto">
            <a:xfrm flipH="1">
              <a:off x="786566" y="5789057"/>
              <a:ext cx="786640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98632066" name="AutoShape 88"/>
            <p:cNvSpPr/>
            <p:nvPr/>
          </p:nvSpPr>
          <p:spPr bwMode="auto">
            <a:xfrm flipH="1">
              <a:off x="8241509" y="2808259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3556295" name="AutoShape 89"/>
            <p:cNvSpPr/>
            <p:nvPr/>
          </p:nvSpPr>
          <p:spPr bwMode="auto">
            <a:xfrm>
              <a:off x="788571" y="5426303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4457808" name="AutoShape 90"/>
            <p:cNvSpPr/>
            <p:nvPr/>
          </p:nvSpPr>
          <p:spPr bwMode="auto">
            <a:xfrm>
              <a:off x="9578079" y="2291531"/>
              <a:ext cx="0" cy="25662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3719532" name="AutoShape 91"/>
            <p:cNvSpPr/>
            <p:nvPr/>
          </p:nvSpPr>
          <p:spPr bwMode="auto">
            <a:xfrm flipH="1">
              <a:off x="787856" y="2403941"/>
              <a:ext cx="713" cy="144216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429801" name="AutoShape 92"/>
            <p:cNvSpPr/>
            <p:nvPr/>
          </p:nvSpPr>
          <p:spPr bwMode="auto">
            <a:xfrm flipH="1">
              <a:off x="788571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069241042" name="AutoShape 93"/>
            <p:cNvSpPr/>
            <p:nvPr/>
          </p:nvSpPr>
          <p:spPr bwMode="auto">
            <a:xfrm>
              <a:off x="786566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7580520" name="AutoShape 94"/>
            <p:cNvSpPr/>
            <p:nvPr/>
          </p:nvSpPr>
          <p:spPr bwMode="auto">
            <a:xfrm>
              <a:off x="788571" y="2427752"/>
              <a:ext cx="314551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2324872" name="AutoShape 95"/>
            <p:cNvSpPr/>
            <p:nvPr/>
          </p:nvSpPr>
          <p:spPr bwMode="auto">
            <a:xfrm>
              <a:off x="3934089" y="1254051"/>
              <a:ext cx="1125693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7054483" name="AutoShape 96"/>
            <p:cNvSpPr/>
            <p:nvPr/>
          </p:nvSpPr>
          <p:spPr bwMode="auto">
            <a:xfrm>
              <a:off x="3934089" y="1231165"/>
              <a:ext cx="0" cy="121945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7740342" name="AutoShape 97"/>
            <p:cNvSpPr/>
            <p:nvPr/>
          </p:nvSpPr>
          <p:spPr bwMode="auto">
            <a:xfrm>
              <a:off x="8835415" y="2403941"/>
              <a:ext cx="0" cy="144216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8680584" name="AutoShape 98"/>
            <p:cNvSpPr/>
            <p:nvPr/>
          </p:nvSpPr>
          <p:spPr bwMode="auto">
            <a:xfrm>
              <a:off x="7556960" y="2427752"/>
              <a:ext cx="1278453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5050931" name="AutoShape 99"/>
            <p:cNvSpPr/>
            <p:nvPr/>
          </p:nvSpPr>
          <p:spPr bwMode="auto">
            <a:xfrm flipV="1">
              <a:off x="7556960" y="1231165"/>
              <a:ext cx="0" cy="121945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6248206" name="AutoShape 100"/>
            <p:cNvSpPr/>
            <p:nvPr/>
          </p:nvSpPr>
          <p:spPr bwMode="auto">
            <a:xfrm>
              <a:off x="6428880" y="1254051"/>
              <a:ext cx="112807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7354098" name="AutoShape 101"/>
            <p:cNvSpPr/>
            <p:nvPr/>
          </p:nvSpPr>
          <p:spPr bwMode="auto">
            <a:xfrm flipH="1">
              <a:off x="3042495" y="2031430"/>
              <a:ext cx="2017926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4219083" name="AutoShape 102"/>
            <p:cNvSpPr/>
            <p:nvPr/>
          </p:nvSpPr>
          <p:spPr bwMode="auto">
            <a:xfrm flipH="1" flipV="1">
              <a:off x="5744331" y="1514151"/>
              <a:ext cx="637" cy="257175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3642762" name="AutoShape 103"/>
            <p:cNvSpPr/>
            <p:nvPr/>
          </p:nvSpPr>
          <p:spPr bwMode="auto">
            <a:xfrm flipH="1">
              <a:off x="788571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409526768" name="AutoShape 104"/>
            <p:cNvSpPr/>
            <p:nvPr/>
          </p:nvSpPr>
          <p:spPr bwMode="auto">
            <a:xfrm flipH="1">
              <a:off x="788571" y="5068146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42552261" name="AutoShape 105"/>
            <p:cNvSpPr/>
            <p:nvPr/>
          </p:nvSpPr>
          <p:spPr bwMode="auto">
            <a:xfrm flipV="1">
              <a:off x="5744972" y="2291531"/>
              <a:ext cx="0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56507627" name="TextBox 106"/>
            <p:cNvSpPr txBox="1"/>
            <p:nvPr/>
          </p:nvSpPr>
          <p:spPr bwMode="auto">
            <a:xfrm>
              <a:off x="4958958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05376366" name="TextBox 107"/>
            <p:cNvSpPr txBox="1"/>
            <p:nvPr/>
          </p:nvSpPr>
          <p:spPr bwMode="auto">
            <a:xfrm flipH="0" flipV="0">
              <a:off x="1886779" y="3880389"/>
              <a:ext cx="7188939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795560611" name="TextBox 108"/>
            <p:cNvSpPr txBox="1"/>
            <p:nvPr/>
          </p:nvSpPr>
          <p:spPr bwMode="auto">
            <a:xfrm flipH="0" flipV="0">
              <a:off x="1886779" y="4243332"/>
              <a:ext cx="718147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86040274" name="TextBox 109"/>
            <p:cNvSpPr txBox="1"/>
            <p:nvPr/>
          </p:nvSpPr>
          <p:spPr bwMode="auto">
            <a:xfrm flipH="0" flipV="0">
              <a:off x="1886781" y="4601653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XOR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695090106" name="TextBox 110"/>
            <p:cNvSpPr txBox="1"/>
            <p:nvPr/>
          </p:nvSpPr>
          <p:spPr bwMode="auto">
            <a:xfrm flipH="0" flipV="0">
              <a:off x="1886781" y="4964601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OP_RETURN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86406251" name="TextBox 111"/>
            <p:cNvSpPr txBox="1"/>
            <p:nvPr/>
          </p:nvSpPr>
          <p:spPr bwMode="auto">
            <a:xfrm flipH="0" flipV="0">
              <a:off x="1886781" y="5324646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93669205" name="TextBox 112"/>
            <p:cNvSpPr txBox="1"/>
            <p:nvPr/>
          </p:nvSpPr>
          <p:spPr bwMode="auto">
            <a:xfrm flipH="0" flipV="0">
              <a:off x="1886781" y="5687590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HMAC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789932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9040" y="1428750"/>
            <a:ext cx="12033834" cy="39004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0915540" name="Freeform 26"/>
          <p:cNvSpPr/>
          <p:nvPr/>
        </p:nvSpPr>
        <p:spPr bwMode="auto">
          <a:xfrm>
            <a:off x="3067207" y="323119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0164338" name="Freeform 27"/>
          <p:cNvSpPr/>
          <p:nvPr/>
        </p:nvSpPr>
        <p:spPr bwMode="auto">
          <a:xfrm>
            <a:off x="7970168" y="323119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093223" name="Freeform 29"/>
          <p:cNvSpPr/>
          <p:nvPr/>
        </p:nvSpPr>
        <p:spPr bwMode="auto">
          <a:xfrm rot="0" flipH="0" flipV="0">
            <a:off x="3079026" y="126305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393922102" name="TextBox 30"/>
          <p:cNvSpPr txBox="1"/>
          <p:nvPr/>
        </p:nvSpPr>
        <p:spPr bwMode="auto">
          <a:xfrm rot="0" flipH="0" flipV="0">
            <a:off x="3137119" y="128484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526463792" name="Freeform 32"/>
          <p:cNvSpPr/>
          <p:nvPr/>
        </p:nvSpPr>
        <p:spPr bwMode="auto">
          <a:xfrm rot="0" flipH="0" flipV="0">
            <a:off x="3079026" y="216316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380335749" name="TextBox 33"/>
          <p:cNvSpPr txBox="1"/>
          <p:nvPr/>
        </p:nvSpPr>
        <p:spPr bwMode="auto">
          <a:xfrm rot="0" flipH="0" flipV="0">
            <a:off x="3137119" y="218495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5052679" name="Freeform 35"/>
          <p:cNvSpPr/>
          <p:nvPr/>
        </p:nvSpPr>
        <p:spPr bwMode="auto">
          <a:xfrm rot="0" flipH="0" flipV="0">
            <a:off x="3304596" y="1939439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7814407" name="TextBox 36"/>
          <p:cNvSpPr txBox="1"/>
          <p:nvPr/>
        </p:nvSpPr>
        <p:spPr bwMode="auto">
          <a:xfrm rot="0" flipH="0" flipV="0">
            <a:off x="3320394" y="1945364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571674841" name="Freeform 38"/>
          <p:cNvSpPr/>
          <p:nvPr/>
        </p:nvSpPr>
        <p:spPr bwMode="auto">
          <a:xfrm rot="0" flipH="0" flipV="0">
            <a:off x="3079026" y="305880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1923431539" name="TextBox 39"/>
          <p:cNvSpPr txBox="1"/>
          <p:nvPr/>
        </p:nvSpPr>
        <p:spPr bwMode="auto">
          <a:xfrm rot="0" flipH="0" flipV="0">
            <a:off x="3137119" y="308059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56860796" name="Freeform 40"/>
          <p:cNvSpPr/>
          <p:nvPr/>
        </p:nvSpPr>
        <p:spPr bwMode="auto">
          <a:xfrm>
            <a:off x="3253520" y="2838030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9305623" name="TextBox 41"/>
          <p:cNvSpPr txBox="1"/>
          <p:nvPr/>
        </p:nvSpPr>
        <p:spPr bwMode="auto">
          <a:xfrm>
            <a:off x="3244242" y="664720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823721061" name="TextBox 42"/>
          <p:cNvSpPr txBox="1"/>
          <p:nvPr/>
        </p:nvSpPr>
        <p:spPr bwMode="auto">
          <a:xfrm>
            <a:off x="8147203" y="664720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898781137" name="Freeform 44"/>
          <p:cNvSpPr/>
          <p:nvPr/>
        </p:nvSpPr>
        <p:spPr bwMode="auto">
          <a:xfrm rot="0" flipH="0" flipV="0">
            <a:off x="3079026" y="40544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399598858" name="TextBox 45"/>
          <p:cNvSpPr txBox="1"/>
          <p:nvPr/>
        </p:nvSpPr>
        <p:spPr bwMode="auto">
          <a:xfrm rot="0" flipH="0" flipV="0">
            <a:off x="3137119" y="40762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93695217" name="Freeform 47"/>
          <p:cNvSpPr/>
          <p:nvPr/>
        </p:nvSpPr>
        <p:spPr bwMode="auto">
          <a:xfrm rot="0" flipH="0" flipV="0">
            <a:off x="3079026" y="495452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623334940" name="TextBox 48"/>
          <p:cNvSpPr txBox="1"/>
          <p:nvPr/>
        </p:nvSpPr>
        <p:spPr bwMode="auto">
          <a:xfrm rot="0" flipH="0" flipV="0">
            <a:off x="3137119" y="497631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71037043" name="Freeform 50"/>
          <p:cNvSpPr/>
          <p:nvPr/>
        </p:nvSpPr>
        <p:spPr bwMode="auto">
          <a:xfrm rot="0" flipH="0" flipV="0">
            <a:off x="3304596" y="473080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3931885" name="TextBox 51"/>
          <p:cNvSpPr txBox="1"/>
          <p:nvPr/>
        </p:nvSpPr>
        <p:spPr bwMode="auto">
          <a:xfrm rot="0" flipH="0" flipV="0">
            <a:off x="3320394" y="473672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810219236" name="Freeform 53"/>
          <p:cNvSpPr/>
          <p:nvPr/>
        </p:nvSpPr>
        <p:spPr bwMode="auto">
          <a:xfrm rot="0" flipH="0" flipV="0">
            <a:off x="3079026" y="58501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763322124" name="TextBox 54"/>
          <p:cNvSpPr txBox="1"/>
          <p:nvPr/>
        </p:nvSpPr>
        <p:spPr bwMode="auto">
          <a:xfrm rot="0" flipH="0" flipV="0">
            <a:off x="3137119" y="58719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1715811791" name="Freeform 55"/>
          <p:cNvSpPr/>
          <p:nvPr/>
        </p:nvSpPr>
        <p:spPr bwMode="auto">
          <a:xfrm>
            <a:off x="3253520" y="562939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2771492" name="Freeform 57"/>
          <p:cNvSpPr/>
          <p:nvPr/>
        </p:nvSpPr>
        <p:spPr bwMode="auto">
          <a:xfrm rot="0" flipH="0" flipV="0">
            <a:off x="7981987" y="126305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206417677" name="TextBox 58"/>
          <p:cNvSpPr txBox="1"/>
          <p:nvPr/>
        </p:nvSpPr>
        <p:spPr bwMode="auto">
          <a:xfrm rot="0" flipH="0" flipV="0">
            <a:off x="8040080" y="128484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637157120" name="Freeform 60"/>
          <p:cNvSpPr/>
          <p:nvPr/>
        </p:nvSpPr>
        <p:spPr bwMode="auto">
          <a:xfrm rot="0" flipH="0" flipV="0">
            <a:off x="7981987" y="216316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069479643" name="TextBox 61"/>
          <p:cNvSpPr txBox="1"/>
          <p:nvPr/>
        </p:nvSpPr>
        <p:spPr bwMode="auto">
          <a:xfrm rot="0" flipH="0" flipV="0">
            <a:off x="8040080" y="218495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530874936" name="Freeform 63"/>
          <p:cNvSpPr/>
          <p:nvPr/>
        </p:nvSpPr>
        <p:spPr bwMode="auto">
          <a:xfrm rot="0" flipH="0" flipV="0">
            <a:off x="8207559" y="1939439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06370304" name="TextBox 64"/>
          <p:cNvSpPr txBox="1"/>
          <p:nvPr/>
        </p:nvSpPr>
        <p:spPr bwMode="auto">
          <a:xfrm rot="0" flipH="0" flipV="0">
            <a:off x="8223359" y="1945364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2133211010" name="Freeform 66"/>
          <p:cNvSpPr/>
          <p:nvPr/>
        </p:nvSpPr>
        <p:spPr bwMode="auto">
          <a:xfrm rot="0" flipH="0" flipV="0">
            <a:off x="7981987" y="305880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687040422" name="TextBox 67"/>
          <p:cNvSpPr txBox="1"/>
          <p:nvPr/>
        </p:nvSpPr>
        <p:spPr bwMode="auto">
          <a:xfrm rot="0" flipH="0" flipV="0">
            <a:off x="8040080" y="308059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85136236" name="Freeform 68"/>
          <p:cNvSpPr/>
          <p:nvPr/>
        </p:nvSpPr>
        <p:spPr bwMode="auto">
          <a:xfrm>
            <a:off x="8156482" y="2838030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6275274" name="Freeform 70"/>
          <p:cNvSpPr/>
          <p:nvPr/>
        </p:nvSpPr>
        <p:spPr bwMode="auto">
          <a:xfrm rot="0" flipH="0" flipV="0">
            <a:off x="7981987" y="40544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2071911591" name="TextBox 71"/>
          <p:cNvSpPr txBox="1"/>
          <p:nvPr/>
        </p:nvSpPr>
        <p:spPr bwMode="auto">
          <a:xfrm rot="0" flipH="0" flipV="0">
            <a:off x="8040080" y="40762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85409838" name="Freeform 73"/>
          <p:cNvSpPr/>
          <p:nvPr/>
        </p:nvSpPr>
        <p:spPr bwMode="auto">
          <a:xfrm rot="0" flipH="0" flipV="0">
            <a:off x="7981987" y="495452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914373242" name="TextBox 74"/>
          <p:cNvSpPr txBox="1"/>
          <p:nvPr/>
        </p:nvSpPr>
        <p:spPr bwMode="auto">
          <a:xfrm rot="0" flipH="0" flipV="0">
            <a:off x="8040080" y="497631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19754759" name="Freeform 76"/>
          <p:cNvSpPr/>
          <p:nvPr/>
        </p:nvSpPr>
        <p:spPr bwMode="auto">
          <a:xfrm rot="0" flipH="0" flipV="0">
            <a:off x="8207559" y="473080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60235944" name="TextBox 77"/>
          <p:cNvSpPr txBox="1"/>
          <p:nvPr/>
        </p:nvSpPr>
        <p:spPr bwMode="auto">
          <a:xfrm rot="0" flipH="0" flipV="0">
            <a:off x="8223359" y="473672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751016814" name="Freeform 79"/>
          <p:cNvSpPr/>
          <p:nvPr/>
        </p:nvSpPr>
        <p:spPr bwMode="auto">
          <a:xfrm rot="0" flipH="0" flipV="0">
            <a:off x="7981987" y="58501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2136784800" name="TextBox 80"/>
          <p:cNvSpPr txBox="1"/>
          <p:nvPr/>
        </p:nvSpPr>
        <p:spPr bwMode="auto">
          <a:xfrm rot="0" flipH="0" flipV="0">
            <a:off x="8040080" y="58719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948632971" name="Freeform 81"/>
          <p:cNvSpPr/>
          <p:nvPr/>
        </p:nvSpPr>
        <p:spPr bwMode="auto">
          <a:xfrm>
            <a:off x="8156482" y="562939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399796" name="AutoShape 82"/>
          <p:cNvSpPr/>
          <p:nvPr/>
        </p:nvSpPr>
        <p:spPr bwMode="auto">
          <a:xfrm>
            <a:off x="3692560" y="343031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9867620" name="AutoShape 83"/>
          <p:cNvSpPr/>
          <p:nvPr/>
        </p:nvSpPr>
        <p:spPr bwMode="auto">
          <a:xfrm flipH="1">
            <a:off x="3692560" y="343031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1571057" name="TextBox 84"/>
          <p:cNvSpPr txBox="1"/>
          <p:nvPr/>
        </p:nvSpPr>
        <p:spPr bwMode="auto">
          <a:xfrm flipH="0" flipV="0">
            <a:off x="4309269" y="1262830"/>
            <a:ext cx="3052055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Titik G pada kurva elips</a:t>
            </a:r>
            <a:endParaRPr lang="en-US" sz="16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2083601132" name="TextBox 85"/>
          <p:cNvSpPr txBox="1"/>
          <p:nvPr/>
        </p:nvSpPr>
        <p:spPr bwMode="auto">
          <a:xfrm flipH="0" flipV="0">
            <a:off x="194583" y="2314718"/>
            <a:ext cx="270655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Kunci pribadi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17068411" name="TextBox 87"/>
          <p:cNvSpPr txBox="1"/>
          <p:nvPr/>
        </p:nvSpPr>
        <p:spPr bwMode="auto">
          <a:xfrm flipH="0" flipV="0">
            <a:off x="192309" y="4205970"/>
            <a:ext cx="2708831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Kunci publik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9396010" name="TextBox 88"/>
          <p:cNvSpPr txBox="1"/>
          <p:nvPr/>
        </p:nvSpPr>
        <p:spPr bwMode="auto">
          <a:xfrm flipH="0" flipV="0">
            <a:off x="195036" y="5118382"/>
            <a:ext cx="270610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Kunci pribadi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61487427" name="TextBox 90"/>
          <p:cNvSpPr txBox="1"/>
          <p:nvPr/>
        </p:nvSpPr>
        <p:spPr bwMode="auto">
          <a:xfrm flipH="0" flipV="0">
            <a:off x="8782298" y="2308743"/>
            <a:ext cx="324764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Kunci pribadi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59325704" name="TextBox 91"/>
          <p:cNvSpPr txBox="1"/>
          <p:nvPr/>
        </p:nvSpPr>
        <p:spPr bwMode="auto">
          <a:xfrm flipH="0" flipV="0">
            <a:off x="8782298" y="4205971"/>
            <a:ext cx="324492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Kunci publik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02294006" name="TextBox 92"/>
          <p:cNvSpPr txBox="1"/>
          <p:nvPr/>
        </p:nvSpPr>
        <p:spPr bwMode="auto">
          <a:xfrm flipH="0" flipV="0">
            <a:off x="8782298" y="5106078"/>
            <a:ext cx="324437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Kunci pribadi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88239350" name="TextBox 93"/>
          <p:cNvSpPr txBox="1"/>
          <p:nvPr/>
        </p:nvSpPr>
        <p:spPr bwMode="auto">
          <a:xfrm flipH="0" flipV="0">
            <a:off x="195490" y="6009417"/>
            <a:ext cx="27056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Rahasia bersama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95202481" name="TextBox 94"/>
          <p:cNvSpPr txBox="1"/>
          <p:nvPr/>
        </p:nvSpPr>
        <p:spPr bwMode="auto">
          <a:xfrm>
            <a:off x="4498327" y="2755031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Transmisi publik tanpa jaminan (Bitcoin)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96269631" name="TextBox 95"/>
          <p:cNvSpPr txBox="1"/>
          <p:nvPr/>
        </p:nvSpPr>
        <p:spPr bwMode="auto">
          <a:xfrm flipH="0" flipV="0">
            <a:off x="8782298" y="6009417"/>
            <a:ext cx="324383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Rahasia bersama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74545002" name="TextBox 85"/>
          <p:cNvSpPr txBox="1"/>
          <p:nvPr/>
        </p:nvSpPr>
        <p:spPr bwMode="auto">
          <a:xfrm flipH="0" flipV="0">
            <a:off x="190947" y="3262494"/>
            <a:ext cx="2710194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Kunci publik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60903165" name="TextBox 85"/>
          <p:cNvSpPr txBox="1"/>
          <p:nvPr/>
        </p:nvSpPr>
        <p:spPr bwMode="auto">
          <a:xfrm flipH="0" flipV="0">
            <a:off x="8782298" y="3248555"/>
            <a:ext cx="3250915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Kunci publik Bob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10233083" name=""/>
          <p:cNvGrpSpPr/>
          <p:nvPr/>
        </p:nvGrpSpPr>
        <p:grpSpPr bwMode="auto">
          <a:xfrm>
            <a:off x="284761" y="638325"/>
            <a:ext cx="11492847" cy="5740641"/>
            <a:chOff x="0" y="0"/>
            <a:chExt cx="11492847" cy="5740641"/>
          </a:xfrm>
        </p:grpSpPr>
        <p:sp>
          <p:nvSpPr>
            <p:cNvPr id="1329824788" name="Freeform 27"/>
            <p:cNvSpPr/>
            <p:nvPr/>
          </p:nvSpPr>
          <p:spPr bwMode="auto">
            <a:xfrm rot="0" flipH="0" flipV="0">
              <a:off x="0" y="120540"/>
              <a:ext cx="4719546" cy="3263464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858682" name="TextBox 28"/>
            <p:cNvSpPr txBox="1"/>
            <p:nvPr/>
          </p:nvSpPr>
          <p:spPr bwMode="auto">
            <a:xfrm rot="0" flipH="0" flipV="0">
              <a:off x="0" y="0"/>
              <a:ext cx="4719546" cy="338402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23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</p:txBody>
        </p:sp>
        <p:sp>
          <p:nvSpPr>
            <p:cNvPr id="1039432260" name="AutoShape 30"/>
            <p:cNvSpPr/>
            <p:nvPr/>
          </p:nvSpPr>
          <p:spPr bwMode="auto">
            <a:xfrm>
              <a:off x="0" y="502560"/>
              <a:ext cx="471954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9287664" name="AutoShape 31"/>
            <p:cNvSpPr/>
            <p:nvPr/>
          </p:nvSpPr>
          <p:spPr bwMode="auto">
            <a:xfrm>
              <a:off x="1574571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1982819" name="AutoShape 32"/>
            <p:cNvSpPr/>
            <p:nvPr/>
          </p:nvSpPr>
          <p:spPr bwMode="auto">
            <a:xfrm>
              <a:off x="3142759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8439515" name="Freeform 34"/>
            <p:cNvSpPr/>
            <p:nvPr/>
          </p:nvSpPr>
          <p:spPr bwMode="auto">
            <a:xfrm rot="0" flipH="0" flipV="0">
              <a:off x="3221974" y="2449695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28582614" name="TextBox 35"/>
            <p:cNvSpPr txBox="1"/>
            <p:nvPr/>
          </p:nvSpPr>
          <p:spPr bwMode="auto">
            <a:xfrm rot="0" flipH="0" flipV="0">
              <a:off x="3221974" y="2377363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12919023" name="TextBox 36"/>
            <p:cNvSpPr txBox="1"/>
            <p:nvPr/>
          </p:nvSpPr>
          <p:spPr bwMode="auto">
            <a:xfrm>
              <a:off x="0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39486865" name="TextBox 37"/>
            <p:cNvSpPr txBox="1"/>
            <p:nvPr/>
          </p:nvSpPr>
          <p:spPr bwMode="auto">
            <a:xfrm>
              <a:off x="1573209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52850479" name="TextBox 38"/>
            <p:cNvSpPr txBox="1"/>
            <p:nvPr/>
          </p:nvSpPr>
          <p:spPr bwMode="auto">
            <a:xfrm>
              <a:off x="3147525" y="529407"/>
              <a:ext cx="1575288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356616" name="Freeform 46"/>
            <p:cNvSpPr/>
            <p:nvPr/>
          </p:nvSpPr>
          <p:spPr bwMode="auto">
            <a:xfrm rot="0" flipH="0" flipV="0">
              <a:off x="1652598" y="1674403"/>
              <a:ext cx="1389897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95912352" name="TextBox 47"/>
            <p:cNvSpPr txBox="1"/>
            <p:nvPr/>
          </p:nvSpPr>
          <p:spPr bwMode="auto">
            <a:xfrm rot="0" flipH="0" flipV="0">
              <a:off x="1652598" y="1602074"/>
              <a:ext cx="1336979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65179447" name="Freeform 52"/>
            <p:cNvSpPr/>
            <p:nvPr/>
          </p:nvSpPr>
          <p:spPr bwMode="auto">
            <a:xfrm rot="0" flipH="0" flipV="0">
              <a:off x="6770394" y="120540"/>
              <a:ext cx="4719546" cy="3263464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35343366" name="TextBox 53"/>
            <p:cNvSpPr txBox="1"/>
            <p:nvPr/>
          </p:nvSpPr>
          <p:spPr bwMode="auto">
            <a:xfrm rot="0" flipH="0" flipV="0">
              <a:off x="6770394" y="0"/>
              <a:ext cx="4719546" cy="338402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23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</p:txBody>
        </p:sp>
        <p:sp>
          <p:nvSpPr>
            <p:cNvPr id="1415442456" name="AutoShape 54"/>
            <p:cNvSpPr/>
            <p:nvPr/>
          </p:nvSpPr>
          <p:spPr bwMode="auto">
            <a:xfrm>
              <a:off x="6770394" y="502560"/>
              <a:ext cx="471954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34493" name="AutoShape 55"/>
            <p:cNvSpPr/>
            <p:nvPr/>
          </p:nvSpPr>
          <p:spPr bwMode="auto">
            <a:xfrm>
              <a:off x="8343526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6174548" name="AutoShape 56"/>
            <p:cNvSpPr/>
            <p:nvPr/>
          </p:nvSpPr>
          <p:spPr bwMode="auto">
            <a:xfrm>
              <a:off x="9913155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5649214" name="TextBox 60"/>
            <p:cNvSpPr txBox="1"/>
            <p:nvPr/>
          </p:nvSpPr>
          <p:spPr bwMode="auto">
            <a:xfrm>
              <a:off x="6770394" y="529407"/>
              <a:ext cx="1575288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11087108" name="TextBox 61"/>
            <p:cNvSpPr txBox="1"/>
            <p:nvPr/>
          </p:nvSpPr>
          <p:spPr bwMode="auto">
            <a:xfrm>
              <a:off x="8343603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8623711" name="TextBox 62"/>
            <p:cNvSpPr txBox="1"/>
            <p:nvPr/>
          </p:nvSpPr>
          <p:spPr bwMode="auto">
            <a:xfrm>
              <a:off x="9917917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75446002" name="Freeform 67"/>
            <p:cNvSpPr/>
            <p:nvPr/>
          </p:nvSpPr>
          <p:spPr bwMode="auto">
            <a:xfrm rot="0" flipH="0" flipV="0">
              <a:off x="6872410" y="2572203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42493614" name="TextBox 68"/>
            <p:cNvSpPr txBox="1"/>
            <p:nvPr/>
          </p:nvSpPr>
          <p:spPr bwMode="auto">
            <a:xfrm rot="0" flipH="0" flipV="0">
              <a:off x="6872410" y="2499872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439933366" name="Freeform 77"/>
            <p:cNvSpPr/>
            <p:nvPr/>
          </p:nvSpPr>
          <p:spPr bwMode="auto">
            <a:xfrm rot="0" flipH="0" flipV="0">
              <a:off x="5060421" y="2564080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0484047" name="TextBox 78"/>
            <p:cNvSpPr txBox="1"/>
            <p:nvPr/>
          </p:nvSpPr>
          <p:spPr bwMode="auto">
            <a:xfrm rot="0" flipH="0" flipV="0">
              <a:off x="5060421" y="2491749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 transaction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3073225" name="Freeform 80"/>
            <p:cNvSpPr/>
            <p:nvPr/>
          </p:nvSpPr>
          <p:spPr bwMode="auto">
            <a:xfrm rot="0" flipH="0" flipV="0">
              <a:off x="5086880" y="1654959"/>
              <a:ext cx="1473106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20510046" name="TextBox 81"/>
            <p:cNvSpPr txBox="1"/>
            <p:nvPr/>
          </p:nvSpPr>
          <p:spPr bwMode="auto">
            <a:xfrm rot="0" flipH="0" flipV="0">
              <a:off x="5086880" y="1582629"/>
              <a:ext cx="1473106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Encrypted 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54185355" name="AutoShape 83"/>
            <p:cNvSpPr/>
            <p:nvPr/>
          </p:nvSpPr>
          <p:spPr bwMode="auto">
            <a:xfrm flipH="1">
              <a:off x="3016037" y="2702425"/>
              <a:ext cx="207045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65098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734876765" name="TextBox 89"/>
            <p:cNvSpPr txBox="1"/>
            <p:nvPr/>
          </p:nvSpPr>
          <p:spPr bwMode="auto">
            <a:xfrm>
              <a:off x="4958958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57752380" name="Freeform 99"/>
            <p:cNvSpPr/>
            <p:nvPr/>
          </p:nvSpPr>
          <p:spPr bwMode="auto">
            <a:xfrm rot="0" flipH="0" flipV="0">
              <a:off x="1654854" y="2435859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1680336390" name="TextBox 100"/>
            <p:cNvSpPr txBox="1"/>
            <p:nvPr/>
          </p:nvSpPr>
          <p:spPr bwMode="auto">
            <a:xfrm rot="0" flipH="0" flipV="0">
              <a:off x="1654854" y="2363528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0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Public key</a:t>
              </a:r>
              <a:endParaRPr sz="1000" b="0"/>
            </a:p>
          </p:txBody>
        </p:sp>
        <p:sp>
          <p:nvSpPr>
            <p:cNvPr id="1003580460" name="Freeform 109"/>
            <p:cNvSpPr/>
            <p:nvPr/>
          </p:nvSpPr>
          <p:spPr bwMode="auto">
            <a:xfrm rot="0" flipH="0" flipV="0">
              <a:off x="8417333" y="1615234"/>
              <a:ext cx="1419535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49083694" name="TextBox 110"/>
            <p:cNvSpPr txBox="1"/>
            <p:nvPr/>
          </p:nvSpPr>
          <p:spPr bwMode="auto">
            <a:xfrm rot="0" flipH="0" flipV="0">
              <a:off x="8417333" y="1542906"/>
              <a:ext cx="1419535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4077683" name="AutoShape 111"/>
            <p:cNvSpPr/>
            <p:nvPr/>
          </p:nvSpPr>
          <p:spPr bwMode="auto">
            <a:xfrm flipH="0" flipV="0">
              <a:off x="8243514" y="2818827"/>
              <a:ext cx="173819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50196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87502338" name="AutoShape 116"/>
            <p:cNvSpPr/>
            <p:nvPr/>
          </p:nvSpPr>
          <p:spPr bwMode="auto">
            <a:xfrm rot="10799952" flipH="0" flipV="1">
              <a:off x="5771430" y="2245243"/>
              <a:ext cx="0" cy="276453"/>
            </a:xfrm>
            <a:prstGeom prst="line">
              <a:avLst/>
            </a:prstGeom>
            <a:grpFill/>
            <a:ln w="47625" cap="flat">
              <a:solidFill>
                <a:srgbClr val="00B05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62773553" name="AutoShape 117"/>
            <p:cNvSpPr/>
            <p:nvPr/>
          </p:nvSpPr>
          <p:spPr bwMode="auto">
            <a:xfrm flipH="1" flipV="0">
              <a:off x="2264496" y="1457343"/>
              <a:ext cx="3534832" cy="0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523067678" name="AutoShape 119"/>
            <p:cNvSpPr/>
            <p:nvPr/>
          </p:nvSpPr>
          <p:spPr bwMode="auto">
            <a:xfrm flipH="0" flipV="1">
              <a:off x="10649844" y="2322721"/>
              <a:ext cx="0" cy="224815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06547386" name="AutoShape 121"/>
            <p:cNvSpPr/>
            <p:nvPr/>
          </p:nvSpPr>
          <p:spPr bwMode="auto">
            <a:xfrm flipH="1">
              <a:off x="7626470" y="2348982"/>
              <a:ext cx="3019775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20228250" name="AutoShape 122"/>
            <p:cNvSpPr/>
            <p:nvPr/>
          </p:nvSpPr>
          <p:spPr bwMode="auto">
            <a:xfrm flipH="1" flipV="1">
              <a:off x="5776721" y="1346050"/>
              <a:ext cx="0" cy="104285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76440880" name="AutoShape 124"/>
            <p:cNvSpPr/>
            <p:nvPr/>
          </p:nvSpPr>
          <p:spPr bwMode="auto">
            <a:xfrm flipH="1">
              <a:off x="6597174" y="1083042"/>
              <a:ext cx="202279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707549778" name=""/>
            <p:cNvSpPr/>
            <p:nvPr/>
          </p:nvSpPr>
          <p:spPr bwMode="auto">
            <a:xfrm rot="0" flipH="0" flipV="0">
              <a:off x="222827" y="2474284"/>
              <a:ext cx="1181432" cy="471528"/>
            </a:xfrm>
            <a:prstGeom prst="rect">
              <a:avLst/>
            </a:prstGeom>
            <a:noFill/>
            <a:ln w="25400" cap="flat" cmpd="sng" algn="ctr">
              <a:solidFill>
                <a:srgbClr val="3A5F8C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1260597547" name=""/>
            <p:cNvSpPr/>
            <p:nvPr/>
          </p:nvSpPr>
          <p:spPr bwMode="auto">
            <a:xfrm rot="0" flipH="0" flipV="0">
              <a:off x="222827" y="1740639"/>
              <a:ext cx="1181432" cy="471528"/>
            </a:xfrm>
            <a:prstGeom prst="rect">
              <a:avLst/>
            </a:prstGeom>
            <a:noFill/>
            <a:ln w="25400" cap="flat" cmpd="sng" algn="ctr">
              <a:solidFill>
                <a:srgbClr val="3A5F8C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726865324" name="AutoShape 118"/>
            <p:cNvSpPr/>
            <p:nvPr/>
          </p:nvSpPr>
          <p:spPr bwMode="auto">
            <a:xfrm rot="10799952" flipV="1">
              <a:off x="2336257" y="3078639"/>
              <a:ext cx="0" cy="206442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021715856" name="AutoShape 75"/>
            <p:cNvSpPr/>
            <p:nvPr/>
          </p:nvSpPr>
          <p:spPr bwMode="auto">
            <a:xfrm rot="10799952" flipH="1" flipV="0">
              <a:off x="6507072" y="2860574"/>
              <a:ext cx="345298" cy="0"/>
            </a:xfrm>
            <a:prstGeom prst="line">
              <a:avLst/>
            </a:prstGeom>
            <a:grpFill/>
            <a:ln w="47625" cap="flat">
              <a:solidFill>
                <a:srgbClr val="FF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85888046" name="AutoShape 117"/>
            <p:cNvSpPr/>
            <p:nvPr/>
          </p:nvSpPr>
          <p:spPr bwMode="auto">
            <a:xfrm rot="5399942" flipH="1" flipV="0">
              <a:off x="5662834" y="3212020"/>
              <a:ext cx="206373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661405782" name="AutoShape 75"/>
            <p:cNvSpPr/>
            <p:nvPr/>
          </p:nvSpPr>
          <p:spPr bwMode="auto">
            <a:xfrm rot="0" flipH="1" flipV="0">
              <a:off x="3861489" y="1083042"/>
              <a:ext cx="1150957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897152348" name="AutoShape 117"/>
            <p:cNvSpPr/>
            <p:nvPr/>
          </p:nvSpPr>
          <p:spPr bwMode="auto">
            <a:xfrm flipH="1" flipV="0">
              <a:off x="2314303" y="3300399"/>
              <a:ext cx="34571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284665489" name="AutoShape 75"/>
            <p:cNvSpPr/>
            <p:nvPr/>
          </p:nvSpPr>
          <p:spPr bwMode="auto">
            <a:xfrm rot="10799952" flipH="1" flipV="0">
              <a:off x="3090538" y="1957932"/>
              <a:ext cx="1962186" cy="0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041097981" name="Freeform 80"/>
            <p:cNvSpPr/>
            <p:nvPr/>
          </p:nvSpPr>
          <p:spPr bwMode="auto">
            <a:xfrm rot="0" flipH="0" flipV="0">
              <a:off x="5054070" y="828399"/>
              <a:ext cx="1473105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4823353" name="TextBox 81"/>
            <p:cNvSpPr txBox="1"/>
            <p:nvPr/>
          </p:nvSpPr>
          <p:spPr bwMode="auto">
            <a:xfrm rot="0" flipH="0" flipV="0">
              <a:off x="5054070" y="756072"/>
              <a:ext cx="1473105" cy="592533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Shared secret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78919553" name="AutoShape 118"/>
            <p:cNvSpPr/>
            <p:nvPr/>
          </p:nvSpPr>
          <p:spPr bwMode="auto">
            <a:xfrm flipH="0" flipV="1">
              <a:off x="2287845" y="1451884"/>
              <a:ext cx="0" cy="168099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79590060" name="AutoShape 122"/>
            <p:cNvSpPr/>
            <p:nvPr/>
          </p:nvSpPr>
          <p:spPr bwMode="auto">
            <a:xfrm flipH="1" flipV="1">
              <a:off x="2314303" y="2331574"/>
              <a:ext cx="0" cy="104284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992653503" name="AutoShape 117"/>
            <p:cNvSpPr/>
            <p:nvPr/>
          </p:nvSpPr>
          <p:spPr bwMode="auto">
            <a:xfrm flipH="1" flipV="0">
              <a:off x="2284604" y="2324119"/>
              <a:ext cx="1623925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411762675" name="AutoShape 117"/>
            <p:cNvSpPr/>
            <p:nvPr/>
          </p:nvSpPr>
          <p:spPr bwMode="auto">
            <a:xfrm rot="5399942" flipH="1" flipV="0">
              <a:off x="3246455" y="1698471"/>
              <a:ext cx="1275022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41565990" name="Freeform 109"/>
            <p:cNvSpPr/>
            <p:nvPr/>
          </p:nvSpPr>
          <p:spPr bwMode="auto">
            <a:xfrm rot="0" flipH="0" flipV="0">
              <a:off x="9998481" y="1608883"/>
              <a:ext cx="1369098" cy="520200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6607607" name="TextBox 110"/>
            <p:cNvSpPr txBox="1"/>
            <p:nvPr/>
          </p:nvSpPr>
          <p:spPr bwMode="auto">
            <a:xfrm rot="0" flipH="0" flipV="0">
              <a:off x="9998481" y="1536552"/>
              <a:ext cx="1369098" cy="592532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28786686" name="Freeform 109"/>
            <p:cNvSpPr/>
            <p:nvPr/>
          </p:nvSpPr>
          <p:spPr bwMode="auto">
            <a:xfrm rot="0" flipH="0" flipV="0">
              <a:off x="8410983" y="2561384"/>
              <a:ext cx="1419535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23655294" name="TextBox 110"/>
            <p:cNvSpPr txBox="1"/>
            <p:nvPr/>
          </p:nvSpPr>
          <p:spPr bwMode="auto">
            <a:xfrm rot="0" flipH="0" flipV="0">
              <a:off x="8410983" y="2489056"/>
              <a:ext cx="1419535" cy="592533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Child public key  #0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35162657" name="Freeform 67"/>
            <p:cNvSpPr/>
            <p:nvPr/>
          </p:nvSpPr>
          <p:spPr bwMode="auto">
            <a:xfrm rot="0" flipH="0" flipV="0">
              <a:off x="9988143" y="2542291"/>
              <a:ext cx="1369098" cy="520200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39187594" name="TextBox 68"/>
            <p:cNvSpPr txBox="1"/>
            <p:nvPr/>
          </p:nvSpPr>
          <p:spPr bwMode="auto">
            <a:xfrm rot="0" flipH="0" flipV="0">
              <a:off x="9988143" y="2469960"/>
              <a:ext cx="1369098" cy="592532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Child private key  #0</a:t>
              </a:r>
              <a:endParaRPr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92361003" name="AutoShape 111"/>
            <p:cNvSpPr/>
            <p:nvPr/>
          </p:nvSpPr>
          <p:spPr bwMode="auto">
            <a:xfrm flipH="0" flipV="0">
              <a:off x="9824663" y="2812477"/>
              <a:ext cx="173818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50196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705382179" name="AutoShape 111"/>
            <p:cNvSpPr/>
            <p:nvPr/>
          </p:nvSpPr>
          <p:spPr bwMode="auto">
            <a:xfrm flipH="0" flipV="0">
              <a:off x="9836871" y="1879724"/>
              <a:ext cx="161610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65098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2126072875" name="AutoShape 117"/>
            <p:cNvSpPr/>
            <p:nvPr/>
          </p:nvSpPr>
          <p:spPr bwMode="auto">
            <a:xfrm rot="5399942" flipH="1" flipV="0">
              <a:off x="6970729" y="1718577"/>
              <a:ext cx="1275021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62482942" name="AutoShape 117"/>
            <p:cNvSpPr/>
            <p:nvPr/>
          </p:nvSpPr>
          <p:spPr bwMode="auto">
            <a:xfrm rot="10799952" flipH="1" flipV="0">
              <a:off x="6770394" y="1083577"/>
              <a:ext cx="840357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999717268" name="AutoShape 84"/>
            <p:cNvSpPr/>
            <p:nvPr/>
          </p:nvSpPr>
          <p:spPr bwMode="auto">
            <a:xfrm>
              <a:off x="281922" y="5628960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911619036" name="AutoShape 85"/>
            <p:cNvSpPr/>
            <p:nvPr/>
          </p:nvSpPr>
          <p:spPr bwMode="auto">
            <a:xfrm flipH="1">
              <a:off x="281922" y="4552852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726666429" name="AutoShape 86"/>
            <p:cNvSpPr/>
            <p:nvPr/>
          </p:nvSpPr>
          <p:spPr bwMode="auto">
            <a:xfrm>
              <a:off x="279918" y="4189908"/>
              <a:ext cx="782861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9953191" name="AutoShape 87"/>
            <p:cNvSpPr/>
            <p:nvPr/>
          </p:nvSpPr>
          <p:spPr bwMode="auto">
            <a:xfrm flipH="1">
              <a:off x="281922" y="4913503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376444157" name="AutoShape 88"/>
            <p:cNvSpPr/>
            <p:nvPr/>
          </p:nvSpPr>
          <p:spPr bwMode="auto">
            <a:xfrm flipH="1">
              <a:off x="281922" y="527080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1646301924" name="TextBox 90"/>
            <p:cNvSpPr txBox="1"/>
            <p:nvPr/>
          </p:nvSpPr>
          <p:spPr bwMode="auto">
            <a:xfrm flipH="0" flipV="0">
              <a:off x="1380132" y="4081319"/>
              <a:ext cx="700219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N</a:t>
              </a:r>
              <a:r>
                <a:rPr sz="2000" b="1" i="1">
                  <a:latin typeface="IBM Plex Sans"/>
                  <a:cs typeface="IBM Plex Sans"/>
                </a:rPr>
                <a:t>otification identifier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1928296789" name="TextBox 91"/>
            <p:cNvSpPr txBox="1"/>
            <p:nvPr/>
          </p:nvSpPr>
          <p:spPr bwMode="auto">
            <a:xfrm flipH="0" flipV="0">
              <a:off x="1380132" y="4444265"/>
              <a:ext cx="704144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 identifier of the first</a:t>
              </a:r>
              <a:r>
                <a:rPr sz="2000" b="1" i="1">
                  <a:latin typeface="IBM Plex Sans"/>
                  <a:cs typeface="IBM Plex Sans"/>
                </a:rPr>
                <a:t> input 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2010758176" name="TextBox 92"/>
            <p:cNvSpPr txBox="1"/>
            <p:nvPr/>
          </p:nvSpPr>
          <p:spPr bwMode="auto">
            <a:xfrm flipH="0" flipV="0">
              <a:off x="1380133" y="4804312"/>
              <a:ext cx="6973815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HMAC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5702803" name="TextBox 93"/>
            <p:cNvSpPr txBox="1"/>
            <p:nvPr/>
          </p:nvSpPr>
          <p:spPr bwMode="auto">
            <a:xfrm flipH="0" flipV="0">
              <a:off x="1380132" y="5167258"/>
              <a:ext cx="700291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</a:t>
              </a:r>
              <a:r>
                <a:rPr sz="2000" b="1" i="1">
                  <a:latin typeface="IBM Plex Sans"/>
                  <a:cs typeface="IBM Plex Sans"/>
                </a:rPr>
                <a:t>OP</a:t>
              </a:r>
              <a:r>
                <a:rPr sz="2000" b="1" i="1">
                  <a:latin typeface="IBM Plex Sans"/>
                  <a:cs typeface="IBM Plex Sans"/>
                </a:rPr>
                <a:t>_RETURN’  </a:t>
              </a:r>
              <a:r>
                <a:rPr lang="en-US" sz="20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Identifier</a:t>
              </a:r>
              <a:r>
                <a:rPr lang="en-US" sz="2000" b="1" i="1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1553258370" name="TextBox 94"/>
            <p:cNvSpPr txBox="1"/>
            <p:nvPr/>
          </p:nvSpPr>
          <p:spPr bwMode="auto">
            <a:xfrm flipH="0" flipV="0">
              <a:off x="1380133" y="5527303"/>
              <a:ext cx="697321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XOR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63806808" name=""/>
          <p:cNvGrpSpPr/>
          <p:nvPr/>
        </p:nvGrpSpPr>
        <p:grpSpPr bwMode="auto">
          <a:xfrm>
            <a:off x="508005" y="787152"/>
            <a:ext cx="11389032" cy="5538112"/>
            <a:chOff x="0" y="0"/>
            <a:chExt cx="11389032" cy="5538112"/>
          </a:xfrm>
        </p:grpSpPr>
        <p:sp>
          <p:nvSpPr>
            <p:cNvPr id="914739871" name="Freeform 27"/>
            <p:cNvSpPr/>
            <p:nvPr/>
          </p:nvSpPr>
          <p:spPr bwMode="auto">
            <a:xfrm rot="0" flipH="0" flipV="0">
              <a:off x="0" y="120543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37223564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848561492" name="AutoShape 29"/>
            <p:cNvSpPr/>
            <p:nvPr/>
          </p:nvSpPr>
          <p:spPr bwMode="auto">
            <a:xfrm flipH="1">
              <a:off x="1471115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0870970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7148741" name="AutoShape 31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5462839" name="AutoShape 32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4315190" name="Freeform 34"/>
            <p:cNvSpPr/>
            <p:nvPr/>
          </p:nvSpPr>
          <p:spPr bwMode="auto">
            <a:xfrm rot="0" flipH="0" flipV="0">
              <a:off x="1671392" y="100987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54471122" name="TextBox 35"/>
            <p:cNvSpPr txBox="1"/>
            <p:nvPr/>
          </p:nvSpPr>
          <p:spPr bwMode="auto">
            <a:xfrm rot="0" flipH="0" flipV="0">
              <a:off x="1671392" y="93754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85402581" name="TextBox 36"/>
            <p:cNvSpPr txBox="1"/>
            <p:nvPr/>
          </p:nvSpPr>
          <p:spPr bwMode="auto">
            <a:xfrm>
              <a:off x="0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42917372" name="TextBox 37"/>
            <p:cNvSpPr txBox="1"/>
            <p:nvPr/>
          </p:nvSpPr>
          <p:spPr bwMode="auto">
            <a:xfrm>
              <a:off x="1573209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55522731" name="TextBox 38"/>
            <p:cNvSpPr txBox="1"/>
            <p:nvPr/>
          </p:nvSpPr>
          <p:spPr bwMode="auto">
            <a:xfrm>
              <a:off x="3147525" y="529409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20409829" name="Freeform 40"/>
            <p:cNvSpPr/>
            <p:nvPr/>
          </p:nvSpPr>
          <p:spPr bwMode="auto">
            <a:xfrm rot="0" flipH="0" flipV="0">
              <a:off x="1673395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21022820" name="TextBox 41"/>
            <p:cNvSpPr txBox="1"/>
            <p:nvPr/>
          </p:nvSpPr>
          <p:spPr bwMode="auto">
            <a:xfrm rot="0" flipH="0" flipV="0">
              <a:off x="1673395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70121213" name="Freeform 43"/>
            <p:cNvSpPr/>
            <p:nvPr/>
          </p:nvSpPr>
          <p:spPr bwMode="auto">
            <a:xfrm rot="0" flipH="0" flipV="0">
              <a:off x="102015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68366164" name="TextBox 44"/>
            <p:cNvSpPr txBox="1"/>
            <p:nvPr/>
          </p:nvSpPr>
          <p:spPr bwMode="auto">
            <a:xfrm rot="0" flipH="0" flipV="0">
              <a:off x="102015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45150622" name="Freeform 46"/>
            <p:cNvSpPr/>
            <p:nvPr/>
          </p:nvSpPr>
          <p:spPr bwMode="auto">
            <a:xfrm rot="0" flipH="0" flipV="0">
              <a:off x="102015" y="100987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07696458" name="TextBox 47"/>
            <p:cNvSpPr txBox="1"/>
            <p:nvPr/>
          </p:nvSpPr>
          <p:spPr bwMode="auto">
            <a:xfrm rot="0" flipH="0" flipV="0">
              <a:off x="102015" y="93754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464094" name="Freeform 49"/>
            <p:cNvSpPr/>
            <p:nvPr/>
          </p:nvSpPr>
          <p:spPr bwMode="auto">
            <a:xfrm rot="0" flipH="0" flipV="0">
              <a:off x="3249540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36859879" name="TextBox 50"/>
            <p:cNvSpPr txBox="1"/>
            <p:nvPr/>
          </p:nvSpPr>
          <p:spPr bwMode="auto">
            <a:xfrm rot="0" flipH="0" flipV="0">
              <a:off x="3249540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9756432" name="AutoShape 55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1670316" name="AutoShape 56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5922197" name="Freeform 58"/>
            <p:cNvSpPr/>
            <p:nvPr/>
          </p:nvSpPr>
          <p:spPr bwMode="auto">
            <a:xfrm rot="0" flipH="0" flipV="0">
              <a:off x="8443791" y="99394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59714991" name="TextBox 59"/>
            <p:cNvSpPr txBox="1"/>
            <p:nvPr/>
          </p:nvSpPr>
          <p:spPr bwMode="auto">
            <a:xfrm rot="0" flipH="0" flipV="0">
              <a:off x="8443791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29198524" name="TextBox 60"/>
            <p:cNvSpPr txBox="1"/>
            <p:nvPr/>
          </p:nvSpPr>
          <p:spPr bwMode="auto">
            <a:xfrm>
              <a:off x="6770394" y="529409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60529060" name="TextBox 61"/>
            <p:cNvSpPr txBox="1"/>
            <p:nvPr/>
          </p:nvSpPr>
          <p:spPr bwMode="auto">
            <a:xfrm>
              <a:off x="8343603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7165443" name="Freeform 64"/>
            <p:cNvSpPr/>
            <p:nvPr/>
          </p:nvSpPr>
          <p:spPr bwMode="auto">
            <a:xfrm rot="0" flipH="0" flipV="0">
              <a:off x="8443791" y="2548158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15402567" name="TextBox 65"/>
            <p:cNvSpPr txBox="1"/>
            <p:nvPr/>
          </p:nvSpPr>
          <p:spPr bwMode="auto">
            <a:xfrm rot="0" flipH="0" flipV="0">
              <a:off x="8443791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14824314" name="Freeform 67"/>
            <p:cNvSpPr/>
            <p:nvPr/>
          </p:nvSpPr>
          <p:spPr bwMode="auto">
            <a:xfrm rot="0" flipH="0" flipV="0">
              <a:off x="6872410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28913794" name="TextBox 68"/>
            <p:cNvSpPr txBox="1"/>
            <p:nvPr/>
          </p:nvSpPr>
          <p:spPr bwMode="auto">
            <a:xfrm rot="0" flipH="0" flipV="0">
              <a:off x="6872410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</a:t>
              </a:r>
              <a:endParaRPr lang="en-US" sz="12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  K0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131951664" name="Freeform 70"/>
            <p:cNvSpPr/>
            <p:nvPr/>
          </p:nvSpPr>
          <p:spPr bwMode="auto">
            <a:xfrm rot="0" flipH="0" flipV="0">
              <a:off x="10019934" y="2548158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02368105" name="TextBox 71"/>
            <p:cNvSpPr txBox="1"/>
            <p:nvPr/>
          </p:nvSpPr>
          <p:spPr bwMode="auto">
            <a:xfrm rot="0" flipH="0" flipV="0">
              <a:off x="10019934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004114306" name="Freeform 73"/>
            <p:cNvSpPr/>
            <p:nvPr/>
          </p:nvSpPr>
          <p:spPr bwMode="auto">
            <a:xfrm rot="0" flipH="0" flipV="0">
              <a:off x="10019934" y="177132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68980385" name="TextBox 74"/>
            <p:cNvSpPr txBox="1"/>
            <p:nvPr/>
          </p:nvSpPr>
          <p:spPr bwMode="auto">
            <a:xfrm rot="0" flipH="0" flipV="0">
              <a:off x="10019934" y="1698997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2108457443" name="AutoShape 75"/>
            <p:cNvSpPr/>
            <p:nvPr/>
          </p:nvSpPr>
          <p:spPr bwMode="auto">
            <a:xfrm flipH="1">
              <a:off x="4618638" y="2808261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4799039" name="Freeform 77"/>
            <p:cNvSpPr/>
            <p:nvPr/>
          </p:nvSpPr>
          <p:spPr bwMode="auto">
            <a:xfrm rot="0" flipH="0" flipV="0">
              <a:off x="5060421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98681928" name="TextBox 78"/>
            <p:cNvSpPr txBox="1"/>
            <p:nvPr/>
          </p:nvSpPr>
          <p:spPr bwMode="auto">
            <a:xfrm rot="0" flipH="0" flipV="0">
              <a:off x="5060421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First </a:t>
              </a:r>
              <a:r>
                <a:rPr lang="en-US" sz="1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payment 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82061704" name="Freeform 80"/>
            <p:cNvSpPr/>
            <p:nvPr/>
          </p:nvSpPr>
          <p:spPr bwMode="auto">
            <a:xfrm rot="0" flipH="0" flipV="0">
              <a:off x="5060421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58255982" name="TextBox 81"/>
            <p:cNvSpPr txBox="1"/>
            <p:nvPr/>
          </p:nvSpPr>
          <p:spPr bwMode="auto">
            <a:xfrm rot="0" flipH="0" flipV="0">
              <a:off x="5060421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0483921" name="AutoShape 82"/>
            <p:cNvSpPr/>
            <p:nvPr/>
          </p:nvSpPr>
          <p:spPr bwMode="auto">
            <a:xfrm>
              <a:off x="1473120" y="1254051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988048" name="AutoShape 83"/>
            <p:cNvSpPr/>
            <p:nvPr/>
          </p:nvSpPr>
          <p:spPr bwMode="auto">
            <a:xfrm flipH="1">
              <a:off x="3042495" y="2808261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905709" name="AutoShape 84"/>
            <p:cNvSpPr/>
            <p:nvPr/>
          </p:nvSpPr>
          <p:spPr bwMode="auto">
            <a:xfrm>
              <a:off x="232947" y="5426302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643573738" name="AutoShape 85"/>
            <p:cNvSpPr/>
            <p:nvPr/>
          </p:nvSpPr>
          <p:spPr bwMode="auto">
            <a:xfrm flipH="1">
              <a:off x="232947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255859118" name="AutoShape 86"/>
            <p:cNvSpPr/>
            <p:nvPr/>
          </p:nvSpPr>
          <p:spPr bwMode="auto">
            <a:xfrm>
              <a:off x="230940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1816638285" name="AutoShape 87"/>
            <p:cNvSpPr/>
            <p:nvPr/>
          </p:nvSpPr>
          <p:spPr bwMode="auto">
            <a:xfrm flipH="1">
              <a:off x="232947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466401743" name="AutoShape 88"/>
            <p:cNvSpPr/>
            <p:nvPr/>
          </p:nvSpPr>
          <p:spPr bwMode="auto">
            <a:xfrm flipH="1">
              <a:off x="232947" y="50681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1532823672" name="TextBox 89"/>
            <p:cNvSpPr txBox="1"/>
            <p:nvPr/>
          </p:nvSpPr>
          <p:spPr bwMode="auto">
            <a:xfrm>
              <a:off x="4958958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74077760" name="TextBox 90"/>
            <p:cNvSpPr txBox="1"/>
            <p:nvPr/>
          </p:nvSpPr>
          <p:spPr bwMode="auto">
            <a:xfrm flipH="0" flipV="0">
              <a:off x="1331155" y="3878662"/>
              <a:ext cx="771993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73480734" name="TextBox 91"/>
            <p:cNvSpPr txBox="1"/>
            <p:nvPr/>
          </p:nvSpPr>
          <p:spPr bwMode="auto">
            <a:xfrm flipH="0" flipV="0">
              <a:off x="1331155" y="4241606"/>
              <a:ext cx="7716591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8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66285003" name="TextBox 92"/>
            <p:cNvSpPr txBox="1"/>
            <p:nvPr/>
          </p:nvSpPr>
          <p:spPr bwMode="auto">
            <a:xfrm flipH="0" flipV="0">
              <a:off x="1331157" y="4601655"/>
              <a:ext cx="771325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479772601" name="TextBox 93"/>
            <p:cNvSpPr txBox="1"/>
            <p:nvPr/>
          </p:nvSpPr>
          <p:spPr bwMode="auto">
            <a:xfrm flipH="0" flipV="0">
              <a:off x="1331157" y="4964600"/>
              <a:ext cx="779911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173276689" name="TextBox 94"/>
            <p:cNvSpPr txBox="1"/>
            <p:nvPr/>
          </p:nvSpPr>
          <p:spPr bwMode="auto">
            <a:xfrm flipH="0" flipV="0">
              <a:off x="1331157" y="5324647"/>
              <a:ext cx="771325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19387189" name="Freeform 96"/>
            <p:cNvSpPr/>
            <p:nvPr/>
          </p:nvSpPr>
          <p:spPr bwMode="auto">
            <a:xfrm rot="0" flipH="0" flipV="0">
              <a:off x="1671645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7681592" name="TextBox 97"/>
            <p:cNvSpPr txBox="1"/>
            <p:nvPr/>
          </p:nvSpPr>
          <p:spPr bwMode="auto">
            <a:xfrm rot="0" flipH="0" flipV="0">
              <a:off x="1671645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33355050" name="Freeform 99"/>
            <p:cNvSpPr/>
            <p:nvPr/>
          </p:nvSpPr>
          <p:spPr bwMode="auto">
            <a:xfrm rot="0" flipH="0" flipV="0">
              <a:off x="104274" y="177132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5232094" name="TextBox 100"/>
            <p:cNvSpPr txBox="1"/>
            <p:nvPr/>
          </p:nvSpPr>
          <p:spPr bwMode="auto">
            <a:xfrm rot="0" flipH="0" flipV="0">
              <a:off x="104274" y="1698997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1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a</a:t>
              </a:r>
              <a:endParaRPr/>
            </a:p>
          </p:txBody>
        </p:sp>
        <p:sp>
          <p:nvSpPr>
            <p:cNvPr id="546176773" name="AutoShape 101"/>
            <p:cNvSpPr/>
            <p:nvPr/>
          </p:nvSpPr>
          <p:spPr bwMode="auto">
            <a:xfrm>
              <a:off x="1473372" y="2031430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1173755" name="Freeform 103"/>
            <p:cNvSpPr/>
            <p:nvPr/>
          </p:nvSpPr>
          <p:spPr bwMode="auto">
            <a:xfrm rot="0" flipH="0" flipV="0">
              <a:off x="10019934" y="99394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187708208" name="TextBox 104"/>
            <p:cNvSpPr txBox="1"/>
            <p:nvPr/>
          </p:nvSpPr>
          <p:spPr bwMode="auto">
            <a:xfrm rot="0" flipH="0" flipV="0">
              <a:off x="10019934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834475564" name="Freeform 106"/>
            <p:cNvSpPr/>
            <p:nvPr/>
          </p:nvSpPr>
          <p:spPr bwMode="auto">
            <a:xfrm rot="0" flipH="0" flipV="0">
              <a:off x="8445619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545894" name="TextBox 107"/>
            <p:cNvSpPr txBox="1"/>
            <p:nvPr/>
          </p:nvSpPr>
          <p:spPr bwMode="auto">
            <a:xfrm rot="0" flipH="0" flipV="0">
              <a:off x="8445619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70710994" name="Freeform 109"/>
            <p:cNvSpPr/>
            <p:nvPr/>
          </p:nvSpPr>
          <p:spPr bwMode="auto">
            <a:xfrm rot="0" flipH="0" flipV="0">
              <a:off x="6874416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18696609" name="TextBox 110"/>
            <p:cNvSpPr txBox="1"/>
            <p:nvPr/>
          </p:nvSpPr>
          <p:spPr bwMode="auto">
            <a:xfrm rot="0" flipH="0" flipV="0">
              <a:off x="6874416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61962632" name="AutoShape 111"/>
            <p:cNvSpPr/>
            <p:nvPr/>
          </p:nvSpPr>
          <p:spPr bwMode="auto">
            <a:xfrm>
              <a:off x="8243513" y="2031430"/>
              <a:ext cx="20210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1799493" name="AutoShape 112"/>
            <p:cNvSpPr/>
            <p:nvPr/>
          </p:nvSpPr>
          <p:spPr bwMode="auto">
            <a:xfrm>
              <a:off x="9128952" y="1514153"/>
              <a:ext cx="603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732603" name="AutoShape 113"/>
            <p:cNvSpPr/>
            <p:nvPr/>
          </p:nvSpPr>
          <p:spPr bwMode="auto">
            <a:xfrm>
              <a:off x="788655" y="1514153"/>
              <a:ext cx="82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8450842" name="AutoShape 114"/>
            <p:cNvSpPr/>
            <p:nvPr/>
          </p:nvSpPr>
          <p:spPr bwMode="auto">
            <a:xfrm flipH="1">
              <a:off x="1176715" y="1588694"/>
              <a:ext cx="4165927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873973" name="AutoShape 115"/>
            <p:cNvSpPr/>
            <p:nvPr/>
          </p:nvSpPr>
          <p:spPr bwMode="auto">
            <a:xfrm flipV="1">
              <a:off x="1199574" y="1588694"/>
              <a:ext cx="0" cy="182631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7861812" name="AutoShape 116"/>
            <p:cNvSpPr/>
            <p:nvPr/>
          </p:nvSpPr>
          <p:spPr bwMode="auto">
            <a:xfrm flipV="1">
              <a:off x="5342645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30808137" name="AutoShape 117"/>
            <p:cNvSpPr/>
            <p:nvPr/>
          </p:nvSpPr>
          <p:spPr bwMode="auto">
            <a:xfrm flipH="1">
              <a:off x="6148917" y="1589638"/>
              <a:ext cx="2569465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0645299" name="AutoShape 118"/>
            <p:cNvSpPr/>
            <p:nvPr/>
          </p:nvSpPr>
          <p:spPr bwMode="auto">
            <a:xfrm flipV="1">
              <a:off x="6148917" y="1565825"/>
              <a:ext cx="0" cy="20644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44021044" name="AutoShape 119"/>
            <p:cNvSpPr/>
            <p:nvPr/>
          </p:nvSpPr>
          <p:spPr bwMode="auto">
            <a:xfrm flipV="1">
              <a:off x="8718385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717708" name="AutoShape 120"/>
            <p:cNvSpPr/>
            <p:nvPr/>
          </p:nvSpPr>
          <p:spPr bwMode="auto">
            <a:xfrm flipV="1">
              <a:off x="9128341" y="2291532"/>
              <a:ext cx="1827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6325123" name="AutoShape 121"/>
            <p:cNvSpPr/>
            <p:nvPr/>
          </p:nvSpPr>
          <p:spPr bwMode="auto">
            <a:xfrm flipH="1">
              <a:off x="5721470" y="2365560"/>
              <a:ext cx="301977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90303789" name="AutoShape 122"/>
            <p:cNvSpPr/>
            <p:nvPr/>
          </p:nvSpPr>
          <p:spPr bwMode="auto">
            <a:xfrm flipH="1" flipV="1">
              <a:off x="5744972" y="2291532"/>
              <a:ext cx="0" cy="58101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5298650" name="AutoShape 123"/>
            <p:cNvSpPr/>
            <p:nvPr/>
          </p:nvSpPr>
          <p:spPr bwMode="auto">
            <a:xfrm flipV="1">
              <a:off x="8718385" y="2349634"/>
              <a:ext cx="0" cy="19852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3780646" name="AutoShape 124"/>
            <p:cNvSpPr/>
            <p:nvPr/>
          </p:nvSpPr>
          <p:spPr bwMode="auto">
            <a:xfrm flipH="1">
              <a:off x="8241509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49649562" name=""/>
          <p:cNvGrpSpPr/>
          <p:nvPr/>
        </p:nvGrpSpPr>
        <p:grpSpPr bwMode="auto">
          <a:xfrm>
            <a:off x="708227" y="451873"/>
            <a:ext cx="10902257" cy="5803113"/>
            <a:chOff x="0" y="0"/>
            <a:chExt cx="10902257" cy="5803113"/>
          </a:xfrm>
        </p:grpSpPr>
        <p:sp>
          <p:nvSpPr>
            <p:cNvPr id="760810367" name="Freeform 27"/>
            <p:cNvSpPr/>
            <p:nvPr/>
          </p:nvSpPr>
          <p:spPr bwMode="auto">
            <a:xfrm rot="0" flipH="0" flipV="0">
              <a:off x="0" y="67746"/>
              <a:ext cx="4420475" cy="4608990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881360984" name="TextBox 28"/>
            <p:cNvSpPr txBox="1"/>
            <p:nvPr/>
          </p:nvSpPr>
          <p:spPr bwMode="auto">
            <a:xfrm rot="0" flipH="0" flipV="0">
              <a:off x="0" y="0"/>
              <a:ext cx="4420475" cy="46767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14904593" name="AutoShape 29"/>
            <p:cNvSpPr/>
            <p:nvPr/>
          </p:nvSpPr>
          <p:spPr bwMode="auto">
            <a:xfrm flipH="1">
              <a:off x="1473444" y="425554"/>
              <a:ext cx="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0989071" name="AutoShape 30"/>
            <p:cNvSpPr/>
            <p:nvPr/>
          </p:nvSpPr>
          <p:spPr bwMode="auto">
            <a:xfrm>
              <a:off x="0" y="425554"/>
              <a:ext cx="442047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0522214" name="AutoShape 31"/>
            <p:cNvSpPr/>
            <p:nvPr/>
          </p:nvSpPr>
          <p:spPr bwMode="auto">
            <a:xfrm>
              <a:off x="2943608" y="425554"/>
              <a:ext cx="335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5335218" name="Freeform 33"/>
            <p:cNvSpPr/>
            <p:nvPr/>
          </p:nvSpPr>
          <p:spPr bwMode="auto">
            <a:xfrm rot="0" flipH="0" flipV="0">
              <a:off x="1567357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3776423" name="TextBox 34"/>
            <p:cNvSpPr txBox="1"/>
            <p:nvPr/>
          </p:nvSpPr>
          <p:spPr bwMode="auto">
            <a:xfrm rot="0" flipH="0" flipV="0">
              <a:off x="1567357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3893382" name="TextBox 35"/>
            <p:cNvSpPr txBox="1"/>
            <p:nvPr/>
          </p:nvSpPr>
          <p:spPr bwMode="auto">
            <a:xfrm>
              <a:off x="0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06234592" name="TextBox 36"/>
            <p:cNvSpPr txBox="1"/>
            <p:nvPr/>
          </p:nvSpPr>
          <p:spPr bwMode="auto">
            <a:xfrm>
              <a:off x="1473517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08460734" name="TextBox 37"/>
            <p:cNvSpPr txBox="1"/>
            <p:nvPr/>
          </p:nvSpPr>
          <p:spPr bwMode="auto">
            <a:xfrm>
              <a:off x="2948067" y="448893"/>
              <a:ext cx="1475241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73320216" name="Freeform 42"/>
            <p:cNvSpPr/>
            <p:nvPr/>
          </p:nvSpPr>
          <p:spPr bwMode="auto">
            <a:xfrm rot="0" flipH="0" flipV="0">
              <a:off x="6341362" y="67746"/>
              <a:ext cx="4420475" cy="4608990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35020112" name="TextBox 43"/>
            <p:cNvSpPr txBox="1"/>
            <p:nvPr/>
          </p:nvSpPr>
          <p:spPr bwMode="auto">
            <a:xfrm rot="0" flipH="0" flipV="0">
              <a:off x="6341362" y="0"/>
              <a:ext cx="4420475" cy="46767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770510175" name="AutoShape 44"/>
            <p:cNvSpPr/>
            <p:nvPr/>
          </p:nvSpPr>
          <p:spPr bwMode="auto">
            <a:xfrm>
              <a:off x="6341364" y="425554"/>
              <a:ext cx="442047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2522779" name="AutoShape 45"/>
            <p:cNvSpPr/>
            <p:nvPr/>
          </p:nvSpPr>
          <p:spPr bwMode="auto">
            <a:xfrm>
              <a:off x="7814808" y="425554"/>
              <a:ext cx="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3790351" name="AutoShape 46"/>
            <p:cNvSpPr/>
            <p:nvPr/>
          </p:nvSpPr>
          <p:spPr bwMode="auto">
            <a:xfrm>
              <a:off x="9284969" y="425554"/>
              <a:ext cx="335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9904940" name="Freeform 48"/>
            <p:cNvSpPr/>
            <p:nvPr/>
          </p:nvSpPr>
          <p:spPr bwMode="auto">
            <a:xfrm rot="0" flipH="0" flipV="0">
              <a:off x="7908717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59418770" name="TextBox 49"/>
            <p:cNvSpPr txBox="1"/>
            <p:nvPr/>
          </p:nvSpPr>
          <p:spPr bwMode="auto">
            <a:xfrm rot="0" flipH="0" flipV="0">
              <a:off x="7908717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7014087" name="TextBox 50"/>
            <p:cNvSpPr txBox="1"/>
            <p:nvPr/>
          </p:nvSpPr>
          <p:spPr bwMode="auto">
            <a:xfrm>
              <a:off x="6341362" y="448893"/>
              <a:ext cx="1475241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11530573" name="TextBox 51"/>
            <p:cNvSpPr txBox="1"/>
            <p:nvPr/>
          </p:nvSpPr>
          <p:spPr bwMode="auto">
            <a:xfrm>
              <a:off x="7814877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6078094" name="TextBox 52"/>
            <p:cNvSpPr txBox="1"/>
            <p:nvPr/>
          </p:nvSpPr>
          <p:spPr bwMode="auto">
            <a:xfrm>
              <a:off x="9289430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31879437" name="Freeform 54"/>
            <p:cNvSpPr/>
            <p:nvPr/>
          </p:nvSpPr>
          <p:spPr bwMode="auto">
            <a:xfrm rot="0" flipH="0" flipV="0">
              <a:off x="7908717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69758804" name="TextBox 55"/>
            <p:cNvSpPr txBox="1"/>
            <p:nvPr/>
          </p:nvSpPr>
          <p:spPr bwMode="auto">
            <a:xfrm rot="0" flipH="0" flipV="0">
              <a:off x="7908717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2947587" name="Freeform 57"/>
            <p:cNvSpPr/>
            <p:nvPr/>
          </p:nvSpPr>
          <p:spPr bwMode="auto">
            <a:xfrm rot="0" flipH="0" flipV="0">
              <a:off x="6436915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1349834" name="TextBox 58"/>
            <p:cNvSpPr txBox="1"/>
            <p:nvPr/>
          </p:nvSpPr>
          <p:spPr bwMode="auto">
            <a:xfrm rot="0" flipH="0" flipV="0">
              <a:off x="6436915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address K0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02056" name="Freeform 60"/>
            <p:cNvSpPr/>
            <p:nvPr/>
          </p:nvSpPr>
          <p:spPr bwMode="auto">
            <a:xfrm rot="0" flipH="0" flipV="0">
              <a:off x="9384982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454297293" name="TextBox 61"/>
            <p:cNvSpPr txBox="1"/>
            <p:nvPr/>
          </p:nvSpPr>
          <p:spPr bwMode="auto">
            <a:xfrm rot="0" flipH="0" flipV="0">
              <a:off x="9384982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360455499" name="Freeform 63"/>
            <p:cNvSpPr/>
            <p:nvPr/>
          </p:nvSpPr>
          <p:spPr bwMode="auto">
            <a:xfrm rot="0" flipH="0" flipV="0">
              <a:off x="9384982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060039789" name="TextBox 64"/>
            <p:cNvSpPr txBox="1"/>
            <p:nvPr/>
          </p:nvSpPr>
          <p:spPr bwMode="auto">
            <a:xfrm rot="0" flipH="0" flipV="0">
              <a:off x="9384982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254331887" name="Freeform 66"/>
            <p:cNvSpPr/>
            <p:nvPr/>
          </p:nvSpPr>
          <p:spPr bwMode="auto">
            <a:xfrm rot="0" flipH="0" flipV="0">
              <a:off x="4739749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3763668" name="TextBox 67"/>
            <p:cNvSpPr txBox="1"/>
            <p:nvPr/>
          </p:nvSpPr>
          <p:spPr bwMode="auto">
            <a:xfrm rot="0" flipH="0" flipV="0">
              <a:off x="4739749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20847150" name="AutoShape 68"/>
            <p:cNvSpPr/>
            <p:nvPr/>
          </p:nvSpPr>
          <p:spPr bwMode="auto">
            <a:xfrm>
              <a:off x="1379772" y="1129423"/>
              <a:ext cx="18758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427918" name="AutoShape 69"/>
            <p:cNvSpPr/>
            <p:nvPr/>
          </p:nvSpPr>
          <p:spPr bwMode="auto">
            <a:xfrm>
              <a:off x="5982029" y="5385748"/>
              <a:ext cx="731376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439068248" name="AutoShape 70"/>
            <p:cNvSpPr/>
            <p:nvPr/>
          </p:nvSpPr>
          <p:spPr bwMode="auto">
            <a:xfrm flipH="1">
              <a:off x="602470" y="5394955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335416684" name="AutoShape 71"/>
            <p:cNvSpPr/>
            <p:nvPr/>
          </p:nvSpPr>
          <p:spPr bwMode="auto">
            <a:xfrm>
              <a:off x="600593" y="5055009"/>
              <a:ext cx="733253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3922031" name="AutoShape 72"/>
            <p:cNvSpPr/>
            <p:nvPr/>
          </p:nvSpPr>
          <p:spPr bwMode="auto">
            <a:xfrm flipH="1">
              <a:off x="602470" y="5732750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100396717" name="AutoShape 73"/>
            <p:cNvSpPr/>
            <p:nvPr/>
          </p:nvSpPr>
          <p:spPr bwMode="auto">
            <a:xfrm flipH="1">
              <a:off x="5982029" y="5050286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15588759" name="TextBox 74"/>
            <p:cNvSpPr txBox="1"/>
            <p:nvPr/>
          </p:nvSpPr>
          <p:spPr bwMode="auto">
            <a:xfrm>
              <a:off x="4644716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9962641" name="TextBox 75"/>
            <p:cNvSpPr txBox="1"/>
            <p:nvPr/>
          </p:nvSpPr>
          <p:spPr bwMode="auto">
            <a:xfrm>
              <a:off x="1631088" y="4942572"/>
              <a:ext cx="38952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43406945" name="TextBox 76"/>
            <p:cNvSpPr txBox="1"/>
            <p:nvPr/>
          </p:nvSpPr>
          <p:spPr bwMode="auto">
            <a:xfrm>
              <a:off x="1631088" y="5282517"/>
              <a:ext cx="38934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4364723" name="TextBox 77"/>
            <p:cNvSpPr txBox="1"/>
            <p:nvPr/>
          </p:nvSpPr>
          <p:spPr bwMode="auto">
            <a:xfrm>
              <a:off x="1631088" y="5619747"/>
              <a:ext cx="38916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8554654" name="TextBox 78"/>
            <p:cNvSpPr txBox="1"/>
            <p:nvPr/>
          </p:nvSpPr>
          <p:spPr bwMode="auto">
            <a:xfrm>
              <a:off x="7010649" y="4942572"/>
              <a:ext cx="3710214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0510888" name="TextBox 79"/>
            <p:cNvSpPr txBox="1"/>
            <p:nvPr/>
          </p:nvSpPr>
          <p:spPr bwMode="auto">
            <a:xfrm>
              <a:off x="7010649" y="5279801"/>
              <a:ext cx="38916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828791" name="Freeform 81"/>
            <p:cNvSpPr/>
            <p:nvPr/>
          </p:nvSpPr>
          <p:spPr bwMode="auto">
            <a:xfrm rot="0" flipH="0" flipV="0">
              <a:off x="1567593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1285401" name="TextBox 82"/>
            <p:cNvSpPr txBox="1"/>
            <p:nvPr/>
          </p:nvSpPr>
          <p:spPr bwMode="auto">
            <a:xfrm rot="0" flipH="0" flipV="0">
              <a:off x="1567593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0274790" name="Freeform 84"/>
            <p:cNvSpPr/>
            <p:nvPr/>
          </p:nvSpPr>
          <p:spPr bwMode="auto">
            <a:xfrm rot="0" flipH="0" flipV="0">
              <a:off x="97666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6549166" name="TextBox 85"/>
            <p:cNvSpPr txBox="1"/>
            <p:nvPr/>
          </p:nvSpPr>
          <p:spPr bwMode="auto">
            <a:xfrm rot="0" flipH="0" flipV="0">
              <a:off x="97666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13145956" name="AutoShape 86"/>
            <p:cNvSpPr/>
            <p:nvPr/>
          </p:nvSpPr>
          <p:spPr bwMode="auto">
            <a:xfrm>
              <a:off x="1380007" y="1857543"/>
              <a:ext cx="18758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4250710" name="Freeform 88"/>
            <p:cNvSpPr/>
            <p:nvPr/>
          </p:nvSpPr>
          <p:spPr bwMode="auto">
            <a:xfrm rot="0" flipH="0" flipV="0">
              <a:off x="7910431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2177912" name="TextBox 89"/>
            <p:cNvSpPr txBox="1"/>
            <p:nvPr/>
          </p:nvSpPr>
          <p:spPr bwMode="auto">
            <a:xfrm rot="0" flipH="0" flipV="0">
              <a:off x="7910431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1861070" name="Freeform 91"/>
            <p:cNvSpPr/>
            <p:nvPr/>
          </p:nvSpPr>
          <p:spPr bwMode="auto">
            <a:xfrm rot="0" flipH="0" flipV="0">
              <a:off x="6438790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38426322" name="TextBox 92"/>
            <p:cNvSpPr txBox="1"/>
            <p:nvPr/>
          </p:nvSpPr>
          <p:spPr bwMode="auto">
            <a:xfrm rot="0" flipH="0" flipV="0">
              <a:off x="6438790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5334609" name="AutoShape 93"/>
            <p:cNvSpPr/>
            <p:nvPr/>
          </p:nvSpPr>
          <p:spPr bwMode="auto">
            <a:xfrm>
              <a:off x="7721131" y="1857543"/>
              <a:ext cx="18929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7489758" name="AutoShape 94"/>
            <p:cNvSpPr/>
            <p:nvPr/>
          </p:nvSpPr>
          <p:spPr bwMode="auto">
            <a:xfrm flipH="1">
              <a:off x="9190540" y="3313264"/>
              <a:ext cx="194441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8580102" name="AutoShape 95"/>
            <p:cNvSpPr/>
            <p:nvPr/>
          </p:nvSpPr>
          <p:spPr bwMode="auto">
            <a:xfrm>
              <a:off x="738680" y="1373044"/>
              <a:ext cx="76" cy="24087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5564839" name="AutoShape 96"/>
            <p:cNvSpPr/>
            <p:nvPr/>
          </p:nvSpPr>
          <p:spPr bwMode="auto">
            <a:xfrm flipH="1">
              <a:off x="1102149" y="1442862"/>
              <a:ext cx="2604051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2083618" name="AutoShape 97"/>
            <p:cNvSpPr/>
            <p:nvPr/>
          </p:nvSpPr>
          <p:spPr bwMode="auto">
            <a:xfrm flipV="1">
              <a:off x="1123560" y="1442862"/>
              <a:ext cx="0" cy="17105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5579228" name="AutoShape 98"/>
            <p:cNvSpPr/>
            <p:nvPr/>
          </p:nvSpPr>
          <p:spPr bwMode="auto">
            <a:xfrm flipV="1">
              <a:off x="5004087" y="2873373"/>
              <a:ext cx="0" cy="19626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8053960" name="AutoShape 99"/>
            <p:cNvSpPr/>
            <p:nvPr/>
          </p:nvSpPr>
          <p:spPr bwMode="auto">
            <a:xfrm flipV="1">
              <a:off x="8549370" y="3556882"/>
              <a:ext cx="0" cy="24087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533382" name="AutoShape 100"/>
            <p:cNvSpPr/>
            <p:nvPr/>
          </p:nvSpPr>
          <p:spPr bwMode="auto">
            <a:xfrm flipH="1">
              <a:off x="1377376" y="4041382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4041770" name="Freeform 102"/>
            <p:cNvSpPr/>
            <p:nvPr/>
          </p:nvSpPr>
          <p:spPr bwMode="auto">
            <a:xfrm rot="0" flipH="0" flipV="0">
              <a:off x="1566838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5559843" name="TextBox 103"/>
            <p:cNvSpPr txBox="1"/>
            <p:nvPr/>
          </p:nvSpPr>
          <p:spPr bwMode="auto">
            <a:xfrm rot="0" flipH="0" flipV="0">
              <a:off x="1566838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807781" name="Freeform 105"/>
            <p:cNvSpPr/>
            <p:nvPr/>
          </p:nvSpPr>
          <p:spPr bwMode="auto">
            <a:xfrm rot="0" flipH="0" flipV="0">
              <a:off x="95034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112665" name="TextBox 106"/>
            <p:cNvSpPr txBox="1"/>
            <p:nvPr/>
          </p:nvSpPr>
          <p:spPr bwMode="auto">
            <a:xfrm rot="0" flipH="0" flipV="0">
              <a:off x="95034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3095674" name="Freeform 108"/>
            <p:cNvSpPr/>
            <p:nvPr/>
          </p:nvSpPr>
          <p:spPr bwMode="auto">
            <a:xfrm rot="0" flipH="0" flipV="0">
              <a:off x="3043102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61771056" name="TextBox 109"/>
            <p:cNvSpPr txBox="1"/>
            <p:nvPr/>
          </p:nvSpPr>
          <p:spPr bwMode="auto">
            <a:xfrm rot="0" flipH="0" flipV="0">
              <a:off x="3043102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25037369" name="Freeform 111"/>
            <p:cNvSpPr/>
            <p:nvPr/>
          </p:nvSpPr>
          <p:spPr bwMode="auto">
            <a:xfrm rot="0" flipH="0" flipV="0">
              <a:off x="7908199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7123268" name="TextBox 112"/>
            <p:cNvSpPr txBox="1"/>
            <p:nvPr/>
          </p:nvSpPr>
          <p:spPr bwMode="auto">
            <a:xfrm rot="0" flipH="0" flipV="0">
              <a:off x="7908199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4227327" name="Freeform 114"/>
            <p:cNvSpPr/>
            <p:nvPr/>
          </p:nvSpPr>
          <p:spPr bwMode="auto">
            <a:xfrm rot="0" flipH="0" flipV="0">
              <a:off x="6436396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3774784" name="TextBox 115"/>
            <p:cNvSpPr txBox="1"/>
            <p:nvPr/>
          </p:nvSpPr>
          <p:spPr bwMode="auto">
            <a:xfrm rot="0" flipH="0" flipV="0">
              <a:off x="6436396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K1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8484979" name="Freeform 117"/>
            <p:cNvSpPr/>
            <p:nvPr/>
          </p:nvSpPr>
          <p:spPr bwMode="auto">
            <a:xfrm rot="0" flipH="0" flipV="0">
              <a:off x="9384463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710184804" name="TextBox 118"/>
            <p:cNvSpPr txBox="1"/>
            <p:nvPr/>
          </p:nvSpPr>
          <p:spPr bwMode="auto">
            <a:xfrm rot="0" flipH="0" flipV="0">
              <a:off x="9384463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720013979" name="AutoShape 119"/>
            <p:cNvSpPr/>
            <p:nvPr/>
          </p:nvSpPr>
          <p:spPr bwMode="auto">
            <a:xfrm flipH="1">
              <a:off x="4325443" y="4041382"/>
              <a:ext cx="2110952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3587932" name="Freeform 121"/>
            <p:cNvSpPr/>
            <p:nvPr/>
          </p:nvSpPr>
          <p:spPr bwMode="auto">
            <a:xfrm rot="0" flipH="0" flipV="0">
              <a:off x="4739231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3024174" name="TextBox 122"/>
            <p:cNvSpPr txBox="1"/>
            <p:nvPr/>
          </p:nvSpPr>
          <p:spPr bwMode="auto">
            <a:xfrm rot="0" flipH="0" flipV="0">
              <a:off x="4739231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Second payment BIP47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1460355" name="AutoShape 123"/>
            <p:cNvSpPr/>
            <p:nvPr/>
          </p:nvSpPr>
          <p:spPr bwMode="auto">
            <a:xfrm flipH="1">
              <a:off x="2849177" y="4041382"/>
              <a:ext cx="193923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8296151" name="AutoShape 124"/>
            <p:cNvSpPr/>
            <p:nvPr/>
          </p:nvSpPr>
          <p:spPr bwMode="auto">
            <a:xfrm flipH="1">
              <a:off x="7718737" y="4041382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3852829" name="Freeform 126"/>
            <p:cNvSpPr/>
            <p:nvPr/>
          </p:nvSpPr>
          <p:spPr bwMode="auto">
            <a:xfrm rot="0" flipH="0" flipV="0">
              <a:off x="7908199" y="306964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7266083" name="TextBox 127"/>
            <p:cNvSpPr txBox="1"/>
            <p:nvPr/>
          </p:nvSpPr>
          <p:spPr bwMode="auto">
            <a:xfrm rot="0" flipH="0" flipV="0">
              <a:off x="7908199" y="300189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3578123" name="AutoShape 128"/>
            <p:cNvSpPr/>
            <p:nvPr/>
          </p:nvSpPr>
          <p:spPr bwMode="auto">
            <a:xfrm>
              <a:off x="7719255" y="2585145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52121898" name="Freeform 130"/>
            <p:cNvSpPr/>
            <p:nvPr/>
          </p:nvSpPr>
          <p:spPr bwMode="auto">
            <a:xfrm rot="0" flipH="0" flipV="0">
              <a:off x="4740267" y="306964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9016555" name="TextBox 131"/>
            <p:cNvSpPr txBox="1"/>
            <p:nvPr/>
          </p:nvSpPr>
          <p:spPr bwMode="auto">
            <a:xfrm rot="0" flipH="0" flipV="0">
              <a:off x="4740267" y="300189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4841869" name="AutoShape 132"/>
            <p:cNvSpPr/>
            <p:nvPr/>
          </p:nvSpPr>
          <p:spPr bwMode="auto">
            <a:xfrm flipH="1">
              <a:off x="5358907" y="3611819"/>
              <a:ext cx="282841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2583605" name="AutoShape 133"/>
            <p:cNvSpPr/>
            <p:nvPr/>
          </p:nvSpPr>
          <p:spPr bwMode="auto">
            <a:xfrm flipV="1">
              <a:off x="5380920" y="3557398"/>
              <a:ext cx="0" cy="5441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635334" name="AutoShape 134"/>
            <p:cNvSpPr/>
            <p:nvPr/>
          </p:nvSpPr>
          <p:spPr bwMode="auto">
            <a:xfrm flipV="1">
              <a:off x="8165911" y="3611819"/>
              <a:ext cx="0" cy="18594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781374" name="AutoShape 135"/>
            <p:cNvSpPr/>
            <p:nvPr/>
          </p:nvSpPr>
          <p:spPr bwMode="auto">
            <a:xfrm flipH="1">
              <a:off x="5759269" y="2895675"/>
              <a:ext cx="2406641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8025004" name="AutoShape 136"/>
            <p:cNvSpPr/>
            <p:nvPr/>
          </p:nvSpPr>
          <p:spPr bwMode="auto">
            <a:xfrm flipV="1">
              <a:off x="5759269" y="2873373"/>
              <a:ext cx="0" cy="193361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7272125" name="AutoShape 137"/>
            <p:cNvSpPr/>
            <p:nvPr/>
          </p:nvSpPr>
          <p:spPr bwMode="auto">
            <a:xfrm flipV="1">
              <a:off x="8165911" y="2873373"/>
              <a:ext cx="0" cy="19247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1557365" name="AutoShape 138"/>
            <p:cNvSpPr/>
            <p:nvPr/>
          </p:nvSpPr>
          <p:spPr bwMode="auto">
            <a:xfrm flipH="1">
              <a:off x="3659806" y="2895675"/>
              <a:ext cx="134428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1510852" name="AutoShape 139"/>
            <p:cNvSpPr/>
            <p:nvPr/>
          </p:nvSpPr>
          <p:spPr bwMode="auto">
            <a:xfrm flipV="1">
              <a:off x="3684274" y="1442862"/>
              <a:ext cx="0" cy="1452813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7644897" name="AutoShape 140"/>
            <p:cNvSpPr/>
            <p:nvPr/>
          </p:nvSpPr>
          <p:spPr bwMode="auto">
            <a:xfrm flipV="1">
              <a:off x="9191057" y="1129423"/>
              <a:ext cx="193923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7458150" name="Freeform 142"/>
            <p:cNvSpPr/>
            <p:nvPr/>
          </p:nvSpPr>
          <p:spPr bwMode="auto">
            <a:xfrm rot="0" flipH="0" flipV="0">
              <a:off x="9381997" y="3065851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54085188" name="TextBox 143"/>
            <p:cNvSpPr txBox="1"/>
            <p:nvPr/>
          </p:nvSpPr>
          <p:spPr bwMode="auto">
            <a:xfrm rot="0" flipH="0" flipV="0">
              <a:off x="9381997" y="2998104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124322071" name="Freeform 145"/>
            <p:cNvSpPr/>
            <p:nvPr/>
          </p:nvSpPr>
          <p:spPr bwMode="auto">
            <a:xfrm rot="0" flipH="0" flipV="0">
              <a:off x="9384982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666730732" name="TextBox 146"/>
            <p:cNvSpPr txBox="1"/>
            <p:nvPr/>
          </p:nvSpPr>
          <p:spPr bwMode="auto">
            <a:xfrm rot="0" flipH="0" flipV="0">
              <a:off x="9384982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2033375712" name="AutoShape 147"/>
            <p:cNvSpPr/>
            <p:nvPr/>
          </p:nvSpPr>
          <p:spPr bwMode="auto">
            <a:xfrm flipV="1">
              <a:off x="9384982" y="1108012"/>
              <a:ext cx="0" cy="223023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02229411" name=""/>
            <p:cNvGrpSpPr/>
            <p:nvPr/>
          </p:nvGrpSpPr>
          <p:grpSpPr bwMode="auto">
            <a:xfrm>
              <a:off x="95034" y="843246"/>
              <a:ext cx="1282336" cy="554984"/>
              <a:chOff x="0" y="0"/>
              <a:chExt cx="1282336" cy="554984"/>
            </a:xfrm>
          </p:grpSpPr>
          <p:sp>
            <p:nvSpPr>
              <p:cNvPr id="500002838" name="Freeform 39"/>
              <p:cNvSpPr/>
              <p:nvPr/>
            </p:nvSpPr>
            <p:spPr bwMode="auto">
              <a:xfrm rot="0" flipH="0" flipV="0">
                <a:off x="0" y="67746"/>
                <a:ext cx="1282338" cy="487237"/>
              </a:xfrm>
              <a:custGeom>
                <a:avLst/>
                <a:gdLst/>
                <a:ahLst/>
                <a:cxnLst/>
                <a:rect l="l" t="t" r="r" b="b"/>
                <a:pathLst>
                  <a:path w="540878" h="205513" fill="norm" stroke="1" extrusionOk="0">
                    <a:moveTo>
                      <a:pt x="0" y="0"/>
                    </a:moveTo>
                    <a:lnTo>
                      <a:pt x="540878" y="0"/>
                    </a:lnTo>
                    <a:lnTo>
                      <a:pt x="540878" y="205513"/>
                    </a:lnTo>
                    <a:lnTo>
                      <a:pt x="0" y="205513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6436179" name="TextBox 40"/>
              <p:cNvSpPr txBox="1"/>
              <p:nvPr/>
            </p:nvSpPr>
            <p:spPr bwMode="auto">
              <a:xfrm rot="0" flipH="0" flipV="0">
                <a:off x="0" y="0"/>
                <a:ext cx="1282338" cy="5549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398"/>
                  </a:lnSpc>
                  <a:defRPr/>
                </a:pPr>
                <a:r>
                  <a:rPr lang="en-US" sz="1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Master key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5607893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8595" y="220700"/>
            <a:ext cx="12058233" cy="64700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73020029" name=""/>
          <p:cNvGrpSpPr/>
          <p:nvPr/>
        </p:nvGrpSpPr>
        <p:grpSpPr bwMode="auto">
          <a:xfrm>
            <a:off x="707303" y="642746"/>
            <a:ext cx="10903540" cy="5816346"/>
            <a:chOff x="0" y="0"/>
            <a:chExt cx="10903540" cy="5816346"/>
          </a:xfrm>
        </p:grpSpPr>
        <p:sp>
          <p:nvSpPr>
            <p:cNvPr id="996424954" name="Freeform 27"/>
            <p:cNvSpPr/>
            <p:nvPr/>
          </p:nvSpPr>
          <p:spPr bwMode="auto">
            <a:xfrm rot="0" flipH="0" flipV="0">
              <a:off x="0" y="68016"/>
              <a:ext cx="4438125" cy="4627391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432514489" name="TextBox 28"/>
            <p:cNvSpPr txBox="1"/>
            <p:nvPr/>
          </p:nvSpPr>
          <p:spPr bwMode="auto">
            <a:xfrm rot="0" flipH="0" flipV="0">
              <a:off x="0" y="0"/>
              <a:ext cx="4438125" cy="469541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484834561" name="AutoShape 29"/>
            <p:cNvSpPr/>
            <p:nvPr/>
          </p:nvSpPr>
          <p:spPr bwMode="auto">
            <a:xfrm flipH="1">
              <a:off x="1479327" y="427255"/>
              <a:ext cx="0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1342361" name="AutoShape 30"/>
            <p:cNvSpPr/>
            <p:nvPr/>
          </p:nvSpPr>
          <p:spPr bwMode="auto">
            <a:xfrm>
              <a:off x="0" y="427255"/>
              <a:ext cx="4438125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3693702" name="AutoShape 31"/>
            <p:cNvSpPr/>
            <p:nvPr/>
          </p:nvSpPr>
          <p:spPr bwMode="auto">
            <a:xfrm>
              <a:off x="2955361" y="427255"/>
              <a:ext cx="3366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4031477" name="Freeform 33"/>
            <p:cNvSpPr/>
            <p:nvPr/>
          </p:nvSpPr>
          <p:spPr bwMode="auto">
            <a:xfrm rot="0" flipH="0" flipV="0">
              <a:off x="1573614" y="905245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05621518" name="TextBox 34"/>
            <p:cNvSpPr txBox="1"/>
            <p:nvPr/>
          </p:nvSpPr>
          <p:spPr bwMode="auto">
            <a:xfrm rot="0" flipH="0" flipV="0">
              <a:off x="1573614" y="837227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27072987" name="TextBox 35"/>
            <p:cNvSpPr txBox="1"/>
            <p:nvPr/>
          </p:nvSpPr>
          <p:spPr bwMode="auto">
            <a:xfrm>
              <a:off x="0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04953556" name="TextBox 36"/>
            <p:cNvSpPr txBox="1"/>
            <p:nvPr/>
          </p:nvSpPr>
          <p:spPr bwMode="auto">
            <a:xfrm>
              <a:off x="1479399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6147096" name="TextBox 37"/>
            <p:cNvSpPr txBox="1"/>
            <p:nvPr/>
          </p:nvSpPr>
          <p:spPr bwMode="auto">
            <a:xfrm>
              <a:off x="2959838" y="450801"/>
              <a:ext cx="1481125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87048741" name="Freeform 39"/>
            <p:cNvSpPr/>
            <p:nvPr/>
          </p:nvSpPr>
          <p:spPr bwMode="auto">
            <a:xfrm rot="0" flipH="0" flipV="0">
              <a:off x="6366683" y="68016"/>
              <a:ext cx="4438125" cy="4627391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312638335" name="TextBox 40"/>
            <p:cNvSpPr txBox="1"/>
            <p:nvPr/>
          </p:nvSpPr>
          <p:spPr bwMode="auto">
            <a:xfrm rot="0" flipH="0" flipV="0">
              <a:off x="6366683" y="0"/>
              <a:ext cx="4438125" cy="469541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721920855" name="AutoShape 41"/>
            <p:cNvSpPr/>
            <p:nvPr/>
          </p:nvSpPr>
          <p:spPr bwMode="auto">
            <a:xfrm>
              <a:off x="6366683" y="427255"/>
              <a:ext cx="4438125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0462839" name="AutoShape 42"/>
            <p:cNvSpPr/>
            <p:nvPr/>
          </p:nvSpPr>
          <p:spPr bwMode="auto">
            <a:xfrm>
              <a:off x="7846011" y="427255"/>
              <a:ext cx="0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3463821" name="AutoShape 43"/>
            <p:cNvSpPr/>
            <p:nvPr/>
          </p:nvSpPr>
          <p:spPr bwMode="auto">
            <a:xfrm>
              <a:off x="9322043" y="427255"/>
              <a:ext cx="3366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704654" name="Freeform 45"/>
            <p:cNvSpPr/>
            <p:nvPr/>
          </p:nvSpPr>
          <p:spPr bwMode="auto">
            <a:xfrm rot="0" flipH="0" flipV="0">
              <a:off x="7940296" y="905245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19010908" name="TextBox 46"/>
            <p:cNvSpPr txBox="1"/>
            <p:nvPr/>
          </p:nvSpPr>
          <p:spPr bwMode="auto">
            <a:xfrm rot="0" flipH="0" flipV="0">
              <a:off x="7940296" y="837227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84546360" name="TextBox 47"/>
            <p:cNvSpPr txBox="1"/>
            <p:nvPr/>
          </p:nvSpPr>
          <p:spPr bwMode="auto">
            <a:xfrm>
              <a:off x="6366683" y="450801"/>
              <a:ext cx="1481125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004124" name="TextBox 48"/>
            <p:cNvSpPr txBox="1"/>
            <p:nvPr/>
          </p:nvSpPr>
          <p:spPr bwMode="auto">
            <a:xfrm>
              <a:off x="7846083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5270408" name="TextBox 49"/>
            <p:cNvSpPr txBox="1"/>
            <p:nvPr/>
          </p:nvSpPr>
          <p:spPr bwMode="auto">
            <a:xfrm>
              <a:off x="9326522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78134182" name="Freeform 51"/>
            <p:cNvSpPr/>
            <p:nvPr/>
          </p:nvSpPr>
          <p:spPr bwMode="auto">
            <a:xfrm rot="0" flipH="0" flipV="0">
              <a:off x="7940296" y="23508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0748852" name="TextBox 52"/>
            <p:cNvSpPr txBox="1"/>
            <p:nvPr/>
          </p:nvSpPr>
          <p:spPr bwMode="auto">
            <a:xfrm rot="0" flipH="0" flipV="0">
              <a:off x="7940296" y="22828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0401888" name="Freeform 54"/>
            <p:cNvSpPr/>
            <p:nvPr/>
          </p:nvSpPr>
          <p:spPr bwMode="auto">
            <a:xfrm rot="0" flipH="0" flipV="0">
              <a:off x="6462615" y="23508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97131464" name="TextBox 55"/>
            <p:cNvSpPr txBox="1"/>
            <p:nvPr/>
          </p:nvSpPr>
          <p:spPr bwMode="auto">
            <a:xfrm rot="0" flipH="0" flipV="0">
              <a:off x="6462615" y="22828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 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193147" name="Freeform 57"/>
            <p:cNvSpPr/>
            <p:nvPr/>
          </p:nvSpPr>
          <p:spPr bwMode="auto">
            <a:xfrm rot="0" flipH="0" flipV="0">
              <a:off x="4758674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40624935" name="TextBox 58"/>
            <p:cNvSpPr txBox="1"/>
            <p:nvPr/>
          </p:nvSpPr>
          <p:spPr bwMode="auto">
            <a:xfrm rot="0" flipH="0" flipV="0">
              <a:off x="4758674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42155843" name="AutoShape 60"/>
            <p:cNvSpPr/>
            <p:nvPr/>
          </p:nvSpPr>
          <p:spPr bwMode="auto">
            <a:xfrm flipH="1">
              <a:off x="604875" y="5416497"/>
              <a:ext cx="73784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343348560" name="TextBox 65"/>
            <p:cNvSpPr txBox="1"/>
            <p:nvPr/>
          </p:nvSpPr>
          <p:spPr bwMode="auto">
            <a:xfrm>
              <a:off x="1637600" y="4962420"/>
              <a:ext cx="3910738" cy="1841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14720499" name="TextBox 66"/>
            <p:cNvSpPr txBox="1"/>
            <p:nvPr/>
          </p:nvSpPr>
          <p:spPr bwMode="auto">
            <a:xfrm>
              <a:off x="1637601" y="5303725"/>
              <a:ext cx="3907139" cy="1841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3303235" name="Freeform 71"/>
            <p:cNvSpPr/>
            <p:nvPr/>
          </p:nvSpPr>
          <p:spPr bwMode="auto">
            <a:xfrm rot="0" flipH="0" flipV="0">
              <a:off x="1573851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41627753" name="TextBox 72"/>
            <p:cNvSpPr txBox="1"/>
            <p:nvPr/>
          </p:nvSpPr>
          <p:spPr bwMode="auto">
            <a:xfrm rot="0" flipH="0" flipV="0">
              <a:off x="1573851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62326755" name="Freeform 74"/>
            <p:cNvSpPr/>
            <p:nvPr/>
          </p:nvSpPr>
          <p:spPr bwMode="auto">
            <a:xfrm rot="0" flipH="0" flipV="0">
              <a:off x="7942015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088475" name="TextBox 75"/>
            <p:cNvSpPr txBox="1"/>
            <p:nvPr/>
          </p:nvSpPr>
          <p:spPr bwMode="auto">
            <a:xfrm rot="0" flipH="0" flipV="0">
              <a:off x="7942015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57608007" name="Freeform 77"/>
            <p:cNvSpPr/>
            <p:nvPr/>
          </p:nvSpPr>
          <p:spPr bwMode="auto">
            <a:xfrm rot="0" flipH="0" flipV="0">
              <a:off x="6464500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51629963" name="TextBox 78"/>
            <p:cNvSpPr txBox="1"/>
            <p:nvPr/>
          </p:nvSpPr>
          <p:spPr bwMode="auto">
            <a:xfrm rot="0" flipH="0" flipV="0">
              <a:off x="6464500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65116468" name="AutoShape 79"/>
            <p:cNvSpPr/>
            <p:nvPr/>
          </p:nvSpPr>
          <p:spPr bwMode="auto">
            <a:xfrm>
              <a:off x="7751962" y="1864960"/>
              <a:ext cx="190053" cy="0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50094853" name="AutoShape 80"/>
            <p:cNvSpPr/>
            <p:nvPr/>
          </p:nvSpPr>
          <p:spPr bwMode="auto">
            <a:xfrm>
              <a:off x="1385280" y="1861153"/>
              <a:ext cx="188571" cy="3807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9064551" name="AutoShape 81"/>
            <p:cNvSpPr/>
            <p:nvPr/>
          </p:nvSpPr>
          <p:spPr bwMode="auto">
            <a:xfrm flipH="1" flipV="1">
              <a:off x="3698983" y="3326238"/>
              <a:ext cx="1060210" cy="15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4166113" name="Freeform 83"/>
            <p:cNvSpPr/>
            <p:nvPr/>
          </p:nvSpPr>
          <p:spPr bwMode="auto">
            <a:xfrm rot="0" flipH="0" flipV="0">
              <a:off x="7939776" y="3812926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74590862" name="TextBox 84"/>
            <p:cNvSpPr txBox="1"/>
            <p:nvPr/>
          </p:nvSpPr>
          <p:spPr bwMode="auto">
            <a:xfrm rot="0" flipH="0" flipV="0">
              <a:off x="7939776" y="374490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55474136" name="Freeform 86"/>
            <p:cNvSpPr/>
            <p:nvPr/>
          </p:nvSpPr>
          <p:spPr bwMode="auto">
            <a:xfrm rot="0" flipH="0" flipV="0">
              <a:off x="6462095" y="3812926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89625291" name="TextBox 87"/>
            <p:cNvSpPr txBox="1"/>
            <p:nvPr/>
          </p:nvSpPr>
          <p:spPr bwMode="auto">
            <a:xfrm rot="0" flipH="0" flipV="0">
              <a:off x="6462095" y="374490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59479962" name="AutoShape 88"/>
            <p:cNvSpPr/>
            <p:nvPr/>
          </p:nvSpPr>
          <p:spPr bwMode="auto">
            <a:xfrm flipH="1">
              <a:off x="7749556" y="4057520"/>
              <a:ext cx="19021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5106940" name="Freeform 90"/>
            <p:cNvSpPr/>
            <p:nvPr/>
          </p:nvSpPr>
          <p:spPr bwMode="auto">
            <a:xfrm rot="0" flipH="0" flipV="0">
              <a:off x="7939776" y="308190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9590649" name="TextBox 91"/>
            <p:cNvSpPr txBox="1"/>
            <p:nvPr/>
          </p:nvSpPr>
          <p:spPr bwMode="auto">
            <a:xfrm rot="0" flipH="0" flipV="0">
              <a:off x="7939776" y="301388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30912851" name="Freeform 93"/>
            <p:cNvSpPr/>
            <p:nvPr/>
          </p:nvSpPr>
          <p:spPr bwMode="auto">
            <a:xfrm rot="0" flipH="0" flipV="0">
              <a:off x="4759194" y="308190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1601966" name="TextBox 94"/>
            <p:cNvSpPr txBox="1"/>
            <p:nvPr/>
          </p:nvSpPr>
          <p:spPr bwMode="auto">
            <a:xfrm rot="0" flipH="0" flipV="0">
              <a:off x="4759194" y="301388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2852479" name="AutoShape 95"/>
            <p:cNvSpPr/>
            <p:nvPr/>
          </p:nvSpPr>
          <p:spPr bwMode="auto">
            <a:xfrm flipH="1" flipV="1">
              <a:off x="5380304" y="3626241"/>
              <a:ext cx="4456012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1865405" name="AutoShape 96"/>
            <p:cNvSpPr/>
            <p:nvPr/>
          </p:nvSpPr>
          <p:spPr bwMode="auto">
            <a:xfrm flipH="1" flipV="1">
              <a:off x="5402404" y="3571603"/>
              <a:ext cx="0" cy="5463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3872552" name="AutoShape 97"/>
            <p:cNvSpPr/>
            <p:nvPr/>
          </p:nvSpPr>
          <p:spPr bwMode="auto">
            <a:xfrm flipH="1" flipV="1">
              <a:off x="5782264" y="2907240"/>
              <a:ext cx="428392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3374964" name="AutoShape 98"/>
            <p:cNvSpPr/>
            <p:nvPr/>
          </p:nvSpPr>
          <p:spPr bwMode="auto">
            <a:xfrm flipV="1">
              <a:off x="5782264" y="2884847"/>
              <a:ext cx="0" cy="19413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6274182" name="AutoShape 99"/>
            <p:cNvSpPr/>
            <p:nvPr/>
          </p:nvSpPr>
          <p:spPr bwMode="auto">
            <a:xfrm flipV="1">
              <a:off x="10061470" y="2884847"/>
              <a:ext cx="0" cy="19324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6080340" name="AutoShape 100"/>
            <p:cNvSpPr/>
            <p:nvPr/>
          </p:nvSpPr>
          <p:spPr bwMode="auto">
            <a:xfrm flipV="1">
              <a:off x="3698983" y="1861153"/>
              <a:ext cx="0" cy="149041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589977" name="AutoShape 101"/>
            <p:cNvSpPr/>
            <p:nvPr/>
          </p:nvSpPr>
          <p:spPr bwMode="auto">
            <a:xfrm flipH="1">
              <a:off x="10706919" y="3326495"/>
              <a:ext cx="195219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9941300" name="AutoShape 102"/>
            <p:cNvSpPr/>
            <p:nvPr/>
          </p:nvSpPr>
          <p:spPr bwMode="auto">
            <a:xfrm flipV="1">
              <a:off x="10707439" y="1133934"/>
              <a:ext cx="194697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8432390" name="AutoShape 103"/>
            <p:cNvSpPr/>
            <p:nvPr/>
          </p:nvSpPr>
          <p:spPr bwMode="auto">
            <a:xfrm flipV="1">
              <a:off x="10902138" y="1112436"/>
              <a:ext cx="0" cy="2239137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5599368" name="Freeform 105"/>
            <p:cNvSpPr/>
            <p:nvPr/>
          </p:nvSpPr>
          <p:spPr bwMode="auto">
            <a:xfrm rot="0" flipH="0" flipV="0">
              <a:off x="9418259" y="904988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99361827" name="TextBox 106"/>
            <p:cNvSpPr txBox="1"/>
            <p:nvPr/>
          </p:nvSpPr>
          <p:spPr bwMode="auto">
            <a:xfrm rot="0" flipH="0" flipV="0">
              <a:off x="9418259" y="836970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9545850" name="Freeform 108"/>
            <p:cNvSpPr/>
            <p:nvPr/>
          </p:nvSpPr>
          <p:spPr bwMode="auto">
            <a:xfrm rot="0" flipH="0" flipV="0">
              <a:off x="9419978" y="163601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14966215" name="TextBox 109"/>
            <p:cNvSpPr txBox="1"/>
            <p:nvPr/>
          </p:nvSpPr>
          <p:spPr bwMode="auto">
            <a:xfrm rot="0" flipH="0" flipV="0">
              <a:off x="9419978" y="156799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84518480" name="Freeform 111"/>
            <p:cNvSpPr/>
            <p:nvPr/>
          </p:nvSpPr>
          <p:spPr bwMode="auto">
            <a:xfrm rot="0" flipH="0" flipV="0">
              <a:off x="9417740" y="38285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0905881" name="TextBox 112"/>
            <p:cNvSpPr txBox="1"/>
            <p:nvPr/>
          </p:nvSpPr>
          <p:spPr bwMode="auto">
            <a:xfrm rot="0" flipH="0" flipV="0">
              <a:off x="9417740" y="37605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28834037" name="Freeform 114"/>
            <p:cNvSpPr/>
            <p:nvPr/>
          </p:nvSpPr>
          <p:spPr bwMode="auto">
            <a:xfrm rot="0" flipH="0" flipV="0">
              <a:off x="9417740" y="3097548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46598017" name="TextBox 115"/>
            <p:cNvSpPr txBox="1"/>
            <p:nvPr/>
          </p:nvSpPr>
          <p:spPr bwMode="auto">
            <a:xfrm rot="0" flipH="0" flipV="0">
              <a:off x="9417740" y="302952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16510172" name="AutoShape 116"/>
            <p:cNvSpPr/>
            <p:nvPr/>
          </p:nvSpPr>
          <p:spPr bwMode="auto">
            <a:xfrm flipV="1">
              <a:off x="9227757" y="1133788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689727" name="AutoShape 117"/>
            <p:cNvSpPr/>
            <p:nvPr/>
          </p:nvSpPr>
          <p:spPr bwMode="auto">
            <a:xfrm flipV="1">
              <a:off x="9229476" y="1864814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7860380" name="AutoShape 118"/>
            <p:cNvSpPr/>
            <p:nvPr/>
          </p:nvSpPr>
          <p:spPr bwMode="auto">
            <a:xfrm flipV="1">
              <a:off x="9227237" y="3326349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4694115" name="AutoShape 119"/>
            <p:cNvSpPr/>
            <p:nvPr/>
          </p:nvSpPr>
          <p:spPr bwMode="auto">
            <a:xfrm flipH="1">
              <a:off x="7751962" y="2595469"/>
              <a:ext cx="19021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0498116" name="AutoShape 120"/>
            <p:cNvSpPr/>
            <p:nvPr/>
          </p:nvSpPr>
          <p:spPr bwMode="auto">
            <a:xfrm flipH="1">
              <a:off x="10705200" y="1864702"/>
              <a:ext cx="195219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4221959" name="Freeform 122"/>
            <p:cNvSpPr/>
            <p:nvPr/>
          </p:nvSpPr>
          <p:spPr bwMode="auto">
            <a:xfrm rot="0" flipH="0" flipV="0">
              <a:off x="9418259" y="236652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12267624" name="TextBox 123"/>
            <p:cNvSpPr txBox="1"/>
            <p:nvPr/>
          </p:nvSpPr>
          <p:spPr bwMode="auto">
            <a:xfrm rot="0" flipH="0" flipV="0">
              <a:off x="9418259" y="229850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25078143" name="AutoShape 124"/>
            <p:cNvSpPr/>
            <p:nvPr/>
          </p:nvSpPr>
          <p:spPr bwMode="auto">
            <a:xfrm flipH="1" flipV="1">
              <a:off x="5782500" y="1461609"/>
              <a:ext cx="428392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5798601" name="AutoShape 125"/>
            <p:cNvSpPr/>
            <p:nvPr/>
          </p:nvSpPr>
          <p:spPr bwMode="auto">
            <a:xfrm flipH="0" flipV="1">
              <a:off x="5782500" y="1461411"/>
              <a:ext cx="0" cy="194133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4759189" name="AutoShape 126"/>
            <p:cNvSpPr/>
            <p:nvPr/>
          </p:nvSpPr>
          <p:spPr bwMode="auto">
            <a:xfrm flipV="1">
              <a:off x="10061706" y="1461411"/>
              <a:ext cx="0" cy="19324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5726826" name="AutoShape 127"/>
            <p:cNvSpPr/>
            <p:nvPr/>
          </p:nvSpPr>
          <p:spPr bwMode="auto">
            <a:xfrm flipH="1">
              <a:off x="9227757" y="2595324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6100527" name="AutoShape 128"/>
            <p:cNvSpPr/>
            <p:nvPr/>
          </p:nvSpPr>
          <p:spPr bwMode="auto">
            <a:xfrm flipH="1">
              <a:off x="9227237" y="4057375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8682663" name="AutoShape 129"/>
            <p:cNvSpPr/>
            <p:nvPr/>
          </p:nvSpPr>
          <p:spPr bwMode="auto">
            <a:xfrm flipV="1">
              <a:off x="10066186" y="3570831"/>
              <a:ext cx="0" cy="24183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034917" name="AutoShape 130"/>
            <p:cNvSpPr/>
            <p:nvPr/>
          </p:nvSpPr>
          <p:spPr bwMode="auto">
            <a:xfrm flipV="1">
              <a:off x="9813925" y="3626241"/>
              <a:ext cx="0" cy="186684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345411" name="AutoShape 131"/>
            <p:cNvSpPr/>
            <p:nvPr/>
          </p:nvSpPr>
          <p:spPr bwMode="auto">
            <a:xfrm flipH="1">
              <a:off x="5380594" y="2164964"/>
              <a:ext cx="4456012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1377853" name="AutoShape 132"/>
            <p:cNvSpPr/>
            <p:nvPr/>
          </p:nvSpPr>
          <p:spPr bwMode="auto">
            <a:xfrm flipV="1">
              <a:off x="5402696" y="2110326"/>
              <a:ext cx="0" cy="5463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4921002" name="AutoShape 133"/>
            <p:cNvSpPr/>
            <p:nvPr/>
          </p:nvSpPr>
          <p:spPr bwMode="auto">
            <a:xfrm flipV="1">
              <a:off x="10066476" y="2109552"/>
              <a:ext cx="0" cy="24183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161324" name="AutoShape 134"/>
            <p:cNvSpPr/>
            <p:nvPr/>
          </p:nvSpPr>
          <p:spPr bwMode="auto">
            <a:xfrm flipV="1">
              <a:off x="9814217" y="2164964"/>
              <a:ext cx="0" cy="186684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9844173" name="AutoShape 135"/>
            <p:cNvSpPr/>
            <p:nvPr/>
          </p:nvSpPr>
          <p:spPr bwMode="auto">
            <a:xfrm>
              <a:off x="1385280" y="1133676"/>
              <a:ext cx="188332" cy="25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3940506" name="Freeform 137"/>
            <p:cNvSpPr/>
            <p:nvPr/>
          </p:nvSpPr>
          <p:spPr bwMode="auto">
            <a:xfrm rot="0" flipH="0" flipV="0">
              <a:off x="97818" y="1616559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687681386" name="TextBox 138"/>
            <p:cNvSpPr txBox="1"/>
            <p:nvPr/>
          </p:nvSpPr>
          <p:spPr bwMode="auto">
            <a:xfrm rot="0" flipH="0" flipV="0">
              <a:off x="97818" y="1548540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206615634" name="AutoShape 139"/>
            <p:cNvSpPr/>
            <p:nvPr/>
          </p:nvSpPr>
          <p:spPr bwMode="auto">
            <a:xfrm flipH="1">
              <a:off x="2861312" y="1864960"/>
              <a:ext cx="1897362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34289137" name="Freeform 141"/>
            <p:cNvSpPr/>
            <p:nvPr/>
          </p:nvSpPr>
          <p:spPr bwMode="auto">
            <a:xfrm rot="0" flipH="0" flipV="0">
              <a:off x="97818" y="88908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483070347" name="TextBox 142"/>
            <p:cNvSpPr txBox="1"/>
            <p:nvPr/>
          </p:nvSpPr>
          <p:spPr bwMode="auto">
            <a:xfrm rot="0" flipH="0" flipV="0">
              <a:off x="97818" y="82106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975284644" name="AutoShape 143"/>
            <p:cNvSpPr/>
            <p:nvPr/>
          </p:nvSpPr>
          <p:spPr bwMode="auto">
            <a:xfrm flipH="1">
              <a:off x="1385280" y="1112436"/>
              <a:ext cx="0" cy="768429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8851763" name="AutoShape 69"/>
            <p:cNvSpPr/>
            <p:nvPr/>
          </p:nvSpPr>
          <p:spPr bwMode="auto">
            <a:xfrm>
              <a:off x="5982953" y="5467016"/>
              <a:ext cx="731376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834936005" name="AutoShape 71"/>
            <p:cNvSpPr/>
            <p:nvPr/>
          </p:nvSpPr>
          <p:spPr bwMode="auto">
            <a:xfrm>
              <a:off x="601516" y="5022885"/>
              <a:ext cx="73325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11418798" name="AutoShape 72"/>
            <p:cNvSpPr/>
            <p:nvPr/>
          </p:nvSpPr>
          <p:spPr bwMode="auto">
            <a:xfrm flipH="1">
              <a:off x="603393" y="5745983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633648249" name="AutoShape 73"/>
            <p:cNvSpPr/>
            <p:nvPr/>
          </p:nvSpPr>
          <p:spPr bwMode="auto">
            <a:xfrm flipH="1">
              <a:off x="5982953" y="5131554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487535259" name="TextBox 74"/>
            <p:cNvSpPr txBox="1"/>
            <p:nvPr/>
          </p:nvSpPr>
          <p:spPr bwMode="auto">
            <a:xfrm>
              <a:off x="4645640" y="258021"/>
              <a:ext cx="1475241" cy="16647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70680034" name="TextBox 77"/>
            <p:cNvSpPr txBox="1"/>
            <p:nvPr/>
          </p:nvSpPr>
          <p:spPr bwMode="auto">
            <a:xfrm>
              <a:off x="1632011" y="5632980"/>
              <a:ext cx="3891968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2007787" name="TextBox 78"/>
            <p:cNvSpPr txBox="1"/>
            <p:nvPr/>
          </p:nvSpPr>
          <p:spPr bwMode="auto">
            <a:xfrm>
              <a:off x="7011572" y="5023841"/>
              <a:ext cx="3710574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7039942" name="TextBox 79"/>
            <p:cNvSpPr txBox="1"/>
            <p:nvPr/>
          </p:nvSpPr>
          <p:spPr bwMode="auto">
            <a:xfrm>
              <a:off x="7011572" y="5361069"/>
              <a:ext cx="3891968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73981292" name="AutoShape 133"/>
            <p:cNvSpPr/>
            <p:nvPr/>
          </p:nvSpPr>
          <p:spPr bwMode="auto">
            <a:xfrm flipV="1">
              <a:off x="5381844" y="3366524"/>
              <a:ext cx="0" cy="54418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8139760" name="Freeform 26"/>
          <p:cNvSpPr/>
          <p:nvPr/>
        </p:nvSpPr>
        <p:spPr bwMode="auto">
          <a:xfrm>
            <a:off x="3289788" y="26888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0118867" name="Freeform 27"/>
          <p:cNvSpPr/>
          <p:nvPr/>
        </p:nvSpPr>
        <p:spPr bwMode="auto">
          <a:xfrm>
            <a:off x="8192749" y="26888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1552189" name="Freeform 29"/>
          <p:cNvSpPr/>
          <p:nvPr/>
        </p:nvSpPr>
        <p:spPr bwMode="auto">
          <a:xfrm rot="0" flipH="0" flipV="0">
            <a:off x="3301605" y="120881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2065333258" name="TextBox 30"/>
          <p:cNvSpPr txBox="1"/>
          <p:nvPr/>
        </p:nvSpPr>
        <p:spPr bwMode="auto">
          <a:xfrm rot="0" flipH="0" flipV="0">
            <a:off x="3359698" y="123060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43827833" name="Freeform 32"/>
          <p:cNvSpPr/>
          <p:nvPr/>
        </p:nvSpPr>
        <p:spPr bwMode="auto">
          <a:xfrm rot="0" flipH="0" flipV="0">
            <a:off x="3301605" y="210892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458810485" name="TextBox 33"/>
          <p:cNvSpPr txBox="1"/>
          <p:nvPr/>
        </p:nvSpPr>
        <p:spPr bwMode="auto">
          <a:xfrm rot="0" flipH="0" flipV="0">
            <a:off x="3359698" y="213071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826703899" name="Freeform 35"/>
          <p:cNvSpPr/>
          <p:nvPr/>
        </p:nvSpPr>
        <p:spPr bwMode="auto">
          <a:xfrm rot="0" flipH="0" flipV="0">
            <a:off x="3527176" y="188520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7240958" name="TextBox 36"/>
          <p:cNvSpPr txBox="1"/>
          <p:nvPr/>
        </p:nvSpPr>
        <p:spPr bwMode="auto">
          <a:xfrm rot="0" flipH="0" flipV="0">
            <a:off x="3542976" y="189112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609771617" name="Freeform 38"/>
          <p:cNvSpPr/>
          <p:nvPr/>
        </p:nvSpPr>
        <p:spPr bwMode="auto">
          <a:xfrm rot="0" flipH="0" flipV="0">
            <a:off x="3301605" y="30045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756789214" name="TextBox 39"/>
          <p:cNvSpPr txBox="1"/>
          <p:nvPr/>
        </p:nvSpPr>
        <p:spPr bwMode="auto">
          <a:xfrm rot="0" flipH="0" flipV="0">
            <a:off x="3359698" y="30263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110302426" name="Freeform 40"/>
          <p:cNvSpPr/>
          <p:nvPr/>
        </p:nvSpPr>
        <p:spPr bwMode="auto">
          <a:xfrm>
            <a:off x="3476098" y="278379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5535904" name="TextBox 41"/>
          <p:cNvSpPr txBox="1"/>
          <p:nvPr/>
        </p:nvSpPr>
        <p:spPr bwMode="auto">
          <a:xfrm>
            <a:off x="3466822" y="61048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404140445" name="TextBox 42"/>
          <p:cNvSpPr txBox="1"/>
          <p:nvPr/>
        </p:nvSpPr>
        <p:spPr bwMode="auto">
          <a:xfrm>
            <a:off x="8369784" y="61048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046652023" name="Freeform 44"/>
          <p:cNvSpPr/>
          <p:nvPr/>
        </p:nvSpPr>
        <p:spPr bwMode="auto">
          <a:xfrm rot="0" flipH="0" flipV="0">
            <a:off x="3301605" y="400017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979930058" name="TextBox 45"/>
          <p:cNvSpPr txBox="1"/>
          <p:nvPr/>
        </p:nvSpPr>
        <p:spPr bwMode="auto">
          <a:xfrm rot="0" flipH="0" flipV="0">
            <a:off x="3359698" y="402196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053597362" name="Freeform 47"/>
          <p:cNvSpPr/>
          <p:nvPr/>
        </p:nvSpPr>
        <p:spPr bwMode="auto">
          <a:xfrm rot="0" flipH="0" flipV="0">
            <a:off x="3301605" y="490028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134409667" name="TextBox 48"/>
          <p:cNvSpPr txBox="1"/>
          <p:nvPr/>
        </p:nvSpPr>
        <p:spPr bwMode="auto">
          <a:xfrm rot="0" flipH="0" flipV="0">
            <a:off x="3359698" y="492207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572891697" name="Freeform 50"/>
          <p:cNvSpPr/>
          <p:nvPr/>
        </p:nvSpPr>
        <p:spPr bwMode="auto">
          <a:xfrm rot="0" flipH="0" flipV="0">
            <a:off x="3527176" y="467656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170280" name="TextBox 51"/>
          <p:cNvSpPr txBox="1"/>
          <p:nvPr/>
        </p:nvSpPr>
        <p:spPr bwMode="auto">
          <a:xfrm rot="0" flipH="0" flipV="0">
            <a:off x="3542976" y="468248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442488444" name="Freeform 53"/>
          <p:cNvSpPr/>
          <p:nvPr/>
        </p:nvSpPr>
        <p:spPr bwMode="auto">
          <a:xfrm rot="0" flipH="0" flipV="0">
            <a:off x="3301605" y="579592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682011402" name="TextBox 54"/>
          <p:cNvSpPr txBox="1"/>
          <p:nvPr/>
        </p:nvSpPr>
        <p:spPr bwMode="auto">
          <a:xfrm rot="0" flipH="0" flipV="0">
            <a:off x="3359698" y="581771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958794215" name="Freeform 55"/>
          <p:cNvSpPr/>
          <p:nvPr/>
        </p:nvSpPr>
        <p:spPr bwMode="auto">
          <a:xfrm>
            <a:off x="3476098" y="557515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6183561" name="Freeform 57"/>
          <p:cNvSpPr/>
          <p:nvPr/>
        </p:nvSpPr>
        <p:spPr bwMode="auto">
          <a:xfrm rot="0" flipH="0" flipV="0">
            <a:off x="8204566" y="120881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86109663" name="TextBox 58"/>
          <p:cNvSpPr txBox="1"/>
          <p:nvPr/>
        </p:nvSpPr>
        <p:spPr bwMode="auto">
          <a:xfrm rot="0" flipH="0" flipV="0">
            <a:off x="8262659" y="123060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731633844" name="Freeform 60"/>
          <p:cNvSpPr/>
          <p:nvPr/>
        </p:nvSpPr>
        <p:spPr bwMode="auto">
          <a:xfrm rot="0" flipH="0" flipV="0">
            <a:off x="8204566" y="210892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037887726" name="TextBox 61"/>
          <p:cNvSpPr txBox="1"/>
          <p:nvPr/>
        </p:nvSpPr>
        <p:spPr bwMode="auto">
          <a:xfrm rot="0" flipH="0" flipV="0">
            <a:off x="8262659" y="213071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324071329" name="Freeform 63"/>
          <p:cNvSpPr/>
          <p:nvPr/>
        </p:nvSpPr>
        <p:spPr bwMode="auto">
          <a:xfrm rot="0" flipH="0" flipV="0">
            <a:off x="8430138" y="188520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35818797" name="TextBox 64"/>
          <p:cNvSpPr txBox="1"/>
          <p:nvPr/>
        </p:nvSpPr>
        <p:spPr bwMode="auto">
          <a:xfrm rot="0" flipH="0" flipV="0">
            <a:off x="8445938" y="189112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855343928" name="Freeform 66"/>
          <p:cNvSpPr/>
          <p:nvPr/>
        </p:nvSpPr>
        <p:spPr bwMode="auto">
          <a:xfrm rot="0" flipH="0" flipV="0">
            <a:off x="8204566" y="30045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596799176" name="TextBox 67"/>
          <p:cNvSpPr txBox="1"/>
          <p:nvPr/>
        </p:nvSpPr>
        <p:spPr bwMode="auto">
          <a:xfrm rot="0" flipH="0" flipV="0">
            <a:off x="8262659" y="30263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34693297" name="Freeform 68"/>
          <p:cNvSpPr/>
          <p:nvPr/>
        </p:nvSpPr>
        <p:spPr bwMode="auto">
          <a:xfrm>
            <a:off x="8379061" y="278379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202614" name="Freeform 70"/>
          <p:cNvSpPr/>
          <p:nvPr/>
        </p:nvSpPr>
        <p:spPr bwMode="auto">
          <a:xfrm rot="0" flipH="0" flipV="0">
            <a:off x="8204566" y="400017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261399787" name="TextBox 71"/>
          <p:cNvSpPr txBox="1"/>
          <p:nvPr/>
        </p:nvSpPr>
        <p:spPr bwMode="auto">
          <a:xfrm rot="0" flipH="0" flipV="0">
            <a:off x="8262659" y="402196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89819149" name="Freeform 73"/>
          <p:cNvSpPr/>
          <p:nvPr/>
        </p:nvSpPr>
        <p:spPr bwMode="auto">
          <a:xfrm rot="0" flipH="0" flipV="0">
            <a:off x="8204566" y="490028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915358570" name="TextBox 74"/>
          <p:cNvSpPr txBox="1"/>
          <p:nvPr/>
        </p:nvSpPr>
        <p:spPr bwMode="auto">
          <a:xfrm rot="0" flipH="0" flipV="0">
            <a:off x="8262659" y="492207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984912999" name="Freeform 76"/>
          <p:cNvSpPr/>
          <p:nvPr/>
        </p:nvSpPr>
        <p:spPr bwMode="auto">
          <a:xfrm rot="0" flipH="0" flipV="0">
            <a:off x="8430138" y="467656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1160039" name="TextBox 77"/>
          <p:cNvSpPr txBox="1"/>
          <p:nvPr/>
        </p:nvSpPr>
        <p:spPr bwMode="auto">
          <a:xfrm rot="0" flipH="0" flipV="0">
            <a:off x="8445938" y="468248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383493400" name="Freeform 79"/>
          <p:cNvSpPr/>
          <p:nvPr/>
        </p:nvSpPr>
        <p:spPr bwMode="auto">
          <a:xfrm rot="0" flipH="0" flipV="0">
            <a:off x="8204566" y="579592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173700246" name="TextBox 80"/>
          <p:cNvSpPr txBox="1"/>
          <p:nvPr/>
        </p:nvSpPr>
        <p:spPr bwMode="auto">
          <a:xfrm rot="0" flipH="0" flipV="0">
            <a:off x="8262659" y="581771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518985216" name="Freeform 81"/>
          <p:cNvSpPr/>
          <p:nvPr/>
        </p:nvSpPr>
        <p:spPr bwMode="auto">
          <a:xfrm>
            <a:off x="8379061" y="557515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6754393" name="AutoShape 82"/>
          <p:cNvSpPr/>
          <p:nvPr/>
        </p:nvSpPr>
        <p:spPr bwMode="auto">
          <a:xfrm>
            <a:off x="3915141" y="337607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222126" name="AutoShape 83"/>
          <p:cNvSpPr/>
          <p:nvPr/>
        </p:nvSpPr>
        <p:spPr bwMode="auto">
          <a:xfrm flipH="1">
            <a:off x="3915141" y="337607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7487863" name="TextBox 84"/>
          <p:cNvSpPr txBox="1"/>
          <p:nvPr/>
        </p:nvSpPr>
        <p:spPr bwMode="auto">
          <a:xfrm flipH="0" flipV="0">
            <a:off x="4228241" y="1357419"/>
            <a:ext cx="3662971" cy="5835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Titik G pada kurva elips</a:t>
            </a:r>
            <a:endParaRPr sz="1600">
              <a:latin typeface="IBM Plex Sans"/>
              <a:cs typeface="IBM Plex Sans"/>
            </a:endParaRPr>
          </a:p>
          <a:p>
            <a:pPr algn="ctr">
              <a:lnSpc>
                <a:spcPts val="2295"/>
              </a:lnSpc>
            </a:pPr>
          </a:p>
        </p:txBody>
      </p:sp>
      <p:sp>
        <p:nvSpPr>
          <p:cNvPr id="1890560113" name="TextBox 85"/>
          <p:cNvSpPr txBox="1"/>
          <p:nvPr/>
        </p:nvSpPr>
        <p:spPr bwMode="auto">
          <a:xfrm flipH="0" flipV="0">
            <a:off x="150349" y="2260478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Kunci pribadi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86332912" name="TextBox 86"/>
          <p:cNvSpPr txBox="1"/>
          <p:nvPr/>
        </p:nvSpPr>
        <p:spPr bwMode="auto">
          <a:xfrm flipH="0" flipV="0">
            <a:off x="788562" y="3156122"/>
            <a:ext cx="234115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Kunci publik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37463720" name="TextBox 87"/>
          <p:cNvSpPr txBox="1"/>
          <p:nvPr/>
        </p:nvSpPr>
        <p:spPr bwMode="auto">
          <a:xfrm flipH="0" flipV="0">
            <a:off x="149357" y="4151733"/>
            <a:ext cx="306468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Kunci publik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34863820" name="TextBox 88"/>
          <p:cNvSpPr txBox="1"/>
          <p:nvPr/>
        </p:nvSpPr>
        <p:spPr bwMode="auto">
          <a:xfrm flipH="0" flipV="0">
            <a:off x="150349" y="5064143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Kunci pribadi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5902966" name="TextBox 89"/>
          <p:cNvSpPr txBox="1"/>
          <p:nvPr/>
        </p:nvSpPr>
        <p:spPr bwMode="auto">
          <a:xfrm flipH="0" flipV="0">
            <a:off x="8976210" y="3156122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Kunci publik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74074342" name="TextBox 90"/>
          <p:cNvSpPr txBox="1"/>
          <p:nvPr/>
        </p:nvSpPr>
        <p:spPr bwMode="auto">
          <a:xfrm flipH="0" flipV="0">
            <a:off x="8975858" y="2260479"/>
            <a:ext cx="293299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Kunci pribadi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99120766" name="TextBox 91"/>
          <p:cNvSpPr txBox="1"/>
          <p:nvPr/>
        </p:nvSpPr>
        <p:spPr bwMode="auto">
          <a:xfrm flipH="0" flipV="0">
            <a:off x="8976109" y="4151733"/>
            <a:ext cx="293053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Kunci publik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53716349" name="TextBox 92"/>
          <p:cNvSpPr txBox="1"/>
          <p:nvPr/>
        </p:nvSpPr>
        <p:spPr bwMode="auto">
          <a:xfrm flipH="0" flipV="0">
            <a:off x="8975657" y="5051841"/>
            <a:ext cx="293496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Kunci pribadi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2912558" name="TextBox 93"/>
          <p:cNvSpPr txBox="1"/>
          <p:nvPr/>
        </p:nvSpPr>
        <p:spPr bwMode="auto">
          <a:xfrm flipH="0" flipV="0">
            <a:off x="150570" y="5955179"/>
            <a:ext cx="305903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Rahasia bersama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98426140" name="TextBox 94"/>
          <p:cNvSpPr txBox="1"/>
          <p:nvPr/>
        </p:nvSpPr>
        <p:spPr bwMode="auto">
          <a:xfrm>
            <a:off x="4729014" y="2794363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Transmisi publik tanpa jaminan (Bitcoin)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48628234" name="TextBox 95"/>
          <p:cNvSpPr txBox="1"/>
          <p:nvPr/>
        </p:nvSpPr>
        <p:spPr bwMode="auto">
          <a:xfrm flipH="0" flipV="0">
            <a:off x="8976210" y="5955179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Rahasia bersama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61058676" name=""/>
          <p:cNvSpPr/>
          <p:nvPr/>
        </p:nvSpPr>
        <p:spPr bwMode="auto">
          <a:xfrm rot="0" flipH="0" flipV="0">
            <a:off x="1080057" y="3155285"/>
            <a:ext cx="1853011" cy="361947"/>
          </a:xfrm>
          <a:prstGeom prst="rect">
            <a:avLst/>
          </a:prstGeom>
          <a:solidFill>
            <a:schemeClr val="bg1"/>
          </a:solidFill>
          <a:ln w="25400" cap="flat" cmpd="sng" algn="ctr">
            <a:solidFill>
              <a:schemeClr val="bg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1786461169" name=""/>
          <p:cNvSpPr txBox="1"/>
          <p:nvPr/>
        </p:nvSpPr>
        <p:spPr bwMode="auto">
          <a:xfrm rot="0" flipH="0" flipV="0">
            <a:off x="172386" y="3193382"/>
            <a:ext cx="2957332" cy="65758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r" defTabSz="914400" rtl="0">
              <a:lnSpc>
                <a:spcPts val="2295"/>
              </a:lnSpc>
              <a:spcBef>
                <a:spcPts val="0"/>
              </a:spcBef>
              <a:spcAft>
                <a:spcPts val="0"/>
              </a:spcAft>
              <a:defRPr lang="en-US" sz="1800" b="0" i="0" u="none" strike="noStrike" cap="none" spc="0">
                <a:solidFill>
                  <a:srgbClr val="000000"/>
                </a:solidFill>
                <a:latin typeface="Calibri"/>
                <a:ea typeface="Arial"/>
                <a:cs typeface="Arial"/>
              </a:defRPr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Kunci publik Alice</a:t>
            </a:r>
            <a:endParaRPr sz="1600">
              <a:latin typeface="IBM Plex Sans"/>
              <a:cs typeface="IBM Plex Sans"/>
            </a:endParaRPr>
          </a:p>
          <a:p>
            <a:pPr algn="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6016112" name="Freeform 26"/>
          <p:cNvSpPr/>
          <p:nvPr/>
        </p:nvSpPr>
        <p:spPr bwMode="auto">
          <a:xfrm>
            <a:off x="2228998" y="40817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6603389" name="Freeform 27"/>
          <p:cNvSpPr/>
          <p:nvPr/>
        </p:nvSpPr>
        <p:spPr bwMode="auto">
          <a:xfrm>
            <a:off x="6531021" y="40817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1814224" name="Freeform 29"/>
          <p:cNvSpPr/>
          <p:nvPr/>
        </p:nvSpPr>
        <p:spPr bwMode="auto">
          <a:xfrm rot="0" flipH="0" flipV="0">
            <a:off x="2240397" y="131464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07499589" name="TextBox 30"/>
          <p:cNvSpPr txBox="1"/>
          <p:nvPr/>
        </p:nvSpPr>
        <p:spPr bwMode="auto">
          <a:xfrm rot="0" flipH="0" flipV="0">
            <a:off x="2296419" y="134265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49570750" name="Freeform 32"/>
          <p:cNvSpPr/>
          <p:nvPr/>
        </p:nvSpPr>
        <p:spPr bwMode="auto">
          <a:xfrm rot="0" flipH="0" flipV="0">
            <a:off x="2240397" y="214721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76798806" name="TextBox 33"/>
          <p:cNvSpPr txBox="1"/>
          <p:nvPr/>
        </p:nvSpPr>
        <p:spPr bwMode="auto">
          <a:xfrm rot="0" flipH="0" flipV="0">
            <a:off x="2296419" y="217522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37386406" name="Freeform 35"/>
          <p:cNvSpPr/>
          <p:nvPr/>
        </p:nvSpPr>
        <p:spPr bwMode="auto">
          <a:xfrm rot="0" flipH="0" flipV="0">
            <a:off x="6542418" y="131464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489310955" name="TextBox 36"/>
          <p:cNvSpPr txBox="1"/>
          <p:nvPr/>
        </p:nvSpPr>
        <p:spPr bwMode="auto">
          <a:xfrm rot="0" flipH="0" flipV="0">
            <a:off x="6598442" y="134265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33558643" name="Freeform 38"/>
          <p:cNvSpPr/>
          <p:nvPr/>
        </p:nvSpPr>
        <p:spPr bwMode="auto">
          <a:xfrm rot="0" flipH="0" flipV="0">
            <a:off x="6542418" y="214721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729138290" name="TextBox 39"/>
          <p:cNvSpPr txBox="1"/>
          <p:nvPr/>
        </p:nvSpPr>
        <p:spPr bwMode="auto">
          <a:xfrm rot="0" flipH="0" flipV="0">
            <a:off x="6598442" y="217522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46684120" name="Freeform 40"/>
          <p:cNvSpPr/>
          <p:nvPr/>
        </p:nvSpPr>
        <p:spPr bwMode="auto">
          <a:xfrm>
            <a:off x="8341403" y="2360400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5670996" name="AutoShape 41"/>
          <p:cNvSpPr/>
          <p:nvPr/>
        </p:nvSpPr>
        <p:spPr bwMode="auto">
          <a:xfrm>
            <a:off x="2539201" y="1912252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8925439" name="AutoShape 42"/>
          <p:cNvSpPr/>
          <p:nvPr/>
        </p:nvSpPr>
        <p:spPr bwMode="auto">
          <a:xfrm>
            <a:off x="6841224" y="1912252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199693" name="Freeform 44"/>
          <p:cNvSpPr/>
          <p:nvPr/>
        </p:nvSpPr>
        <p:spPr bwMode="auto">
          <a:xfrm rot="0" flipH="0" flipV="0">
            <a:off x="2240397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05910291" name="TextBox 45"/>
          <p:cNvSpPr txBox="1"/>
          <p:nvPr/>
        </p:nvSpPr>
        <p:spPr bwMode="auto">
          <a:xfrm rot="0" flipH="0" flipV="0">
            <a:off x="2296419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96990620" name="Freeform 47"/>
          <p:cNvSpPr/>
          <p:nvPr/>
        </p:nvSpPr>
        <p:spPr bwMode="auto">
          <a:xfrm rot="0" flipH="0" flipV="0">
            <a:off x="6542418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32991044" name="TextBox 48"/>
          <p:cNvSpPr txBox="1"/>
          <p:nvPr/>
        </p:nvSpPr>
        <p:spPr bwMode="auto">
          <a:xfrm rot="0" flipH="0" flipV="0">
            <a:off x="6598442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00584229" name="AutoShape 49"/>
          <p:cNvSpPr/>
          <p:nvPr/>
        </p:nvSpPr>
        <p:spPr bwMode="auto">
          <a:xfrm>
            <a:off x="6841224" y="2744822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51280" name="Freeform 51"/>
          <p:cNvSpPr/>
          <p:nvPr/>
        </p:nvSpPr>
        <p:spPr bwMode="auto">
          <a:xfrm rot="0" flipH="0" flipV="0">
            <a:off x="6397875" y="2812191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4753469" name="TextBox 52"/>
          <p:cNvSpPr txBox="1"/>
          <p:nvPr/>
        </p:nvSpPr>
        <p:spPr bwMode="auto">
          <a:xfrm rot="0" flipH="0" flipV="0">
            <a:off x="6397875" y="2744822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25289547" name="AutoShape 53"/>
          <p:cNvSpPr/>
          <p:nvPr/>
        </p:nvSpPr>
        <p:spPr bwMode="auto">
          <a:xfrm>
            <a:off x="2539201" y="2744822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2068627" name="Freeform 55"/>
          <p:cNvSpPr/>
          <p:nvPr/>
        </p:nvSpPr>
        <p:spPr bwMode="auto">
          <a:xfrm rot="0" flipH="0" flipV="0">
            <a:off x="2095851" y="2792707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99232757" name="TextBox 56"/>
          <p:cNvSpPr txBox="1"/>
          <p:nvPr/>
        </p:nvSpPr>
        <p:spPr bwMode="auto">
          <a:xfrm rot="0" flipH="0" flipV="0">
            <a:off x="2095851" y="2725341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8698949" name="Freeform 58"/>
          <p:cNvSpPr/>
          <p:nvPr/>
        </p:nvSpPr>
        <p:spPr bwMode="auto">
          <a:xfrm rot="0" flipH="0" flipV="0">
            <a:off x="2240397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42052155" name="TextBox 59"/>
          <p:cNvSpPr txBox="1"/>
          <p:nvPr/>
        </p:nvSpPr>
        <p:spPr bwMode="auto">
          <a:xfrm rot="0" flipH="0" flipV="0">
            <a:off x="2296419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50380655" name="Freeform 61"/>
          <p:cNvSpPr/>
          <p:nvPr/>
        </p:nvSpPr>
        <p:spPr bwMode="auto">
          <a:xfrm rot="0" flipH="0" flipV="0">
            <a:off x="6542418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82699645" name="TextBox 62"/>
          <p:cNvSpPr txBox="1"/>
          <p:nvPr/>
        </p:nvSpPr>
        <p:spPr bwMode="auto">
          <a:xfrm rot="0" flipH="0" flipV="0">
            <a:off x="6598442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91348981" name="Freeform 64"/>
          <p:cNvSpPr/>
          <p:nvPr/>
        </p:nvSpPr>
        <p:spPr bwMode="auto">
          <a:xfrm rot="0" flipH="0" flipV="0">
            <a:off x="2240397" y="491591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071979784" name="TextBox 65"/>
          <p:cNvSpPr txBox="1"/>
          <p:nvPr/>
        </p:nvSpPr>
        <p:spPr bwMode="auto">
          <a:xfrm rot="0" flipH="0" flipV="0">
            <a:off x="2296419" y="494393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9058097" name="Freeform 67"/>
          <p:cNvSpPr/>
          <p:nvPr/>
        </p:nvSpPr>
        <p:spPr bwMode="auto">
          <a:xfrm rot="0" flipH="0" flipV="0">
            <a:off x="6542418" y="491591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64232696" name="TextBox 68"/>
          <p:cNvSpPr txBox="1"/>
          <p:nvPr/>
        </p:nvSpPr>
        <p:spPr bwMode="auto">
          <a:xfrm rot="0" flipH="0" flipV="0">
            <a:off x="6598442" y="494393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31744445" name="Freeform 70"/>
          <p:cNvSpPr/>
          <p:nvPr/>
        </p:nvSpPr>
        <p:spPr bwMode="auto">
          <a:xfrm rot="0" flipH="0" flipV="0">
            <a:off x="2240397" y="574418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86447967" name="TextBox 71"/>
          <p:cNvSpPr txBox="1"/>
          <p:nvPr/>
        </p:nvSpPr>
        <p:spPr bwMode="auto">
          <a:xfrm rot="0" flipH="0" flipV="0">
            <a:off x="2296419" y="577219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72952005" name="Freeform 73"/>
          <p:cNvSpPr/>
          <p:nvPr/>
        </p:nvSpPr>
        <p:spPr bwMode="auto">
          <a:xfrm rot="0" flipH="0" flipV="0">
            <a:off x="6542418" y="574418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889082588" name="TextBox 74"/>
          <p:cNvSpPr txBox="1"/>
          <p:nvPr/>
        </p:nvSpPr>
        <p:spPr bwMode="auto">
          <a:xfrm rot="0" flipH="0" flipV="0">
            <a:off x="6598442" y="577219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7764550" name="Freeform 76"/>
          <p:cNvSpPr/>
          <p:nvPr/>
        </p:nvSpPr>
        <p:spPr bwMode="auto">
          <a:xfrm rot="0" flipH="0" flipV="0">
            <a:off x="8352801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68074172" name="TextBox 77"/>
          <p:cNvSpPr txBox="1"/>
          <p:nvPr/>
        </p:nvSpPr>
        <p:spPr bwMode="auto">
          <a:xfrm rot="0" flipH="0" flipV="0">
            <a:off x="8408826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96631906" name="Freeform 79"/>
          <p:cNvSpPr/>
          <p:nvPr/>
        </p:nvSpPr>
        <p:spPr bwMode="auto">
          <a:xfrm rot="0" flipH="0" flipV="0">
            <a:off x="8352801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144287762" name="TextBox 80"/>
          <p:cNvSpPr txBox="1"/>
          <p:nvPr/>
        </p:nvSpPr>
        <p:spPr bwMode="auto">
          <a:xfrm rot="0" flipH="0" flipV="0">
            <a:off x="8408826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88687967" name="AutoShape 81"/>
          <p:cNvSpPr/>
          <p:nvPr/>
        </p:nvSpPr>
        <p:spPr bwMode="auto">
          <a:xfrm flipH="1">
            <a:off x="7061670" y="4588171"/>
            <a:ext cx="1369487" cy="1253102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0326636" name="Freeform 82"/>
          <p:cNvSpPr/>
          <p:nvPr/>
        </p:nvSpPr>
        <p:spPr bwMode="auto">
          <a:xfrm>
            <a:off x="8521083" y="3894014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5404537" name="Freeform 83"/>
          <p:cNvSpPr/>
          <p:nvPr/>
        </p:nvSpPr>
        <p:spPr bwMode="auto">
          <a:xfrm>
            <a:off x="6710701" y="5550542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5353896" name="Freeform 84"/>
          <p:cNvSpPr/>
          <p:nvPr/>
        </p:nvSpPr>
        <p:spPr bwMode="auto">
          <a:xfrm>
            <a:off x="2408677" y="5550542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6447046" name="Freeform 86"/>
          <p:cNvSpPr/>
          <p:nvPr/>
        </p:nvSpPr>
        <p:spPr bwMode="auto">
          <a:xfrm rot="0" flipH="0" flipV="0">
            <a:off x="6759957" y="3888109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9195245" name="TextBox 87"/>
          <p:cNvSpPr txBox="1"/>
          <p:nvPr/>
        </p:nvSpPr>
        <p:spPr bwMode="auto">
          <a:xfrm rot="0" flipH="0" flipV="0">
            <a:off x="6775194" y="3895728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2067331123" name="Freeform 89"/>
          <p:cNvSpPr/>
          <p:nvPr/>
        </p:nvSpPr>
        <p:spPr bwMode="auto">
          <a:xfrm rot="0" flipH="0" flipV="0">
            <a:off x="2457936" y="3888109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6978349" name="TextBox 90"/>
          <p:cNvSpPr txBox="1"/>
          <p:nvPr/>
        </p:nvSpPr>
        <p:spPr bwMode="auto">
          <a:xfrm rot="0" flipH="0" flipV="0">
            <a:off x="2473171" y="3895728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1428237979" name="Freeform 91"/>
          <p:cNvSpPr/>
          <p:nvPr/>
        </p:nvSpPr>
        <p:spPr bwMode="auto">
          <a:xfrm>
            <a:off x="6759958" y="472074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485455" name="TextBox 92"/>
          <p:cNvSpPr txBox="1"/>
          <p:nvPr/>
        </p:nvSpPr>
        <p:spPr bwMode="auto">
          <a:xfrm>
            <a:off x="2399729" y="745440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844817187" name="TextBox 93"/>
          <p:cNvSpPr txBox="1"/>
          <p:nvPr/>
        </p:nvSpPr>
        <p:spPr bwMode="auto">
          <a:xfrm>
            <a:off x="6701752" y="745440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80732132" name="TextBox 94"/>
          <p:cNvSpPr txBox="1"/>
          <p:nvPr/>
        </p:nvSpPr>
        <p:spPr bwMode="auto">
          <a:xfrm flipH="0" flipV="0">
            <a:off x="3097147" y="1450261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Rahasia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7470605" name="TextBox 95"/>
          <p:cNvSpPr txBox="1"/>
          <p:nvPr/>
        </p:nvSpPr>
        <p:spPr bwMode="auto">
          <a:xfrm>
            <a:off x="8512137" y="2697667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92303612" name="TextBox 96"/>
          <p:cNvSpPr txBox="1"/>
          <p:nvPr/>
        </p:nvSpPr>
        <p:spPr bwMode="auto">
          <a:xfrm flipH="0" flipV="0">
            <a:off x="3097147" y="2282829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Absis dari rahasia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49588399" name="TextBox 97"/>
          <p:cNvSpPr txBox="1"/>
          <p:nvPr/>
        </p:nvSpPr>
        <p:spPr bwMode="auto">
          <a:xfrm flipH="0" flipV="0">
            <a:off x="3097147" y="3395005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Hash rahasia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57249532" name="TextBox 98"/>
          <p:cNvSpPr txBox="1"/>
          <p:nvPr/>
        </p:nvSpPr>
        <p:spPr bwMode="auto">
          <a:xfrm flipH="0" flipV="0">
            <a:off x="3097147" y="4223270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Titik G pada kurva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17772454" name="TextBox 99"/>
          <p:cNvSpPr txBox="1"/>
          <p:nvPr/>
        </p:nvSpPr>
        <p:spPr bwMode="auto">
          <a:xfrm flipH="0" flipV="0">
            <a:off x="3095973" y="5050086"/>
            <a:ext cx="3177385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Kunci publik Bob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75024341" name="TextBox 101"/>
          <p:cNvSpPr txBox="1"/>
          <p:nvPr/>
        </p:nvSpPr>
        <p:spPr bwMode="auto">
          <a:xfrm flipH="0" flipV="0">
            <a:off x="9243621" y="3395005"/>
            <a:ext cx="2814058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Kunci pribadi Bob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43206352" name="Freeform 103"/>
          <p:cNvSpPr/>
          <p:nvPr/>
        </p:nvSpPr>
        <p:spPr bwMode="auto">
          <a:xfrm>
            <a:off x="2457936" y="472074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782870" name="Freeform 104"/>
          <p:cNvSpPr/>
          <p:nvPr/>
        </p:nvSpPr>
        <p:spPr bwMode="auto">
          <a:xfrm>
            <a:off x="7665151" y="347692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509502069" name=""/>
          <p:cNvGrpSpPr/>
          <p:nvPr/>
        </p:nvGrpSpPr>
        <p:grpSpPr bwMode="auto">
          <a:xfrm>
            <a:off x="3096559" y="4076891"/>
            <a:ext cx="8958184" cy="2186097"/>
            <a:chOff x="0" y="0"/>
            <a:chExt cx="8958184" cy="2186097"/>
          </a:xfrm>
        </p:grpSpPr>
        <p:sp>
          <p:nvSpPr>
            <p:cNvPr id="647572760" name="TextBox 100"/>
            <p:cNvSpPr txBox="1"/>
            <p:nvPr/>
          </p:nvSpPr>
          <p:spPr bwMode="auto">
            <a:xfrm flipH="0" flipV="0">
              <a:off x="0" y="1656527"/>
              <a:ext cx="3174071" cy="5295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084"/>
                </a:lnSpc>
                <a:defRPr/>
              </a:pPr>
              <a:r>
                <a:rPr lang="en-US" sz="14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public </a:t>
              </a:r>
              <a:endParaRPr lang="en-US" sz="1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l">
                <a:lnSpc>
                  <a:spcPts val="2083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payment key 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54939921" name="TextBox 102"/>
            <p:cNvSpPr txBox="1"/>
            <p:nvPr/>
          </p:nvSpPr>
          <p:spPr bwMode="auto">
            <a:xfrm flipH="0" flipV="0">
              <a:off x="6147061" y="0"/>
              <a:ext cx="2811123" cy="5295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084"/>
                </a:lnSpc>
                <a:defRPr/>
              </a:pPr>
              <a:r>
                <a:rPr lang="en-US" sz="14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private </a:t>
              </a:r>
              <a:endParaRPr lang="en-US" sz="1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l">
                <a:lnSpc>
                  <a:spcPts val="2083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payment key 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51754962" name=""/>
          <p:cNvGrpSpPr/>
          <p:nvPr/>
        </p:nvGrpSpPr>
        <p:grpSpPr bwMode="auto">
          <a:xfrm>
            <a:off x="412754" y="671067"/>
            <a:ext cx="11492487" cy="5538110"/>
            <a:chOff x="0" y="0"/>
            <a:chExt cx="11492487" cy="5538110"/>
          </a:xfrm>
        </p:grpSpPr>
        <p:sp>
          <p:nvSpPr>
            <p:cNvPr id="1263865662" name="Freeform 27"/>
            <p:cNvSpPr/>
            <p:nvPr/>
          </p:nvSpPr>
          <p:spPr bwMode="auto">
            <a:xfrm rot="0" flipH="0" flipV="0">
              <a:off x="0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10357955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816989499" name="AutoShape 29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3529552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5588932" name="AutoShape 31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5955201" name="Freeform 33"/>
            <p:cNvSpPr/>
            <p:nvPr/>
          </p:nvSpPr>
          <p:spPr bwMode="auto">
            <a:xfrm rot="0" flipH="0" flipV="0">
              <a:off x="1673397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91033526" name="TextBox 34"/>
            <p:cNvSpPr txBox="1"/>
            <p:nvPr/>
          </p:nvSpPr>
          <p:spPr bwMode="auto">
            <a:xfrm rot="0" flipH="0" flipV="0">
              <a:off x="1673397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46875600" name="TextBox 35"/>
            <p:cNvSpPr txBox="1"/>
            <p:nvPr/>
          </p:nvSpPr>
          <p:spPr bwMode="auto">
            <a:xfrm>
              <a:off x="0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1431830" name="TextBox 36"/>
            <p:cNvSpPr txBox="1"/>
            <p:nvPr/>
          </p:nvSpPr>
          <p:spPr bwMode="auto">
            <a:xfrm>
              <a:off x="1573209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16942647" name="TextBox 37"/>
            <p:cNvSpPr txBox="1"/>
            <p:nvPr/>
          </p:nvSpPr>
          <p:spPr bwMode="auto">
            <a:xfrm>
              <a:off x="3147522" y="529408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8723153" name="Freeform 39"/>
            <p:cNvSpPr/>
            <p:nvPr/>
          </p:nvSpPr>
          <p:spPr bwMode="auto">
            <a:xfrm rot="0" flipH="0" flipV="0">
              <a:off x="1673397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62525681" name="TextBox 40"/>
            <p:cNvSpPr txBox="1"/>
            <p:nvPr/>
          </p:nvSpPr>
          <p:spPr bwMode="auto">
            <a:xfrm rot="0" flipH="0" flipV="0">
              <a:off x="1673397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6297" name="Freeform 42"/>
            <p:cNvSpPr/>
            <p:nvPr/>
          </p:nvSpPr>
          <p:spPr bwMode="auto">
            <a:xfrm rot="0" flipH="0" flipV="0">
              <a:off x="324954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3412858" name="TextBox 43"/>
            <p:cNvSpPr txBox="1"/>
            <p:nvPr/>
          </p:nvSpPr>
          <p:spPr bwMode="auto">
            <a:xfrm rot="0" flipH="0" flipV="0">
              <a:off x="3249540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 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11329861" name="Freeform 45"/>
            <p:cNvSpPr/>
            <p:nvPr/>
          </p:nvSpPr>
          <p:spPr bwMode="auto">
            <a:xfrm rot="0" flipH="0" flipV="0">
              <a:off x="6770394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141912934" name="TextBox 46"/>
            <p:cNvSpPr txBox="1"/>
            <p:nvPr/>
          </p:nvSpPr>
          <p:spPr bwMode="auto">
            <a:xfrm rot="0" flipH="0" flipV="0">
              <a:off x="6770394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1317006613" name="AutoShape 47"/>
            <p:cNvSpPr/>
            <p:nvPr/>
          </p:nvSpPr>
          <p:spPr bwMode="auto">
            <a:xfrm>
              <a:off x="6770394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9794358" name="AutoShape 48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4601862" name="AutoShape 49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1346698" name="Freeform 51"/>
            <p:cNvSpPr/>
            <p:nvPr/>
          </p:nvSpPr>
          <p:spPr bwMode="auto">
            <a:xfrm rot="0" flipH="0" flipV="0">
              <a:off x="8443791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02632762" name="TextBox 52"/>
            <p:cNvSpPr txBox="1"/>
            <p:nvPr/>
          </p:nvSpPr>
          <p:spPr bwMode="auto">
            <a:xfrm rot="0" flipH="0" flipV="0">
              <a:off x="8443791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81782449" name="TextBox 53"/>
            <p:cNvSpPr txBox="1"/>
            <p:nvPr/>
          </p:nvSpPr>
          <p:spPr bwMode="auto">
            <a:xfrm>
              <a:off x="6770394" y="529408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02933500" name="TextBox 54"/>
            <p:cNvSpPr txBox="1"/>
            <p:nvPr/>
          </p:nvSpPr>
          <p:spPr bwMode="auto">
            <a:xfrm>
              <a:off x="8343603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27827669" name="TextBox 55"/>
            <p:cNvSpPr txBox="1"/>
            <p:nvPr/>
          </p:nvSpPr>
          <p:spPr bwMode="auto">
            <a:xfrm>
              <a:off x="9917917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79140825" name="Freeform 57"/>
            <p:cNvSpPr/>
            <p:nvPr/>
          </p:nvSpPr>
          <p:spPr bwMode="auto">
            <a:xfrm rot="0" flipH="0" flipV="0">
              <a:off x="844379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43452266" name="TextBox 58"/>
            <p:cNvSpPr txBox="1"/>
            <p:nvPr/>
          </p:nvSpPr>
          <p:spPr bwMode="auto">
            <a:xfrm rot="0" flipH="0" flipV="0">
              <a:off x="8443791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91115595" name="Freeform 60"/>
            <p:cNvSpPr/>
            <p:nvPr/>
          </p:nvSpPr>
          <p:spPr bwMode="auto">
            <a:xfrm rot="0" flipH="0" flipV="0">
              <a:off x="687241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60775467" name="TextBox 61"/>
            <p:cNvSpPr txBox="1"/>
            <p:nvPr/>
          </p:nvSpPr>
          <p:spPr bwMode="auto">
            <a:xfrm rot="0" flipH="0" flipV="0">
              <a:off x="6872411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21889930" name="AutoShape 62"/>
            <p:cNvSpPr/>
            <p:nvPr/>
          </p:nvSpPr>
          <p:spPr bwMode="auto">
            <a:xfrm flipH="1">
              <a:off x="4618638" y="2808261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1496535" name="Freeform 64"/>
            <p:cNvSpPr/>
            <p:nvPr/>
          </p:nvSpPr>
          <p:spPr bwMode="auto">
            <a:xfrm rot="0" flipH="0" flipV="0">
              <a:off x="5060423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27882831" name="TextBox 65"/>
            <p:cNvSpPr txBox="1"/>
            <p:nvPr/>
          </p:nvSpPr>
          <p:spPr bwMode="auto">
            <a:xfrm rot="0" flipH="0" flipV="0">
              <a:off x="5060423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First 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reimbursement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4885957" name="Freeform 67"/>
            <p:cNvSpPr/>
            <p:nvPr/>
          </p:nvSpPr>
          <p:spPr bwMode="auto">
            <a:xfrm rot="0" flipH="0" flipV="0">
              <a:off x="5060423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54828406" name="TextBox 68"/>
            <p:cNvSpPr txBox="1"/>
            <p:nvPr/>
          </p:nvSpPr>
          <p:spPr bwMode="auto">
            <a:xfrm rot="0" flipH="0" flipV="0">
              <a:off x="5060423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18303143" name="AutoShape 69"/>
            <p:cNvSpPr/>
            <p:nvPr/>
          </p:nvSpPr>
          <p:spPr bwMode="auto">
            <a:xfrm>
              <a:off x="788571" y="5426302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70766167" name="AutoShape 70"/>
            <p:cNvSpPr/>
            <p:nvPr/>
          </p:nvSpPr>
          <p:spPr bwMode="auto">
            <a:xfrm flipH="1">
              <a:off x="788571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886034616" name="AutoShape 71"/>
            <p:cNvSpPr/>
            <p:nvPr/>
          </p:nvSpPr>
          <p:spPr bwMode="auto">
            <a:xfrm>
              <a:off x="786566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945089251" name="AutoShape 72"/>
            <p:cNvSpPr/>
            <p:nvPr/>
          </p:nvSpPr>
          <p:spPr bwMode="auto">
            <a:xfrm flipH="1">
              <a:off x="788571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337795368" name="AutoShape 73"/>
            <p:cNvSpPr/>
            <p:nvPr/>
          </p:nvSpPr>
          <p:spPr bwMode="auto">
            <a:xfrm flipH="1">
              <a:off x="788571" y="50681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276282287" name="TextBox 74"/>
            <p:cNvSpPr txBox="1"/>
            <p:nvPr/>
          </p:nvSpPr>
          <p:spPr bwMode="auto">
            <a:xfrm>
              <a:off x="4958958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04172600" name="TextBox 75"/>
            <p:cNvSpPr txBox="1"/>
            <p:nvPr/>
          </p:nvSpPr>
          <p:spPr bwMode="auto">
            <a:xfrm flipH="0" flipV="0">
              <a:off x="1886781" y="3878662"/>
              <a:ext cx="6358199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3945162" name="TextBox 76"/>
            <p:cNvSpPr txBox="1"/>
            <p:nvPr/>
          </p:nvSpPr>
          <p:spPr bwMode="auto">
            <a:xfrm flipH="0" flipV="0">
              <a:off x="1886781" y="4241608"/>
              <a:ext cx="635544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50365095" name="TextBox 77"/>
            <p:cNvSpPr txBox="1"/>
            <p:nvPr/>
          </p:nvSpPr>
          <p:spPr bwMode="auto">
            <a:xfrm flipH="0" flipV="0">
              <a:off x="1886782" y="4601655"/>
              <a:ext cx="635269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26537214" name="TextBox 78"/>
            <p:cNvSpPr txBox="1"/>
            <p:nvPr/>
          </p:nvSpPr>
          <p:spPr bwMode="auto">
            <a:xfrm flipH="0" flipV="0">
              <a:off x="1886782" y="4964600"/>
              <a:ext cx="631165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73181821" name="TextBox 79"/>
            <p:cNvSpPr txBox="1"/>
            <p:nvPr/>
          </p:nvSpPr>
          <p:spPr bwMode="auto">
            <a:xfrm flipH="0" flipV="0">
              <a:off x="1886782" y="5324645"/>
              <a:ext cx="635269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1392054" name="Freeform 81"/>
            <p:cNvSpPr/>
            <p:nvPr/>
          </p:nvSpPr>
          <p:spPr bwMode="auto">
            <a:xfrm rot="0" flipH="0" flipV="0">
              <a:off x="1673651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33675206" name="TextBox 82"/>
            <p:cNvSpPr txBox="1"/>
            <p:nvPr/>
          </p:nvSpPr>
          <p:spPr bwMode="auto">
            <a:xfrm rot="0" flipH="0" flipV="0">
              <a:off x="1673651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64029205" name="Freeform 84"/>
            <p:cNvSpPr/>
            <p:nvPr/>
          </p:nvSpPr>
          <p:spPr bwMode="auto">
            <a:xfrm rot="0" flipH="0" flipV="0">
              <a:off x="8445620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67951926" name="TextBox 85"/>
            <p:cNvSpPr txBox="1"/>
            <p:nvPr/>
          </p:nvSpPr>
          <p:spPr bwMode="auto">
            <a:xfrm rot="0" flipH="0" flipV="0">
              <a:off x="8445620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4517080" name="Freeform 87"/>
            <p:cNvSpPr/>
            <p:nvPr/>
          </p:nvSpPr>
          <p:spPr bwMode="auto">
            <a:xfrm rot="0" flipH="0" flipV="0">
              <a:off x="6874416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8389724" name="TextBox 88"/>
            <p:cNvSpPr txBox="1"/>
            <p:nvPr/>
          </p:nvSpPr>
          <p:spPr bwMode="auto">
            <a:xfrm rot="0" flipH="0" flipV="0">
              <a:off x="6874416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>
                    <a:alpha val="40000"/>
                  </a:srgbClr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29057493" name="AutoShape 89"/>
            <p:cNvSpPr/>
            <p:nvPr/>
          </p:nvSpPr>
          <p:spPr bwMode="auto">
            <a:xfrm>
              <a:off x="8243514" y="2031429"/>
              <a:ext cx="20210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4707639" name="AutoShape 90"/>
            <p:cNvSpPr/>
            <p:nvPr/>
          </p:nvSpPr>
          <p:spPr bwMode="auto">
            <a:xfrm>
              <a:off x="10697716" y="1514425"/>
              <a:ext cx="1827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4956395" name="AutoShape 91"/>
            <p:cNvSpPr/>
            <p:nvPr/>
          </p:nvSpPr>
          <p:spPr bwMode="auto">
            <a:xfrm flipH="1">
              <a:off x="3042749" y="2031429"/>
              <a:ext cx="2017674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4435560" name="AutoShape 92"/>
            <p:cNvSpPr/>
            <p:nvPr/>
          </p:nvSpPr>
          <p:spPr bwMode="auto">
            <a:xfrm flipH="1">
              <a:off x="6148917" y="1589637"/>
              <a:ext cx="409761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5524110" name="AutoShape 93"/>
            <p:cNvSpPr/>
            <p:nvPr/>
          </p:nvSpPr>
          <p:spPr bwMode="auto">
            <a:xfrm flipV="1">
              <a:off x="6148917" y="1565825"/>
              <a:ext cx="0" cy="20644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4081152" name="AutoShape 94"/>
            <p:cNvSpPr/>
            <p:nvPr/>
          </p:nvSpPr>
          <p:spPr bwMode="auto">
            <a:xfrm flipV="1">
              <a:off x="10246530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7937227" name="AutoShape 95"/>
            <p:cNvSpPr/>
            <p:nvPr/>
          </p:nvSpPr>
          <p:spPr bwMode="auto">
            <a:xfrm flipV="1">
              <a:off x="2358031" y="2291531"/>
              <a:ext cx="81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5120490" name="AutoShape 96"/>
            <p:cNvSpPr/>
            <p:nvPr/>
          </p:nvSpPr>
          <p:spPr bwMode="auto">
            <a:xfrm flipH="1">
              <a:off x="2752902" y="2349634"/>
              <a:ext cx="301977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7072861" name="AutoShape 97"/>
            <p:cNvSpPr/>
            <p:nvPr/>
          </p:nvSpPr>
          <p:spPr bwMode="auto">
            <a:xfrm flipH="1" flipV="1">
              <a:off x="5744972" y="2291531"/>
              <a:ext cx="0" cy="58101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0711338" name="AutoShape 98"/>
            <p:cNvSpPr/>
            <p:nvPr/>
          </p:nvSpPr>
          <p:spPr bwMode="auto">
            <a:xfrm flipV="1">
              <a:off x="2776714" y="2349634"/>
              <a:ext cx="0" cy="19852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9850960" name="Freeform 100"/>
            <p:cNvSpPr/>
            <p:nvPr/>
          </p:nvSpPr>
          <p:spPr bwMode="auto">
            <a:xfrm rot="0" flipH="0" flipV="0">
              <a:off x="10013166" y="994221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47851297" name="TextBox 101"/>
            <p:cNvSpPr txBox="1"/>
            <p:nvPr/>
          </p:nvSpPr>
          <p:spPr bwMode="auto">
            <a:xfrm rot="0" flipH="0" flipV="0">
              <a:off x="10013166" y="921889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60008777" name="Freeform 103"/>
            <p:cNvSpPr/>
            <p:nvPr/>
          </p:nvSpPr>
          <p:spPr bwMode="auto">
            <a:xfrm rot="0" flipH="0" flipV="0">
              <a:off x="10014993" y="1771600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3874315" name="TextBox 104"/>
            <p:cNvSpPr txBox="1"/>
            <p:nvPr/>
          </p:nvSpPr>
          <p:spPr bwMode="auto">
            <a:xfrm rot="0" flipH="0" flipV="0">
              <a:off x="10014993" y="1699270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44901689" name="Freeform 106"/>
            <p:cNvSpPr/>
            <p:nvPr/>
          </p:nvSpPr>
          <p:spPr bwMode="auto">
            <a:xfrm rot="0" flipH="0" flipV="0">
              <a:off x="10013166" y="2548431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07367478" name="TextBox 107"/>
            <p:cNvSpPr txBox="1"/>
            <p:nvPr/>
          </p:nvSpPr>
          <p:spPr bwMode="auto">
            <a:xfrm rot="0" flipH="0" flipV="0">
              <a:off x="10013166" y="247610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29033821" name="AutoShape 108"/>
            <p:cNvSpPr/>
            <p:nvPr/>
          </p:nvSpPr>
          <p:spPr bwMode="auto">
            <a:xfrm>
              <a:off x="9812891" y="2808377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2245193" name="AutoShape 109"/>
            <p:cNvSpPr/>
            <p:nvPr/>
          </p:nvSpPr>
          <p:spPr bwMode="auto">
            <a:xfrm>
              <a:off x="9814718" y="2031548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3816976" name="AutoShape 110"/>
            <p:cNvSpPr/>
            <p:nvPr/>
          </p:nvSpPr>
          <p:spPr bwMode="auto">
            <a:xfrm>
              <a:off x="9812891" y="1254169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8592085" name="AutoShape 111"/>
            <p:cNvSpPr/>
            <p:nvPr/>
          </p:nvSpPr>
          <p:spPr bwMode="auto">
            <a:xfrm>
              <a:off x="2358031" y="1514152"/>
              <a:ext cx="82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12511" name="AutoShape 112"/>
            <p:cNvSpPr/>
            <p:nvPr/>
          </p:nvSpPr>
          <p:spPr bwMode="auto">
            <a:xfrm>
              <a:off x="3042495" y="2808261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0724637" name="AutoShape 113"/>
            <p:cNvSpPr/>
            <p:nvPr/>
          </p:nvSpPr>
          <p:spPr bwMode="auto">
            <a:xfrm>
              <a:off x="8241509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0657156" name="Freeform 115"/>
            <p:cNvSpPr/>
            <p:nvPr/>
          </p:nvSpPr>
          <p:spPr bwMode="auto">
            <a:xfrm rot="0" flipH="0" flipV="0">
              <a:off x="102017" y="176755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68820272" name="TextBox 116"/>
            <p:cNvSpPr txBox="1"/>
            <p:nvPr/>
          </p:nvSpPr>
          <p:spPr bwMode="auto">
            <a:xfrm rot="0" flipH="0" flipV="0">
              <a:off x="102017" y="16952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5908364" name="Freeform 118"/>
            <p:cNvSpPr/>
            <p:nvPr/>
          </p:nvSpPr>
          <p:spPr bwMode="auto">
            <a:xfrm rot="0" flipH="0" flipV="0">
              <a:off x="102017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775822187" name="TextBox 119"/>
            <p:cNvSpPr txBox="1"/>
            <p:nvPr/>
          </p:nvSpPr>
          <p:spPr bwMode="auto">
            <a:xfrm rot="0" flipH="0" flipV="0">
              <a:off x="102017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9128760" name="Freeform 121"/>
            <p:cNvSpPr/>
            <p:nvPr/>
          </p:nvSpPr>
          <p:spPr bwMode="auto">
            <a:xfrm rot="0" flipH="0" flipV="0">
              <a:off x="10402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125317705" name="TextBox 122"/>
            <p:cNvSpPr txBox="1"/>
            <p:nvPr/>
          </p:nvSpPr>
          <p:spPr bwMode="auto">
            <a:xfrm rot="0" flipH="0" flipV="0">
              <a:off x="104020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3764368" name="Rectangle 867144088"/>
          <p:cNvSpPr txBox="1"/>
          <p:nvPr/>
        </p:nvSpPr>
        <p:spPr bwMode="auto">
          <a:xfrm rot="0" flipH="0" flipV="0">
            <a:off x="402671" y="2378358"/>
            <a:ext cx="3696300" cy="1034701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Kunci publik </a:t>
            </a: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pembayaran klasik</a:t>
            </a:r>
            <a:endParaRPr lang="en-US" sz="1400" b="1" i="0" u="none" strike="noStrike" cap="none" spc="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grpSp>
        <p:nvGrpSpPr>
          <p:cNvPr id="598994975" name=""/>
          <p:cNvGrpSpPr/>
          <p:nvPr/>
        </p:nvGrpSpPr>
        <p:grpSpPr bwMode="auto">
          <a:xfrm>
            <a:off x="4333218" y="2394821"/>
            <a:ext cx="7254418" cy="3927862"/>
            <a:chOff x="0" y="0"/>
            <a:chExt cx="7254418" cy="3927862"/>
          </a:xfrm>
        </p:grpSpPr>
        <p:sp>
          <p:nvSpPr>
            <p:cNvPr id="350105946" name="AutoShape 29"/>
            <p:cNvSpPr/>
            <p:nvPr/>
          </p:nvSpPr>
          <p:spPr bwMode="auto">
            <a:xfrm flipV="1">
              <a:off x="776945" y="3096698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789181" name="AutoShape 39"/>
            <p:cNvSpPr/>
            <p:nvPr/>
          </p:nvSpPr>
          <p:spPr bwMode="auto">
            <a:xfrm flipV="1">
              <a:off x="2677171" y="3096698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0468102" name="AutoShape 46"/>
            <p:cNvSpPr/>
            <p:nvPr/>
          </p:nvSpPr>
          <p:spPr bwMode="auto">
            <a:xfrm flipV="1">
              <a:off x="776945" y="2214692"/>
              <a:ext cx="940753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6218052" name="AutoShape 47"/>
            <p:cNvSpPr/>
            <p:nvPr/>
          </p:nvSpPr>
          <p:spPr bwMode="auto">
            <a:xfrm flipH="1" flipV="1">
              <a:off x="1717701" y="2214692"/>
              <a:ext cx="959466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215495" name="AutoShape 48"/>
            <p:cNvSpPr/>
            <p:nvPr/>
          </p:nvSpPr>
          <p:spPr bwMode="auto">
            <a:xfrm flipH="0" flipV="1">
              <a:off x="1717699" y="1142533"/>
              <a:ext cx="1636697" cy="47140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2499561" name="AutoShape 52"/>
            <p:cNvSpPr/>
            <p:nvPr/>
          </p:nvSpPr>
          <p:spPr bwMode="auto">
            <a:xfrm flipH="1" flipV="1">
              <a:off x="4579150" y="3096698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740187" name="AutoShape 62"/>
            <p:cNvSpPr/>
            <p:nvPr/>
          </p:nvSpPr>
          <p:spPr bwMode="auto">
            <a:xfrm flipV="1">
              <a:off x="6479377" y="3096698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1797373" name="AutoShape 66"/>
            <p:cNvSpPr/>
            <p:nvPr/>
          </p:nvSpPr>
          <p:spPr bwMode="auto">
            <a:xfrm flipV="1">
              <a:off x="4579150" y="2214692"/>
              <a:ext cx="940753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3573745" name="AutoShape 67"/>
            <p:cNvSpPr/>
            <p:nvPr/>
          </p:nvSpPr>
          <p:spPr bwMode="auto">
            <a:xfrm flipH="1" flipV="1">
              <a:off x="5519908" y="2214692"/>
              <a:ext cx="959466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0160931" name="AutoShape 68"/>
            <p:cNvSpPr/>
            <p:nvPr/>
          </p:nvSpPr>
          <p:spPr bwMode="auto">
            <a:xfrm flipH="1" flipV="1">
              <a:off x="3962378" y="1142533"/>
              <a:ext cx="1557525" cy="47140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837867557" name="Rectangle 867144088"/>
            <p:cNvSpPr txBox="1"/>
            <p:nvPr/>
          </p:nvSpPr>
          <p:spPr bwMode="auto">
            <a:xfrm rot="0" flipH="0" flipV="0">
              <a:off x="1643455" y="0"/>
              <a:ext cx="3695940" cy="1034701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360000" rIns="91440" bIns="360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Merkle Root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78308789" name=""/>
            <p:cNvSpPr txBox="1"/>
            <p:nvPr/>
          </p:nvSpPr>
          <p:spPr bwMode="auto">
            <a:xfrm rot="0" flipH="0" flipV="0">
              <a:off x="925772" y="1613943"/>
              <a:ext cx="1552451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(A,B)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559912022" name=""/>
            <p:cNvSpPr txBox="1"/>
            <p:nvPr/>
          </p:nvSpPr>
          <p:spPr bwMode="auto">
            <a:xfrm rot="0" flipH="0" flipV="0">
              <a:off x="4798875" y="1617516"/>
              <a:ext cx="1553170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(C,D)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641106844" name=""/>
            <p:cNvSpPr txBox="1"/>
            <p:nvPr/>
          </p:nvSpPr>
          <p:spPr bwMode="auto">
            <a:xfrm rot="0" flipH="0" flipV="0">
              <a:off x="0" y="2564079"/>
              <a:ext cx="1553889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4005145" name=""/>
            <p:cNvSpPr txBox="1"/>
            <p:nvPr/>
          </p:nvSpPr>
          <p:spPr bwMode="auto">
            <a:xfrm rot="0" flipH="0" flipV="0">
              <a:off x="1899682" y="2564079"/>
              <a:ext cx="155496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(B)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43934722" name=""/>
            <p:cNvSpPr txBox="1"/>
            <p:nvPr/>
          </p:nvSpPr>
          <p:spPr bwMode="auto">
            <a:xfrm rot="0" flipH="0" flipV="0">
              <a:off x="18452" y="3490565"/>
              <a:ext cx="155460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A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61508708" name=""/>
            <p:cNvSpPr txBox="1"/>
            <p:nvPr/>
          </p:nvSpPr>
          <p:spPr bwMode="auto">
            <a:xfrm rot="0" flipH="0" flipV="0">
              <a:off x="1882376" y="3494136"/>
              <a:ext cx="155568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B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08212560" name=""/>
            <p:cNvSpPr txBox="1"/>
            <p:nvPr/>
          </p:nvSpPr>
          <p:spPr bwMode="auto">
            <a:xfrm rot="0" flipH="0" flipV="0">
              <a:off x="3798687" y="2567651"/>
              <a:ext cx="155496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3444828" name=""/>
            <p:cNvSpPr txBox="1"/>
            <p:nvPr/>
          </p:nvSpPr>
          <p:spPr bwMode="auto">
            <a:xfrm rot="0" flipH="0" flipV="0">
              <a:off x="5698371" y="2567651"/>
              <a:ext cx="155604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(D)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426339364" name=""/>
            <p:cNvSpPr txBox="1"/>
            <p:nvPr/>
          </p:nvSpPr>
          <p:spPr bwMode="auto">
            <a:xfrm rot="0" flipH="0" flipV="0">
              <a:off x="3817141" y="3494136"/>
              <a:ext cx="155568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C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79976499" name=""/>
            <p:cNvSpPr txBox="1"/>
            <p:nvPr/>
          </p:nvSpPr>
          <p:spPr bwMode="auto">
            <a:xfrm rot="0" flipH="0" flipV="0">
              <a:off x="5681064" y="3497706"/>
              <a:ext cx="1556766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D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1151986373" name=""/>
          <p:cNvGrpSpPr/>
          <p:nvPr/>
        </p:nvGrpSpPr>
        <p:grpSpPr bwMode="auto">
          <a:xfrm>
            <a:off x="1993089" y="540216"/>
            <a:ext cx="5976459" cy="1725336"/>
            <a:chOff x="0" y="0"/>
            <a:chExt cx="5976459" cy="1725336"/>
          </a:xfrm>
        </p:grpSpPr>
        <p:sp>
          <p:nvSpPr>
            <p:cNvPr id="895020035" name="AutoShape 75"/>
            <p:cNvSpPr/>
            <p:nvPr/>
          </p:nvSpPr>
          <p:spPr bwMode="auto">
            <a:xfrm flipH="0" flipV="1">
              <a:off x="0" y="1253951"/>
              <a:ext cx="2674900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77376370" name="AutoShape 76"/>
            <p:cNvSpPr/>
            <p:nvPr/>
          </p:nvSpPr>
          <p:spPr bwMode="auto">
            <a:xfrm flipH="1" flipV="1">
              <a:off x="3303146" y="1253951"/>
              <a:ext cx="2673312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780737486" name=""/>
            <p:cNvSpPr txBox="1"/>
            <p:nvPr/>
          </p:nvSpPr>
          <p:spPr bwMode="auto">
            <a:xfrm rot="0" flipH="0" flipV="0">
              <a:off x="491733" y="0"/>
              <a:ext cx="4831827" cy="97645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720000" tIns="288000" rIns="720000" bIns="288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Tweaked public key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3591381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93880" y="685800"/>
            <a:ext cx="10698019" cy="58102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0595430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10139" y="209548"/>
            <a:ext cx="11143118" cy="64388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4435514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85199" y="925485"/>
            <a:ext cx="10854299" cy="50070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38901491" name=""/>
          <p:cNvGrpSpPr/>
          <p:nvPr/>
        </p:nvGrpSpPr>
        <p:grpSpPr bwMode="auto">
          <a:xfrm>
            <a:off x="1238256" y="253006"/>
            <a:ext cx="10348374" cy="6369841"/>
            <a:chOff x="0" y="0"/>
            <a:chExt cx="10348374" cy="6369841"/>
          </a:xfrm>
        </p:grpSpPr>
        <p:sp>
          <p:nvSpPr>
            <p:cNvPr id="200246910" name="Freeform 30"/>
            <p:cNvSpPr/>
            <p:nvPr/>
          </p:nvSpPr>
          <p:spPr bwMode="auto">
            <a:xfrm rot="0" flipH="0" flipV="0">
              <a:off x="4830042" y="147289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20666334" name="TextBox 31"/>
            <p:cNvSpPr txBox="1"/>
            <p:nvPr/>
          </p:nvSpPr>
          <p:spPr bwMode="auto">
            <a:xfrm rot="0" flipH="0" flipV="0">
              <a:off x="4830042" y="130413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0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143972311" name="TextBox 32"/>
            <p:cNvSpPr txBox="1"/>
            <p:nvPr/>
          </p:nvSpPr>
          <p:spPr bwMode="auto">
            <a:xfrm>
              <a:off x="4684256" y="190504"/>
              <a:ext cx="5448437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1490584" name="TextBox 33"/>
            <p:cNvSpPr txBox="1"/>
            <p:nvPr/>
          </p:nvSpPr>
          <p:spPr bwMode="auto">
            <a:xfrm>
              <a:off x="4871361" y="795974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5349762" name="AutoShape 34"/>
            <p:cNvSpPr/>
            <p:nvPr/>
          </p:nvSpPr>
          <p:spPr bwMode="auto">
            <a:xfrm>
              <a:off x="7355659" y="867971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4066404" name="TextBox 35"/>
            <p:cNvSpPr txBox="1"/>
            <p:nvPr/>
          </p:nvSpPr>
          <p:spPr bwMode="auto">
            <a:xfrm>
              <a:off x="7654153" y="795974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933213" name="Freeform 37"/>
            <p:cNvSpPr/>
            <p:nvPr/>
          </p:nvSpPr>
          <p:spPr bwMode="auto">
            <a:xfrm rot="0" flipH="0" flipV="0">
              <a:off x="7612833" y="147289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54378922" name="TextBox 38"/>
            <p:cNvSpPr txBox="1"/>
            <p:nvPr/>
          </p:nvSpPr>
          <p:spPr bwMode="auto">
            <a:xfrm rot="0" flipH="0" flipV="0">
              <a:off x="7612833" y="130413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72906041" name="Freeform 40"/>
            <p:cNvSpPr/>
            <p:nvPr/>
          </p:nvSpPr>
          <p:spPr bwMode="auto">
            <a:xfrm rot="0" flipH="0" flipV="0">
              <a:off x="7612833" y="24197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37829953" name="TextBox 41"/>
            <p:cNvSpPr txBox="1"/>
            <p:nvPr/>
          </p:nvSpPr>
          <p:spPr bwMode="auto">
            <a:xfrm rot="0" flipH="0" flipV="0">
              <a:off x="7612833" y="225099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Change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44957697" name="Freeform 43"/>
            <p:cNvSpPr/>
            <p:nvPr/>
          </p:nvSpPr>
          <p:spPr bwMode="auto">
            <a:xfrm rot="0" flipH="0" flipV="0">
              <a:off x="4830042" y="24197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7336449" name="TextBox 44"/>
            <p:cNvSpPr txBox="1"/>
            <p:nvPr/>
          </p:nvSpPr>
          <p:spPr bwMode="auto">
            <a:xfrm rot="0" flipH="0" flipV="0">
              <a:off x="4830042" y="225099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63192528" name="Freeform 46"/>
            <p:cNvSpPr/>
            <p:nvPr/>
          </p:nvSpPr>
          <p:spPr bwMode="auto">
            <a:xfrm rot="0" flipH="0" flipV="0">
              <a:off x="4830042" y="336661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27429470" name="TextBox 47"/>
            <p:cNvSpPr txBox="1"/>
            <p:nvPr/>
          </p:nvSpPr>
          <p:spPr bwMode="auto">
            <a:xfrm rot="0" flipH="0" flipV="0">
              <a:off x="4830042" y="319785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0061489" name="Freeform 49"/>
            <p:cNvSpPr/>
            <p:nvPr/>
          </p:nvSpPr>
          <p:spPr bwMode="auto">
            <a:xfrm rot="0" flipH="0" flipV="0">
              <a:off x="0" y="1328409"/>
              <a:ext cx="2515523" cy="2900961"/>
            </a:xfrm>
            <a:custGeom>
              <a:avLst/>
              <a:gdLst/>
              <a:ahLst/>
              <a:cxnLst/>
              <a:rect l="l" t="t" r="r" b="b"/>
              <a:pathLst>
                <a:path w="993788" h="1146059" fill="norm" stroke="1" extrusionOk="0">
                  <a:moveTo>
                    <a:pt x="0" y="0"/>
                  </a:moveTo>
                  <a:lnTo>
                    <a:pt x="993788" y="0"/>
                  </a:lnTo>
                  <a:lnTo>
                    <a:pt x="993788" y="1146059"/>
                  </a:lnTo>
                  <a:lnTo>
                    <a:pt x="0" y="114605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225982865" name="TextBox 50"/>
            <p:cNvSpPr txBox="1"/>
            <p:nvPr/>
          </p:nvSpPr>
          <p:spPr bwMode="auto">
            <a:xfrm rot="0" flipH="0" flipV="0">
              <a:off x="0" y="1207864"/>
              <a:ext cx="2515523" cy="302151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515850674" name="AutoShape 51"/>
            <p:cNvSpPr/>
            <p:nvPr/>
          </p:nvSpPr>
          <p:spPr bwMode="auto">
            <a:xfrm flipV="1">
              <a:off x="2281117" y="1832027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6038198" name="Freeform 53"/>
            <p:cNvSpPr/>
            <p:nvPr/>
          </p:nvSpPr>
          <p:spPr bwMode="auto">
            <a:xfrm rot="0" flipH="0" flipV="0">
              <a:off x="1470488" y="1472895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720556" h="957682" fill="norm" stroke="1" extrusionOk="0">
                  <a:moveTo>
                    <a:pt x="0" y="0"/>
                  </a:moveTo>
                  <a:lnTo>
                    <a:pt x="720557" y="0"/>
                  </a:lnTo>
                  <a:lnTo>
                    <a:pt x="720557" y="957682"/>
                  </a:lnTo>
                  <a:lnTo>
                    <a:pt x="0" y="9576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8580016" name="Freeform 54"/>
            <p:cNvSpPr/>
            <p:nvPr/>
          </p:nvSpPr>
          <p:spPr bwMode="auto">
            <a:xfrm rot="0" flipH="0" flipV="0">
              <a:off x="1740697" y="1472895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720556" h="957682" fill="norm" stroke="1" extrusionOk="0">
                  <a:moveTo>
                    <a:pt x="0" y="0"/>
                  </a:moveTo>
                  <a:lnTo>
                    <a:pt x="720556" y="0"/>
                  </a:lnTo>
                  <a:lnTo>
                    <a:pt x="720556" y="957682"/>
                  </a:lnTo>
                  <a:lnTo>
                    <a:pt x="0" y="9576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3458825" name="TextBox 55"/>
            <p:cNvSpPr txBox="1"/>
            <p:nvPr/>
          </p:nvSpPr>
          <p:spPr bwMode="auto">
            <a:xfrm rot="0" flipH="0" flipV="0">
              <a:off x="235663" y="1585328"/>
              <a:ext cx="1036239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a0 A0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16065634" name="Freeform 56"/>
            <p:cNvSpPr/>
            <p:nvPr/>
          </p:nvSpPr>
          <p:spPr bwMode="auto">
            <a:xfrm>
              <a:off x="1470492" y="2419758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1"/>
                  </a:lnTo>
                  <a:lnTo>
                    <a:pt x="0" y="7182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37684" name="Freeform 57"/>
            <p:cNvSpPr/>
            <p:nvPr/>
          </p:nvSpPr>
          <p:spPr bwMode="auto">
            <a:xfrm>
              <a:off x="1740699" y="2419758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1"/>
                  </a:lnTo>
                  <a:lnTo>
                    <a:pt x="0" y="7182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7969103" name="TextBox 58"/>
            <p:cNvSpPr txBox="1"/>
            <p:nvPr/>
          </p:nvSpPr>
          <p:spPr bwMode="auto">
            <a:xfrm>
              <a:off x="235665" y="2517904"/>
              <a:ext cx="1035882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a1 A1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30016098" name="Freeform 59"/>
            <p:cNvSpPr/>
            <p:nvPr/>
          </p:nvSpPr>
          <p:spPr bwMode="auto">
            <a:xfrm>
              <a:off x="1470492" y="3366619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2"/>
                  </a:lnTo>
                  <a:lnTo>
                    <a:pt x="0" y="7182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1184764" name="Freeform 60"/>
            <p:cNvSpPr/>
            <p:nvPr/>
          </p:nvSpPr>
          <p:spPr bwMode="auto">
            <a:xfrm>
              <a:off x="1740699" y="3366619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2"/>
                  </a:lnTo>
                  <a:lnTo>
                    <a:pt x="0" y="7182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4196330" name="TextBox 61"/>
            <p:cNvSpPr txBox="1"/>
            <p:nvPr/>
          </p:nvSpPr>
          <p:spPr bwMode="auto">
            <a:xfrm>
              <a:off x="235665" y="3464766"/>
              <a:ext cx="1035882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a2 A2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20836840" name="Freeform 63"/>
            <p:cNvSpPr/>
            <p:nvPr/>
          </p:nvSpPr>
          <p:spPr bwMode="auto">
            <a:xfrm rot="0" flipH="0" flipV="0">
              <a:off x="675076" y="5029197"/>
              <a:ext cx="776912" cy="1032584"/>
            </a:xfrm>
            <a:custGeom>
              <a:avLst/>
              <a:gdLst/>
              <a:ahLst/>
              <a:cxnLst/>
              <a:rect l="l" t="t" r="r" b="b"/>
              <a:pathLst>
                <a:path w="1035886" h="1376782" fill="norm" stroke="1" extrusionOk="0">
                  <a:moveTo>
                    <a:pt x="0" y="0"/>
                  </a:moveTo>
                  <a:lnTo>
                    <a:pt x="1035886" y="0"/>
                  </a:lnTo>
                  <a:lnTo>
                    <a:pt x="1035886" y="1376782"/>
                  </a:lnTo>
                  <a:lnTo>
                    <a:pt x="0" y="1376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</p:sp>
        <p:sp>
          <p:nvSpPr>
            <p:cNvPr id="1967770454" name="Freeform 64"/>
            <p:cNvSpPr/>
            <p:nvPr/>
          </p:nvSpPr>
          <p:spPr bwMode="auto">
            <a:xfrm rot="0" flipH="0" flipV="0">
              <a:off x="1063532" y="5029197"/>
              <a:ext cx="776912" cy="1032584"/>
            </a:xfrm>
            <a:custGeom>
              <a:avLst/>
              <a:gdLst/>
              <a:ahLst/>
              <a:cxnLst/>
              <a:rect l="l" t="t" r="r" b="b"/>
              <a:pathLst>
                <a:path w="1035886" h="1376782" fill="norm" stroke="1" extrusionOk="0">
                  <a:moveTo>
                    <a:pt x="0" y="0"/>
                  </a:moveTo>
                  <a:lnTo>
                    <a:pt x="1035885" y="0"/>
                  </a:lnTo>
                  <a:lnTo>
                    <a:pt x="1035885" y="1376782"/>
                  </a:lnTo>
                  <a:lnTo>
                    <a:pt x="0" y="1376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</p:sp>
        <p:sp>
          <p:nvSpPr>
            <p:cNvPr id="1964473494" name="TextBox 65"/>
            <p:cNvSpPr txBox="1"/>
            <p:nvPr/>
          </p:nvSpPr>
          <p:spPr bwMode="auto">
            <a:xfrm>
              <a:off x="2010909" y="5238469"/>
              <a:ext cx="1035882" cy="5691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478"/>
                </a:lnSpc>
                <a:defRPr/>
              </a:pPr>
              <a:r>
                <a:rPr lang="en-US" sz="3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 A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21724387" name="AutoShape 66"/>
            <p:cNvSpPr/>
            <p:nvPr/>
          </p:nvSpPr>
          <p:spPr bwMode="auto">
            <a:xfrm>
              <a:off x="2281117" y="2778888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9984689" name="AutoShape 67"/>
            <p:cNvSpPr/>
            <p:nvPr/>
          </p:nvSpPr>
          <p:spPr bwMode="auto">
            <a:xfrm>
              <a:off x="2281117" y="3725749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378754" name="Freeform 69"/>
            <p:cNvSpPr/>
            <p:nvPr/>
          </p:nvSpPr>
          <p:spPr bwMode="auto">
            <a:xfrm rot="0" flipH="0" flipV="0">
              <a:off x="854262" y="347796"/>
              <a:ext cx="808254" cy="886973"/>
            </a:xfrm>
            <a:custGeom>
              <a:avLst/>
              <a:gdLst/>
              <a:ahLst/>
              <a:cxnLst/>
              <a:rect l="l" t="t" r="r" b="b"/>
              <a:pathLst>
                <a:path w="1077675" h="1182634" fill="norm" stroke="1" extrusionOk="0">
                  <a:moveTo>
                    <a:pt x="0" y="0"/>
                  </a:moveTo>
                  <a:lnTo>
                    <a:pt x="1077675" y="0"/>
                  </a:lnTo>
                  <a:lnTo>
                    <a:pt x="1077675" y="1182634"/>
                  </a:lnTo>
                  <a:lnTo>
                    <a:pt x="0" y="11826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</p:sp>
        <p:sp>
          <p:nvSpPr>
            <p:cNvPr id="200375469" name="TextBox 70"/>
            <p:cNvSpPr txBox="1"/>
            <p:nvPr/>
          </p:nvSpPr>
          <p:spPr bwMode="auto">
            <a:xfrm rot="0" flipH="0" flipV="0">
              <a:off x="1076688" y="793955"/>
              <a:ext cx="364122" cy="46721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75"/>
                </a:lnSpc>
                <a:defRPr/>
              </a:pPr>
              <a:r>
                <a:rPr lang="en-US" sz="26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A</a:t>
              </a:r>
              <a:endParaRPr/>
            </a:p>
          </p:txBody>
        </p:sp>
        <p:sp>
          <p:nvSpPr>
            <p:cNvPr id="301879396" name="AutoShape 71"/>
            <p:cNvSpPr/>
            <p:nvPr/>
          </p:nvSpPr>
          <p:spPr bwMode="auto">
            <a:xfrm>
              <a:off x="1257763" y="4229368"/>
              <a:ext cx="0" cy="704577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9409008" name="Rectangle: Rounded Corners 12"/>
            <p:cNvSpPr/>
            <p:nvPr/>
          </p:nvSpPr>
          <p:spPr bwMode="auto">
            <a:xfrm flipH="0" flipV="0">
              <a:off x="4468575" y="0"/>
              <a:ext cx="5879799" cy="63698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6844028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37599" y="963707"/>
            <a:ext cx="11482949" cy="47941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6206204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16213" y="605516"/>
            <a:ext cx="10942110" cy="587828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ONLYOFFICE/9.0.3.29</Application>
  <PresentationFormat>On-screen Show (4:3)</PresentationFormat>
  <Paragraphs>0</Paragraphs>
  <Slides>249</Slides>
  <Notes>249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249</vt:i4>
      </vt:variant>
    </vt:vector>
  </HeadingPairs>
  <TitlesOfParts>
    <vt:vector size="25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52</cp:revision>
  <dcterms:modified xsi:type="dcterms:W3CDTF">2025-09-23T16:09:32Z</dcterms:modified>
</cp:coreProperties>
</file>