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Ibanga ry'uburyo bwa banki: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Icyitegererezo c'ubuzima bwite bwa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Mugenziwe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Abanyagihugu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Ibicuruzwa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Ibirango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Abanyagihugu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Ibicuruzwa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Ubwenegihugu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Umutungo rusangi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Ijambo mpuzamakungu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Konti ya banki y'umukiriya: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Konti ya banki ya Baker: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Gucuruza </a:t>
            </a:r>
            <a:r>
              <a:rPr>
                <a:latin typeface="IBM Plex Sans"/>
              </a:rPr>
              <a:t>Bitcoin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zikoreshwa mu gukoresha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zaremewe abazironka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Biguha uburenganzira bwo gusinya kugira ngo uhaze inyandiko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Inyandiko yaremewe gufunga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Urufunguzo rwa bose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Urufunguzo rw'ibanga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Igikapu ca Bitcoin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Gucuruza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Ivyo vyanditswe birahaze gukoresha UTXO 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nshasha zaremwe kandi zikingirwa na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inyandiko nshasha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ya Alice irakoreshwa kugira ngo umuntu ahaze ivyo yishuye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iraremwa kugira ngo ihe umutetsi umukate 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Ihinduka UTXO isubira mu gikapu ca Alice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afatanya UTXO 2 mu bikoresho kugira ngo ashobore kwishura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iraremwa kugira ngo ihe umutetsi umukate 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Ihinduka UTXO isubira mu gikapu ca Alice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ya Alice irakoreshwa kugira ngo umuntu ahaze ivyo yishuye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iraremwa kugira ngo ihe umutetsi umukate 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Ihinduka UTXO isubira mu gikapu ca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Amafaranga y'ugucuruza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Ibanga ry'uburyo bwa banki: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Mugenziwe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Abanyagihugu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Ibicuruzwa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Ibirango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Umukiriya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Umutetsi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Umubanyi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Umucungezi wa banki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Ibanga ry'uburyo bwa banki: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Icyitegererezo c'ubuzima bwite bwa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Mugenziwe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Abanyagihugu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Ibicuruzwa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Ibirango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Abanyagihugu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Ibicuruzwa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Ibirango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Umubanyi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Umukiriya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Umutetsi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Gukurikirana uruzitiro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Ibishirwamwo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ibisohoka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Ibiranga ibiranga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Gukuraho ivyiyumviro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Uburyo bwo gukoresha amahera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y’ubuhinga bwa none, Igice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 10: Ubuzima bwite.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Ushobora kubisanga kuri: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Kwishura vyoroshe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Gukubura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Gushiramwo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Gushiramwo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Ukwishurwa kw'ibice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Gucuruza mu bufatanye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iy'umukoresha akurikiranywe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Ni igiki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gisohoka giserukira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ihinduka?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Gusubira gukoresha aderesi yo mu mutima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Gusubira gukoresha verisiyo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Igitigiri c'ukwishyura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Igitigiri c'amahera yishurwa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Igisohoka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kinini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Umunyamuryango rusangi w'ama UTXO yose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Uburyo bwo gukoresha amahera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y’ubuhinga bwa none, Igice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 10: Ubuzima bwite.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Ushobora kubibona kuri: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Uwohereza rusangi ku bikorwa vyose?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Uburyo bwo gukoresha amahera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y’ubuhinga bwa none, Igice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 10: Ubuzima bwite.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Ushobora kubibona kuri: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Gucuruza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Urufunguzo rwa bose rwo gukoresha amahera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Uburyo bwo gukoresha amahera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y’ubuhinga bwa none, Igice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 10: Ubuzima bwite.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Ushobora kubisanga kuri: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Umunyamuryango rusangi w'ama UTXO yose .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Gusubira gukoresha aderesi yo mu mutima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urukwavu Satoshi pizza imibare intwengo ikiyaya amagi ipiyano ikiruhuko c'izuba ndabaramukije umusozi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Guhindura kugura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sofa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Gukuraho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Umukiriya Dawidi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arishe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Gugura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mudasobwa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Gugura kuri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Agakarata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Ibimenyetso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Gugura kuri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Ukwishura umukiriya Dawidi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Guhindura kugura sofa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Guhindura.com gukuraho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Umukiriya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Dawidi arishe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Gugura mudasobwa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NTA KYC - 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Gugura kuri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Agakarata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Ibimenyetso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NTA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Gugura kuri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Kwishura umukiriya Dawidi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Amafaranga akoreshwa muri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Ibanga ry'uburyo bwa banki: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Icyitegererezo c'ubuzima bwite bwa Bitcoin: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Mugenziwe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Abanyagihugu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Ibicuruzwa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Ibirango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Abanyagihugu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Ibicuruzwa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Ibirango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Gregori Makisuweli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Petero Todi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nta 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ikoreshwa ku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inzinguzingu zo gufatanya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Ubucukuzi bugura Tx0.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UTXOs zingana ziteguye guvangwa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Ihinduka rya Doxxic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Amafaranga y'ibikorwa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Umusesanguzi arazi .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iyi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Uwo musesanguzi ashaka .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kugira uronke iyi UTXO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Umusesanguzi arazi .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iyi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Uwo musesanguzi ashaka .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kugira uronke iyi UTXO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Umusesanguzi arazi .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iyi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Uwo musesanguzi ahanganye n’umugwi w’aba UTXO .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ivyo bishobora guhura n'ivyo ushaka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UTXO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Ibikoko...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Uwo musesanguzi ahanganye n’umugwi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w’aba UTXO bashobora kuba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ari bo batera .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Inkomoko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Inkomoko ishoboka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Inkomoko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Inkomoko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Inkomoko ishoboka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Umusesanguzi arazi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iyo UTXO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.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Inkomoko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Inkomoko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Inkomoko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Inkomoko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Inkomoko ishoboka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inkomoko...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Amahera y'ukwishyura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Ukwishurwa nyakuri ni 4.000 sats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Uwutanga amafaranga akora ibikorwa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4 kuri we nyene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Uwutanga amafaranga akora ibikorwa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4 kuri we nyene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Igikorwa ca nyuma gikoreshwa mu kwishura uwuronka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Si bo bakiri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Ni abakiriya banje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Kumbure ni bo kandi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None baracari abakiriya banje?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Iryo coinjoin ntiriva ku mukiriya wanje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Vyahinduwe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Vyahinduwe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Bibikiwe gukoreshwa muri kazoza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Kode y'uruzitiro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Urufunguzo rwa bose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Umurima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Uburinganire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567080c4.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Gusuzuma umubare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Intangiriro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Diffie-Umunyakuzimu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Guhanahana amakuru ku rubuga rudatekanye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Ibanga ryasangiwe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Ibara risanzwe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Amabara y'ibanga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Guhanahana amakuru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Amabara y'ibanga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Ibanga ryasangiwe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 .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 .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 .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 .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Itangazo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Gucuruza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"Muraho! Ng'iyi kode yanje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yo kwishura. Nzokwoherereza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amahera nkoresheje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Igishushanyo c'ubuzima bwite ca kera ca Bitcoin: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Ibanga ry'akarorero ry'amakode y'ukwishyura ya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Akarongo G ku mugongo w'uruzitiro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Urufunguzo rw'ibanga rwa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Urufunguzo rwa bose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rwa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Urufunguzo rw'ibanga rwa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Urufunguzo rw'ibanga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rwa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Urufunguzo rwa bose rwa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Urufunguzo rw'ibanga rwa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Ibanga ryasangiwe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Ugutanga amakuru ku bantu bose ata mutekano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Ibanga ryasangiwe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Urufunguzo rwa bose rwa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Urufunguzo rwa bose rwa Bob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Intumbero G ku mugongo w'uruzitiro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Urufunguzo rw'ibanga rwa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Urufunguzo rwa bose rwa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Urufunguzo rwa bose rwa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Urufunguzo rw'ibanga rwa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Urufunguzo rwa bose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Urufunguzo rw'ibanga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rwa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Urufunguzo rwa bose rwa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Urufunguzo rw'ibanga rwa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Ibanga ryasangiwe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Ugutanga amakuru ku bantu bose ata mutekano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Ibanga ryasangiwe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Urufunguzo rwa bose rwa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K0.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K0.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k0.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Ibanga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Abscisse y'ibanga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Ibanga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Akarongo G ku mugongo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Urufunguzo rwa bose rwa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Urufunguzo rw'ibanga rwa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Urufunguzo rwa bose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rwo kwishura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