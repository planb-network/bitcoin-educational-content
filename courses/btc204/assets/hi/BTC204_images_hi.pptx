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2464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40106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390564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399639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44399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039661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019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3138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7952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1503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302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61954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5396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0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44986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0562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1460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3118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2711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584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8682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32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7214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3141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734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408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50706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843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270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064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0292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281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28458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938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6154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26539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40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82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5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1548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3413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19336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6101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7762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4299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767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8372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3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9819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296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04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422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79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599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698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3250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053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008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6616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794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047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59661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470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924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5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76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8136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234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9086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1261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30503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358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27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2741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9336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601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7468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77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756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2760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6705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350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104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14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4987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24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284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09446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6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71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7702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112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51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965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58674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427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01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701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272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6244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181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110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9825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5215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547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9092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3508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41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001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915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162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2403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4738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211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771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1359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40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3893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7203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022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3228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312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0383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3871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54562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9560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051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279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943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2829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900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435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7467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385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056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174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40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20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86334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38249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35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3856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1240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251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827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631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7062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711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4230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69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681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35304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9845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008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714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33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200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1128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496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032041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168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15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9736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0440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7479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965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1670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877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209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7159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869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8342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365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38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22238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698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601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342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9632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04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1618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9859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1595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394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53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3994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6220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70151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93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674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0142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1512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416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7153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404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6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15963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7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898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610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45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396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142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548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943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18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45DB39-7E13-AF09-A926-E1F507B53F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96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5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9189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09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2516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37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976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156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15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46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17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4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992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359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2214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0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5722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2646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948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8248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44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064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598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240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2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838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423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578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2629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3705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7032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8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409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17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3974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45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75992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664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8050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6205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473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1438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2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80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64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643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05508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1315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399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786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2534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693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94604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70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9233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1055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4581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4450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6448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4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9615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781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856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4126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30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2083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6803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3338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90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149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8352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8809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2168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187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908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9468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7760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443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9332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50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309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78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2660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901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936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976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3287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52492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96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0684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636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173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55741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3813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1628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4128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14166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134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42548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19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800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8047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111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209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6427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55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386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462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0381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016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645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9231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559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5575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673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59435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51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4007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10303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6380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877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56430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05661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8410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4692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2452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097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18034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89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299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2172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4828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606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699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7740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424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69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02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8270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2123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550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5878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4784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1026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2100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50358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643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4272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9425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46244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11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2353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898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44965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744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53133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635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97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0954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650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22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4655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31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0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251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4295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57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05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068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28340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8837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790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1274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938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7581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5407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3816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1211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4041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40774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1624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28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85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3616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444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0675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079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3917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9162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882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631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7243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423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529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3122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281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1668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2168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37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342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22275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609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9597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50363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2842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0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5122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860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4200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69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1767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2558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07195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33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3058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5302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961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262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865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5691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9544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104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1448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8110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41142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420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152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4267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415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6347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1912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14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452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6398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94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986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238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36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527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8010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12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6523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09132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704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9213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3668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607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0249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1794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97804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470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2477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90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5699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79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3568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097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87222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217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4650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7413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9888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6652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9731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417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7100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357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0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703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8351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059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3880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1567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248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9519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79946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8283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6378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504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286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1795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40602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840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7070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3507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3618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455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24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4896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4596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4105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737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4340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559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1185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4421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44932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3312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8228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5306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754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38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4103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3197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088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1829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0403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7370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6016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784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651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6204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3552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6082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718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8568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455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533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505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4264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0368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6820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012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8061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762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827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23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915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66184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909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2593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86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19529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008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737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94735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798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6783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236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7537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3238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85177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7222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1122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2716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317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353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62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699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76957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8052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02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1309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2702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820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4998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2590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7183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397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8230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3642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523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169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9165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14878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90185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0156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784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053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001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1808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5621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3153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458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47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6054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67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3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392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55623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3980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4915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258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87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808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650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985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726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7683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564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411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87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3012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6687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5323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7790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2623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519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3633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799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44895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869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95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4888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18871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980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340625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2665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684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5551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77842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6185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925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09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7018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59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7804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79817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9298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6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746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68310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89307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14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0093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28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553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0462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20705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226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0943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0766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193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94971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76561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81474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752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194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0687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236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6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479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5022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118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8894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1937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1311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0007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4527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603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95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956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59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448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9703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229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4471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8736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5177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26248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4356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6105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006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05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0718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6358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5346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1344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621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92841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2906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4831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204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84474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236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622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9564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49924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8161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537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52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64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9593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605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01455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5449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84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8902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4218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6928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659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5646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25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54728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8944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9491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5975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7601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5972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512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8829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4143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029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429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420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7734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40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739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0154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55720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9278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58573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4096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566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292049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014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933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0536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5902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15489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714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65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054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96548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1207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9462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5214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328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3121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5312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9709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1710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878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795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181179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75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20302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4043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7747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7847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1839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552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66190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01440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569906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1094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04745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9517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236429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53251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32150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4011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6284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472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7536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2101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315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140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381387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39108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061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05782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86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6256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27242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651366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0935001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6672025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7888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66664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67143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1421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986540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485204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116703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4518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587536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02883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65490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459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66675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1768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9476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63450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11772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09538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633977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125761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669306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48351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05287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86222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3188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524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8672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8741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96187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6135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2795315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31419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45852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4824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6140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84283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613418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4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5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4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42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48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Relationship Id="rId4" Type="http://schemas.openxmlformats.org/officeDocument/2006/relationships/image" Target="../media/image84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1.png"/><Relationship Id="rId4" Type="http://schemas.openxmlformats.org/officeDocument/2006/relationships/image" Target="../media/image842.png"/><Relationship Id="rId5" Type="http://schemas.openxmlformats.org/officeDocument/2006/relationships/image" Target="../media/image843.png"/><Relationship Id="rId6" Type="http://schemas.openxmlformats.org/officeDocument/2006/relationships/image" Target="../media/image844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5.png"/><Relationship Id="rId4" Type="http://schemas.openxmlformats.org/officeDocument/2006/relationships/image" Target="../media/image846.png"/><Relationship Id="rId5" Type="http://schemas.openxmlformats.org/officeDocument/2006/relationships/image" Target="../media/image847.png"/><Relationship Id="rId6" Type="http://schemas.openxmlformats.org/officeDocument/2006/relationships/image" Target="../media/image848.png"/><Relationship Id="rId7" Type="http://schemas.openxmlformats.org/officeDocument/2006/relationships/image" Target="../media/image849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50.png"/><Relationship Id="rId4" Type="http://schemas.openxmlformats.org/officeDocument/2006/relationships/image" Target="../media/image851.png"/><Relationship Id="rId5" Type="http://schemas.openxmlformats.org/officeDocument/2006/relationships/image" Target="../media/image852.png"/><Relationship Id="rId6" Type="http://schemas.openxmlformats.org/officeDocument/2006/relationships/image" Target="../media/image85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4.png"/><Relationship Id="rId4" Type="http://schemas.openxmlformats.org/officeDocument/2006/relationships/image" Target="../media/image855.png"/><Relationship Id="rId5" Type="http://schemas.openxmlformats.org/officeDocument/2006/relationships/image" Target="../media/image856.png"/><Relationship Id="rId6" Type="http://schemas.openxmlformats.org/officeDocument/2006/relationships/image" Target="../media/image857.png"/><Relationship Id="rId7" Type="http://schemas.openxmlformats.org/officeDocument/2006/relationships/image" Target="../media/image858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9.png"/><Relationship Id="rId4" Type="http://schemas.openxmlformats.org/officeDocument/2006/relationships/image" Target="../media/image860.png"/><Relationship Id="rId5" Type="http://schemas.openxmlformats.org/officeDocument/2006/relationships/image" Target="../media/image861.png"/><Relationship Id="rId6" Type="http://schemas.openxmlformats.org/officeDocument/2006/relationships/image" Target="../media/image862.png"/><Relationship Id="rId7" Type="http://schemas.openxmlformats.org/officeDocument/2006/relationships/image" Target="../media/image863.png"/><Relationship Id="rId8" Type="http://schemas.openxmlformats.org/officeDocument/2006/relationships/image" Target="../media/image864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5.png"/><Relationship Id="rId4" Type="http://schemas.openxmlformats.org/officeDocument/2006/relationships/image" Target="../media/image866.png"/><Relationship Id="rId5" Type="http://schemas.openxmlformats.org/officeDocument/2006/relationships/image" Target="../media/image867.png"/><Relationship Id="rId6" Type="http://schemas.openxmlformats.org/officeDocument/2006/relationships/image" Target="../media/image868.png"/><Relationship Id="rId7" Type="http://schemas.openxmlformats.org/officeDocument/2006/relationships/image" Target="../media/image869.png"/><Relationship Id="rId8" Type="http://schemas.openxmlformats.org/officeDocument/2006/relationships/image" Target="../media/image870.png"/><Relationship Id="rId9" Type="http://schemas.openxmlformats.org/officeDocument/2006/relationships/image" Target="../media/image87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2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3.png"/><Relationship Id="rId4" Type="http://schemas.openxmlformats.org/officeDocument/2006/relationships/image" Target="../media/image874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5.png"/><Relationship Id="rId4" Type="http://schemas.openxmlformats.org/officeDocument/2006/relationships/image" Target="../media/image876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7.png"/><Relationship Id="rId4" Type="http://schemas.openxmlformats.org/officeDocument/2006/relationships/image" Target="../media/image878.png"/><Relationship Id="rId5" Type="http://schemas.openxmlformats.org/officeDocument/2006/relationships/image" Target="../media/image879.png"/><Relationship Id="rId6" Type="http://schemas.openxmlformats.org/officeDocument/2006/relationships/image" Target="../media/image8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1.png"/><Relationship Id="rId4" Type="http://schemas.openxmlformats.org/officeDocument/2006/relationships/image" Target="../media/image882.png"/><Relationship Id="rId5" Type="http://schemas.openxmlformats.org/officeDocument/2006/relationships/image" Target="../media/image883.png"/><Relationship Id="rId6" Type="http://schemas.openxmlformats.org/officeDocument/2006/relationships/image" Target="../media/image884.png"/><Relationship Id="rId7" Type="http://schemas.openxmlformats.org/officeDocument/2006/relationships/image" Target="../media/image885.png"/><Relationship Id="rId8" Type="http://schemas.openxmlformats.org/officeDocument/2006/relationships/image" Target="../media/image886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7.png"/><Relationship Id="rId4" Type="http://schemas.openxmlformats.org/officeDocument/2006/relationships/image" Target="../media/image888.png"/><Relationship Id="rId5" Type="http://schemas.openxmlformats.org/officeDocument/2006/relationships/image" Target="../media/image889.png"/><Relationship Id="rId6" Type="http://schemas.openxmlformats.org/officeDocument/2006/relationships/image" Target="../media/image890.png"/><Relationship Id="rId7" Type="http://schemas.openxmlformats.org/officeDocument/2006/relationships/image" Target="../media/image891.png"/><Relationship Id="rId8" Type="http://schemas.openxmlformats.org/officeDocument/2006/relationships/image" Target="../media/image892.png"/><Relationship Id="rId9" Type="http://schemas.openxmlformats.org/officeDocument/2006/relationships/image" Target="../media/image893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4.png"/><Relationship Id="rId4" Type="http://schemas.openxmlformats.org/officeDocument/2006/relationships/image" Target="../media/image895.png"/><Relationship Id="rId5" Type="http://schemas.openxmlformats.org/officeDocument/2006/relationships/image" Target="../media/image896.png"/><Relationship Id="rId6" Type="http://schemas.openxmlformats.org/officeDocument/2006/relationships/image" Target="../media/image897.png"/><Relationship Id="rId7" Type="http://schemas.openxmlformats.org/officeDocument/2006/relationships/image" Target="../media/image898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9.png"/><Relationship Id="rId4" Type="http://schemas.openxmlformats.org/officeDocument/2006/relationships/image" Target="../media/image900.png"/><Relationship Id="rId5" Type="http://schemas.openxmlformats.org/officeDocument/2006/relationships/image" Target="../media/image901.png"/><Relationship Id="rId6" Type="http://schemas.openxmlformats.org/officeDocument/2006/relationships/image" Target="../media/image902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3.png"/><Relationship Id="rId4" Type="http://schemas.openxmlformats.org/officeDocument/2006/relationships/image" Target="../media/image904.png"/><Relationship Id="rId5" Type="http://schemas.openxmlformats.org/officeDocument/2006/relationships/image" Target="../media/image905.png"/><Relationship Id="rId6" Type="http://schemas.openxmlformats.org/officeDocument/2006/relationships/image" Target="../media/image906.png"/><Relationship Id="rId7" Type="http://schemas.openxmlformats.org/officeDocument/2006/relationships/image" Target="../media/image907.png"/><Relationship Id="rId8" Type="http://schemas.openxmlformats.org/officeDocument/2006/relationships/image" Target="../media/image908.png"/><Relationship Id="rId9" Type="http://schemas.openxmlformats.org/officeDocument/2006/relationships/image" Target="../media/image909.png"/><Relationship Id="rId10" Type="http://schemas.openxmlformats.org/officeDocument/2006/relationships/image" Target="../media/image910.png"/><Relationship Id="rId11" Type="http://schemas.openxmlformats.org/officeDocument/2006/relationships/image" Target="../media/image91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2.png"/><Relationship Id="rId4" Type="http://schemas.openxmlformats.org/officeDocument/2006/relationships/image" Target="../media/image913.png"/><Relationship Id="rId5" Type="http://schemas.openxmlformats.org/officeDocument/2006/relationships/image" Target="../media/image914.png"/><Relationship Id="rId6" Type="http://schemas.openxmlformats.org/officeDocument/2006/relationships/image" Target="../media/image915.png"/><Relationship Id="rId7" Type="http://schemas.openxmlformats.org/officeDocument/2006/relationships/image" Target="../media/image916.png"/><Relationship Id="rId8" Type="http://schemas.openxmlformats.org/officeDocument/2006/relationships/image" Target="../media/image917.png"/><Relationship Id="rId9" Type="http://schemas.openxmlformats.org/officeDocument/2006/relationships/image" Target="../media/image918.png"/><Relationship Id="rId10" Type="http://schemas.openxmlformats.org/officeDocument/2006/relationships/image" Target="../media/image919.png"/><Relationship Id="rId11" Type="http://schemas.openxmlformats.org/officeDocument/2006/relationships/image" Target="../media/image920.png"/><Relationship Id="rId12" Type="http://schemas.openxmlformats.org/officeDocument/2006/relationships/image" Target="../media/image921.png"/><Relationship Id="rId13" Type="http://schemas.openxmlformats.org/officeDocument/2006/relationships/image" Target="../media/image922.png"/><Relationship Id="rId14" Type="http://schemas.openxmlformats.org/officeDocument/2006/relationships/image" Target="../media/image923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4.png"/><Relationship Id="rId4" Type="http://schemas.openxmlformats.org/officeDocument/2006/relationships/image" Target="../media/image925.png"/><Relationship Id="rId5" Type="http://schemas.openxmlformats.org/officeDocument/2006/relationships/image" Target="../media/image926.png"/><Relationship Id="rId6" Type="http://schemas.openxmlformats.org/officeDocument/2006/relationships/image" Target="../media/image927.png"/><Relationship Id="rId7" Type="http://schemas.openxmlformats.org/officeDocument/2006/relationships/image" Target="../media/image928.png"/><Relationship Id="rId8" Type="http://schemas.openxmlformats.org/officeDocument/2006/relationships/image" Target="../media/image929.png"/><Relationship Id="rId9" Type="http://schemas.openxmlformats.org/officeDocument/2006/relationships/image" Target="../media/image930.png"/><Relationship Id="rId10" Type="http://schemas.openxmlformats.org/officeDocument/2006/relationships/image" Target="../media/image931.png"/><Relationship Id="rId11" Type="http://schemas.openxmlformats.org/officeDocument/2006/relationships/image" Target="../media/image932.png"/><Relationship Id="rId12" Type="http://schemas.openxmlformats.org/officeDocument/2006/relationships/image" Target="../media/image933.png"/><Relationship Id="rId13" Type="http://schemas.openxmlformats.org/officeDocument/2006/relationships/image" Target="../media/image934.png"/><Relationship Id="rId14" Type="http://schemas.openxmlformats.org/officeDocument/2006/relationships/image" Target="../media/image93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6.png"/><Relationship Id="rId4" Type="http://schemas.openxmlformats.org/officeDocument/2006/relationships/image" Target="../media/image937.png"/><Relationship Id="rId5" Type="http://schemas.openxmlformats.org/officeDocument/2006/relationships/image" Target="../media/image938.png"/><Relationship Id="rId6" Type="http://schemas.openxmlformats.org/officeDocument/2006/relationships/image" Target="../media/image939.png"/><Relationship Id="rId7" Type="http://schemas.openxmlformats.org/officeDocument/2006/relationships/image" Target="../media/image940.png"/><Relationship Id="rId8" Type="http://schemas.openxmlformats.org/officeDocument/2006/relationships/image" Target="../media/image941.png"/><Relationship Id="rId9" Type="http://schemas.openxmlformats.org/officeDocument/2006/relationships/image" Target="../media/image942.png"/><Relationship Id="rId10" Type="http://schemas.openxmlformats.org/officeDocument/2006/relationships/image" Target="../media/image943.png"/><Relationship Id="rId11" Type="http://schemas.openxmlformats.org/officeDocument/2006/relationships/image" Target="../media/image944.png"/><Relationship Id="rId12" Type="http://schemas.openxmlformats.org/officeDocument/2006/relationships/image" Target="../media/image945.png"/><Relationship Id="rId13" Type="http://schemas.openxmlformats.org/officeDocument/2006/relationships/image" Target="../media/image94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7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8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9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50.png"/><Relationship Id="rId4" Type="http://schemas.openxmlformats.org/officeDocument/2006/relationships/image" Target="../media/image951.png"/><Relationship Id="rId5" Type="http://schemas.openxmlformats.org/officeDocument/2006/relationships/image" Target="../media/image952.png"/><Relationship Id="rId6" Type="http://schemas.openxmlformats.org/officeDocument/2006/relationships/image" Target="../media/image953.png"/><Relationship Id="rId7" Type="http://schemas.openxmlformats.org/officeDocument/2006/relationships/image" Target="../media/image954.png"/><Relationship Id="rId8" Type="http://schemas.openxmlformats.org/officeDocument/2006/relationships/image" Target="../media/image955.png"/><Relationship Id="rId9" Type="http://schemas.openxmlformats.org/officeDocument/2006/relationships/image" Target="../media/image956.png"/><Relationship Id="rId10" Type="http://schemas.openxmlformats.org/officeDocument/2006/relationships/image" Target="../media/image957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8.png"/><Relationship Id="rId4" Type="http://schemas.openxmlformats.org/officeDocument/2006/relationships/image" Target="../media/image959.png"/><Relationship Id="rId5" Type="http://schemas.openxmlformats.org/officeDocument/2006/relationships/image" Target="../media/image960.png"/><Relationship Id="rId6" Type="http://schemas.openxmlformats.org/officeDocument/2006/relationships/image" Target="../media/image961.png"/><Relationship Id="rId7" Type="http://schemas.openxmlformats.org/officeDocument/2006/relationships/image" Target="../media/image962.png"/><Relationship Id="rId8" Type="http://schemas.openxmlformats.org/officeDocument/2006/relationships/image" Target="../media/image963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4.png"/><Relationship Id="rId4" Type="http://schemas.openxmlformats.org/officeDocument/2006/relationships/image" Target="../media/image965.png"/><Relationship Id="rId5" Type="http://schemas.openxmlformats.org/officeDocument/2006/relationships/image" Target="../media/image966.png"/><Relationship Id="rId6" Type="http://schemas.openxmlformats.org/officeDocument/2006/relationships/image" Target="../media/image967.png"/><Relationship Id="rId7" Type="http://schemas.openxmlformats.org/officeDocument/2006/relationships/image" Target="../media/image968.png"/><Relationship Id="rId8" Type="http://schemas.openxmlformats.org/officeDocument/2006/relationships/image" Target="../media/image969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5.png"/><Relationship Id="rId4" Type="http://schemas.openxmlformats.org/officeDocument/2006/relationships/image" Target="../media/image986.png"/><Relationship Id="rId5" Type="http://schemas.openxmlformats.org/officeDocument/2006/relationships/image" Target="../media/image987.png"/><Relationship Id="rId6" Type="http://schemas.openxmlformats.org/officeDocument/2006/relationships/image" Target="../media/image988.png"/><Relationship Id="rId7" Type="http://schemas.openxmlformats.org/officeDocument/2006/relationships/image" Target="../media/image989.png"/><Relationship Id="rId8" Type="http://schemas.openxmlformats.org/officeDocument/2006/relationships/image" Target="../media/image990.png"/><Relationship Id="rId9" Type="http://schemas.openxmlformats.org/officeDocument/2006/relationships/image" Target="../media/image991.png"/><Relationship Id="rId10" Type="http://schemas.openxmlformats.org/officeDocument/2006/relationships/image" Target="../media/image992.png"/><Relationship Id="rId11" Type="http://schemas.openxmlformats.org/officeDocument/2006/relationships/image" Target="../media/image993.png"/><Relationship Id="rId12" Type="http://schemas.openxmlformats.org/officeDocument/2006/relationships/image" Target="../media/image994.png"/><Relationship Id="rId13" Type="http://schemas.openxmlformats.org/officeDocument/2006/relationships/image" Target="../media/image995.png"/><Relationship Id="rId14" Type="http://schemas.openxmlformats.org/officeDocument/2006/relationships/image" Target="../media/image996.png"/><Relationship Id="rId15" Type="http://schemas.openxmlformats.org/officeDocument/2006/relationships/image" Target="../media/image997.png"/><Relationship Id="rId16" Type="http://schemas.openxmlformats.org/officeDocument/2006/relationships/image" Target="../media/image998.png"/><Relationship Id="rId17" Type="http://schemas.openxmlformats.org/officeDocument/2006/relationships/image" Target="../media/image999.png"/><Relationship Id="rId18" Type="http://schemas.openxmlformats.org/officeDocument/2006/relationships/image" Target="../media/image1000.png"/><Relationship Id="rId19" Type="http://schemas.openxmlformats.org/officeDocument/2006/relationships/image" Target="../media/image1001.png"/><Relationship Id="rId20" Type="http://schemas.openxmlformats.org/officeDocument/2006/relationships/image" Target="../media/image1002.png"/><Relationship Id="rId21" Type="http://schemas.openxmlformats.org/officeDocument/2006/relationships/image" Target="../media/image1003.png"/><Relationship Id="rId22" Type="http://schemas.openxmlformats.org/officeDocument/2006/relationships/image" Target="../media/image1004.png"/><Relationship Id="rId23" Type="http://schemas.openxmlformats.org/officeDocument/2006/relationships/image" Target="../media/image1005.png"/><Relationship Id="rId24" Type="http://schemas.openxmlformats.org/officeDocument/2006/relationships/image" Target="../media/image1006.png"/><Relationship Id="rId25" Type="http://schemas.openxmlformats.org/officeDocument/2006/relationships/image" Target="../media/image1007.png"/><Relationship Id="rId26" Type="http://schemas.openxmlformats.org/officeDocument/2006/relationships/image" Target="../media/image1008.png"/><Relationship Id="rId27" Type="http://schemas.openxmlformats.org/officeDocument/2006/relationships/image" Target="../media/image1009.png"/><Relationship Id="rId28" Type="http://schemas.openxmlformats.org/officeDocument/2006/relationships/image" Target="../media/image1010.png"/><Relationship Id="rId29" Type="http://schemas.openxmlformats.org/officeDocument/2006/relationships/image" Target="../media/image1011.png"/><Relationship Id="rId30" Type="http://schemas.openxmlformats.org/officeDocument/2006/relationships/image" Target="../media/image1012.png"/><Relationship Id="rId31" Type="http://schemas.openxmlformats.org/officeDocument/2006/relationships/image" Target="../media/image1013.png"/><Relationship Id="rId32" Type="http://schemas.openxmlformats.org/officeDocument/2006/relationships/image" Target="../media/image1014.png"/><Relationship Id="rId33" Type="http://schemas.openxmlformats.org/officeDocument/2006/relationships/image" Target="../media/image1015.png"/><Relationship Id="rId34" Type="http://schemas.openxmlformats.org/officeDocument/2006/relationships/image" Target="../media/image1016.png"/><Relationship Id="rId35" Type="http://schemas.openxmlformats.org/officeDocument/2006/relationships/image" Target="../media/image1017.png"/><Relationship Id="rId36" Type="http://schemas.openxmlformats.org/officeDocument/2006/relationships/image" Target="../media/image1018.png"/><Relationship Id="rId37" Type="http://schemas.openxmlformats.org/officeDocument/2006/relationships/image" Target="../media/image1019.png"/><Relationship Id="rId38" Type="http://schemas.openxmlformats.org/officeDocument/2006/relationships/image" Target="../media/image1020.png"/><Relationship Id="rId39" Type="http://schemas.openxmlformats.org/officeDocument/2006/relationships/image" Target="../media/image1021.png"/><Relationship Id="rId40" Type="http://schemas.openxmlformats.org/officeDocument/2006/relationships/image" Target="../media/image1022.png"/><Relationship Id="rId41" Type="http://schemas.openxmlformats.org/officeDocument/2006/relationships/image" Target="../media/image1023.png"/><Relationship Id="rId42" Type="http://schemas.openxmlformats.org/officeDocument/2006/relationships/image" Target="../media/image1024.png"/><Relationship Id="rId43" Type="http://schemas.openxmlformats.org/officeDocument/2006/relationships/image" Target="../media/image1025.png"/><Relationship Id="rId44" Type="http://schemas.openxmlformats.org/officeDocument/2006/relationships/image" Target="../media/image1026.png"/><Relationship Id="rId45" Type="http://schemas.openxmlformats.org/officeDocument/2006/relationships/image" Target="../media/image1027.png"/><Relationship Id="rId46" Type="http://schemas.openxmlformats.org/officeDocument/2006/relationships/image" Target="../media/image1028.png"/><Relationship Id="rId47" Type="http://schemas.openxmlformats.org/officeDocument/2006/relationships/image" Target="../media/image1029.png"/><Relationship Id="rId48" Type="http://schemas.openxmlformats.org/officeDocument/2006/relationships/image" Target="../media/image1030.png"/><Relationship Id="rId49" Type="http://schemas.openxmlformats.org/officeDocument/2006/relationships/image" Target="../media/image1031.png"/><Relationship Id="rId50" Type="http://schemas.openxmlformats.org/officeDocument/2006/relationships/image" Target="../media/image1032.png"/><Relationship Id="rId51" Type="http://schemas.openxmlformats.org/officeDocument/2006/relationships/image" Target="../media/image1033.png"/><Relationship Id="rId52" Type="http://schemas.openxmlformats.org/officeDocument/2006/relationships/image" Target="../media/image1034.png"/><Relationship Id="rId53" Type="http://schemas.openxmlformats.org/officeDocument/2006/relationships/image" Target="../media/image1035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6.png"/><Relationship Id="rId4" Type="http://schemas.openxmlformats.org/officeDocument/2006/relationships/image" Target="../media/image1037.png"/><Relationship Id="rId5" Type="http://schemas.openxmlformats.org/officeDocument/2006/relationships/image" Target="../media/image1038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9.png"/><Relationship Id="rId4" Type="http://schemas.openxmlformats.org/officeDocument/2006/relationships/image" Target="../media/image1040.png"/><Relationship Id="rId5" Type="http://schemas.openxmlformats.org/officeDocument/2006/relationships/image" Target="../media/image1041.png"/><Relationship Id="rId6" Type="http://schemas.openxmlformats.org/officeDocument/2006/relationships/image" Target="../media/image1042.png"/><Relationship Id="rId7" Type="http://schemas.openxmlformats.org/officeDocument/2006/relationships/image" Target="../media/image1043.png"/><Relationship Id="rId8" Type="http://schemas.openxmlformats.org/officeDocument/2006/relationships/image" Target="../media/image1044.png"/><Relationship Id="rId9" Type="http://schemas.openxmlformats.org/officeDocument/2006/relationships/image" Target="../media/image1045.png"/><Relationship Id="rId10" Type="http://schemas.openxmlformats.org/officeDocument/2006/relationships/image" Target="../media/media1.svg"/><Relationship Id="rId11" Type="http://schemas.openxmlformats.org/officeDocument/2006/relationships/image" Target="../media/image1046.png"/><Relationship Id="rId12" Type="http://schemas.openxmlformats.org/officeDocument/2006/relationships/image" Target="../media/image1047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8.png"/><Relationship Id="rId4" Type="http://schemas.openxmlformats.org/officeDocument/2006/relationships/image" Target="../media/image1049.png"/><Relationship Id="rId5" Type="http://schemas.openxmlformats.org/officeDocument/2006/relationships/image" Target="../media/image1050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1.png"/><Relationship Id="rId4" Type="http://schemas.openxmlformats.org/officeDocument/2006/relationships/image" Target="../media/image1052.png"/><Relationship Id="rId5" Type="http://schemas.openxmlformats.org/officeDocument/2006/relationships/image" Target="../media/image1053.png"/><Relationship Id="rId6" Type="http://schemas.openxmlformats.org/officeDocument/2006/relationships/image" Target="../media/image1054.png"/><Relationship Id="rId7" Type="http://schemas.openxmlformats.org/officeDocument/2006/relationships/image" Target="../media/image1055.png"/><Relationship Id="rId8" Type="http://schemas.openxmlformats.org/officeDocument/2006/relationships/image" Target="../media/image1056.png"/><Relationship Id="rId9" Type="http://schemas.openxmlformats.org/officeDocument/2006/relationships/image" Target="../media/image1057.png"/><Relationship Id="rId10" Type="http://schemas.openxmlformats.org/officeDocument/2006/relationships/image" Target="../media/image1058.png"/><Relationship Id="rId11" Type="http://schemas.openxmlformats.org/officeDocument/2006/relationships/image" Target="../media/image1059.png"/><Relationship Id="rId12" Type="http://schemas.openxmlformats.org/officeDocument/2006/relationships/image" Target="../media/image1060.png"/><Relationship Id="rId13" Type="http://schemas.openxmlformats.org/officeDocument/2006/relationships/image" Target="../media/image1061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2.png"/><Relationship Id="rId4" Type="http://schemas.openxmlformats.org/officeDocument/2006/relationships/image" Target="../media/image1063.png"/><Relationship Id="rId5" Type="http://schemas.openxmlformats.org/officeDocument/2006/relationships/image" Target="../media/image1064.png"/><Relationship Id="rId6" Type="http://schemas.openxmlformats.org/officeDocument/2006/relationships/image" Target="../media/image1065.png"/><Relationship Id="rId7" Type="http://schemas.openxmlformats.org/officeDocument/2006/relationships/image" Target="../media/image1066.png"/><Relationship Id="rId8" Type="http://schemas.openxmlformats.org/officeDocument/2006/relationships/image" Target="../media/image1067.png"/><Relationship Id="rId9" Type="http://schemas.openxmlformats.org/officeDocument/2006/relationships/image" Target="../media/image1068.png"/><Relationship Id="rId10" Type="http://schemas.openxmlformats.org/officeDocument/2006/relationships/image" Target="../media/image1069.png"/><Relationship Id="rId11" Type="http://schemas.openxmlformats.org/officeDocument/2006/relationships/image" Target="../media/image1070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1.png"/><Relationship Id="rId4" Type="http://schemas.openxmlformats.org/officeDocument/2006/relationships/image" Target="../media/image1072.png"/><Relationship Id="rId5" Type="http://schemas.openxmlformats.org/officeDocument/2006/relationships/image" Target="../media/image1073.png"/><Relationship Id="rId6" Type="http://schemas.openxmlformats.org/officeDocument/2006/relationships/image" Target="../media/image1074.png"/><Relationship Id="rId7" Type="http://schemas.openxmlformats.org/officeDocument/2006/relationships/image" Target="../media/image1075.png"/><Relationship Id="rId8" Type="http://schemas.openxmlformats.org/officeDocument/2006/relationships/image" Target="../media/image1076.png"/><Relationship Id="rId9" Type="http://schemas.openxmlformats.org/officeDocument/2006/relationships/image" Target="../media/image1077.png"/><Relationship Id="rId10" Type="http://schemas.openxmlformats.org/officeDocument/2006/relationships/image" Target="../media/image1078.png"/><Relationship Id="rId11" Type="http://schemas.openxmlformats.org/officeDocument/2006/relationships/image" Target="../media/image1079.png"/><Relationship Id="rId12" Type="http://schemas.openxmlformats.org/officeDocument/2006/relationships/image" Target="../media/image1080.png"/><Relationship Id="rId13" Type="http://schemas.openxmlformats.org/officeDocument/2006/relationships/image" Target="../media/image1081.png"/><Relationship Id="rId14" Type="http://schemas.openxmlformats.org/officeDocument/2006/relationships/image" Target="../media/image1082.png"/><Relationship Id="rId15" Type="http://schemas.openxmlformats.org/officeDocument/2006/relationships/image" Target="../media/image1083.png"/><Relationship Id="rId16" Type="http://schemas.openxmlformats.org/officeDocument/2006/relationships/image" Target="../media/image1084.png"/><Relationship Id="rId17" Type="http://schemas.openxmlformats.org/officeDocument/2006/relationships/image" Target="../media/image1085.png"/><Relationship Id="rId18" Type="http://schemas.openxmlformats.org/officeDocument/2006/relationships/image" Target="../media/image1086.png"/><Relationship Id="rId19" Type="http://schemas.openxmlformats.org/officeDocument/2006/relationships/image" Target="../media/image1087.png"/><Relationship Id="rId20" Type="http://schemas.openxmlformats.org/officeDocument/2006/relationships/image" Target="../media/image1088.png"/><Relationship Id="rId21" Type="http://schemas.openxmlformats.org/officeDocument/2006/relationships/image" Target="../media/image1089.jpg"/><Relationship Id="rId22" Type="http://schemas.openxmlformats.org/officeDocument/2006/relationships/image" Target="../media/image1090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1.png"/><Relationship Id="rId4" Type="http://schemas.openxmlformats.org/officeDocument/2006/relationships/image" Target="../media/image1092.png"/><Relationship Id="rId5" Type="http://schemas.openxmlformats.org/officeDocument/2006/relationships/image" Target="../media/image1093.png"/><Relationship Id="rId6" Type="http://schemas.openxmlformats.org/officeDocument/2006/relationships/image" Target="../media/image1094.png"/><Relationship Id="rId7" Type="http://schemas.openxmlformats.org/officeDocument/2006/relationships/image" Target="../media/image1095.png"/><Relationship Id="rId8" Type="http://schemas.openxmlformats.org/officeDocument/2006/relationships/image" Target="../media/image1096.png"/><Relationship Id="rId9" Type="http://schemas.openxmlformats.org/officeDocument/2006/relationships/image" Target="../media/image1097.png"/><Relationship Id="rId10" Type="http://schemas.openxmlformats.org/officeDocument/2006/relationships/image" Target="../media/image1098.png"/><Relationship Id="rId11" Type="http://schemas.openxmlformats.org/officeDocument/2006/relationships/image" Target="../media/image1099.png"/><Relationship Id="rId12" Type="http://schemas.openxmlformats.org/officeDocument/2006/relationships/image" Target="../media/image1100.png"/><Relationship Id="rId13" Type="http://schemas.openxmlformats.org/officeDocument/2006/relationships/image" Target="../media/image1101.png"/><Relationship Id="rId14" Type="http://schemas.openxmlformats.org/officeDocument/2006/relationships/image" Target="../media/image1102.png"/><Relationship Id="rId15" Type="http://schemas.openxmlformats.org/officeDocument/2006/relationships/image" Target="../media/image1103.png"/><Relationship Id="rId16" Type="http://schemas.openxmlformats.org/officeDocument/2006/relationships/image" Target="../media/image1104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5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6.png"/><Relationship Id="rId4" Type="http://schemas.openxmlformats.org/officeDocument/2006/relationships/image" Target="../media/image1107.png"/><Relationship Id="rId5" Type="http://schemas.openxmlformats.org/officeDocument/2006/relationships/image" Target="../media/image1108.png"/><Relationship Id="rId6" Type="http://schemas.openxmlformats.org/officeDocument/2006/relationships/image" Target="../media/image1109.png"/><Relationship Id="rId7" Type="http://schemas.openxmlformats.org/officeDocument/2006/relationships/image" Target="../media/image1110.png"/><Relationship Id="rId8" Type="http://schemas.openxmlformats.org/officeDocument/2006/relationships/image" Target="../media/image1111.png"/><Relationship Id="rId9" Type="http://schemas.openxmlformats.org/officeDocument/2006/relationships/image" Target="../media/image1112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3.png"/><Relationship Id="rId4" Type="http://schemas.openxmlformats.org/officeDocument/2006/relationships/image" Target="../media/image1114.png"/><Relationship Id="rId5" Type="http://schemas.openxmlformats.org/officeDocument/2006/relationships/image" Target="../media/image1115.png"/><Relationship Id="rId6" Type="http://schemas.openxmlformats.org/officeDocument/2006/relationships/image" Target="../media/image1116.png"/><Relationship Id="rId7" Type="http://schemas.openxmlformats.org/officeDocument/2006/relationships/image" Target="../media/image1117.png"/><Relationship Id="rId8" Type="http://schemas.openxmlformats.org/officeDocument/2006/relationships/image" Target="../media/image1118.png"/><Relationship Id="rId9" Type="http://schemas.openxmlformats.org/officeDocument/2006/relationships/image" Target="../media/image1119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20.png"/><Relationship Id="rId4" Type="http://schemas.openxmlformats.org/officeDocument/2006/relationships/image" Target="../media/image1121.png"/><Relationship Id="rId5" Type="http://schemas.openxmlformats.org/officeDocument/2006/relationships/image" Target="../media/image1122.png"/><Relationship Id="rId6" Type="http://schemas.openxmlformats.org/officeDocument/2006/relationships/image" Target="../media/image1123.png"/><Relationship Id="rId7" Type="http://schemas.openxmlformats.org/officeDocument/2006/relationships/image" Target="../media/image1124.png"/><Relationship Id="rId8" Type="http://schemas.openxmlformats.org/officeDocument/2006/relationships/image" Target="../media/image1125.png"/><Relationship Id="rId9" Type="http://schemas.openxmlformats.org/officeDocument/2006/relationships/image" Target="../media/image1126.png"/><Relationship Id="rId10" Type="http://schemas.openxmlformats.org/officeDocument/2006/relationships/image" Target="../media/image1127.png"/><Relationship Id="rId11" Type="http://schemas.openxmlformats.org/officeDocument/2006/relationships/image" Target="../media/image1128.png"/><Relationship Id="rId12" Type="http://schemas.openxmlformats.org/officeDocument/2006/relationships/image" Target="../media/image1129.png"/><Relationship Id="rId13" Type="http://schemas.openxmlformats.org/officeDocument/2006/relationships/image" Target="../media/image1130.png"/><Relationship Id="rId14" Type="http://schemas.openxmlformats.org/officeDocument/2006/relationships/image" Target="../media/image113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2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3.png"/><Relationship Id="rId4" Type="http://schemas.openxmlformats.org/officeDocument/2006/relationships/image" Target="../media/image1134.png"/><Relationship Id="rId5" Type="http://schemas.openxmlformats.org/officeDocument/2006/relationships/image" Target="../media/image1135.png"/><Relationship Id="rId6" Type="http://schemas.openxmlformats.org/officeDocument/2006/relationships/image" Target="../media/image1136.png"/><Relationship Id="rId7" Type="http://schemas.openxmlformats.org/officeDocument/2006/relationships/image" Target="../media/image1137.png"/><Relationship Id="rId8" Type="http://schemas.openxmlformats.org/officeDocument/2006/relationships/image" Target="../media/image1138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9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40.png"/><Relationship Id="rId4" Type="http://schemas.openxmlformats.org/officeDocument/2006/relationships/image" Target="../media/image1141.png"/><Relationship Id="rId5" Type="http://schemas.openxmlformats.org/officeDocument/2006/relationships/image" Target="../media/image1142.png"/><Relationship Id="rId6" Type="http://schemas.openxmlformats.org/officeDocument/2006/relationships/image" Target="../media/image1143.png"/><Relationship Id="rId7" Type="http://schemas.openxmlformats.org/officeDocument/2006/relationships/image" Target="../media/image1144.png"/><Relationship Id="rId8" Type="http://schemas.openxmlformats.org/officeDocument/2006/relationships/image" Target="../media/image1145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6.png"/><Relationship Id="rId4" Type="http://schemas.openxmlformats.org/officeDocument/2006/relationships/image" Target="../media/image1147.png"/><Relationship Id="rId5" Type="http://schemas.openxmlformats.org/officeDocument/2006/relationships/image" Target="../media/image1148.png"/><Relationship Id="rId6" Type="http://schemas.openxmlformats.org/officeDocument/2006/relationships/image" Target="../media/image1149.png"/><Relationship Id="rId7" Type="http://schemas.openxmlformats.org/officeDocument/2006/relationships/image" Target="../media/image1150.png"/><Relationship Id="rId8" Type="http://schemas.openxmlformats.org/officeDocument/2006/relationships/image" Target="../media/image1151.png"/><Relationship Id="rId9" Type="http://schemas.openxmlformats.org/officeDocument/2006/relationships/image" Target="../media/image1152.png"/><Relationship Id="rId10" Type="http://schemas.openxmlformats.org/officeDocument/2006/relationships/image" Target="../media/image1153.png"/><Relationship Id="rId11" Type="http://schemas.openxmlformats.org/officeDocument/2006/relationships/image" Target="../media/image1154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5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6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7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8.png"/><Relationship Id="rId4" Type="http://schemas.openxmlformats.org/officeDocument/2006/relationships/image" Target="../media/image1159.png"/><Relationship Id="rId5" Type="http://schemas.openxmlformats.org/officeDocument/2006/relationships/image" Target="../media/image1160.png"/><Relationship Id="rId6" Type="http://schemas.openxmlformats.org/officeDocument/2006/relationships/image" Target="../media/image1161.png"/><Relationship Id="rId7" Type="http://schemas.openxmlformats.org/officeDocument/2006/relationships/image" Target="../media/image1162.png"/><Relationship Id="rId8" Type="http://schemas.openxmlformats.org/officeDocument/2006/relationships/image" Target="../media/image1163.png"/><Relationship Id="rId9" Type="http://schemas.openxmlformats.org/officeDocument/2006/relationships/image" Target="../media/image1164.png"/><Relationship Id="rId10" Type="http://schemas.openxmlformats.org/officeDocument/2006/relationships/image" Target="../media/image1165.png"/><Relationship Id="rId11" Type="http://schemas.openxmlformats.org/officeDocument/2006/relationships/image" Target="../media/image1166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7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789537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बैंकिंग प्रणाली गोपनीयता मॉडल: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2277428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बिटकॉइन गोपनीयता मॉडल: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48042500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75198738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समकक्ष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7140295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6510382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जनता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0655598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69628474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किनारा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6922468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47695625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लेनदेन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3541753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534413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पहचान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4420959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72454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3854703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जनता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065143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9688655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लेनदेन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77018496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07242215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पहचान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1091469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91643150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29060826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58110571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65893571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4406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06788" y="84079"/>
            <a:ext cx="9578421" cy="668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297667" name="Freeform 48"/>
          <p:cNvSpPr/>
          <p:nvPr/>
        </p:nvSpPr>
        <p:spPr bwMode="auto">
          <a:xfrm flipH="0" flipV="0">
            <a:off x="4778718" y="1828280"/>
            <a:ext cx="385551" cy="3605969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92927289" name="TextBox 49"/>
          <p:cNvSpPr txBox="1"/>
          <p:nvPr/>
        </p:nvSpPr>
        <p:spPr bwMode="auto">
          <a:xfrm flipH="0" flipV="0">
            <a:off x="2037895" y="3270249"/>
            <a:ext cx="242057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सामान्य संपत्ति</a:t>
            </a:r>
            <a:endParaRPr lang="en-US" sz="22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26899963" name=""/>
          <p:cNvSpPr txBox="1"/>
          <p:nvPr/>
        </p:nvSpPr>
        <p:spPr bwMode="auto">
          <a:xfrm rot="0" flipH="0" flipV="0">
            <a:off x="351702" y="458388"/>
            <a:ext cx="26028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lang="fr-FR">
                <a:latin typeface="IBM Plex Sans"/>
              </a:rPr>
              <a:t>अंतर्राष्ट्रीय शब्द :</a:t>
            </a:r>
            <a:endParaRPr sz="1200">
              <a:latin typeface="IBM Plex Sans"/>
              <a:cs typeface="IBM Plex Sans"/>
            </a:endParaRPr>
          </a:p>
        </p:txBody>
      </p:sp>
      <p:grpSp>
        <p:nvGrpSpPr>
          <p:cNvPr id="1039213360" name=""/>
          <p:cNvGrpSpPr/>
          <p:nvPr/>
        </p:nvGrpSpPr>
        <p:grpSpPr bwMode="auto">
          <a:xfrm flipH="0" flipV="0">
            <a:off x="262617" y="310050"/>
            <a:ext cx="2765297" cy="2531750"/>
            <a:chOff x="0" y="0"/>
            <a:chExt cx="2765297" cy="2531750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89083" y="611150"/>
              <a:ext cx="2258778" cy="192059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Sats 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Wallet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Coinjoin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Transaction</a:t>
              </a:r>
              <a:endParaRPr sz="1200">
                <a:latin typeface="IBM Plex Sans"/>
                <a:ea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r>
                <a:rPr lang="fr-FR" sz="1200">
                  <a:latin typeface="IBM Plex Sans"/>
                  <a:cs typeface="IBM Plex Sans"/>
                </a:rPr>
                <a:t>Alice - Bob - Charle etc </a:t>
              </a:r>
              <a:endParaRPr lang="fr-FR" sz="1200">
                <a:latin typeface="IBM Plex Sans"/>
                <a:ea typeface="IBM Plex Sans"/>
                <a:cs typeface="IBM Plex Sans"/>
              </a:endParaRPr>
            </a:p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marL="283879" indent="-283879">
                <a:buFont typeface="Arial"/>
                <a:buChar char="•"/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2765298" cy="2358906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058011047" name=""/>
          <p:cNvGrpSpPr/>
          <p:nvPr/>
        </p:nvGrpSpPr>
        <p:grpSpPr bwMode="auto">
          <a:xfrm flipH="0" flipV="0">
            <a:off x="5339309" y="836248"/>
            <a:ext cx="5829479" cy="5571124"/>
            <a:chOff x="0" y="0"/>
            <a:chExt cx="5829479" cy="5571124"/>
          </a:xfrm>
        </p:grpSpPr>
        <p:sp>
          <p:nvSpPr>
            <p:cNvPr id="1601570092" name="TextBox 32"/>
            <p:cNvSpPr txBox="1"/>
            <p:nvPr/>
          </p:nvSpPr>
          <p:spPr bwMode="auto">
            <a:xfrm>
              <a:off x="234065" y="333039"/>
              <a:ext cx="540082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34754363" name="TextBox 33"/>
            <p:cNvSpPr txBox="1"/>
            <p:nvPr/>
          </p:nvSpPr>
          <p:spPr bwMode="auto">
            <a:xfrm>
              <a:off x="386273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1433325" name="AutoShape 34"/>
            <p:cNvSpPr/>
            <p:nvPr/>
          </p:nvSpPr>
          <p:spPr bwMode="auto">
            <a:xfrm flipH="0" flipV="0">
              <a:off x="2933580" y="1535830"/>
              <a:ext cx="0" cy="36615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951966070" name="TextBox 38"/>
            <p:cNvSpPr txBox="1"/>
            <p:nvPr/>
          </p:nvSpPr>
          <p:spPr bwMode="auto">
            <a:xfrm>
              <a:off x="3541831" y="1211933"/>
              <a:ext cx="1940689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4487469" name="Rectangle: Rounded Corners 12"/>
            <p:cNvSpPr/>
            <p:nvPr/>
          </p:nvSpPr>
          <p:spPr bwMode="auto">
            <a:xfrm>
              <a:off x="0" y="0"/>
              <a:ext cx="5829479" cy="55711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 sz="1400"/>
            </a:p>
          </p:txBody>
        </p:sp>
        <p:grpSp>
          <p:nvGrpSpPr>
            <p:cNvPr id="588766708" name=""/>
            <p:cNvGrpSpPr/>
            <p:nvPr/>
          </p:nvGrpSpPr>
          <p:grpSpPr bwMode="auto">
            <a:xfrm flipH="0" flipV="0">
              <a:off x="411702" y="1931217"/>
              <a:ext cx="5115597" cy="3216535"/>
              <a:chOff x="0" y="0"/>
              <a:chExt cx="5115597" cy="3216535"/>
            </a:xfrm>
          </p:grpSpPr>
          <p:sp>
            <p:nvSpPr>
              <p:cNvPr id="939043811" name="Rectangle 1100602255"/>
              <p:cNvSpPr txBox="1"/>
              <p:nvPr/>
            </p:nvSpPr>
            <p:spPr bwMode="auto">
              <a:xfrm rot="0" flipH="0" flipV="0">
                <a:off x="2507" y="0"/>
                <a:ext cx="202648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43898420" name="Rectangle 1100602255"/>
              <p:cNvSpPr txBox="1"/>
              <p:nvPr/>
            </p:nvSpPr>
            <p:spPr bwMode="auto">
              <a:xfrm rot="0" flipH="0" flipV="0">
                <a:off x="1567" y="854339"/>
                <a:ext cx="202742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474620054" name="Rectangle 1100602255"/>
              <p:cNvSpPr txBox="1"/>
              <p:nvPr/>
            </p:nvSpPr>
            <p:spPr bwMode="auto">
              <a:xfrm rot="0" flipH="0" flipV="0">
                <a:off x="2507" y="1670965"/>
                <a:ext cx="2028055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8 414 070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115435983" name="Rectangle 1100602255"/>
              <p:cNvSpPr txBox="1"/>
              <p:nvPr/>
            </p:nvSpPr>
            <p:spPr bwMode="auto">
              <a:xfrm rot="0" flipH="0" flipV="0">
                <a:off x="0" y="2500993"/>
                <a:ext cx="2028996" cy="715542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21 478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807083" name="Rectangle 1100602255"/>
              <p:cNvSpPr txBox="1"/>
              <p:nvPr/>
            </p:nvSpPr>
            <p:spPr bwMode="auto">
              <a:xfrm rot="0" flipH="0" flipV="0">
                <a:off x="3085660" y="0"/>
                <a:ext cx="2029937" cy="715542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400" b="1" i="0" u="none" strike="noStrike" cap="none" spc="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8 928 864</a:t>
                </a:r>
                <a:r>
                  <a:rPr sz="1400" b="1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 sats</a:t>
                </a:r>
                <a:endParaRPr sz="14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5160541" name=""/>
          <p:cNvGrpSpPr/>
          <p:nvPr/>
        </p:nvGrpSpPr>
        <p:grpSpPr bwMode="auto">
          <a:xfrm>
            <a:off x="208440" y="172509"/>
            <a:ext cx="11685168" cy="6461789"/>
            <a:chOff x="0" y="0"/>
            <a:chExt cx="11685168" cy="6461789"/>
          </a:xfrm>
        </p:grpSpPr>
        <p:sp>
          <p:nvSpPr>
            <p:cNvPr id="1077199582" name=""/>
            <p:cNvSpPr/>
            <p:nvPr/>
          </p:nvSpPr>
          <p:spPr bwMode="auto">
            <a:xfrm rot="0" flipH="0" flipV="0">
              <a:off x="0" y="6090678"/>
              <a:ext cx="2375794" cy="371110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>
                <a:solidFill>
                  <a:schemeClr val="tx1"/>
                </a:solidFill>
              </a:endParaRPr>
            </a:p>
          </p:txBody>
        </p:sp>
        <p:sp>
          <p:nvSpPr>
            <p:cNvPr id="703887011" name="TextBox 32"/>
            <p:cNvSpPr txBox="1"/>
            <p:nvPr/>
          </p:nvSpPr>
          <p:spPr bwMode="auto">
            <a:xfrm flipH="0" flipV="0">
              <a:off x="2803959" y="389415"/>
              <a:ext cx="6336670" cy="417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63346782" name="TextBox 33"/>
            <p:cNvSpPr txBox="1"/>
            <p:nvPr/>
          </p:nvSpPr>
          <p:spPr bwMode="auto">
            <a:xfrm>
              <a:off x="3275892" y="1291591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31681669" name="AutoShape 34"/>
            <p:cNvSpPr/>
            <p:nvPr/>
          </p:nvSpPr>
          <p:spPr bwMode="auto">
            <a:xfrm>
              <a:off x="5917622" y="1394897"/>
              <a:ext cx="0" cy="468830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3831936" name="TextBox 38"/>
            <p:cNvSpPr txBox="1"/>
            <p:nvPr/>
          </p:nvSpPr>
          <p:spPr bwMode="auto">
            <a:xfrm>
              <a:off x="6549025" y="1302634"/>
              <a:ext cx="2011595" cy="4180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8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24903433" name="TextBox 39"/>
            <p:cNvSpPr txBox="1"/>
            <p:nvPr/>
          </p:nvSpPr>
          <p:spPr bwMode="auto">
            <a:xfrm flipH="0" flipV="0">
              <a:off x="584934" y="1040001"/>
              <a:ext cx="197540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6224823" name="Freeform 40"/>
            <p:cNvSpPr/>
            <p:nvPr/>
          </p:nvSpPr>
          <p:spPr bwMode="auto">
            <a:xfrm rot="1981001">
              <a:off x="1565544" y="1673804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1" y="0"/>
                  </a:lnTo>
                  <a:lnTo>
                    <a:pt x="966021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0289572" name="TextBox 41"/>
            <p:cNvSpPr txBox="1"/>
            <p:nvPr/>
          </p:nvSpPr>
          <p:spPr bwMode="auto">
            <a:xfrm flipH="0" flipV="0">
              <a:off x="377523" y="3976599"/>
              <a:ext cx="242715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303569" name="Freeform 42"/>
            <p:cNvSpPr/>
            <p:nvPr/>
          </p:nvSpPr>
          <p:spPr bwMode="auto">
            <a:xfrm rot="10008104" flipH="1">
              <a:off x="1475038" y="3583560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978745" name="TextBox 43"/>
            <p:cNvSpPr txBox="1"/>
            <p:nvPr/>
          </p:nvSpPr>
          <p:spPr bwMode="auto">
            <a:xfrm flipH="0" flipV="0">
              <a:off x="9494058" y="1096255"/>
              <a:ext cx="1870316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7963551" name="Freeform 44"/>
            <p:cNvSpPr/>
            <p:nvPr/>
          </p:nvSpPr>
          <p:spPr bwMode="auto">
            <a:xfrm rot="-423529" flipH="1">
              <a:off x="9386380" y="301349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20796" name="TextBox 45"/>
            <p:cNvSpPr txBox="1"/>
            <p:nvPr/>
          </p:nvSpPr>
          <p:spPr bwMode="auto">
            <a:xfrm flipH="0" flipV="0">
              <a:off x="9724470" y="259121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86231189" name="Freeform 46"/>
            <p:cNvSpPr/>
            <p:nvPr/>
          </p:nvSpPr>
          <p:spPr bwMode="auto">
            <a:xfrm rot="-2557580" flipH="1">
              <a:off x="9275694" y="1799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819551" name="Freeform 47"/>
            <p:cNvSpPr/>
            <p:nvPr/>
          </p:nvSpPr>
          <p:spPr bwMode="auto">
            <a:xfrm rot="-10662274">
              <a:off x="9273730" y="37370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890669" name="TextBox 48"/>
            <p:cNvSpPr txBox="1"/>
            <p:nvPr/>
          </p:nvSpPr>
          <p:spPr bwMode="auto">
            <a:xfrm flipH="0" flipV="0">
              <a:off x="9587806" y="405901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8812191" name="Freeform 49"/>
            <p:cNvSpPr/>
            <p:nvPr/>
          </p:nvSpPr>
          <p:spPr bwMode="auto">
            <a:xfrm rot="-9983765">
              <a:off x="9287197" y="475097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1847605" name="TextBox 50"/>
            <p:cNvSpPr txBox="1"/>
            <p:nvPr/>
          </p:nvSpPr>
          <p:spPr bwMode="auto">
            <a:xfrm flipH="0" flipV="0">
              <a:off x="9724470" y="5129072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6182741" name="TextBox 60"/>
            <p:cNvSpPr txBox="1"/>
            <p:nvPr/>
          </p:nvSpPr>
          <p:spPr bwMode="auto">
            <a:xfrm flipH="0" flipV="0">
              <a:off x="292922" y="2253544"/>
              <a:ext cx="1976774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75818460" name="Freeform 61"/>
            <p:cNvSpPr/>
            <p:nvPr/>
          </p:nvSpPr>
          <p:spPr bwMode="auto">
            <a:xfrm rot="731793">
              <a:off x="1394815" y="2751527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0"/>
                  </a:lnTo>
                  <a:lnTo>
                    <a:pt x="0" y="27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6916332" name="TextBox 62"/>
            <p:cNvSpPr txBox="1"/>
            <p:nvPr/>
          </p:nvSpPr>
          <p:spPr bwMode="auto">
            <a:xfrm flipH="0" flipV="0">
              <a:off x="493840" y="5111788"/>
              <a:ext cx="198133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249040" name="TextBox 63"/>
            <p:cNvSpPr txBox="1"/>
            <p:nvPr/>
          </p:nvSpPr>
          <p:spPr bwMode="auto">
            <a:xfrm flipH="0" flipV="0">
              <a:off x="403678" y="6090190"/>
              <a:ext cx="2232590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1847822" name="Freeform 64"/>
            <p:cNvSpPr/>
            <p:nvPr/>
          </p:nvSpPr>
          <p:spPr bwMode="auto">
            <a:xfrm rot="9117488" flipH="1">
              <a:off x="1485987" y="4632423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0"/>
                  </a:lnTo>
                  <a:lnTo>
                    <a:pt x="966020" y="272900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0139776" name="Freeform 65"/>
            <p:cNvSpPr/>
            <p:nvPr/>
          </p:nvSpPr>
          <p:spPr bwMode="auto">
            <a:xfrm rot="9379580" flipH="1">
              <a:off x="1476596" y="5596692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966020" y="0"/>
                  </a:moveTo>
                  <a:lnTo>
                    <a:pt x="0" y="0"/>
                  </a:lnTo>
                  <a:lnTo>
                    <a:pt x="0" y="272901"/>
                  </a:lnTo>
                  <a:lnTo>
                    <a:pt x="966020" y="272901"/>
                  </a:lnTo>
                  <a:lnTo>
                    <a:pt x="96602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3488738" name="Freeform 66"/>
            <p:cNvSpPr/>
            <p:nvPr/>
          </p:nvSpPr>
          <p:spPr bwMode="auto">
            <a:xfrm rot="-9983765">
              <a:off x="9378442" y="5651511"/>
              <a:ext cx="966018" cy="272899"/>
            </a:xfrm>
            <a:custGeom>
              <a:avLst/>
              <a:gdLst/>
              <a:ahLst/>
              <a:cxnLst/>
              <a:rect l="l" t="t" r="r" b="b"/>
              <a:pathLst>
                <a:path w="966020" h="272901" fill="norm" stroke="1" extrusionOk="0">
                  <a:moveTo>
                    <a:pt x="0" y="0"/>
                  </a:moveTo>
                  <a:lnTo>
                    <a:pt x="966020" y="0"/>
                  </a:lnTo>
                  <a:lnTo>
                    <a:pt x="966020" y="272901"/>
                  </a:lnTo>
                  <a:lnTo>
                    <a:pt x="0" y="2729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2446574" name="TextBox 67"/>
            <p:cNvSpPr txBox="1"/>
            <p:nvPr/>
          </p:nvSpPr>
          <p:spPr bwMode="auto">
            <a:xfrm flipH="0" flipV="0">
              <a:off x="9815716" y="6029605"/>
              <a:ext cx="1869452" cy="3375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5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6463260" name="Rectangle: Rounded Corners 12"/>
            <p:cNvSpPr/>
            <p:nvPr/>
          </p:nvSpPr>
          <p:spPr bwMode="auto">
            <a:xfrm flipH="0" flipV="0">
              <a:off x="2803959" y="0"/>
              <a:ext cx="6335230" cy="639375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044476931" name=""/>
            <p:cNvGrpSpPr/>
            <p:nvPr/>
          </p:nvGrpSpPr>
          <p:grpSpPr bwMode="auto">
            <a:xfrm>
              <a:off x="3238542" y="1767441"/>
              <a:ext cx="5358152" cy="4294071"/>
              <a:chOff x="0" y="0"/>
              <a:chExt cx="5358152" cy="4294071"/>
            </a:xfrm>
          </p:grpSpPr>
          <p:sp>
            <p:nvSpPr>
              <p:cNvPr id="1169586419" name="Freeform 30"/>
              <p:cNvSpPr/>
              <p:nvPr/>
            </p:nvSpPr>
            <p:spPr bwMode="auto">
              <a:xfrm rot="0" flipH="0" flipV="0">
                <a:off x="0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92611319" name="TextBox 31"/>
              <p:cNvSpPr txBox="1"/>
              <p:nvPr/>
            </p:nvSpPr>
            <p:spPr bwMode="auto">
              <a:xfrm rot="0" flipH="0" flipV="0">
                <a:off x="0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49186476" name="Freeform 36"/>
              <p:cNvSpPr/>
              <p:nvPr/>
            </p:nvSpPr>
            <p:spPr bwMode="auto">
              <a:xfrm rot="0" flipH="0" flipV="0">
                <a:off x="0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5634086" name="TextBox 37"/>
              <p:cNvSpPr txBox="1"/>
              <p:nvPr/>
            </p:nvSpPr>
            <p:spPr bwMode="auto">
              <a:xfrm rot="0" flipH="0" flipV="0">
                <a:off x="0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0580915" name="Freeform 52"/>
              <p:cNvSpPr/>
              <p:nvPr/>
            </p:nvSpPr>
            <p:spPr bwMode="auto">
              <a:xfrm rot="0" flipH="0" flipV="0">
                <a:off x="169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60587903" name="TextBox 53"/>
              <p:cNvSpPr txBox="1"/>
              <p:nvPr/>
            </p:nvSpPr>
            <p:spPr bwMode="auto">
              <a:xfrm rot="0" flipH="0" flipV="0">
                <a:off x="169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66356885" name="Freeform 55"/>
              <p:cNvSpPr/>
              <p:nvPr/>
            </p:nvSpPr>
            <p:spPr bwMode="auto">
              <a:xfrm rot="0" flipH="0" flipV="0">
                <a:off x="169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40107236" name="TextBox 56"/>
              <p:cNvSpPr txBox="1"/>
              <p:nvPr/>
            </p:nvSpPr>
            <p:spPr bwMode="auto">
              <a:xfrm rot="0" flipH="0" flipV="0">
                <a:off x="169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15812040" name="Freeform 58"/>
              <p:cNvSpPr/>
              <p:nvPr/>
            </p:nvSpPr>
            <p:spPr bwMode="auto">
              <a:xfrm rot="0" flipH="0" flipV="0">
                <a:off x="169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72726440" name="TextBox 59"/>
              <p:cNvSpPr txBox="1"/>
              <p:nvPr/>
            </p:nvSpPr>
            <p:spPr bwMode="auto">
              <a:xfrm rot="0" flipH="0" flipV="0">
                <a:off x="169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12360596" name="Freeform 69"/>
              <p:cNvSpPr/>
              <p:nvPr/>
            </p:nvSpPr>
            <p:spPr bwMode="auto">
              <a:xfrm rot="0" flipH="0" flipV="0">
                <a:off x="3273132" y="1525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283538504" name="TextBox 70"/>
              <p:cNvSpPr txBox="1"/>
              <p:nvPr/>
            </p:nvSpPr>
            <p:spPr bwMode="auto">
              <a:xfrm rot="0" flipH="0" flipV="0">
                <a:off x="3273132" y="0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69720868" name="Freeform 72"/>
              <p:cNvSpPr/>
              <p:nvPr/>
            </p:nvSpPr>
            <p:spPr bwMode="auto">
              <a:xfrm rot="0" flipH="0" flipV="0">
                <a:off x="3273132" y="1025619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56241373" name="TextBox 73"/>
              <p:cNvSpPr txBox="1"/>
              <p:nvPr/>
            </p:nvSpPr>
            <p:spPr bwMode="auto">
              <a:xfrm rot="0" flipH="0" flipV="0">
                <a:off x="3273132" y="87307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81064449" name="Freeform 75"/>
              <p:cNvSpPr/>
              <p:nvPr/>
            </p:nvSpPr>
            <p:spPr bwMode="auto">
              <a:xfrm rot="0" flipH="0" flipV="0">
                <a:off x="3273302" y="1898692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2093797250" name="TextBox 76"/>
              <p:cNvSpPr txBox="1"/>
              <p:nvPr/>
            </p:nvSpPr>
            <p:spPr bwMode="auto">
              <a:xfrm rot="0" flipH="0" flipV="0">
                <a:off x="3273302" y="174614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8013216" name="Freeform 78"/>
              <p:cNvSpPr/>
              <p:nvPr/>
            </p:nvSpPr>
            <p:spPr bwMode="auto">
              <a:xfrm rot="0" flipH="0" flipV="0">
                <a:off x="3273302" y="2771767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471769314" name="TextBox 79"/>
              <p:cNvSpPr txBox="1"/>
              <p:nvPr/>
            </p:nvSpPr>
            <p:spPr bwMode="auto">
              <a:xfrm rot="0" flipH="0" flipV="0">
                <a:off x="3273302" y="2619222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98831552" name="Freeform 81"/>
              <p:cNvSpPr/>
              <p:nvPr/>
            </p:nvSpPr>
            <p:spPr bwMode="auto">
              <a:xfrm rot="0" flipH="0" flipV="0">
                <a:off x="3273302" y="3644844"/>
                <a:ext cx="2084850" cy="64922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256" y="0"/>
                    </a:moveTo>
                    <a:lnTo>
                      <a:pt x="784970" y="0"/>
                    </a:lnTo>
                    <a:cubicBezTo>
                      <a:pt x="818456" y="0"/>
                      <a:pt x="850569" y="13302"/>
                      <a:pt x="874247" y="36980"/>
                    </a:cubicBezTo>
                    <a:cubicBezTo>
                      <a:pt x="897925" y="60657"/>
                      <a:pt x="911226" y="92771"/>
                      <a:pt x="911226" y="126256"/>
                    </a:cubicBezTo>
                    <a:lnTo>
                      <a:pt x="911226" y="157502"/>
                    </a:lnTo>
                    <a:cubicBezTo>
                      <a:pt x="911226" y="227231"/>
                      <a:pt x="854700" y="283758"/>
                      <a:pt x="784970" y="283758"/>
                    </a:cubicBezTo>
                    <a:lnTo>
                      <a:pt x="126256" y="283758"/>
                    </a:lnTo>
                    <a:cubicBezTo>
                      <a:pt x="92771" y="283758"/>
                      <a:pt x="60657" y="270456"/>
                      <a:pt x="36980" y="246778"/>
                    </a:cubicBezTo>
                    <a:cubicBezTo>
                      <a:pt x="13302" y="223100"/>
                      <a:pt x="0" y="190987"/>
                      <a:pt x="0" y="157502"/>
                    </a:cubicBezTo>
                    <a:lnTo>
                      <a:pt x="0" y="126256"/>
                    </a:lnTo>
                    <a:cubicBezTo>
                      <a:pt x="0" y="92771"/>
                      <a:pt x="13302" y="60657"/>
                      <a:pt x="36980" y="36980"/>
                    </a:cubicBezTo>
                    <a:cubicBezTo>
                      <a:pt x="60657" y="13302"/>
                      <a:pt x="92771" y="0"/>
                      <a:pt x="12625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60911430" name="TextBox 82"/>
              <p:cNvSpPr txBox="1"/>
              <p:nvPr/>
            </p:nvSpPr>
            <p:spPr bwMode="auto">
              <a:xfrm rot="0" flipH="0" flipV="0">
                <a:off x="3273302" y="3492297"/>
                <a:ext cx="2084850" cy="80177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6408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3393" y="674686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43058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711649848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ग्राहक का बैंक खाता: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238548269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54298865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387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640281221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बेकर का बैंक खाता: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47,412 यूरो</a:t>
            </a:r>
          </a:p>
        </p:txBody>
      </p:sp>
      <p:sp>
        <p:nvSpPr>
          <p:cNvPr id="1377270756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2533456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6188604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63729450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039698477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3" y="506122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245396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बिटकॉइन </a:t>
            </a:r>
            <a:r>
              <a:rPr>
                <a:latin typeface="IBM Plex Sans"/>
              </a:rPr>
              <a:t>लेनदेन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32003281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खर्च के लिए उपयोग किए गए UTXOs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26742511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460669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प्राप्तकर्ताओं के लिए बनाए गए UTXOs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55128854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012202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14621029" name=""/>
          <p:cNvGrpSpPr/>
          <p:nvPr/>
        </p:nvGrpSpPr>
        <p:grpSpPr bwMode="auto">
          <a:xfrm>
            <a:off x="3523187" y="2014409"/>
            <a:ext cx="5111317" cy="3931907"/>
            <a:chOff x="0" y="0"/>
            <a:chExt cx="5111317" cy="3931907"/>
          </a:xfrm>
        </p:grpSpPr>
        <p:sp>
          <p:nvSpPr>
            <p:cNvPr id="625786683" name="TextBox 33"/>
            <p:cNvSpPr txBox="1"/>
            <p:nvPr/>
          </p:nvSpPr>
          <p:spPr bwMode="auto">
            <a:xfrm>
              <a:off x="35629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118489582" name="TextBox 35"/>
            <p:cNvSpPr txBox="1"/>
            <p:nvPr/>
          </p:nvSpPr>
          <p:spPr bwMode="auto">
            <a:xfrm>
              <a:off x="3158077" y="0"/>
              <a:ext cx="1918693" cy="3987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36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222444761" name=""/>
            <p:cNvGrpSpPr/>
            <p:nvPr/>
          </p:nvGrpSpPr>
          <p:grpSpPr bwMode="auto">
            <a:xfrm>
              <a:off x="0" y="446036"/>
              <a:ext cx="5111319" cy="3485871"/>
              <a:chOff x="0" y="0"/>
              <a:chExt cx="5111319" cy="3485871"/>
            </a:xfrm>
          </p:grpSpPr>
          <p:sp>
            <p:nvSpPr>
              <p:cNvPr id="1248616473" name="Freeform 30"/>
              <p:cNvSpPr/>
              <p:nvPr/>
            </p:nvSpPr>
            <p:spPr bwMode="auto">
              <a:xfrm rot="0" flipH="0" flipV="0">
                <a:off x="0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 vertOverflow="overflow" horzOverflow="overflow" vert="horz" wrap="square" lIns="91440" tIns="45720" rIns="91440" bIns="45720" numCol="1" spcCol="0" rtlCol="0" fromWordArt="0" anchor="ctr" anchorCtr="0" forceAA="0" compatLnSpc="0"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13710844" name="TextBox 31"/>
              <p:cNvSpPr txBox="1"/>
              <p:nvPr/>
            </p:nvSpPr>
            <p:spPr bwMode="auto">
              <a:xfrm rot="0" flipH="0" flipV="0">
                <a:off x="0" y="0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1153715" name="AutoShape 34"/>
              <p:cNvSpPr/>
              <p:nvPr/>
            </p:nvSpPr>
            <p:spPr bwMode="auto">
              <a:xfrm flipH="0" flipV="0">
                <a:off x="2555743" y="0"/>
                <a:ext cx="0" cy="3485872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59740240" name="Freeform 37"/>
              <p:cNvSpPr/>
              <p:nvPr/>
            </p:nvSpPr>
            <p:spPr bwMode="auto">
              <a:xfrm rot="0" flipH="0" flipV="0">
                <a:off x="3122449" y="145525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27421749" name="TextBox 38"/>
              <p:cNvSpPr txBox="1"/>
              <p:nvPr/>
            </p:nvSpPr>
            <p:spPr bwMode="auto">
              <a:xfrm rot="0" flipH="0" flipV="0">
                <a:off x="3122449" y="0"/>
                <a:ext cx="1988870" cy="8601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34788994" name="Freeform 40"/>
              <p:cNvSpPr/>
              <p:nvPr/>
            </p:nvSpPr>
            <p:spPr bwMode="auto">
              <a:xfrm rot="0" flipH="0" flipV="0">
                <a:off x="3122449" y="961977"/>
                <a:ext cx="1988870" cy="61933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349" y="0"/>
                    </a:moveTo>
                    <a:lnTo>
                      <a:pt x="778877" y="0"/>
                    </a:lnTo>
                    <a:cubicBezTo>
                      <a:pt x="851972" y="0"/>
                      <a:pt x="911226" y="59255"/>
                      <a:pt x="911226" y="132349"/>
                    </a:cubicBezTo>
                    <a:lnTo>
                      <a:pt x="911226" y="151409"/>
                    </a:lnTo>
                    <a:cubicBezTo>
                      <a:pt x="911226" y="224503"/>
                      <a:pt x="851972" y="283758"/>
                      <a:pt x="778877" y="283758"/>
                    </a:cubicBezTo>
                    <a:lnTo>
                      <a:pt x="132349" y="283758"/>
                    </a:lnTo>
                    <a:cubicBezTo>
                      <a:pt x="59255" y="283758"/>
                      <a:pt x="0" y="224503"/>
                      <a:pt x="0" y="151409"/>
                    </a:cubicBezTo>
                    <a:lnTo>
                      <a:pt x="0" y="132349"/>
                    </a:lnTo>
                    <a:cubicBezTo>
                      <a:pt x="0" y="59255"/>
                      <a:pt x="59255" y="0"/>
                      <a:pt x="13234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98302175" name="TextBox 41"/>
              <p:cNvSpPr txBox="1"/>
              <p:nvPr/>
            </p:nvSpPr>
            <p:spPr bwMode="auto">
              <a:xfrm rot="0" flipH="0" flipV="0">
                <a:off x="3122449" y="816452"/>
                <a:ext cx="1988870" cy="860113"/>
              </a:xfrm>
              <a:prstGeom prst="rect">
                <a:avLst/>
              </a:prstGeom>
              <a:grpFill/>
            </p:spPr>
            <p:txBody>
              <a:bodyPr vertOverflow="overflow" horzOverflow="overflow" vert="horz" wrap="square" lIns="50798" tIns="50798" rIns="50798" bIns="50798" numCol="1" spcCol="0" rtlCol="0" fromWordArt="0" anchor="ctr" anchorCtr="0" forceAA="0" compatLnSpc="0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18863" name="AutoShape 42"/>
          <p:cNvSpPr/>
          <p:nvPr/>
        </p:nvSpPr>
        <p:spPr bwMode="auto">
          <a:xfrm flipV="1">
            <a:off x="4862851" y="463525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785661" name="AutoShape 43"/>
          <p:cNvSpPr/>
          <p:nvPr/>
        </p:nvSpPr>
        <p:spPr bwMode="auto">
          <a:xfrm>
            <a:off x="4862851" y="2665431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271212" name="AutoShape 44"/>
          <p:cNvSpPr/>
          <p:nvPr/>
        </p:nvSpPr>
        <p:spPr bwMode="auto">
          <a:xfrm>
            <a:off x="2922568" y="3176245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535773094" name="TextBox 45"/>
          <p:cNvSpPr txBox="1"/>
          <p:nvPr/>
        </p:nvSpPr>
        <p:spPr bwMode="auto">
          <a:xfrm flipH="0" flipV="0">
            <a:off x="2744932" y="5572351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यह आपको स्क्रिप्ट को संतुष्ट करने के लिए हस्ताक्षर करने की अनुमति देता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8813896" name="TextBox 46"/>
          <p:cNvSpPr txBox="1"/>
          <p:nvPr/>
        </p:nvSpPr>
        <p:spPr bwMode="auto">
          <a:xfrm flipH="0" flipV="0">
            <a:off x="2744932" y="961882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को लॉक करने के लिए एक स्क्रिप्ट बनाई गई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41177063" name="Rectangle 719486095"/>
          <p:cNvSpPr txBox="1"/>
          <p:nvPr/>
        </p:nvSpPr>
        <p:spPr bwMode="auto">
          <a:xfrm rot="0" flipH="0" flipV="0">
            <a:off x="1074465" y="2032945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सार्वजनिक कुंजी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27086053" name="Rectangle 719486095"/>
          <p:cNvSpPr txBox="1"/>
          <p:nvPr/>
        </p:nvSpPr>
        <p:spPr bwMode="auto">
          <a:xfrm rot="0" flipH="0" flipV="0">
            <a:off x="1078036" y="4121730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निजी चाबी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295061351" name=""/>
          <p:cNvGrpSpPr/>
          <p:nvPr/>
        </p:nvGrpSpPr>
        <p:grpSpPr bwMode="auto">
          <a:xfrm>
            <a:off x="7279062" y="1730455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02761" name="Freeform 27"/>
          <p:cNvSpPr/>
          <p:nvPr/>
        </p:nvSpPr>
        <p:spPr bwMode="auto">
          <a:xfrm rot="0" flipH="0" flipV="0">
            <a:off x="3216110" y="368671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291569" name="TextBox 28"/>
          <p:cNvSpPr txBox="1"/>
          <p:nvPr/>
        </p:nvSpPr>
        <p:spPr bwMode="auto">
          <a:xfrm rot="0" flipH="0" flipV="0">
            <a:off x="3216110" y="368671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बिटकॉइन वॉलेट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357658579" name=""/>
          <p:cNvGrpSpPr/>
          <p:nvPr/>
        </p:nvGrpSpPr>
        <p:grpSpPr bwMode="auto">
          <a:xfrm>
            <a:off x="3969272" y="1588654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683472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बिटकॉइन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लेनदेन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6112863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स्क्रिप्ट UTXO खर्च करने के लिए संतुष्ट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458777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05771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नए UTXO बनाए गए और नई स्क्रिप्ट के साथ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लॉक किए गए</a:t>
            </a:r>
          </a:p>
        </p:txBody>
      </p:sp>
      <p:sp>
        <p:nvSpPr>
          <p:cNvPr id="174343295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50260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1709707" name=""/>
          <p:cNvGrpSpPr/>
          <p:nvPr/>
        </p:nvGrpSpPr>
        <p:grpSpPr bwMode="auto">
          <a:xfrm>
            <a:off x="3309382" y="1782399"/>
            <a:ext cx="5770649" cy="4066543"/>
            <a:chOff x="0" y="0"/>
            <a:chExt cx="5770649" cy="4066543"/>
          </a:xfrm>
        </p:grpSpPr>
        <p:sp>
          <p:nvSpPr>
            <p:cNvPr id="1160863715" name="Freeform 30"/>
            <p:cNvSpPr/>
            <p:nvPr/>
          </p:nvSpPr>
          <p:spPr bwMode="auto">
            <a:xfrm rot="0" flipH="0" flipV="0">
              <a:off x="0" y="673832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91436221" name="TextBox 31"/>
            <p:cNvSpPr txBox="1"/>
            <p:nvPr/>
          </p:nvSpPr>
          <p:spPr bwMode="auto">
            <a:xfrm rot="0" flipH="0" flipV="0">
              <a:off x="0" y="515492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23791681" name="TextBox 33"/>
            <p:cNvSpPr txBox="1"/>
            <p:nvPr/>
          </p:nvSpPr>
          <p:spPr bwMode="auto">
            <a:xfrm>
              <a:off x="3876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724360040" name="AutoShape 34"/>
            <p:cNvSpPr/>
            <p:nvPr/>
          </p:nvSpPr>
          <p:spPr bwMode="auto">
            <a:xfrm flipH="0" flipV="0">
              <a:off x="2780846" y="539317"/>
              <a:ext cx="0" cy="352722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524435" name="TextBox 35"/>
            <p:cNvSpPr txBox="1"/>
            <p:nvPr/>
          </p:nvSpPr>
          <p:spPr bwMode="auto">
            <a:xfrm>
              <a:off x="3436235" y="0"/>
              <a:ext cx="2087595" cy="43393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1665455" name="Freeform 37"/>
            <p:cNvSpPr/>
            <p:nvPr/>
          </p:nvSpPr>
          <p:spPr bwMode="auto">
            <a:xfrm rot="0" flipH="0" flipV="0">
              <a:off x="3397469" y="638633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409883" name="TextBox 38"/>
            <p:cNvSpPr txBox="1"/>
            <p:nvPr/>
          </p:nvSpPr>
          <p:spPr bwMode="auto">
            <a:xfrm rot="0" flipH="0" flipV="0">
              <a:off x="3397469" y="480293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9874737" name="Freeform 40"/>
            <p:cNvSpPr/>
            <p:nvPr/>
          </p:nvSpPr>
          <p:spPr bwMode="auto">
            <a:xfrm rot="0" flipH="0" flipV="0">
              <a:off x="3397469" y="1526999"/>
              <a:ext cx="2164046" cy="67388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636" y="0"/>
                  </a:moveTo>
                  <a:lnTo>
                    <a:pt x="789591" y="0"/>
                  </a:lnTo>
                  <a:cubicBezTo>
                    <a:pt x="821851" y="0"/>
                    <a:pt x="852789" y="12815"/>
                    <a:pt x="875600" y="35626"/>
                  </a:cubicBezTo>
                  <a:cubicBezTo>
                    <a:pt x="898411" y="58437"/>
                    <a:pt x="911226" y="89376"/>
                    <a:pt x="911226" y="121636"/>
                  </a:cubicBezTo>
                  <a:lnTo>
                    <a:pt x="911226" y="162122"/>
                  </a:lnTo>
                  <a:cubicBezTo>
                    <a:pt x="911226" y="194382"/>
                    <a:pt x="898411" y="225320"/>
                    <a:pt x="875600" y="248131"/>
                  </a:cubicBezTo>
                  <a:cubicBezTo>
                    <a:pt x="852789" y="270942"/>
                    <a:pt x="821851" y="283758"/>
                    <a:pt x="789591" y="283758"/>
                  </a:cubicBezTo>
                  <a:lnTo>
                    <a:pt x="121636" y="283758"/>
                  </a:lnTo>
                  <a:cubicBezTo>
                    <a:pt x="89376" y="283758"/>
                    <a:pt x="58437" y="270942"/>
                    <a:pt x="35626" y="248131"/>
                  </a:cubicBezTo>
                  <a:cubicBezTo>
                    <a:pt x="12815" y="225320"/>
                    <a:pt x="0" y="194382"/>
                    <a:pt x="0" y="162122"/>
                  </a:cubicBezTo>
                  <a:lnTo>
                    <a:pt x="0" y="121636"/>
                  </a:lnTo>
                  <a:cubicBezTo>
                    <a:pt x="0" y="89376"/>
                    <a:pt x="12815" y="58437"/>
                    <a:pt x="35626" y="35626"/>
                  </a:cubicBezTo>
                  <a:cubicBezTo>
                    <a:pt x="58437" y="12815"/>
                    <a:pt x="89376" y="0"/>
                    <a:pt x="1216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2899840" name="TextBox 41"/>
            <p:cNvSpPr txBox="1"/>
            <p:nvPr/>
          </p:nvSpPr>
          <p:spPr bwMode="auto">
            <a:xfrm rot="0" flipH="0" flipV="0">
              <a:off x="3397469" y="1368659"/>
              <a:ext cx="2164046" cy="83223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9818304" name="Freeform 46"/>
            <p:cNvSpPr/>
            <p:nvPr/>
          </p:nvSpPr>
          <p:spPr bwMode="auto">
            <a:xfrm>
              <a:off x="5352386" y="380183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6"/>
                  </a:lnTo>
                  <a:lnTo>
                    <a:pt x="0" y="595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5984796" name="Freeform 48"/>
            <p:cNvSpPr/>
            <p:nvPr/>
          </p:nvSpPr>
          <p:spPr bwMode="auto">
            <a:xfrm>
              <a:off x="5352386" y="1268548"/>
              <a:ext cx="418263" cy="595395"/>
            </a:xfrm>
            <a:custGeom>
              <a:avLst/>
              <a:gdLst/>
              <a:ahLst/>
              <a:cxnLst/>
              <a:rect l="l" t="t" r="r" b="b"/>
              <a:pathLst>
                <a:path w="418266" h="595396" fill="norm" stroke="1" extrusionOk="0">
                  <a:moveTo>
                    <a:pt x="0" y="0"/>
                  </a:moveTo>
                  <a:lnTo>
                    <a:pt x="418266" y="0"/>
                  </a:lnTo>
                  <a:lnTo>
                    <a:pt x="418266" y="595397"/>
                  </a:lnTo>
                  <a:lnTo>
                    <a:pt x="0" y="59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2318520" name=""/>
          <p:cNvGrpSpPr/>
          <p:nvPr/>
        </p:nvGrpSpPr>
        <p:grpSpPr bwMode="auto">
          <a:xfrm>
            <a:off x="848800" y="590697"/>
            <a:ext cx="10498428" cy="5694707"/>
            <a:chOff x="0" y="0"/>
            <a:chExt cx="10498428" cy="5694707"/>
          </a:xfrm>
        </p:grpSpPr>
        <p:sp>
          <p:nvSpPr>
            <p:cNvPr id="947219872" name="TextBox 32"/>
            <p:cNvSpPr txBox="1"/>
            <p:nvPr/>
          </p:nvSpPr>
          <p:spPr bwMode="auto">
            <a:xfrm flipH="0" flipV="0">
              <a:off x="0" y="388841"/>
              <a:ext cx="5029751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9327462" name="TextBox 33"/>
            <p:cNvSpPr txBox="1"/>
            <p:nvPr/>
          </p:nvSpPr>
          <p:spPr bwMode="auto">
            <a:xfrm>
              <a:off x="364113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3858135" name="AutoShape 34"/>
            <p:cNvSpPr/>
            <p:nvPr/>
          </p:nvSpPr>
          <p:spPr bwMode="auto">
            <a:xfrm flipH="0" flipV="0">
              <a:off x="2518403" y="1393033"/>
              <a:ext cx="0" cy="369554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213363" name="TextBox 35"/>
            <p:cNvSpPr txBox="1"/>
            <p:nvPr/>
          </p:nvSpPr>
          <p:spPr bwMode="auto">
            <a:xfrm>
              <a:off x="2744056" y="1323186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3246648" name="TextBox 48"/>
            <p:cNvSpPr txBox="1"/>
            <p:nvPr/>
          </p:nvSpPr>
          <p:spPr bwMode="auto">
            <a:xfrm flipH="0" flipV="0">
              <a:off x="5626395" y="367079"/>
              <a:ext cx="4872033" cy="3954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9123495" name="TextBox 49"/>
            <p:cNvSpPr txBox="1"/>
            <p:nvPr/>
          </p:nvSpPr>
          <p:spPr bwMode="auto">
            <a:xfrm>
              <a:off x="5920515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39699933" name="AutoShape 50"/>
            <p:cNvSpPr/>
            <p:nvPr/>
          </p:nvSpPr>
          <p:spPr bwMode="auto">
            <a:xfrm flipH="0" flipV="0">
              <a:off x="8045175" y="1520100"/>
              <a:ext cx="0" cy="371730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50938" name="TextBox 51"/>
            <p:cNvSpPr txBox="1"/>
            <p:nvPr/>
          </p:nvSpPr>
          <p:spPr bwMode="auto">
            <a:xfrm>
              <a:off x="8300457" y="1450252"/>
              <a:ext cx="1903042" cy="39558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4004030" name="Rectangle: Rounded Corners 12"/>
            <p:cNvSpPr/>
            <p:nvPr/>
          </p:nvSpPr>
          <p:spPr bwMode="auto">
            <a:xfrm>
              <a:off x="0" y="0"/>
              <a:ext cx="5028312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59219724" name="Rectangle: Rounded Corners 12"/>
            <p:cNvSpPr/>
            <p:nvPr/>
          </p:nvSpPr>
          <p:spPr bwMode="auto">
            <a:xfrm>
              <a:off x="5626395" y="0"/>
              <a:ext cx="4870594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05553530" name=""/>
            <p:cNvGrpSpPr/>
            <p:nvPr/>
          </p:nvGrpSpPr>
          <p:grpSpPr bwMode="auto">
            <a:xfrm>
              <a:off x="358404" y="1766052"/>
              <a:ext cx="9879354" cy="1695475"/>
              <a:chOff x="0" y="0"/>
              <a:chExt cx="9879354" cy="1695475"/>
            </a:xfrm>
          </p:grpSpPr>
          <p:sp>
            <p:nvSpPr>
              <p:cNvPr id="181625805" name="Freeform 30"/>
              <p:cNvSpPr/>
              <p:nvPr/>
            </p:nvSpPr>
            <p:spPr bwMode="auto">
              <a:xfrm rot="0" flipH="0" flipV="0">
                <a:off x="0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89651600" name="TextBox 31"/>
              <p:cNvSpPr txBox="1"/>
              <p:nvPr/>
            </p:nvSpPr>
            <p:spPr bwMode="auto">
              <a:xfrm rot="0" flipH="0" flipV="0">
                <a:off x="0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979724626" name="Freeform 37"/>
              <p:cNvSpPr/>
              <p:nvPr/>
            </p:nvSpPr>
            <p:spPr bwMode="auto">
              <a:xfrm rot="0" flipH="0" flipV="0">
                <a:off x="2379942" y="14433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55877479" name="TextBox 38"/>
              <p:cNvSpPr txBox="1"/>
              <p:nvPr/>
            </p:nvSpPr>
            <p:spPr bwMode="auto">
              <a:xfrm rot="0" flipH="0" flipV="0">
                <a:off x="2379942" y="0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00469795" name="Freeform 40"/>
              <p:cNvSpPr/>
              <p:nvPr/>
            </p:nvSpPr>
            <p:spPr bwMode="auto">
              <a:xfrm rot="0" flipH="0" flipV="0">
                <a:off x="2379942" y="954124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993365562" name="TextBox 41"/>
              <p:cNvSpPr txBox="1"/>
              <p:nvPr/>
            </p:nvSpPr>
            <p:spPr bwMode="auto">
              <a:xfrm rot="0" flipH="0" flipV="0">
                <a:off x="2379942" y="809789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43404000" name="Freeform 46"/>
              <p:cNvSpPr/>
              <p:nvPr/>
            </p:nvSpPr>
            <p:spPr bwMode="auto">
              <a:xfrm rot="0" flipH="0" flipV="0">
                <a:off x="5526770" y="293162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759143754" name="TextBox 47"/>
              <p:cNvSpPr txBox="1"/>
              <p:nvPr/>
            </p:nvSpPr>
            <p:spPr bwMode="auto">
              <a:xfrm rot="0" flipH="0" flipV="0">
                <a:off x="5526770" y="148827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27094272" name="Freeform 53"/>
              <p:cNvSpPr/>
              <p:nvPr/>
            </p:nvSpPr>
            <p:spPr bwMode="auto">
              <a:xfrm rot="0" flipH="0" flipV="0">
                <a:off x="7906716" y="27140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24223669" name="TextBox 54"/>
              <p:cNvSpPr txBox="1"/>
              <p:nvPr/>
            </p:nvSpPr>
            <p:spPr bwMode="auto">
              <a:xfrm rot="0" flipH="0" flipV="0">
                <a:off x="7906716" y="127064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314657891" name="Freeform 56"/>
              <p:cNvSpPr/>
              <p:nvPr/>
            </p:nvSpPr>
            <p:spPr bwMode="auto">
              <a:xfrm rot="0" flipH="0" flipV="0">
                <a:off x="7906716" y="1081190"/>
                <a:ext cx="1972638" cy="61428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3438" y="0"/>
                    </a:moveTo>
                    <a:lnTo>
                      <a:pt x="777788" y="0"/>
                    </a:lnTo>
                    <a:cubicBezTo>
                      <a:pt x="813178" y="0"/>
                      <a:pt x="847119" y="14059"/>
                      <a:pt x="872143" y="39083"/>
                    </a:cubicBezTo>
                    <a:cubicBezTo>
                      <a:pt x="897168" y="64108"/>
                      <a:pt x="911226" y="98048"/>
                      <a:pt x="911226" y="133438"/>
                    </a:cubicBezTo>
                    <a:lnTo>
                      <a:pt x="911226" y="150319"/>
                    </a:lnTo>
                    <a:cubicBezTo>
                      <a:pt x="911226" y="224015"/>
                      <a:pt x="851484" y="283758"/>
                      <a:pt x="777788" y="283758"/>
                    </a:cubicBezTo>
                    <a:lnTo>
                      <a:pt x="133438" y="283758"/>
                    </a:lnTo>
                    <a:cubicBezTo>
                      <a:pt x="98048" y="283758"/>
                      <a:pt x="64108" y="269699"/>
                      <a:pt x="39083" y="244674"/>
                    </a:cubicBezTo>
                    <a:cubicBezTo>
                      <a:pt x="14059" y="219650"/>
                      <a:pt x="0" y="185709"/>
                      <a:pt x="0" y="150319"/>
                    </a:cubicBezTo>
                    <a:lnTo>
                      <a:pt x="0" y="133438"/>
                    </a:lnTo>
                    <a:cubicBezTo>
                      <a:pt x="0" y="98048"/>
                      <a:pt x="14059" y="64108"/>
                      <a:pt x="39083" y="39083"/>
                    </a:cubicBezTo>
                    <a:cubicBezTo>
                      <a:pt x="64108" y="14059"/>
                      <a:pt x="98048" y="0"/>
                      <a:pt x="13343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94374577" name="TextBox 57"/>
              <p:cNvSpPr txBox="1"/>
              <p:nvPr/>
            </p:nvSpPr>
            <p:spPr bwMode="auto">
              <a:xfrm rot="0" flipH="0" flipV="0">
                <a:off x="7906716" y="936855"/>
                <a:ext cx="1972638" cy="75862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61578625" name="AutoShape 58"/>
              <p:cNvSpPr/>
              <p:nvPr/>
            </p:nvSpPr>
            <p:spPr bwMode="auto">
              <a:xfrm flipH="0" flipV="1">
                <a:off x="4337766" y="809789"/>
                <a:ext cx="1102881" cy="451473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8221838" name=""/>
          <p:cNvGrpSpPr/>
          <p:nvPr/>
        </p:nvGrpSpPr>
        <p:grpSpPr bwMode="auto">
          <a:xfrm>
            <a:off x="805492" y="590695"/>
            <a:ext cx="10478212" cy="5694707"/>
            <a:chOff x="0" y="0"/>
            <a:chExt cx="10478212" cy="5694707"/>
          </a:xfrm>
        </p:grpSpPr>
        <p:sp>
          <p:nvSpPr>
            <p:cNvPr id="375463741" name="TextBox 32"/>
            <p:cNvSpPr txBox="1"/>
            <p:nvPr/>
          </p:nvSpPr>
          <p:spPr bwMode="auto">
            <a:xfrm flipH="0" flipV="0">
              <a:off x="0" y="357867"/>
              <a:ext cx="487203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7592157" name="TextBox 33"/>
            <p:cNvSpPr txBox="1"/>
            <p:nvPr/>
          </p:nvSpPr>
          <p:spPr bwMode="auto">
            <a:xfrm>
              <a:off x="32643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58545318" name="AutoShape 34"/>
            <p:cNvSpPr/>
            <p:nvPr/>
          </p:nvSpPr>
          <p:spPr bwMode="auto">
            <a:xfrm flipH="0" flipV="0">
              <a:off x="2458953" y="1512466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3169047" name="TextBox 35"/>
            <p:cNvSpPr txBox="1"/>
            <p:nvPr/>
          </p:nvSpPr>
          <p:spPr bwMode="auto">
            <a:xfrm>
              <a:off x="2715178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131003326" name="TextBox 48"/>
            <p:cNvSpPr txBox="1"/>
            <p:nvPr/>
          </p:nvSpPr>
          <p:spPr bwMode="auto">
            <a:xfrm flipH="0" flipV="0">
              <a:off x="5606901" y="357867"/>
              <a:ext cx="4871312" cy="3967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09458" name="TextBox 49"/>
            <p:cNvSpPr txBox="1"/>
            <p:nvPr/>
          </p:nvSpPr>
          <p:spPr bwMode="auto">
            <a:xfrm>
              <a:off x="5918250" y="1444380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9898150" name="AutoShape 50"/>
            <p:cNvSpPr/>
            <p:nvPr/>
          </p:nvSpPr>
          <p:spPr bwMode="auto">
            <a:xfrm flipH="0" flipV="0">
              <a:off x="8050773" y="1438051"/>
              <a:ext cx="0" cy="345705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7803176" name="TextBox 51"/>
            <p:cNvSpPr txBox="1"/>
            <p:nvPr/>
          </p:nvSpPr>
          <p:spPr bwMode="auto">
            <a:xfrm>
              <a:off x="8307000" y="1442571"/>
              <a:ext cx="1910079" cy="39685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1"/>
                </a:lnSpc>
                <a:defRPr/>
              </a:pPr>
              <a:r>
                <a:rPr lang="en-US" sz="225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66101036" name="Rectangle: Rounded Corners 12"/>
            <p:cNvSpPr/>
            <p:nvPr/>
          </p:nvSpPr>
          <p:spPr bwMode="auto">
            <a:xfrm>
              <a:off x="5606901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601922062" name="Rectangle: Rounded Corners 12"/>
            <p:cNvSpPr/>
            <p:nvPr/>
          </p:nvSpPr>
          <p:spPr bwMode="auto">
            <a:xfrm>
              <a:off x="0" y="0"/>
              <a:ext cx="4870593" cy="569470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01584466" name=""/>
            <p:cNvGrpSpPr/>
            <p:nvPr/>
          </p:nvGrpSpPr>
          <p:grpSpPr bwMode="auto">
            <a:xfrm>
              <a:off x="290961" y="1886865"/>
              <a:ext cx="9960500" cy="1576022"/>
              <a:chOff x="0" y="0"/>
              <a:chExt cx="9960500" cy="1576022"/>
            </a:xfrm>
          </p:grpSpPr>
          <p:sp>
            <p:nvSpPr>
              <p:cNvPr id="1124386563" name="Freeform 30"/>
              <p:cNvSpPr/>
              <p:nvPr/>
            </p:nvSpPr>
            <p:spPr bwMode="auto">
              <a:xfrm rot="0" flipH="0" flipV="0">
                <a:off x="0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327070884" name="TextBox 31"/>
              <p:cNvSpPr txBox="1"/>
              <p:nvPr/>
            </p:nvSpPr>
            <p:spPr bwMode="auto">
              <a:xfrm rot="0" flipH="0" flipV="0">
                <a:off x="0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274 000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789555991" name="Freeform 37"/>
              <p:cNvSpPr/>
              <p:nvPr/>
            </p:nvSpPr>
            <p:spPr bwMode="auto">
              <a:xfrm rot="0" flipH="0" flipV="0">
                <a:off x="2388747" y="14486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886003424" name="TextBox 38"/>
              <p:cNvSpPr txBox="1"/>
              <p:nvPr/>
            </p:nvSpPr>
            <p:spPr bwMode="auto">
              <a:xfrm rot="0" flipH="0" flipV="0">
                <a:off x="2388747" y="0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79091862" name="Freeform 40"/>
              <p:cNvSpPr/>
              <p:nvPr/>
            </p:nvSpPr>
            <p:spPr bwMode="auto">
              <a:xfrm rot="0" flipH="0" flipV="0">
                <a:off x="2388747" y="957654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74667199" name="TextBox 41"/>
              <p:cNvSpPr txBox="1"/>
              <p:nvPr/>
            </p:nvSpPr>
            <p:spPr bwMode="auto">
              <a:xfrm rot="0" flipH="0" flipV="0">
                <a:off x="2388747" y="812784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54695313" name="Freeform 46"/>
              <p:cNvSpPr/>
              <p:nvPr/>
            </p:nvSpPr>
            <p:spPr bwMode="auto">
              <a:xfrm rot="0" flipH="0" flipV="0">
                <a:off x="5591821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1739286011" name="TextBox 47"/>
              <p:cNvSpPr txBox="1"/>
              <p:nvPr/>
            </p:nvSpPr>
            <p:spPr bwMode="auto">
              <a:xfrm rot="0" flipH="0" flipV="0">
                <a:off x="5591821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3918363" name="Freeform 53"/>
              <p:cNvSpPr/>
              <p:nvPr/>
            </p:nvSpPr>
            <p:spPr bwMode="auto">
              <a:xfrm rot="0" flipH="0" flipV="0">
                <a:off x="7980570" y="146678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666526828" name="TextBox 54"/>
              <p:cNvSpPr txBox="1"/>
              <p:nvPr/>
            </p:nvSpPr>
            <p:spPr bwMode="auto">
              <a:xfrm rot="0" flipH="0" flipV="0">
                <a:off x="7980570" y="1809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55229620" name="Freeform 56"/>
              <p:cNvSpPr/>
              <p:nvPr/>
            </p:nvSpPr>
            <p:spPr bwMode="auto">
              <a:xfrm rot="0" flipH="0" flipV="0">
                <a:off x="7980570" y="959463"/>
                <a:ext cx="1979931" cy="61655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2946" y="0"/>
                    </a:moveTo>
                    <a:lnTo>
                      <a:pt x="778280" y="0"/>
                    </a:lnTo>
                    <a:cubicBezTo>
                      <a:pt x="851704" y="0"/>
                      <a:pt x="911226" y="59522"/>
                      <a:pt x="911226" y="132946"/>
                    </a:cubicBezTo>
                    <a:lnTo>
                      <a:pt x="911226" y="150811"/>
                    </a:lnTo>
                    <a:cubicBezTo>
                      <a:pt x="911226" y="224235"/>
                      <a:pt x="851704" y="283758"/>
                      <a:pt x="778280" y="283758"/>
                    </a:cubicBezTo>
                    <a:lnTo>
                      <a:pt x="132946" y="283758"/>
                    </a:lnTo>
                    <a:cubicBezTo>
                      <a:pt x="59522" y="283758"/>
                      <a:pt x="0" y="224235"/>
                      <a:pt x="0" y="150811"/>
                    </a:cubicBezTo>
                    <a:lnTo>
                      <a:pt x="0" y="132946"/>
                    </a:lnTo>
                    <a:cubicBezTo>
                      <a:pt x="0" y="59522"/>
                      <a:pt x="59522" y="0"/>
                      <a:pt x="13294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200"/>
              </a:p>
            </p:txBody>
          </p:sp>
          <p:sp>
            <p:nvSpPr>
              <p:cNvPr id="987431986" name="TextBox 57"/>
              <p:cNvSpPr txBox="1"/>
              <p:nvPr/>
            </p:nvSpPr>
            <p:spPr bwMode="auto">
              <a:xfrm rot="0" flipH="0" flipV="0">
                <a:off x="7980570" y="814595"/>
                <a:ext cx="1979931" cy="7614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641783865" name="AutoShape 58"/>
              <p:cNvSpPr/>
              <p:nvPr/>
            </p:nvSpPr>
            <p:spPr bwMode="auto">
              <a:xfrm flipV="1">
                <a:off x="4368683" y="453147"/>
                <a:ext cx="1208270" cy="0"/>
              </a:xfrm>
              <a:prstGeom prst="line">
                <a:avLst/>
              </a:prstGeom>
              <a:grpFill/>
              <a:ln w="6667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098908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भुगतान को पूरा करने के लिए ऐलिस का UTXO खर्च किया जाता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60447104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5001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का निर्माण बेकर को रोटी के लिए भुगतान करने के लिए किया जाता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22459216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672298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194142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एक परिवर्तन UTXO ऐलिस के वॉलेट में वापस आ जाता है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935067926" name=""/>
          <p:cNvGrpSpPr/>
          <p:nvPr/>
        </p:nvGrpSpPr>
        <p:grpSpPr bwMode="auto">
          <a:xfrm>
            <a:off x="2762506" y="268926"/>
            <a:ext cx="6270216" cy="6258610"/>
            <a:chOff x="0" y="0"/>
            <a:chExt cx="6270216" cy="6258610"/>
          </a:xfrm>
        </p:grpSpPr>
        <p:sp>
          <p:nvSpPr>
            <p:cNvPr id="1139927387" name="TextBox 32"/>
            <p:cNvSpPr txBox="1"/>
            <p:nvPr/>
          </p:nvSpPr>
          <p:spPr bwMode="auto">
            <a:xfrm flipH="0" flipV="0">
              <a:off x="0" y="421794"/>
              <a:ext cx="6270218" cy="4419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78123565" name="TextBox 33"/>
            <p:cNvSpPr txBox="1"/>
            <p:nvPr/>
          </p:nvSpPr>
          <p:spPr bwMode="auto">
            <a:xfrm>
              <a:off x="314265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305450" name="AutoShape 34"/>
            <p:cNvSpPr/>
            <p:nvPr/>
          </p:nvSpPr>
          <p:spPr bwMode="auto">
            <a:xfrm flipH="0" flipV="0">
              <a:off x="3108868" y="1466767"/>
              <a:ext cx="0" cy="424719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9142480" name="TextBox 35"/>
            <p:cNvSpPr txBox="1"/>
            <p:nvPr/>
          </p:nvSpPr>
          <p:spPr bwMode="auto">
            <a:xfrm>
              <a:off x="3776811" y="1404944"/>
              <a:ext cx="2127560" cy="4420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77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452176" name="Rectangle: Rounded Corners 12"/>
            <p:cNvSpPr/>
            <p:nvPr/>
          </p:nvSpPr>
          <p:spPr bwMode="auto">
            <a:xfrm>
              <a:off x="0" y="0"/>
              <a:ext cx="6268779" cy="62586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52608588" name=""/>
            <p:cNvGrpSpPr/>
            <p:nvPr/>
          </p:nvGrpSpPr>
          <p:grpSpPr bwMode="auto">
            <a:xfrm>
              <a:off x="274758" y="1883818"/>
              <a:ext cx="5668038" cy="1753553"/>
              <a:chOff x="0" y="0"/>
              <a:chExt cx="5668038" cy="1753553"/>
            </a:xfrm>
          </p:grpSpPr>
          <p:sp>
            <p:nvSpPr>
              <p:cNvPr id="1723181329" name="Freeform 30"/>
              <p:cNvSpPr/>
              <p:nvPr/>
            </p:nvSpPr>
            <p:spPr bwMode="auto">
              <a:xfrm rot="0" flipH="0" flipV="0">
                <a:off x="0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1035167" name="TextBox 31"/>
              <p:cNvSpPr txBox="1"/>
              <p:nvPr/>
            </p:nvSpPr>
            <p:spPr bwMode="auto">
              <a:xfrm rot="0" flipH="0" flipV="0">
                <a:off x="0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14915668" name="Freeform 37"/>
              <p:cNvSpPr/>
              <p:nvPr/>
            </p:nvSpPr>
            <p:spPr bwMode="auto">
              <a:xfrm rot="0" flipH="0" flipV="0">
                <a:off x="3462543" y="161373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888856091" name="TextBox 38"/>
              <p:cNvSpPr txBox="1"/>
              <p:nvPr/>
            </p:nvSpPr>
            <p:spPr bwMode="auto">
              <a:xfrm rot="0" flipH="0" flipV="0">
                <a:off x="3462543" y="0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1354295" name="Freeform 40"/>
              <p:cNvSpPr/>
              <p:nvPr/>
            </p:nvSpPr>
            <p:spPr bwMode="auto">
              <a:xfrm rot="0" flipH="0" flipV="0">
                <a:off x="3462543" y="1066755"/>
                <a:ext cx="2205496" cy="68679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350" y="0"/>
                    </a:moveTo>
                    <a:lnTo>
                      <a:pt x="791877" y="0"/>
                    </a:lnTo>
                    <a:cubicBezTo>
                      <a:pt x="823530" y="0"/>
                      <a:pt x="853887" y="12574"/>
                      <a:pt x="876270" y="34957"/>
                    </a:cubicBezTo>
                    <a:cubicBezTo>
                      <a:pt x="898652" y="57339"/>
                      <a:pt x="911226" y="87696"/>
                      <a:pt x="911226" y="119350"/>
                    </a:cubicBezTo>
                    <a:lnTo>
                      <a:pt x="911226" y="164408"/>
                    </a:lnTo>
                    <a:cubicBezTo>
                      <a:pt x="911226" y="230323"/>
                      <a:pt x="857792" y="283758"/>
                      <a:pt x="791877" y="283758"/>
                    </a:cubicBezTo>
                    <a:lnTo>
                      <a:pt x="119350" y="283758"/>
                    </a:lnTo>
                    <a:cubicBezTo>
                      <a:pt x="87696" y="283758"/>
                      <a:pt x="57339" y="271183"/>
                      <a:pt x="34957" y="248801"/>
                    </a:cubicBezTo>
                    <a:cubicBezTo>
                      <a:pt x="12574" y="226419"/>
                      <a:pt x="0" y="196062"/>
                      <a:pt x="0" y="164408"/>
                    </a:cubicBezTo>
                    <a:lnTo>
                      <a:pt x="0" y="119350"/>
                    </a:lnTo>
                    <a:cubicBezTo>
                      <a:pt x="0" y="87696"/>
                      <a:pt x="12574" y="57339"/>
                      <a:pt x="34957" y="34957"/>
                    </a:cubicBezTo>
                    <a:cubicBezTo>
                      <a:pt x="57339" y="12574"/>
                      <a:pt x="87696" y="0"/>
                      <a:pt x="11935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421922253" name="TextBox 41"/>
              <p:cNvSpPr txBox="1"/>
              <p:nvPr/>
            </p:nvSpPr>
            <p:spPr bwMode="auto">
              <a:xfrm rot="0" flipH="0" flipV="0">
                <a:off x="3462543" y="905382"/>
                <a:ext cx="2205496" cy="84817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422549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भुगतान आवश्यकताओं को पूरा करने के लिए ऐलिस ने 2 UTXO को इनपुट में विलय कर दिया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873231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108625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का निर्माण बेकर को रोटी के लिए भुगतान करने के लिए किया जाता है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35778338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74229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865840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एक परिवर्तन UTXO ऐलिस के वॉलेट में वापस आ जाता है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712380872" name=""/>
          <p:cNvGrpSpPr/>
          <p:nvPr/>
        </p:nvGrpSpPr>
        <p:grpSpPr bwMode="auto">
          <a:xfrm>
            <a:off x="2704014" y="268926"/>
            <a:ext cx="6403122" cy="6258609"/>
            <a:chOff x="0" y="0"/>
            <a:chExt cx="6403122" cy="6258609"/>
          </a:xfrm>
        </p:grpSpPr>
        <p:sp>
          <p:nvSpPr>
            <p:cNvPr id="1329991585" name="TextBox 32"/>
            <p:cNvSpPr txBox="1"/>
            <p:nvPr/>
          </p:nvSpPr>
          <p:spPr bwMode="auto">
            <a:xfrm flipH="0" flipV="0">
              <a:off x="0" y="448791"/>
              <a:ext cx="6403122" cy="440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773597390" name="TextBox 33"/>
            <p:cNvSpPr txBox="1"/>
            <p:nvPr/>
          </p:nvSpPr>
          <p:spPr bwMode="auto">
            <a:xfrm>
              <a:off x="422061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035171875" name="AutoShape 34"/>
            <p:cNvSpPr/>
            <p:nvPr/>
          </p:nvSpPr>
          <p:spPr bwMode="auto">
            <a:xfrm flipH="0" flipV="0">
              <a:off x="3205428" y="1640677"/>
              <a:ext cx="0" cy="40584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5155097" name="TextBox 35"/>
            <p:cNvSpPr txBox="1"/>
            <p:nvPr/>
          </p:nvSpPr>
          <p:spPr bwMode="auto">
            <a:xfrm>
              <a:off x="3870684" y="1578911"/>
              <a:ext cx="2119010" cy="44041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4"/>
                </a:lnSpc>
                <a:defRPr/>
              </a:pPr>
              <a:r>
                <a:rPr lang="en-US" sz="25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1171879" name="Rectangle: Rounded Corners 12"/>
            <p:cNvSpPr/>
            <p:nvPr/>
          </p:nvSpPr>
          <p:spPr bwMode="auto">
            <a:xfrm>
              <a:off x="0" y="0"/>
              <a:ext cx="6401683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33654445" name=""/>
            <p:cNvGrpSpPr/>
            <p:nvPr/>
          </p:nvGrpSpPr>
          <p:grpSpPr bwMode="auto">
            <a:xfrm>
              <a:off x="382709" y="2056051"/>
              <a:ext cx="5645251" cy="1746502"/>
              <a:chOff x="0" y="0"/>
              <a:chExt cx="5645251" cy="1746502"/>
            </a:xfrm>
          </p:grpSpPr>
          <p:sp>
            <p:nvSpPr>
              <p:cNvPr id="1083017826" name="Freeform 30"/>
              <p:cNvSpPr/>
              <p:nvPr/>
            </p:nvSpPr>
            <p:spPr bwMode="auto">
              <a:xfrm rot="0" flipH="0" flipV="0">
                <a:off x="0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756652660" name="TextBox 31"/>
              <p:cNvSpPr txBox="1"/>
              <p:nvPr/>
            </p:nvSpPr>
            <p:spPr bwMode="auto">
              <a:xfrm rot="0" flipH="0" flipV="0">
                <a:off x="0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8438190" name="Freeform 37"/>
              <p:cNvSpPr/>
              <p:nvPr/>
            </p:nvSpPr>
            <p:spPr bwMode="auto">
              <a:xfrm rot="0" flipH="0" flipV="0">
                <a:off x="3448622" y="160723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120327518" name="TextBox 38"/>
              <p:cNvSpPr txBox="1"/>
              <p:nvPr/>
            </p:nvSpPr>
            <p:spPr bwMode="auto">
              <a:xfrm rot="0" flipH="0" flipV="0">
                <a:off x="3448622" y="0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689047769" name="Freeform 40"/>
              <p:cNvSpPr/>
              <p:nvPr/>
            </p:nvSpPr>
            <p:spPr bwMode="auto">
              <a:xfrm rot="0" flipH="0" flipV="0">
                <a:off x="3448622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28039385" name="TextBox 41"/>
              <p:cNvSpPr txBox="1"/>
              <p:nvPr/>
            </p:nvSpPr>
            <p:spPr bwMode="auto">
              <a:xfrm rot="0" flipH="0" flipV="0">
                <a:off x="3448622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4088017" name="Freeform 49"/>
              <p:cNvSpPr/>
              <p:nvPr/>
            </p:nvSpPr>
            <p:spPr bwMode="auto">
              <a:xfrm rot="0" flipH="0" flipV="0">
                <a:off x="0" y="1062465"/>
                <a:ext cx="2196629" cy="68403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9831" y="0"/>
                    </a:moveTo>
                    <a:lnTo>
                      <a:pt x="791395" y="0"/>
                    </a:lnTo>
                    <a:cubicBezTo>
                      <a:pt x="857576" y="0"/>
                      <a:pt x="911226" y="53650"/>
                      <a:pt x="911226" y="119831"/>
                    </a:cubicBezTo>
                    <a:lnTo>
                      <a:pt x="911226" y="163926"/>
                    </a:lnTo>
                    <a:cubicBezTo>
                      <a:pt x="911226" y="230107"/>
                      <a:pt x="857576" y="283758"/>
                      <a:pt x="791395" y="283758"/>
                    </a:cubicBezTo>
                    <a:lnTo>
                      <a:pt x="119831" y="283758"/>
                    </a:lnTo>
                    <a:cubicBezTo>
                      <a:pt x="53650" y="283758"/>
                      <a:pt x="0" y="230107"/>
                      <a:pt x="0" y="163926"/>
                    </a:cubicBezTo>
                    <a:lnTo>
                      <a:pt x="0" y="119831"/>
                    </a:lnTo>
                    <a:cubicBezTo>
                      <a:pt x="0" y="53650"/>
                      <a:pt x="53650" y="0"/>
                      <a:pt x="119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4223189" name="TextBox 50"/>
              <p:cNvSpPr txBox="1"/>
              <p:nvPr/>
            </p:nvSpPr>
            <p:spPr bwMode="auto">
              <a:xfrm rot="0" flipH="0" flipV="0">
                <a:off x="0" y="901741"/>
                <a:ext cx="2196629" cy="84476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5988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भुगतान को पूरा करने के लिए ऐलिस का UTXO खर्च किया जाता है</a:t>
            </a:r>
            <a:endParaRPr/>
          </a:p>
        </p:txBody>
      </p:sp>
      <p:sp>
        <p:nvSpPr>
          <p:cNvPr id="914260943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133711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का निर्माण बेकर को रोटी के लिए भुगतान करने के लिए किया जाता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1336978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485390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063572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एक परिवर्तन UTXO ऐलिस के वॉलेट में वापस आ जाता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77340147" name="TextBox 52"/>
          <p:cNvSpPr txBox="1"/>
          <p:nvPr/>
        </p:nvSpPr>
        <p:spPr bwMode="auto">
          <a:xfrm flipH="0" flipV="0">
            <a:off x="2974999" y="5924955"/>
            <a:ext cx="5778032" cy="344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लेनदेन शुल्क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35425600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42366917" name=""/>
          <p:cNvGrpSpPr/>
          <p:nvPr/>
        </p:nvGrpSpPr>
        <p:grpSpPr bwMode="auto">
          <a:xfrm>
            <a:off x="2694322" y="625564"/>
            <a:ext cx="6225913" cy="5137924"/>
            <a:chOff x="0" y="0"/>
            <a:chExt cx="6225913" cy="5137924"/>
          </a:xfrm>
        </p:grpSpPr>
        <p:sp>
          <p:nvSpPr>
            <p:cNvPr id="1164906434" name="TextBox 32"/>
            <p:cNvSpPr txBox="1"/>
            <p:nvPr/>
          </p:nvSpPr>
          <p:spPr bwMode="auto">
            <a:xfrm flipH="0" flipV="0">
              <a:off x="0" y="0"/>
              <a:ext cx="6225914" cy="42644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5844408" name="TextBox 33"/>
            <p:cNvSpPr txBox="1"/>
            <p:nvPr/>
          </p:nvSpPr>
          <p:spPr bwMode="auto">
            <a:xfrm>
              <a:off x="401947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26813243" name="AutoShape 34"/>
            <p:cNvSpPr/>
            <p:nvPr/>
          </p:nvSpPr>
          <p:spPr bwMode="auto">
            <a:xfrm>
              <a:off x="3097635" y="1037632"/>
              <a:ext cx="0" cy="308385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736595" name="TextBox 35"/>
            <p:cNvSpPr txBox="1"/>
            <p:nvPr/>
          </p:nvSpPr>
          <p:spPr bwMode="auto">
            <a:xfrm>
              <a:off x="3741933" y="966789"/>
              <a:ext cx="2052293" cy="4265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5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090684886" name=""/>
            <p:cNvGrpSpPr/>
            <p:nvPr/>
          </p:nvGrpSpPr>
          <p:grpSpPr bwMode="auto">
            <a:xfrm>
              <a:off x="363836" y="1439922"/>
              <a:ext cx="5467419" cy="3698002"/>
              <a:chOff x="0" y="0"/>
              <a:chExt cx="5467419" cy="3698002"/>
            </a:xfrm>
          </p:grpSpPr>
          <p:sp>
            <p:nvSpPr>
              <p:cNvPr id="1564857695" name="Freeform 30"/>
              <p:cNvSpPr/>
              <p:nvPr/>
            </p:nvSpPr>
            <p:spPr bwMode="auto">
              <a:xfrm rot="0" flipH="0" flipV="0">
                <a:off x="0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66528699" name="TextBox 31"/>
              <p:cNvSpPr txBox="1"/>
              <p:nvPr/>
            </p:nvSpPr>
            <p:spPr bwMode="auto">
              <a:xfrm rot="0" flipH="0" flipV="0">
                <a:off x="0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802785" name="Freeform 37"/>
              <p:cNvSpPr/>
              <p:nvPr/>
            </p:nvSpPr>
            <p:spPr bwMode="auto">
              <a:xfrm rot="0" flipH="0" flipV="0">
                <a:off x="3339986" y="155661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1577312" name="TextBox 38"/>
              <p:cNvSpPr txBox="1"/>
              <p:nvPr/>
            </p:nvSpPr>
            <p:spPr bwMode="auto">
              <a:xfrm rot="0" flipH="0" flipV="0">
                <a:off x="3339986" y="0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38488446" name="Freeform 40"/>
              <p:cNvSpPr/>
              <p:nvPr/>
            </p:nvSpPr>
            <p:spPr bwMode="auto">
              <a:xfrm rot="0" flipH="0" flipV="0">
                <a:off x="3339986" y="1028997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41071063" name="TextBox 41"/>
              <p:cNvSpPr txBox="1"/>
              <p:nvPr/>
            </p:nvSpPr>
            <p:spPr bwMode="auto">
              <a:xfrm rot="0" flipH="0" flipV="0">
                <a:off x="3339986" y="873335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5 800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45114452" name="Freeform 50"/>
              <p:cNvSpPr/>
              <p:nvPr/>
            </p:nvSpPr>
            <p:spPr bwMode="auto">
              <a:xfrm rot="0" flipH="0" flipV="0">
                <a:off x="1670078" y="3035513"/>
                <a:ext cx="2127432" cy="66248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729" y="0"/>
                    </a:moveTo>
                    <a:lnTo>
                      <a:pt x="787498" y="0"/>
                    </a:lnTo>
                    <a:cubicBezTo>
                      <a:pt x="820312" y="0"/>
                      <a:pt x="851783" y="13036"/>
                      <a:pt x="874987" y="36239"/>
                    </a:cubicBezTo>
                    <a:cubicBezTo>
                      <a:pt x="898191" y="59443"/>
                      <a:pt x="911226" y="90914"/>
                      <a:pt x="911226" y="123729"/>
                    </a:cubicBezTo>
                    <a:lnTo>
                      <a:pt x="911226" y="160029"/>
                    </a:lnTo>
                    <a:cubicBezTo>
                      <a:pt x="911226" y="228362"/>
                      <a:pt x="855831" y="283758"/>
                      <a:pt x="787498" y="283758"/>
                    </a:cubicBezTo>
                    <a:lnTo>
                      <a:pt x="123729" y="283758"/>
                    </a:lnTo>
                    <a:cubicBezTo>
                      <a:pt x="90914" y="283758"/>
                      <a:pt x="59443" y="270722"/>
                      <a:pt x="36239" y="247518"/>
                    </a:cubicBezTo>
                    <a:cubicBezTo>
                      <a:pt x="13036" y="224315"/>
                      <a:pt x="0" y="192844"/>
                      <a:pt x="0" y="160029"/>
                    </a:cubicBezTo>
                    <a:lnTo>
                      <a:pt x="0" y="123729"/>
                    </a:lnTo>
                    <a:cubicBezTo>
                      <a:pt x="0" y="90914"/>
                      <a:pt x="13036" y="59443"/>
                      <a:pt x="36239" y="36239"/>
                    </a:cubicBezTo>
                    <a:cubicBezTo>
                      <a:pt x="59443" y="13036"/>
                      <a:pt x="90914" y="0"/>
                      <a:pt x="12372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75289641" name="TextBox 51"/>
              <p:cNvSpPr txBox="1"/>
              <p:nvPr/>
            </p:nvSpPr>
            <p:spPr bwMode="auto">
              <a:xfrm rot="0" flipH="0" flipV="0">
                <a:off x="1670078" y="2879852"/>
                <a:ext cx="2127432" cy="8181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635"/>
                  </a:lnSpc>
                  <a:defRPr/>
                </a:pPr>
                <a:r>
                  <a:rPr lang="en-US" sz="2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8434696" name=""/>
          <p:cNvGrpSpPr/>
          <p:nvPr/>
        </p:nvGrpSpPr>
        <p:grpSpPr bwMode="auto">
          <a:xfrm>
            <a:off x="7118473" y="1951627"/>
            <a:ext cx="4520505" cy="3097660"/>
            <a:chOff x="0" y="0"/>
            <a:chExt cx="4520505" cy="3097660"/>
          </a:xfrm>
        </p:grpSpPr>
        <p:sp>
          <p:nvSpPr>
            <p:cNvPr id="912694274" name="Freeform 34"/>
            <p:cNvSpPr/>
            <p:nvPr/>
          </p:nvSpPr>
          <p:spPr bwMode="auto">
            <a:xfrm rot="0" flipH="0" flipV="0">
              <a:off x="0" y="192880"/>
              <a:ext cx="4520506" cy="2904779"/>
            </a:xfrm>
            <a:custGeom>
              <a:avLst/>
              <a:gdLst/>
              <a:ahLst/>
              <a:cxnLst/>
              <a:rect l="l" t="t" r="r" b="b"/>
              <a:pathLst>
                <a:path w="1785830" h="1147536" fill="norm" stroke="1" extrusionOk="0">
                  <a:moveTo>
                    <a:pt x="11988" y="0"/>
                  </a:moveTo>
                  <a:lnTo>
                    <a:pt x="1773841" y="0"/>
                  </a:lnTo>
                  <a:cubicBezTo>
                    <a:pt x="1780462" y="0"/>
                    <a:pt x="1785830" y="5367"/>
                    <a:pt x="1785830" y="11988"/>
                  </a:cubicBezTo>
                  <a:lnTo>
                    <a:pt x="1785830" y="1135548"/>
                  </a:lnTo>
                  <a:cubicBezTo>
                    <a:pt x="1785830" y="1138727"/>
                    <a:pt x="1784567" y="1141776"/>
                    <a:pt x="1782319" y="1144025"/>
                  </a:cubicBezTo>
                  <a:cubicBezTo>
                    <a:pt x="1780070" y="1146273"/>
                    <a:pt x="1777021" y="1147536"/>
                    <a:pt x="1773841" y="1147536"/>
                  </a:cubicBezTo>
                  <a:lnTo>
                    <a:pt x="11988" y="1147536"/>
                  </a:lnTo>
                  <a:cubicBezTo>
                    <a:pt x="5367" y="1147536"/>
                    <a:pt x="0" y="1142168"/>
                    <a:pt x="0" y="1135548"/>
                  </a:cubicBezTo>
                  <a:lnTo>
                    <a:pt x="0" y="11988"/>
                  </a:lnTo>
                  <a:cubicBezTo>
                    <a:pt x="0" y="8809"/>
                    <a:pt x="1263" y="5760"/>
                    <a:pt x="3511" y="3511"/>
                  </a:cubicBezTo>
                  <a:cubicBezTo>
                    <a:pt x="5760" y="1263"/>
                    <a:pt x="8809" y="0"/>
                    <a:pt x="119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67615710" name="TextBox 35"/>
            <p:cNvSpPr txBox="1"/>
            <p:nvPr/>
          </p:nvSpPr>
          <p:spPr bwMode="auto">
            <a:xfrm rot="0" flipH="0" flipV="0">
              <a:off x="0" y="0"/>
              <a:ext cx="4520506" cy="30976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40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Block Reward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4071"/>
                </a:lnSpc>
                <a:defRPr/>
              </a:pPr>
              <a:endParaRPr sz="1200"/>
            </a:p>
          </p:txBody>
        </p:sp>
        <p:sp>
          <p:nvSpPr>
            <p:cNvPr id="1002211072" name="Freeform 42"/>
            <p:cNvSpPr/>
            <p:nvPr/>
          </p:nvSpPr>
          <p:spPr bwMode="auto">
            <a:xfrm rot="0" flipH="0" flipV="0">
              <a:off x="344803" y="115109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41613831" name="TextBox 43"/>
            <p:cNvSpPr txBox="1"/>
            <p:nvPr/>
          </p:nvSpPr>
          <p:spPr bwMode="auto">
            <a:xfrm rot="0" flipH="0" flipV="0">
              <a:off x="344803" y="99275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Block subsidy</a:t>
              </a:r>
              <a:endParaRPr sz="1400"/>
            </a:p>
          </p:txBody>
        </p:sp>
        <p:sp>
          <p:nvSpPr>
            <p:cNvPr id="32028483" name="Freeform 45"/>
            <p:cNvSpPr/>
            <p:nvPr/>
          </p:nvSpPr>
          <p:spPr bwMode="auto">
            <a:xfrm rot="0" flipH="0" flipV="0">
              <a:off x="344803" y="2075845"/>
              <a:ext cx="3830896" cy="673875"/>
            </a:xfrm>
            <a:custGeom>
              <a:avLst/>
              <a:gdLst/>
              <a:ahLst/>
              <a:cxnLst/>
              <a:rect l="l" t="t" r="r" b="b"/>
              <a:pathLst>
                <a:path w="1613120" h="283758" fill="norm" stroke="1" extrusionOk="0">
                  <a:moveTo>
                    <a:pt x="48502" y="0"/>
                  </a:moveTo>
                  <a:lnTo>
                    <a:pt x="1564618" y="0"/>
                  </a:lnTo>
                  <a:cubicBezTo>
                    <a:pt x="1591405" y="0"/>
                    <a:pt x="1613120" y="21715"/>
                    <a:pt x="1613120" y="48502"/>
                  </a:cubicBezTo>
                  <a:lnTo>
                    <a:pt x="1613120" y="235256"/>
                  </a:lnTo>
                  <a:cubicBezTo>
                    <a:pt x="1613120" y="262043"/>
                    <a:pt x="1591405" y="283758"/>
                    <a:pt x="1564618" y="283758"/>
                  </a:cubicBezTo>
                  <a:lnTo>
                    <a:pt x="48502" y="283758"/>
                  </a:lnTo>
                  <a:cubicBezTo>
                    <a:pt x="21715" y="283758"/>
                    <a:pt x="0" y="262043"/>
                    <a:pt x="0" y="235256"/>
                  </a:cubicBezTo>
                  <a:lnTo>
                    <a:pt x="0" y="48502"/>
                  </a:lnTo>
                  <a:cubicBezTo>
                    <a:pt x="0" y="21715"/>
                    <a:pt x="21715" y="0"/>
                    <a:pt x="485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04064265" name="TextBox 46"/>
            <p:cNvSpPr txBox="1"/>
            <p:nvPr/>
          </p:nvSpPr>
          <p:spPr bwMode="auto">
            <a:xfrm rot="0" flipH="0" flipV="0">
              <a:off x="344803" y="1917507"/>
              <a:ext cx="3830896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 fees</a:t>
              </a:r>
              <a:endParaRPr sz="1400"/>
            </a:p>
          </p:txBody>
        </p:sp>
      </p:grpSp>
      <p:grpSp>
        <p:nvGrpSpPr>
          <p:cNvPr id="679421050" name=""/>
          <p:cNvGrpSpPr/>
          <p:nvPr/>
        </p:nvGrpSpPr>
        <p:grpSpPr bwMode="auto">
          <a:xfrm>
            <a:off x="1451089" y="268926"/>
            <a:ext cx="5545354" cy="6258609"/>
            <a:chOff x="0" y="0"/>
            <a:chExt cx="5545354" cy="6258609"/>
          </a:xfrm>
        </p:grpSpPr>
        <p:sp>
          <p:nvSpPr>
            <p:cNvPr id="1695990349" name="AutoShape 29"/>
            <p:cNvSpPr/>
            <p:nvPr/>
          </p:nvSpPr>
          <p:spPr bwMode="auto">
            <a:xfrm flipH="0" flipV="0">
              <a:off x="2435374" y="1584587"/>
              <a:ext cx="0" cy="41144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6385125" name="Freeform 31"/>
            <p:cNvSpPr/>
            <p:nvPr/>
          </p:nvSpPr>
          <p:spPr bwMode="auto">
            <a:xfrm rot="0" flipH="0" flipV="0">
              <a:off x="2886761" y="2152133"/>
              <a:ext cx="1584144" cy="673875"/>
            </a:xfrm>
            <a:custGeom>
              <a:avLst/>
              <a:gdLst/>
              <a:ahLst/>
              <a:cxnLst/>
              <a:rect l="l" t="t" r="r" b="b"/>
              <a:pathLst>
                <a:path w="667055" h="283758" fill="norm" stroke="1" extrusionOk="0">
                  <a:moveTo>
                    <a:pt x="117291" y="0"/>
                  </a:moveTo>
                  <a:lnTo>
                    <a:pt x="549764" y="0"/>
                  </a:lnTo>
                  <a:cubicBezTo>
                    <a:pt x="614542" y="0"/>
                    <a:pt x="667055" y="52513"/>
                    <a:pt x="667055" y="117291"/>
                  </a:cubicBezTo>
                  <a:lnTo>
                    <a:pt x="667055" y="166467"/>
                  </a:lnTo>
                  <a:cubicBezTo>
                    <a:pt x="667055" y="231245"/>
                    <a:pt x="614542" y="283758"/>
                    <a:pt x="549764" y="283758"/>
                  </a:cubicBezTo>
                  <a:lnTo>
                    <a:pt x="117291" y="283758"/>
                  </a:lnTo>
                  <a:cubicBezTo>
                    <a:pt x="52513" y="283758"/>
                    <a:pt x="0" y="231245"/>
                    <a:pt x="0" y="166467"/>
                  </a:cubicBezTo>
                  <a:lnTo>
                    <a:pt x="0" y="117291"/>
                  </a:lnTo>
                  <a:cubicBezTo>
                    <a:pt x="0" y="52513"/>
                    <a:pt x="52513" y="0"/>
                    <a:pt x="1172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115936" name="TextBox 32"/>
            <p:cNvSpPr txBox="1"/>
            <p:nvPr/>
          </p:nvSpPr>
          <p:spPr bwMode="auto">
            <a:xfrm rot="0" flipH="0" flipV="0">
              <a:off x="2886761" y="1993794"/>
              <a:ext cx="1584144" cy="8322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4.24 BTC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9693122" name="Freeform 36"/>
            <p:cNvSpPr/>
            <p:nvPr/>
          </p:nvSpPr>
          <p:spPr bwMode="auto">
            <a:xfrm>
              <a:off x="854849" y="2152133"/>
              <a:ext cx="673876" cy="673876"/>
            </a:xfrm>
            <a:custGeom>
              <a:avLst/>
              <a:gdLst/>
              <a:ahLst/>
              <a:cxnLst/>
              <a:rect l="l" t="t" r="r" b="b"/>
              <a:pathLst>
                <a:path w="673878" h="673878" fill="norm" stroke="1" extrusionOk="0">
                  <a:moveTo>
                    <a:pt x="0" y="0"/>
                  </a:moveTo>
                  <a:lnTo>
                    <a:pt x="673878" y="0"/>
                  </a:lnTo>
                  <a:lnTo>
                    <a:pt x="673878" y="673879"/>
                  </a:lnTo>
                  <a:lnTo>
                    <a:pt x="0" y="67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9017086" name="TextBox 37"/>
            <p:cNvSpPr txBox="1"/>
            <p:nvPr/>
          </p:nvSpPr>
          <p:spPr bwMode="auto">
            <a:xfrm flipH="0" flipV="0">
              <a:off x="0" y="274136"/>
              <a:ext cx="4918995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45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Coinbase 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40869" name="TextBox 38"/>
            <p:cNvSpPr txBox="1"/>
            <p:nvPr/>
          </p:nvSpPr>
          <p:spPr bwMode="auto">
            <a:xfrm flipH="0" flipV="0">
              <a:off x="116325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733794468" name="TextBox 39"/>
            <p:cNvSpPr txBox="1"/>
            <p:nvPr/>
          </p:nvSpPr>
          <p:spPr bwMode="auto">
            <a:xfrm flipH="0" flipV="0">
              <a:off x="2603374" y="1513506"/>
              <a:ext cx="2202773" cy="4338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1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3105627" name="AutoShape 40"/>
            <p:cNvSpPr/>
            <p:nvPr/>
          </p:nvSpPr>
          <p:spPr bwMode="auto">
            <a:xfrm flipH="1" flipV="1">
              <a:off x="4629054" y="2533936"/>
              <a:ext cx="916300" cy="382055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4237703" name="Rectangle: Rounded Corners 12"/>
            <p:cNvSpPr/>
            <p:nvPr/>
          </p:nvSpPr>
          <p:spPr bwMode="auto">
            <a:xfrm>
              <a:off x="0" y="0"/>
              <a:ext cx="4917556" cy="625861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35268" name="Freeform 26"/>
          <p:cNvSpPr/>
          <p:nvPr/>
        </p:nvSpPr>
        <p:spPr bwMode="auto">
          <a:xfrm>
            <a:off x="2639451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452508" name="Freeform 28"/>
          <p:cNvSpPr/>
          <p:nvPr/>
        </p:nvSpPr>
        <p:spPr bwMode="auto">
          <a:xfrm>
            <a:off x="8231274" y="266152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921848" name="AutoShape 29"/>
          <p:cNvSpPr/>
          <p:nvPr/>
        </p:nvSpPr>
        <p:spPr bwMode="auto">
          <a:xfrm>
            <a:off x="4460003" y="3206082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667461" name="AutoShape 30"/>
          <p:cNvSpPr/>
          <p:nvPr/>
        </p:nvSpPr>
        <p:spPr bwMode="auto">
          <a:xfrm>
            <a:off x="4460003" y="3602247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74677976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407833" y="4227501"/>
            <a:ext cx="1451216" cy="729704"/>
          </a:xfrm>
          <a:prstGeom prst="rect">
            <a:avLst/>
          </a:prstGeom>
        </p:spPr>
      </p:pic>
      <p:pic>
        <p:nvPicPr>
          <p:cNvPr id="2123445870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490055" y="1618770"/>
            <a:ext cx="1082657" cy="1367399"/>
          </a:xfrm>
          <a:prstGeom prst="rect">
            <a:avLst/>
          </a:prstGeom>
        </p:spPr>
      </p:pic>
      <p:sp>
        <p:nvSpPr>
          <p:cNvPr id="2115771190" name="Freeform 33"/>
          <p:cNvSpPr/>
          <p:nvPr/>
        </p:nvSpPr>
        <p:spPr bwMode="auto">
          <a:xfrm>
            <a:off x="9190156" y="2037669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376212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12666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905918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864957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349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240404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44911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959578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61561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369071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66419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66484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284006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05676658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4342690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543502" name="Freeform 26"/>
          <p:cNvSpPr/>
          <p:nvPr/>
        </p:nvSpPr>
        <p:spPr bwMode="auto">
          <a:xfrm>
            <a:off x="671191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916696" name="Freeform 27"/>
          <p:cNvSpPr/>
          <p:nvPr/>
        </p:nvSpPr>
        <p:spPr bwMode="auto">
          <a:xfrm>
            <a:off x="9592472" y="1764228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588314" name="AutoShape 28"/>
          <p:cNvSpPr/>
          <p:nvPr/>
        </p:nvSpPr>
        <p:spPr bwMode="auto">
          <a:xfrm>
            <a:off x="3575729" y="3126983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25612" name="Freeform 29"/>
          <p:cNvSpPr/>
          <p:nvPr/>
        </p:nvSpPr>
        <p:spPr bwMode="auto">
          <a:xfrm>
            <a:off x="10862026" y="4323225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33183" name="Freeform 30"/>
          <p:cNvSpPr/>
          <p:nvPr/>
        </p:nvSpPr>
        <p:spPr bwMode="auto">
          <a:xfrm>
            <a:off x="5190490" y="1633725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65783" name="Freeform 31"/>
          <p:cNvSpPr/>
          <p:nvPr/>
        </p:nvSpPr>
        <p:spPr bwMode="auto">
          <a:xfrm>
            <a:off x="8879683" y="4151400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84128" name="Freeform 32"/>
          <p:cNvSpPr/>
          <p:nvPr/>
        </p:nvSpPr>
        <p:spPr bwMode="auto">
          <a:xfrm>
            <a:off x="671191" y="4142287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374988" name="Freeform 33"/>
          <p:cNvSpPr/>
          <p:nvPr/>
        </p:nvSpPr>
        <p:spPr bwMode="auto">
          <a:xfrm>
            <a:off x="2656602" y="433233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56829" name="Freeform 26"/>
          <p:cNvSpPr/>
          <p:nvPr/>
        </p:nvSpPr>
        <p:spPr bwMode="auto">
          <a:xfrm>
            <a:off x="767064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057118" name="Freeform 27"/>
          <p:cNvSpPr/>
          <p:nvPr/>
        </p:nvSpPr>
        <p:spPr bwMode="auto">
          <a:xfrm>
            <a:off x="9688345" y="1903019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1157853" name="AutoShape 28"/>
          <p:cNvSpPr/>
          <p:nvPr/>
        </p:nvSpPr>
        <p:spPr bwMode="auto">
          <a:xfrm>
            <a:off x="3671602" y="3265775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8799" name="Freeform 31"/>
          <p:cNvSpPr/>
          <p:nvPr/>
        </p:nvSpPr>
        <p:spPr bwMode="auto">
          <a:xfrm>
            <a:off x="1920021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73575" name="Freeform 33"/>
          <p:cNvSpPr/>
          <p:nvPr/>
        </p:nvSpPr>
        <p:spPr bwMode="auto">
          <a:xfrm>
            <a:off x="10841302" y="4462017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24259752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405880" y="1455981"/>
            <a:ext cx="1285095" cy="1313526"/>
          </a:xfrm>
          <a:prstGeom prst="rect">
            <a:avLst/>
          </a:prstGeom>
        </p:spPr>
      </p:pic>
      <p:pic>
        <p:nvPicPr>
          <p:cNvPr id="2006315598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428671" y="4222688"/>
            <a:ext cx="1285094" cy="1313525"/>
          </a:xfrm>
          <a:prstGeom prst="rect">
            <a:avLst/>
          </a:prstGeom>
        </p:spPr>
      </p:pic>
      <p:pic>
        <p:nvPicPr>
          <p:cNvPr id="12717299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424503" y="4222688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538113" name="Freeform 26"/>
          <p:cNvSpPr/>
          <p:nvPr/>
        </p:nvSpPr>
        <p:spPr bwMode="auto">
          <a:xfrm>
            <a:off x="596777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559782" name="Freeform 27"/>
          <p:cNvSpPr/>
          <p:nvPr/>
        </p:nvSpPr>
        <p:spPr bwMode="auto">
          <a:xfrm>
            <a:off x="9518058" y="1349270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048186" name="AutoShape 28"/>
          <p:cNvSpPr/>
          <p:nvPr/>
        </p:nvSpPr>
        <p:spPr bwMode="auto">
          <a:xfrm>
            <a:off x="3501315" y="2712030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49553" name="Freeform 29"/>
          <p:cNvSpPr/>
          <p:nvPr/>
        </p:nvSpPr>
        <p:spPr bwMode="auto">
          <a:xfrm>
            <a:off x="4924444" y="3892023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299261" name="Freeform 30"/>
          <p:cNvSpPr/>
          <p:nvPr/>
        </p:nvSpPr>
        <p:spPr bwMode="auto">
          <a:xfrm>
            <a:off x="4602972" y="1004568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54130" name="TextBox 31"/>
          <p:cNvSpPr txBox="1"/>
          <p:nvPr/>
        </p:nvSpPr>
        <p:spPr bwMode="auto">
          <a:xfrm>
            <a:off x="6314229" y="1121699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4513618" name="TextBox 32"/>
          <p:cNvSpPr txBox="1"/>
          <p:nvPr/>
        </p:nvSpPr>
        <p:spPr bwMode="auto">
          <a:xfrm>
            <a:off x="797368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713546" name="TextBox 33"/>
          <p:cNvSpPr txBox="1"/>
          <p:nvPr/>
        </p:nvSpPr>
        <p:spPr bwMode="auto">
          <a:xfrm>
            <a:off x="9718649" y="3681707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79262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बैंकिंग प्रणाली गोपनीयता मॉडल: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767930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86651387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समकक्ष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6346199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92802176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जनता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5970146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94044969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किनारा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05462175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82957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लेनदेन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4549456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90173410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पहचान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526914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07471411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28119166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25858185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220394" name="Freeform 26"/>
          <p:cNvSpPr/>
          <p:nvPr/>
        </p:nvSpPr>
        <p:spPr bwMode="auto">
          <a:xfrm>
            <a:off x="2654582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427698" name="Freeform 28"/>
          <p:cNvSpPr/>
          <p:nvPr/>
        </p:nvSpPr>
        <p:spPr bwMode="auto">
          <a:xfrm>
            <a:off x="8246404" y="4150725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48880" name="AutoShape 29"/>
          <p:cNvSpPr/>
          <p:nvPr/>
        </p:nvSpPr>
        <p:spPr bwMode="auto">
          <a:xfrm>
            <a:off x="4475133" y="4695285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752451" name="AutoShape 30"/>
          <p:cNvSpPr/>
          <p:nvPr/>
        </p:nvSpPr>
        <p:spPr bwMode="auto">
          <a:xfrm>
            <a:off x="4475133" y="5091450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03251" name="Freeform 31"/>
          <p:cNvSpPr/>
          <p:nvPr/>
        </p:nvSpPr>
        <p:spPr bwMode="auto">
          <a:xfrm>
            <a:off x="5655452" y="3895331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363295" name="Freeform 32"/>
          <p:cNvSpPr/>
          <p:nvPr/>
        </p:nvSpPr>
        <p:spPr bwMode="auto">
          <a:xfrm>
            <a:off x="2376916" y="30763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89802" name="Freeform 33"/>
          <p:cNvSpPr/>
          <p:nvPr/>
        </p:nvSpPr>
        <p:spPr bwMode="auto">
          <a:xfrm>
            <a:off x="8436566" y="29701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545942" name="AutoShape 34"/>
          <p:cNvSpPr/>
          <p:nvPr/>
        </p:nvSpPr>
        <p:spPr bwMode="auto">
          <a:xfrm>
            <a:off x="3738704" y="2311521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444973" name="AutoShape 35"/>
          <p:cNvSpPr/>
          <p:nvPr/>
        </p:nvSpPr>
        <p:spPr bwMode="auto">
          <a:xfrm flipH="1">
            <a:off x="6531203" y="2311521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361662" name="Freeform 36"/>
          <p:cNvSpPr/>
          <p:nvPr/>
        </p:nvSpPr>
        <p:spPr bwMode="auto">
          <a:xfrm>
            <a:off x="3406536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090564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ग्राहक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219135" name="TextBox 38"/>
          <p:cNvSpPr txBox="1"/>
          <p:nvPr/>
        </p:nvSpPr>
        <p:spPr bwMode="auto">
          <a:xfrm flipH="0" flipV="0">
            <a:off x="6447435" y="5523629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बेकर, नानबाई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5495799" name="TextBox 39"/>
          <p:cNvSpPr txBox="1"/>
          <p:nvPr/>
        </p:nvSpPr>
        <p:spPr bwMode="auto">
          <a:xfrm flipH="0" flipV="0">
            <a:off x="7041942" y="168054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पड़ोसी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821701" name="TextBox 40"/>
          <p:cNvSpPr txBox="1"/>
          <p:nvPr/>
        </p:nvSpPr>
        <p:spPr bwMode="auto">
          <a:xfrm flipH="0" flipV="0">
            <a:off x="1316397" y="1680543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बैंकर</a:t>
            </a:r>
            <a:endParaRPr/>
          </a:p>
        </p:txBody>
      </p:sp>
      <p:sp>
        <p:nvSpPr>
          <p:cNvPr id="1144102154" name="Freeform 41"/>
          <p:cNvSpPr/>
          <p:nvPr/>
        </p:nvSpPr>
        <p:spPr bwMode="auto">
          <a:xfrm>
            <a:off x="7811578" y="2795263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18181" name="Freeform 42"/>
          <p:cNvSpPr/>
          <p:nvPr/>
        </p:nvSpPr>
        <p:spPr bwMode="auto">
          <a:xfrm>
            <a:off x="2971636" y="2602235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997056" name="Freeform 43"/>
          <p:cNvSpPr/>
          <p:nvPr/>
        </p:nvSpPr>
        <p:spPr bwMode="auto">
          <a:xfrm>
            <a:off x="8681230" y="2577813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44056759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80784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905711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4244247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बैंकिंग प्रणाली गोपनीयता मॉडल: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5584104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बिटकॉइन गोपनीयता मॉडल: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1799027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13365844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समकक्ष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718506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06882897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जनता</a:t>
            </a:r>
            <a:endParaRPr sz="1600"/>
          </a:p>
        </p:txBody>
      </p:sp>
      <p:sp>
        <p:nvSpPr>
          <p:cNvPr id="227261661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76107277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किनारा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1695672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23516553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लेनदेन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321552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3628371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पहचान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3179645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22760605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1214357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जनता</a:t>
            </a:r>
            <a:endParaRPr sz="1600"/>
          </a:p>
        </p:txBody>
      </p:sp>
      <p:sp>
        <p:nvSpPr>
          <p:cNvPr id="444748647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33844690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लेनदेन</a:t>
            </a:r>
            <a:endParaRPr sz="1600"/>
          </a:p>
        </p:txBody>
      </p:sp>
      <p:sp>
        <p:nvSpPr>
          <p:cNvPr id="820523618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45739129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पहचान</a:t>
            </a:r>
            <a:endParaRPr sz="1600"/>
          </a:p>
        </p:txBody>
      </p:sp>
      <p:sp>
        <p:nvSpPr>
          <p:cNvPr id="1997038446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31323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58418611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9611233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5258591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38274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39091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57383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6882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473964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147430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688799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702019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94782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518895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689765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215656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86214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6376437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64727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3662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757003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309371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4747650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पड़ोसी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467378086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ग्राहक</a:t>
            </a:r>
            <a:endParaRPr sz="2000"/>
          </a:p>
        </p:txBody>
      </p:sp>
      <p:sp>
        <p:nvSpPr>
          <p:cNvPr id="1154849594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बेकर, नानबाई</a:t>
            </a:r>
            <a:endParaRPr sz="2000"/>
          </a:p>
        </p:txBody>
      </p:sp>
      <p:pic>
        <p:nvPicPr>
          <p:cNvPr id="151651644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421327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0375826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61631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10940830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783267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985208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02252543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4145002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98413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8506391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4403498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2133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251132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89235838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973771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420470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5935510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16381724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99272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21472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349672999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2191316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941658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01725958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191891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9528263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7847335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383626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174104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2720648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1976024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25370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981086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419229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0339822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759224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75697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055631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444662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521714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6719174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602589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ब्लॉकचेन निगरानी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133354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आदानों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36565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आउटपुट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8790593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सुविधाओं की पहचान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992671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परिकल्पना निष्कर्ष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2172280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06055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6835018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0953096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12380893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617947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97826138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4779224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092893296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1554201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4858463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8343493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36267798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3797647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108454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996114829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03980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85061258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16359525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23310410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71306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56241041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0106041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99705743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921581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7706400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75278223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6191731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4347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849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682602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6794378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7710152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64218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2143727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23073227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877505614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9220346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4564998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78711696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72114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562029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33278269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33332523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47331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43634987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307469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835785297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58325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6192086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27571821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076809192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11028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2656112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97089886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390099855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14631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4916480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11593327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3626349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175721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1037515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20896879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70934970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288430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7236656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42192337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11658699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863537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9266219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8692480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1955178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7735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78864625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86616677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785675638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2061971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0400986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1052698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980597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05207613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28476152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740138416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295577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88712963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8361029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94699246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5187590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60120833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3662203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35334156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591940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651914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2956079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0108782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740562675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09879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775875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3360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20834100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3844489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4854356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259951884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538452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0198384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0823423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921659624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86614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0922621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17218834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59110452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55699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08575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115513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955348409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154249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686558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89908979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8167497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194304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6526317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9652753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85378180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241950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5243994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0569657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2011678122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332689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124821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23761963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39539282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302479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582497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64157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494194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492614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56919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374108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697509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196651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563673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809227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613828937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9544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58482441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17839273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0101947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720432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8517605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45603576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02016798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17681963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8330070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839058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546693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494969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65756454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06640750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214411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257645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159971876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24684804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628361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086425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475360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816083176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1393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428483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9742842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24477228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098342466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95650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1454429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07740074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88891207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396245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34570782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252223073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39437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7206042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80403710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49117751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334455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7452108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05211673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975168802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252775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4319197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34124011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491878792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448339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50817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23123514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589830591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77618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471610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299389004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741811430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00356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5390019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015500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914727907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941320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256671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9685429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436131035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619403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72058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491414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143373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952074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142318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9548499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69909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20294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023659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085247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155151" name="TextBox 138"/>
          <p:cNvSpPr txBox="1"/>
          <p:nvPr/>
        </p:nvSpPr>
        <p:spPr bwMode="auto">
          <a:xfrm flipH="0" flipV="0">
            <a:off x="3020609" y="3919563"/>
            <a:ext cx="2089109" cy="39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बीओबी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52471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3157023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28042865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493986655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466907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6657207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1845345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43635198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8650927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8742211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7542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61489133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7400885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8112448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2212432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703385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01277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52671360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150234132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1621974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763279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902045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10906103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7151980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6635200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5620661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2886949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44719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61727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028691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35569388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535118036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69683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5735338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85490189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12280340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0267286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1171445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785444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431652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890886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72367545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3292650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7953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2895274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4181377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75939149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056535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7843277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9163821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65119411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753631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6170186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1075545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6208905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098534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95385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35523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048576672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74442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64080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93954460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599635215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110795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84057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426445105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75628659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76386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5734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185170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390752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35135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49436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14949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37738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690307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086942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5258442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464529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859196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बीओबी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7477491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857654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47295373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नाकामोतो, सातोशी (2008)।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बिटकॉइन: एक पीयर-टू-पीयर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इलेक्ट्रॉनिक कैश सिस्टम,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खंड 10: गोपनीयता।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उपलब्ध: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746288238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057348" name=""/>
          <p:cNvGrpSpPr/>
          <p:nvPr/>
        </p:nvGrpSpPr>
        <p:grpSpPr bwMode="auto">
          <a:xfrm>
            <a:off x="515548" y="864239"/>
            <a:ext cx="11204604" cy="5297536"/>
            <a:chOff x="0" y="0"/>
            <a:chExt cx="11204604" cy="5297536"/>
          </a:xfrm>
        </p:grpSpPr>
        <p:sp>
          <p:nvSpPr>
            <p:cNvPr id="1754046040" name="Freeform 30"/>
            <p:cNvSpPr/>
            <p:nvPr/>
          </p:nvSpPr>
          <p:spPr bwMode="auto">
            <a:xfrm rot="0" flipH="0" flipV="0">
              <a:off x="45028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3805517" name="TextBox 31"/>
            <p:cNvSpPr txBox="1"/>
            <p:nvPr/>
          </p:nvSpPr>
          <p:spPr bwMode="auto">
            <a:xfrm rot="0" flipH="0" flipV="0">
              <a:off x="45028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02427463" name="TextBox 32"/>
            <p:cNvSpPr txBox="1"/>
            <p:nvPr/>
          </p:nvSpPr>
          <p:spPr bwMode="auto">
            <a:xfrm flipH="0" flipV="0">
              <a:off x="0" y="342069"/>
              <a:ext cx="3368414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475842602" name="TextBox 33"/>
            <p:cNvSpPr txBox="1"/>
            <p:nvPr/>
          </p:nvSpPr>
          <p:spPr bwMode="auto">
            <a:xfrm flipH="0" flipV="0">
              <a:off x="7694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41624516" name="AutoShape 34"/>
            <p:cNvSpPr/>
            <p:nvPr/>
          </p:nvSpPr>
          <p:spPr bwMode="auto">
            <a:xfrm>
              <a:off x="1711323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4976781" name="TextBox 35"/>
            <p:cNvSpPr txBox="1"/>
            <p:nvPr/>
          </p:nvSpPr>
          <p:spPr bwMode="auto">
            <a:xfrm flipH="0" flipV="0">
              <a:off x="1617604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24395290" name="Freeform 37"/>
            <p:cNvSpPr/>
            <p:nvPr/>
          </p:nvSpPr>
          <p:spPr bwMode="auto">
            <a:xfrm rot="0" flipH="0" flipV="0">
              <a:off x="1990944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9675239" name="TextBox 38"/>
            <p:cNvSpPr txBox="1"/>
            <p:nvPr/>
          </p:nvSpPr>
          <p:spPr bwMode="auto">
            <a:xfrm rot="0" flipH="0" flipV="0">
              <a:off x="1990944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59528219" name="Freeform 40"/>
            <p:cNvSpPr/>
            <p:nvPr/>
          </p:nvSpPr>
          <p:spPr bwMode="auto">
            <a:xfrm rot="0" flipH="0" flipV="0">
              <a:off x="1990944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9283423" name="TextBox 41"/>
            <p:cNvSpPr txBox="1"/>
            <p:nvPr/>
          </p:nvSpPr>
          <p:spPr bwMode="auto">
            <a:xfrm rot="0" flipH="0" flipV="0">
              <a:off x="1990944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28610341" name="Freeform 46"/>
            <p:cNvSpPr/>
            <p:nvPr/>
          </p:nvSpPr>
          <p:spPr bwMode="auto">
            <a:xfrm rot="0" flipH="0" flipV="0">
              <a:off x="4328119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6355518" name="TextBox 47"/>
            <p:cNvSpPr txBox="1"/>
            <p:nvPr/>
          </p:nvSpPr>
          <p:spPr bwMode="auto">
            <a:xfrm rot="0" flipH="0" flipV="0">
              <a:off x="4328119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062028404" name="TextBox 48"/>
            <p:cNvSpPr txBox="1"/>
            <p:nvPr/>
          </p:nvSpPr>
          <p:spPr bwMode="auto">
            <a:xfrm flipH="0" flipV="0">
              <a:off x="3918096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44423125" name="TextBox 49"/>
            <p:cNvSpPr txBox="1"/>
            <p:nvPr/>
          </p:nvSpPr>
          <p:spPr bwMode="auto">
            <a:xfrm flipH="0" flipV="0">
              <a:off x="395477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325732004" name="AutoShape 50"/>
            <p:cNvSpPr/>
            <p:nvPr/>
          </p:nvSpPr>
          <p:spPr bwMode="auto">
            <a:xfrm>
              <a:off x="5589151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5235408" name="TextBox 51"/>
            <p:cNvSpPr txBox="1"/>
            <p:nvPr/>
          </p:nvSpPr>
          <p:spPr bwMode="auto">
            <a:xfrm flipH="0" flipV="0">
              <a:off x="5495432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03572558" name="Freeform 53"/>
            <p:cNvSpPr/>
            <p:nvPr/>
          </p:nvSpPr>
          <p:spPr bwMode="auto">
            <a:xfrm rot="0" flipH="0" flipV="0">
              <a:off x="5868770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8587727" name="TextBox 54"/>
            <p:cNvSpPr txBox="1"/>
            <p:nvPr/>
          </p:nvSpPr>
          <p:spPr bwMode="auto">
            <a:xfrm rot="0" flipH="0" flipV="0">
              <a:off x="5868770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139511118" name="Freeform 56"/>
            <p:cNvSpPr/>
            <p:nvPr/>
          </p:nvSpPr>
          <p:spPr bwMode="auto">
            <a:xfrm rot="0" flipH="0" flipV="0">
              <a:off x="4328119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3258134" name="TextBox 57"/>
            <p:cNvSpPr txBox="1"/>
            <p:nvPr/>
          </p:nvSpPr>
          <p:spPr bwMode="auto">
            <a:xfrm rot="0" flipH="0" flipV="0">
              <a:off x="4328119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406242370" name="Freeform 59"/>
            <p:cNvSpPr/>
            <p:nvPr/>
          </p:nvSpPr>
          <p:spPr bwMode="auto">
            <a:xfrm rot="0" flipH="0" flipV="0">
              <a:off x="4328119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2142489" name="TextBox 60"/>
            <p:cNvSpPr txBox="1"/>
            <p:nvPr/>
          </p:nvSpPr>
          <p:spPr bwMode="auto">
            <a:xfrm rot="0" flipH="0" flipV="0">
              <a:off x="4328119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762679094" name="Freeform 62"/>
            <p:cNvSpPr/>
            <p:nvPr/>
          </p:nvSpPr>
          <p:spPr bwMode="auto">
            <a:xfrm rot="0" flipH="0" flipV="0">
              <a:off x="4328119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7945305" name="TextBox 63"/>
            <p:cNvSpPr txBox="1"/>
            <p:nvPr/>
          </p:nvSpPr>
          <p:spPr bwMode="auto">
            <a:xfrm rot="0" flipH="0" flipV="0">
              <a:off x="4328119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397265078" name="Freeform 65"/>
            <p:cNvSpPr/>
            <p:nvPr/>
          </p:nvSpPr>
          <p:spPr bwMode="auto">
            <a:xfrm rot="0" flipH="0" flipV="0">
              <a:off x="4328119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3993013" name="TextBox 66"/>
            <p:cNvSpPr txBox="1"/>
            <p:nvPr/>
          </p:nvSpPr>
          <p:spPr bwMode="auto">
            <a:xfrm rot="0" flipH="0" flipV="0">
              <a:off x="4328119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476959187" name="Freeform 68"/>
            <p:cNvSpPr/>
            <p:nvPr/>
          </p:nvSpPr>
          <p:spPr bwMode="auto">
            <a:xfrm rot="0" flipH="0" flipV="0">
              <a:off x="4328119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9348874" name="TextBox 69"/>
            <p:cNvSpPr txBox="1"/>
            <p:nvPr/>
          </p:nvSpPr>
          <p:spPr bwMode="auto">
            <a:xfrm rot="0" flipH="0" flipV="0">
              <a:off x="4328119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596621354" name="Freeform 74"/>
            <p:cNvSpPr/>
            <p:nvPr/>
          </p:nvSpPr>
          <p:spPr bwMode="auto">
            <a:xfrm rot="0" flipH="0" flipV="0">
              <a:off x="8205945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9463802" name="TextBox 75"/>
            <p:cNvSpPr txBox="1"/>
            <p:nvPr/>
          </p:nvSpPr>
          <p:spPr bwMode="auto">
            <a:xfrm rot="0" flipH="0" flipV="0">
              <a:off x="8205945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919814819" name="TextBox 76"/>
            <p:cNvSpPr txBox="1"/>
            <p:nvPr/>
          </p:nvSpPr>
          <p:spPr bwMode="auto">
            <a:xfrm flipH="0" flipV="0">
              <a:off x="7836193" y="342069"/>
              <a:ext cx="3368411" cy="3362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5"/>
                </a:lnSpc>
                <a:defRPr/>
              </a:pPr>
              <a:r>
                <a:rPr lang="en-US" sz="1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593772899" name="TextBox 77"/>
            <p:cNvSpPr txBox="1"/>
            <p:nvPr/>
          </p:nvSpPr>
          <p:spPr bwMode="auto">
            <a:xfrm flipH="0" flipV="0">
              <a:off x="7832607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900657" name="AutoShape 78"/>
            <p:cNvSpPr/>
            <p:nvPr/>
          </p:nvSpPr>
          <p:spPr bwMode="auto">
            <a:xfrm>
              <a:off x="9466978" y="1049837"/>
              <a:ext cx="0" cy="243229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7680730" name="TextBox 79"/>
            <p:cNvSpPr txBox="1"/>
            <p:nvPr/>
          </p:nvSpPr>
          <p:spPr bwMode="auto">
            <a:xfrm flipH="0" flipV="0">
              <a:off x="9373258" y="991408"/>
              <a:ext cx="1660463" cy="3201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425494082" name="Freeform 81"/>
            <p:cNvSpPr/>
            <p:nvPr/>
          </p:nvSpPr>
          <p:spPr bwMode="auto">
            <a:xfrm rot="0" flipH="0" flipV="0">
              <a:off x="9746601" y="1489904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4499301" name="TextBox 82"/>
            <p:cNvSpPr txBox="1"/>
            <p:nvPr/>
          </p:nvSpPr>
          <p:spPr bwMode="auto">
            <a:xfrm rot="0" flipH="0" flipV="0">
              <a:off x="9746601" y="1367130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824672534" name="Freeform 84"/>
            <p:cNvSpPr/>
            <p:nvPr/>
          </p:nvSpPr>
          <p:spPr bwMode="auto">
            <a:xfrm rot="0" flipH="0" flipV="0">
              <a:off x="9746601" y="1817838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6070173" name="TextBox 85"/>
            <p:cNvSpPr txBox="1"/>
            <p:nvPr/>
          </p:nvSpPr>
          <p:spPr bwMode="auto">
            <a:xfrm rot="0" flipH="0" flipV="0">
              <a:off x="9746601" y="1695064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103940221" name="Freeform 87"/>
            <p:cNvSpPr/>
            <p:nvPr/>
          </p:nvSpPr>
          <p:spPr bwMode="auto">
            <a:xfrm rot="0" flipH="0" flipV="0">
              <a:off x="9746601" y="2145773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0323211" name="TextBox 88"/>
            <p:cNvSpPr txBox="1"/>
            <p:nvPr/>
          </p:nvSpPr>
          <p:spPr bwMode="auto">
            <a:xfrm rot="0" flipH="0" flipV="0">
              <a:off x="9746601" y="2022999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953856767" name="Freeform 90"/>
            <p:cNvSpPr/>
            <p:nvPr/>
          </p:nvSpPr>
          <p:spPr bwMode="auto">
            <a:xfrm rot="0" flipH="0" flipV="0">
              <a:off x="9746601" y="2473706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7463285" name="TextBox 91"/>
            <p:cNvSpPr txBox="1"/>
            <p:nvPr/>
          </p:nvSpPr>
          <p:spPr bwMode="auto">
            <a:xfrm rot="0" flipH="0" flipV="0">
              <a:off x="9746601" y="2350932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1208805410" name="Freeform 93"/>
            <p:cNvSpPr/>
            <p:nvPr/>
          </p:nvSpPr>
          <p:spPr bwMode="auto">
            <a:xfrm rot="0" flipH="0" flipV="0">
              <a:off x="9746601" y="2801641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3556760" name="TextBox 94"/>
            <p:cNvSpPr txBox="1"/>
            <p:nvPr/>
          </p:nvSpPr>
          <p:spPr bwMode="auto">
            <a:xfrm rot="0" flipH="0" flipV="0">
              <a:off x="9746601" y="2678868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2064334904" name="Freeform 96"/>
            <p:cNvSpPr/>
            <p:nvPr/>
          </p:nvSpPr>
          <p:spPr bwMode="auto">
            <a:xfrm rot="0" flipH="0" flipV="0">
              <a:off x="9746601" y="3129575"/>
              <a:ext cx="981333" cy="261256"/>
            </a:xfrm>
            <a:custGeom>
              <a:avLst/>
              <a:gdLst/>
              <a:ahLst/>
              <a:cxnLst/>
              <a:rect l="l" t="t" r="r" b="b"/>
              <a:pathLst>
                <a:path w="532921" h="141879" fill="norm" stroke="1" extrusionOk="0">
                  <a:moveTo>
                    <a:pt x="70939" y="0"/>
                  </a:moveTo>
                  <a:lnTo>
                    <a:pt x="461982" y="0"/>
                  </a:lnTo>
                  <a:cubicBezTo>
                    <a:pt x="480796" y="0"/>
                    <a:pt x="498840" y="7474"/>
                    <a:pt x="512144" y="20778"/>
                  </a:cubicBezTo>
                  <a:cubicBezTo>
                    <a:pt x="525447" y="34081"/>
                    <a:pt x="532921" y="52125"/>
                    <a:pt x="532921" y="70939"/>
                  </a:cubicBezTo>
                  <a:lnTo>
                    <a:pt x="532921" y="70939"/>
                  </a:lnTo>
                  <a:cubicBezTo>
                    <a:pt x="532921" y="89754"/>
                    <a:pt x="525447" y="107797"/>
                    <a:pt x="512144" y="121101"/>
                  </a:cubicBezTo>
                  <a:cubicBezTo>
                    <a:pt x="498840" y="134405"/>
                    <a:pt x="480796" y="141879"/>
                    <a:pt x="461982" y="141879"/>
                  </a:cubicBezTo>
                  <a:lnTo>
                    <a:pt x="70939" y="141879"/>
                  </a:lnTo>
                  <a:cubicBezTo>
                    <a:pt x="52125" y="141879"/>
                    <a:pt x="34081" y="134405"/>
                    <a:pt x="20778" y="121101"/>
                  </a:cubicBezTo>
                  <a:cubicBezTo>
                    <a:pt x="7474" y="107797"/>
                    <a:pt x="0" y="89754"/>
                    <a:pt x="0" y="70939"/>
                  </a:cubicBezTo>
                  <a:lnTo>
                    <a:pt x="0" y="70939"/>
                  </a:lnTo>
                  <a:cubicBezTo>
                    <a:pt x="0" y="52125"/>
                    <a:pt x="7474" y="34081"/>
                    <a:pt x="20778" y="20778"/>
                  </a:cubicBezTo>
                  <a:cubicBezTo>
                    <a:pt x="34081" y="7474"/>
                    <a:pt x="52125" y="0"/>
                    <a:pt x="709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32937" name="TextBox 97"/>
            <p:cNvSpPr txBox="1"/>
            <p:nvPr/>
          </p:nvSpPr>
          <p:spPr bwMode="auto">
            <a:xfrm rot="0" flipH="0" flipV="0">
              <a:off x="9746601" y="3006801"/>
              <a:ext cx="981333" cy="38403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endParaRPr/>
            </a:p>
          </p:txBody>
        </p:sp>
        <p:sp>
          <p:nvSpPr>
            <p:cNvPr id="734226052" name="Freeform 98"/>
            <p:cNvSpPr/>
            <p:nvPr/>
          </p:nvSpPr>
          <p:spPr bwMode="auto">
            <a:xfrm>
              <a:off x="1221889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975918" name="Freeform 99"/>
            <p:cNvSpPr/>
            <p:nvPr/>
          </p:nvSpPr>
          <p:spPr bwMode="auto">
            <a:xfrm>
              <a:off x="5099717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69" y="0"/>
                  </a:lnTo>
                  <a:lnTo>
                    <a:pt x="978869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3832902" name="Freeform 100"/>
            <p:cNvSpPr/>
            <p:nvPr/>
          </p:nvSpPr>
          <p:spPr bwMode="auto">
            <a:xfrm>
              <a:off x="8974186" y="3810016"/>
              <a:ext cx="978867" cy="869968"/>
            </a:xfrm>
            <a:custGeom>
              <a:avLst/>
              <a:gdLst/>
              <a:ahLst/>
              <a:cxnLst/>
              <a:rect l="l" t="t" r="r" b="b"/>
              <a:pathLst>
                <a:path w="978869" h="869970" fill="norm" stroke="1" extrusionOk="0">
                  <a:moveTo>
                    <a:pt x="0" y="0"/>
                  </a:moveTo>
                  <a:lnTo>
                    <a:pt x="978870" y="0"/>
                  </a:lnTo>
                  <a:lnTo>
                    <a:pt x="978870" y="869970"/>
                  </a:lnTo>
                  <a:lnTo>
                    <a:pt x="0" y="86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531722" name="Rectangle: Rounded Corners 12"/>
            <p:cNvSpPr/>
            <p:nvPr/>
          </p:nvSpPr>
          <p:spPr bwMode="auto">
            <a:xfrm>
              <a:off x="0" y="0"/>
              <a:ext cx="3366975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35932955" name="Rectangle: Rounded Corners 12"/>
            <p:cNvSpPr/>
            <p:nvPr/>
          </p:nvSpPr>
          <p:spPr bwMode="auto">
            <a:xfrm>
              <a:off x="3918096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817451228" name="Rectangle: Rounded Corners 12"/>
            <p:cNvSpPr/>
            <p:nvPr/>
          </p:nvSpPr>
          <p:spPr bwMode="auto">
            <a:xfrm>
              <a:off x="7836194" y="0"/>
              <a:ext cx="3366973" cy="529753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67105" name="TextBox 32"/>
          <p:cNvSpPr txBox="1"/>
          <p:nvPr/>
        </p:nvSpPr>
        <p:spPr bwMode="auto">
          <a:xfrm flipH="0" flipV="0">
            <a:off x="2529574" y="529205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सरल भुगतान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5914368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16822915" name=""/>
          <p:cNvGrpSpPr/>
          <p:nvPr/>
        </p:nvGrpSpPr>
        <p:grpSpPr bwMode="auto">
          <a:xfrm>
            <a:off x="3043765" y="1831191"/>
            <a:ext cx="5927717" cy="4226110"/>
            <a:chOff x="0" y="0"/>
            <a:chExt cx="5927717" cy="4226110"/>
          </a:xfrm>
        </p:grpSpPr>
        <p:sp>
          <p:nvSpPr>
            <p:cNvPr id="1777287462" name="Freeform 30"/>
            <p:cNvSpPr/>
            <p:nvPr/>
          </p:nvSpPr>
          <p:spPr bwMode="auto">
            <a:xfrm rot="0" flipH="0" flipV="0">
              <a:off x="0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41930691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6576285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69087798" name="AutoShape 34"/>
            <p:cNvSpPr/>
            <p:nvPr/>
          </p:nvSpPr>
          <p:spPr bwMode="auto">
            <a:xfrm flipH="0" flipV="0">
              <a:off x="2963953" y="71998"/>
              <a:ext cx="0" cy="415411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5902428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397620148" name="Freeform 37"/>
            <p:cNvSpPr/>
            <p:nvPr/>
          </p:nvSpPr>
          <p:spPr bwMode="auto">
            <a:xfrm rot="0" flipH="0" flipV="0">
              <a:off x="3621178" y="67692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5252234" name="TextBox 38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6205128" name="Freeform 40"/>
            <p:cNvSpPr/>
            <p:nvPr/>
          </p:nvSpPr>
          <p:spPr bwMode="auto">
            <a:xfrm rot="0" flipH="0" flipV="0">
              <a:off x="3621178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31449419" name="TextBox 41"/>
            <p:cNvSpPr txBox="1"/>
            <p:nvPr/>
          </p:nvSpPr>
          <p:spPr bwMode="auto">
            <a:xfrm rot="0" flipH="0" flipV="0">
              <a:off x="3621178" y="147406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821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6529" y="273843"/>
            <a:ext cx="11918941" cy="6190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561566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झाड़ू लगाना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395669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7581526" name=""/>
          <p:cNvGrpSpPr/>
          <p:nvPr/>
        </p:nvGrpSpPr>
        <p:grpSpPr bwMode="auto">
          <a:xfrm>
            <a:off x="3081837" y="1787789"/>
            <a:ext cx="5927716" cy="4209981"/>
            <a:chOff x="0" y="0"/>
            <a:chExt cx="5927716" cy="4209981"/>
          </a:xfrm>
        </p:grpSpPr>
        <p:sp>
          <p:nvSpPr>
            <p:cNvPr id="196075885" name="Freeform 30"/>
            <p:cNvSpPr/>
            <p:nvPr/>
          </p:nvSpPr>
          <p:spPr bwMode="auto">
            <a:xfrm rot="0" flipH="0" flipV="0">
              <a:off x="0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689127" name="TextBox 31"/>
            <p:cNvSpPr txBox="1"/>
            <p:nvPr/>
          </p:nvSpPr>
          <p:spPr bwMode="auto">
            <a:xfrm rot="0" flipH="0" flipV="0">
              <a:off x="0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73467187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5988910" name="AutoShape 34"/>
            <p:cNvSpPr/>
            <p:nvPr/>
          </p:nvSpPr>
          <p:spPr bwMode="auto">
            <a:xfrm flipH="0" flipV="0">
              <a:off x="2963953" y="71996"/>
              <a:ext cx="0" cy="41379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7304122" name="TextBox 35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8082707" name="Freeform 37"/>
            <p:cNvSpPr/>
            <p:nvPr/>
          </p:nvSpPr>
          <p:spPr bwMode="auto">
            <a:xfrm rot="0" flipH="0" flipV="0">
              <a:off x="3621177" y="67692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2459201" name="TextBox 38"/>
            <p:cNvSpPr txBox="1"/>
            <p:nvPr/>
          </p:nvSpPr>
          <p:spPr bwMode="auto">
            <a:xfrm rot="0" flipH="0" flipV="0">
              <a:off x="3621177" y="50815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8687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69213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33576288" name="TextBox 32"/>
          <p:cNvSpPr txBox="1"/>
          <p:nvPr/>
        </p:nvSpPr>
        <p:spPr bwMode="auto">
          <a:xfrm rot="0" flipH="0" flipV="0">
            <a:off x="2605717" y="544711"/>
            <a:ext cx="6956902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समेकन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51159677" name=""/>
          <p:cNvGrpSpPr/>
          <p:nvPr/>
        </p:nvGrpSpPr>
        <p:grpSpPr bwMode="auto">
          <a:xfrm>
            <a:off x="3135600" y="1697867"/>
            <a:ext cx="6001945" cy="4663515"/>
            <a:chOff x="0" y="0"/>
            <a:chExt cx="6001945" cy="4663515"/>
          </a:xfrm>
        </p:grpSpPr>
        <p:sp>
          <p:nvSpPr>
            <p:cNvPr id="1405590550" name="Freeform 30"/>
            <p:cNvSpPr/>
            <p:nvPr/>
          </p:nvSpPr>
          <p:spPr bwMode="auto">
            <a:xfrm rot="0" flipH="0" flipV="0">
              <a:off x="74227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9221788" name="TextBox 31"/>
            <p:cNvSpPr txBox="1"/>
            <p:nvPr/>
          </p:nvSpPr>
          <p:spPr bwMode="auto">
            <a:xfrm rot="0" flipH="0" flipV="0">
              <a:off x="74227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584548669" name="TextBox 33"/>
            <p:cNvSpPr txBox="1"/>
            <p:nvPr/>
          </p:nvSpPr>
          <p:spPr bwMode="auto">
            <a:xfrm rot="0" flipH="0" flipV="0">
              <a:off x="11554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587169" name="AutoShape 34"/>
            <p:cNvSpPr/>
            <p:nvPr/>
          </p:nvSpPr>
          <p:spPr bwMode="auto">
            <a:xfrm rot="0" flipH="0" flipV="0">
              <a:off x="3038181" y="71996"/>
              <a:ext cx="0" cy="422092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926661" name="Freeform 36"/>
            <p:cNvSpPr/>
            <p:nvPr/>
          </p:nvSpPr>
          <p:spPr bwMode="auto">
            <a:xfrm rot="0" flipH="0" flipV="0">
              <a:off x="74227" y="149400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2356943" name="TextBox 37"/>
            <p:cNvSpPr txBox="1"/>
            <p:nvPr/>
          </p:nvSpPr>
          <p:spPr bwMode="auto">
            <a:xfrm rot="0" flipH="0" flipV="0">
              <a:off x="74227" y="14740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55808845" name="TextBox 38"/>
            <p:cNvSpPr txBox="1"/>
            <p:nvPr/>
          </p:nvSpPr>
          <p:spPr bwMode="auto">
            <a:xfrm rot="0" flipH="0" flipV="0">
              <a:off x="3736725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67746488" name="Freeform 40"/>
            <p:cNvSpPr/>
            <p:nvPr/>
          </p:nvSpPr>
          <p:spPr bwMode="auto">
            <a:xfrm rot="0" flipH="0" flipV="0">
              <a:off x="74414" y="231109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8950678" name="TextBox 41"/>
            <p:cNvSpPr txBox="1"/>
            <p:nvPr/>
          </p:nvSpPr>
          <p:spPr bwMode="auto">
            <a:xfrm rot="0" flipH="0" flipV="0">
              <a:off x="74414" y="243997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855253854" name="Freeform 43"/>
            <p:cNvSpPr/>
            <p:nvPr/>
          </p:nvSpPr>
          <p:spPr bwMode="auto">
            <a:xfrm rot="0" flipH="0" flipV="0">
              <a:off x="74414" y="31281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488370" name="TextBox 44"/>
            <p:cNvSpPr txBox="1"/>
            <p:nvPr/>
          </p:nvSpPr>
          <p:spPr bwMode="auto">
            <a:xfrm rot="0" flipH="0" flipV="0">
              <a:off x="74414" y="295940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8375458" name="Freeform 46"/>
            <p:cNvSpPr/>
            <p:nvPr/>
          </p:nvSpPr>
          <p:spPr bwMode="auto">
            <a:xfrm rot="0" flipH="0" flipV="0">
              <a:off x="3695406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5350756" name="TextBox 47"/>
            <p:cNvSpPr txBox="1"/>
            <p:nvPr/>
          </p:nvSpPr>
          <p:spPr bwMode="auto">
            <a:xfrm rot="0" flipH="0" flipV="0">
              <a:off x="3695406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03631169" name="Freeform 49"/>
            <p:cNvSpPr/>
            <p:nvPr/>
          </p:nvSpPr>
          <p:spPr bwMode="auto">
            <a:xfrm rot="0" flipH="0" flipV="0">
              <a:off x="74414" y="394525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9296469" name="TextBox 50"/>
            <p:cNvSpPr txBox="1"/>
            <p:nvPr/>
          </p:nvSpPr>
          <p:spPr bwMode="auto">
            <a:xfrm rot="0" flipH="0" flipV="0">
              <a:off x="0" y="370207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5522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06093" y="122913"/>
            <a:ext cx="10521899" cy="6612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890449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समेकन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2109324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170583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ऐलिस</a:t>
            </a:r>
            <a:endParaRPr/>
          </a:p>
        </p:txBody>
      </p:sp>
      <p:sp>
        <p:nvSpPr>
          <p:cNvPr id="110305213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529366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08489937" name=""/>
          <p:cNvGrpSpPr/>
          <p:nvPr/>
        </p:nvGrpSpPr>
        <p:grpSpPr bwMode="auto">
          <a:xfrm>
            <a:off x="3676905" y="1461887"/>
            <a:ext cx="5927715" cy="4899498"/>
            <a:chOff x="0" y="0"/>
            <a:chExt cx="5927715" cy="4899498"/>
          </a:xfrm>
        </p:grpSpPr>
        <p:sp>
          <p:nvSpPr>
            <p:cNvPr id="503028555" name="Freeform 30"/>
            <p:cNvSpPr/>
            <p:nvPr/>
          </p:nvSpPr>
          <p:spPr bwMode="auto">
            <a:xfrm rot="0" flipH="0" flipV="0">
              <a:off x="0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94414644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43262871" name="TextBox 33"/>
            <p:cNvSpPr txBox="1"/>
            <p:nvPr/>
          </p:nvSpPr>
          <p:spPr bwMode="auto">
            <a:xfrm>
              <a:off x="41317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475447929" name="AutoShape 34"/>
            <p:cNvSpPr/>
            <p:nvPr/>
          </p:nvSpPr>
          <p:spPr bwMode="auto">
            <a:xfrm flipH="0" flipV="0">
              <a:off x="2963952" y="531222"/>
              <a:ext cx="0" cy="42998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991425" name="Freeform 36"/>
            <p:cNvSpPr/>
            <p:nvPr/>
          </p:nvSpPr>
          <p:spPr bwMode="auto">
            <a:xfrm rot="0" flipH="0" flipV="0">
              <a:off x="0" y="172998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0919842" name="TextBox 37"/>
            <p:cNvSpPr txBox="1"/>
            <p:nvPr/>
          </p:nvSpPr>
          <p:spPr bwMode="auto">
            <a:xfrm rot="0" flipH="0" flipV="0">
              <a:off x="0" y="156122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6375867" name="TextBox 38"/>
            <p:cNvSpPr txBox="1"/>
            <p:nvPr/>
          </p:nvSpPr>
          <p:spPr bwMode="auto">
            <a:xfrm>
              <a:off x="3662496" y="235982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244111" name="Freeform 40"/>
            <p:cNvSpPr/>
            <p:nvPr/>
          </p:nvSpPr>
          <p:spPr bwMode="auto">
            <a:xfrm rot="0" flipH="0" flipV="0">
              <a:off x="184" y="25470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2860588" name="TextBox 41"/>
            <p:cNvSpPr txBox="1"/>
            <p:nvPr/>
          </p:nvSpPr>
          <p:spPr bwMode="auto">
            <a:xfrm rot="0" flipH="0" flipV="0">
              <a:off x="184" y="2378305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36129755" name="Freeform 43"/>
            <p:cNvSpPr/>
            <p:nvPr/>
          </p:nvSpPr>
          <p:spPr bwMode="auto">
            <a:xfrm rot="0" flipH="0" flipV="0">
              <a:off x="184" y="33641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2596946" name="TextBox 44"/>
            <p:cNvSpPr txBox="1"/>
            <p:nvPr/>
          </p:nvSpPr>
          <p:spPr bwMode="auto">
            <a:xfrm rot="0" flipH="0" flipV="0">
              <a:off x="184" y="319538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977017691" name="Freeform 46"/>
            <p:cNvSpPr/>
            <p:nvPr/>
          </p:nvSpPr>
          <p:spPr bwMode="auto">
            <a:xfrm rot="0" flipH="0" flipV="0">
              <a:off x="3621177" y="91290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05707826" name="TextBox 47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437523110" name="Freeform 49"/>
            <p:cNvSpPr/>
            <p:nvPr/>
          </p:nvSpPr>
          <p:spPr bwMode="auto">
            <a:xfrm rot="0" flipH="0" flipV="0">
              <a:off x="184" y="418123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5006145" name="TextBox 50"/>
            <p:cNvSpPr txBox="1"/>
            <p:nvPr/>
          </p:nvSpPr>
          <p:spPr bwMode="auto">
            <a:xfrm rot="0" flipH="0" flipV="0">
              <a:off x="18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228995" name="TextBox 32"/>
          <p:cNvSpPr txBox="1"/>
          <p:nvPr/>
        </p:nvSpPr>
        <p:spPr bwMode="auto">
          <a:xfrm rot="0" flipH="0" flipV="0">
            <a:off x="2642058" y="544710"/>
            <a:ext cx="6851906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बैच भुगतान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3662131" name="Rectangle: Rounded Corners 12"/>
          <p:cNvSpPr/>
          <p:nvPr/>
        </p:nvSpPr>
        <p:spPr bwMode="auto">
          <a:xfrm rot="0" flipH="0" flipV="0">
            <a:off x="2642058" y="87215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36860857" name=""/>
          <p:cNvGrpSpPr/>
          <p:nvPr/>
        </p:nvGrpSpPr>
        <p:grpSpPr bwMode="auto">
          <a:xfrm>
            <a:off x="3045494" y="1536298"/>
            <a:ext cx="5927903" cy="4750677"/>
            <a:chOff x="0" y="0"/>
            <a:chExt cx="5927903" cy="4750677"/>
          </a:xfrm>
        </p:grpSpPr>
        <p:sp>
          <p:nvSpPr>
            <p:cNvPr id="2062997098" name="Freeform 30"/>
            <p:cNvSpPr/>
            <p:nvPr/>
          </p:nvSpPr>
          <p:spPr bwMode="auto">
            <a:xfrm rot="0" flipH="0" flipV="0">
              <a:off x="0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6525239" name="TextBox 31"/>
            <p:cNvSpPr txBox="1"/>
            <p:nvPr/>
          </p:nvSpPr>
          <p:spPr bwMode="auto">
            <a:xfrm rot="0" flipH="0" flipV="0">
              <a:off x="0" y="66972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11039310" name="TextBox 33"/>
            <p:cNvSpPr txBox="1"/>
            <p:nvPr/>
          </p:nvSpPr>
          <p:spPr bwMode="auto">
            <a:xfrm rot="0" flipH="0" flipV="0">
              <a:off x="41319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060960153" name="AutoShape 34"/>
            <p:cNvSpPr/>
            <p:nvPr/>
          </p:nvSpPr>
          <p:spPr bwMode="auto">
            <a:xfrm rot="0" flipH="0" flipV="0">
              <a:off x="2963953" y="754465"/>
              <a:ext cx="0" cy="3855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00157" name="TextBox 35"/>
            <p:cNvSpPr txBox="1"/>
            <p:nvPr/>
          </p:nvSpPr>
          <p:spPr bwMode="auto">
            <a:xfrm rot="0" flipH="0" flipV="0">
              <a:off x="3662496" y="8715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2001414135" name="Freeform 37"/>
            <p:cNvSpPr/>
            <p:nvPr/>
          </p:nvSpPr>
          <p:spPr bwMode="auto">
            <a:xfrm rot="0" flipH="0" flipV="0">
              <a:off x="3621178" y="76407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16849" name="TextBox 38"/>
            <p:cNvSpPr txBox="1"/>
            <p:nvPr/>
          </p:nvSpPr>
          <p:spPr bwMode="auto">
            <a:xfrm rot="0" flipH="0" flipV="0">
              <a:off x="3621178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37456738" name="Freeform 40"/>
            <p:cNvSpPr/>
            <p:nvPr/>
          </p:nvSpPr>
          <p:spPr bwMode="auto">
            <a:xfrm rot="0" flipH="0" flipV="0">
              <a:off x="3621178" y="15811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38635886" name="TextBox 41"/>
            <p:cNvSpPr txBox="1"/>
            <p:nvPr/>
          </p:nvSpPr>
          <p:spPr bwMode="auto">
            <a:xfrm rot="0" flipH="0" flipV="0">
              <a:off x="3621178" y="96590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6502953" name="Freeform 43"/>
            <p:cNvSpPr/>
            <p:nvPr/>
          </p:nvSpPr>
          <p:spPr bwMode="auto">
            <a:xfrm rot="0" flipH="0" flipV="0">
              <a:off x="3621364" y="239824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13751" name="TextBox 44"/>
            <p:cNvSpPr txBox="1"/>
            <p:nvPr/>
          </p:nvSpPr>
          <p:spPr bwMode="auto">
            <a:xfrm rot="0" flipH="0" flipV="0">
              <a:off x="3621364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210957962" name="Freeform 46"/>
            <p:cNvSpPr/>
            <p:nvPr/>
          </p:nvSpPr>
          <p:spPr bwMode="auto">
            <a:xfrm rot="0" flipH="0" flipV="0">
              <a:off x="3621364" y="321532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2582826" name="TextBox 47"/>
            <p:cNvSpPr txBox="1"/>
            <p:nvPr/>
          </p:nvSpPr>
          <p:spPr bwMode="auto">
            <a:xfrm rot="0" flipH="0" flipV="0">
              <a:off x="3621364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776358320" name="Freeform 49"/>
            <p:cNvSpPr/>
            <p:nvPr/>
          </p:nvSpPr>
          <p:spPr bwMode="auto">
            <a:xfrm rot="0" flipH="0" flipV="0">
              <a:off x="3621364" y="403241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7380568" name="TextBox 50"/>
            <p:cNvSpPr txBox="1"/>
            <p:nvPr/>
          </p:nvSpPr>
          <p:spPr bwMode="auto">
            <a:xfrm rot="0" flipH="0" flipV="0">
              <a:off x="3621364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3659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15593" y="97548"/>
            <a:ext cx="10913687" cy="6662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7427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सहयोगात्मक लेनदेन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66704193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06027722" name=""/>
          <p:cNvGrpSpPr/>
          <p:nvPr/>
        </p:nvGrpSpPr>
        <p:grpSpPr bwMode="auto">
          <a:xfrm>
            <a:off x="3045495" y="1549042"/>
            <a:ext cx="5927903" cy="4737935"/>
            <a:chOff x="0" y="0"/>
            <a:chExt cx="5927903" cy="4737935"/>
          </a:xfrm>
        </p:grpSpPr>
        <p:sp>
          <p:nvSpPr>
            <p:cNvPr id="271601508" name="Freeform 30"/>
            <p:cNvSpPr/>
            <p:nvPr/>
          </p:nvSpPr>
          <p:spPr bwMode="auto">
            <a:xfrm rot="0" flipH="0" flipV="0">
              <a:off x="0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5479982" name="TextBox 31"/>
            <p:cNvSpPr txBox="1"/>
            <p:nvPr/>
          </p:nvSpPr>
          <p:spPr bwMode="auto">
            <a:xfrm rot="0" flipH="0" flipV="0">
              <a:off x="0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690495494" name="TextBox 33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135926706" name="AutoShape 34"/>
            <p:cNvSpPr/>
            <p:nvPr/>
          </p:nvSpPr>
          <p:spPr bwMode="auto">
            <a:xfrm flipH="0" flipV="0">
              <a:off x="2963953" y="518481"/>
              <a:ext cx="0" cy="41386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7550128" name="Freeform 36"/>
            <p:cNvSpPr/>
            <p:nvPr/>
          </p:nvSpPr>
          <p:spPr bwMode="auto">
            <a:xfrm rot="0" flipH="0" flipV="0">
              <a:off x="0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5172" name="TextBox 37"/>
            <p:cNvSpPr txBox="1"/>
            <p:nvPr/>
          </p:nvSpPr>
          <p:spPr bwMode="auto">
            <a:xfrm rot="0" flipH="0" flipV="0">
              <a:off x="0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497423703" name="TextBox 38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8050096" name="Freeform 40"/>
            <p:cNvSpPr/>
            <p:nvPr/>
          </p:nvSpPr>
          <p:spPr bwMode="auto">
            <a:xfrm rot="0" flipH="0" flipV="0">
              <a:off x="186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032822" name="TextBox 41"/>
            <p:cNvSpPr txBox="1"/>
            <p:nvPr/>
          </p:nvSpPr>
          <p:spPr bwMode="auto">
            <a:xfrm rot="0" flipH="0" flipV="0">
              <a:off x="186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95106905" name="Freeform 43"/>
            <p:cNvSpPr/>
            <p:nvPr/>
          </p:nvSpPr>
          <p:spPr bwMode="auto">
            <a:xfrm rot="0" flipH="0" flipV="0">
              <a:off x="186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482586" name="TextBox 44"/>
            <p:cNvSpPr txBox="1"/>
            <p:nvPr/>
          </p:nvSpPr>
          <p:spPr bwMode="auto">
            <a:xfrm rot="0" flipH="0" flipV="0">
              <a:off x="186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866655122" name="Freeform 46"/>
            <p:cNvSpPr/>
            <p:nvPr/>
          </p:nvSpPr>
          <p:spPr bwMode="auto">
            <a:xfrm rot="0" flipH="0" flipV="0">
              <a:off x="186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952394" name="TextBox 47"/>
            <p:cNvSpPr txBox="1"/>
            <p:nvPr/>
          </p:nvSpPr>
          <p:spPr bwMode="auto">
            <a:xfrm rot="0" flipH="0" flipV="0">
              <a:off x="186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03047533" name="Freeform 49"/>
            <p:cNvSpPr/>
            <p:nvPr/>
          </p:nvSpPr>
          <p:spPr bwMode="auto">
            <a:xfrm rot="0" flipH="0" flipV="0">
              <a:off x="3621178" y="75133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042614" name="TextBox 50"/>
            <p:cNvSpPr txBox="1"/>
            <p:nvPr/>
          </p:nvSpPr>
          <p:spPr bwMode="auto">
            <a:xfrm rot="0" flipH="0" flipV="0">
              <a:off x="3621178" y="58257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61597154" name="Freeform 52"/>
            <p:cNvSpPr/>
            <p:nvPr/>
          </p:nvSpPr>
          <p:spPr bwMode="auto">
            <a:xfrm rot="0" flipH="0" flipV="0">
              <a:off x="3621178" y="156841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1089878" name="TextBox 53"/>
            <p:cNvSpPr txBox="1"/>
            <p:nvPr/>
          </p:nvSpPr>
          <p:spPr bwMode="auto">
            <a:xfrm rot="0" flipH="0" flipV="0">
              <a:off x="3621178" y="139965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5509951" name="Freeform 55"/>
            <p:cNvSpPr/>
            <p:nvPr/>
          </p:nvSpPr>
          <p:spPr bwMode="auto">
            <a:xfrm rot="0" flipH="0" flipV="0">
              <a:off x="3621364" y="238550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4630313" name="TextBox 56"/>
            <p:cNvSpPr txBox="1"/>
            <p:nvPr/>
          </p:nvSpPr>
          <p:spPr bwMode="auto">
            <a:xfrm rot="0" flipH="0" flipV="0">
              <a:off x="3621364" y="221673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960618280" name="Freeform 58"/>
            <p:cNvSpPr/>
            <p:nvPr/>
          </p:nvSpPr>
          <p:spPr bwMode="auto">
            <a:xfrm rot="0" flipH="0" flipV="0">
              <a:off x="3621364" y="320258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9702392" name="TextBox 59"/>
            <p:cNvSpPr txBox="1"/>
            <p:nvPr/>
          </p:nvSpPr>
          <p:spPr bwMode="auto">
            <a:xfrm rot="0" flipH="0" flipV="0">
              <a:off x="3621364" y="303382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305883250" name="Freeform 61"/>
            <p:cNvSpPr/>
            <p:nvPr/>
          </p:nvSpPr>
          <p:spPr bwMode="auto">
            <a:xfrm rot="0" flipH="0" flipV="0">
              <a:off x="3621364" y="40196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0526968" name="TextBox 62"/>
            <p:cNvSpPr txBox="1"/>
            <p:nvPr/>
          </p:nvSpPr>
          <p:spPr bwMode="auto">
            <a:xfrm rot="0" flipH="0" flipV="0">
              <a:off x="3621364" y="385090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5771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29968" y="126906"/>
            <a:ext cx="9457404" cy="6604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96938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86990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7371603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ट्रैक किए गए उपयोगकर्ता से संबंधित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729846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कौन सा आउटपुट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परिवर्तन का प्रतिनिधित्व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करता है?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77367952" name=""/>
          <p:cNvGrpSpPr/>
          <p:nvPr/>
        </p:nvGrpSpPr>
        <p:grpSpPr bwMode="auto">
          <a:xfrm>
            <a:off x="3056701" y="236045"/>
            <a:ext cx="6026552" cy="6288114"/>
            <a:chOff x="0" y="0"/>
            <a:chExt cx="6026552" cy="6288114"/>
          </a:xfrm>
        </p:grpSpPr>
        <p:sp>
          <p:nvSpPr>
            <p:cNvPr id="748771973" name="Freeform 30"/>
            <p:cNvSpPr/>
            <p:nvPr/>
          </p:nvSpPr>
          <p:spPr bwMode="auto">
            <a:xfrm rot="0" flipH="0" flipV="0">
              <a:off x="346323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263790" name="TextBox 31"/>
            <p:cNvSpPr txBox="1"/>
            <p:nvPr/>
          </p:nvSpPr>
          <p:spPr bwMode="auto">
            <a:xfrm rot="0" flipH="0" flipV="0">
              <a:off x="346323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133670980" name="AutoShape 32"/>
            <p:cNvSpPr/>
            <p:nvPr/>
          </p:nvSpPr>
          <p:spPr bwMode="auto">
            <a:xfrm flipH="0" flipV="0">
              <a:off x="2927667" y="1803692"/>
              <a:ext cx="0" cy="366037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5729880" name="Freeform 34"/>
            <p:cNvSpPr/>
            <p:nvPr/>
          </p:nvSpPr>
          <p:spPr bwMode="auto">
            <a:xfrm rot="0" flipH="0" flipV="0">
              <a:off x="3500052" y="2330529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3309965" name="TextBox 35"/>
            <p:cNvSpPr txBox="1"/>
            <p:nvPr/>
          </p:nvSpPr>
          <p:spPr bwMode="auto">
            <a:xfrm rot="0" flipH="0" flipV="0">
              <a:off x="3500052" y="2183548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5745691" name="Freeform 37"/>
            <p:cNvSpPr/>
            <p:nvPr/>
          </p:nvSpPr>
          <p:spPr bwMode="auto">
            <a:xfrm rot="0" flipH="0" flipV="0">
              <a:off x="3500052" y="3171752"/>
              <a:ext cx="2008792" cy="62554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036" y="0"/>
                  </a:moveTo>
                  <a:lnTo>
                    <a:pt x="780190" y="0"/>
                  </a:lnTo>
                  <a:cubicBezTo>
                    <a:pt x="852559" y="0"/>
                    <a:pt x="911226" y="58667"/>
                    <a:pt x="911226" y="131036"/>
                  </a:cubicBezTo>
                  <a:lnTo>
                    <a:pt x="911226" y="152721"/>
                  </a:lnTo>
                  <a:cubicBezTo>
                    <a:pt x="911226" y="225091"/>
                    <a:pt x="852559" y="283758"/>
                    <a:pt x="780190" y="283758"/>
                  </a:cubicBezTo>
                  <a:lnTo>
                    <a:pt x="131036" y="283758"/>
                  </a:lnTo>
                  <a:cubicBezTo>
                    <a:pt x="58667" y="283758"/>
                    <a:pt x="0" y="225091"/>
                    <a:pt x="0" y="152721"/>
                  </a:cubicBezTo>
                  <a:lnTo>
                    <a:pt x="0" y="131036"/>
                  </a:lnTo>
                  <a:cubicBezTo>
                    <a:pt x="0" y="58667"/>
                    <a:pt x="58667" y="0"/>
                    <a:pt x="13103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6401604" name="TextBox 38"/>
            <p:cNvSpPr txBox="1"/>
            <p:nvPr/>
          </p:nvSpPr>
          <p:spPr bwMode="auto">
            <a:xfrm rot="0" flipH="0" flipV="0">
              <a:off x="3500052" y="3024772"/>
              <a:ext cx="2008792" cy="7725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endParaRPr/>
            </a:p>
          </p:txBody>
        </p:sp>
        <p:sp>
          <p:nvSpPr>
            <p:cNvPr id="2115806913" name="TextBox 41"/>
            <p:cNvSpPr txBox="1"/>
            <p:nvPr/>
          </p:nvSpPr>
          <p:spPr bwMode="auto">
            <a:xfrm flipH="0" flipV="0">
              <a:off x="0" y="503558"/>
              <a:ext cx="6026553" cy="40256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007088095" name="TextBox 42"/>
            <p:cNvSpPr txBox="1"/>
            <p:nvPr/>
          </p:nvSpPr>
          <p:spPr bwMode="auto">
            <a:xfrm>
              <a:off x="382308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1187600" name="TextBox 43"/>
            <p:cNvSpPr txBox="1"/>
            <p:nvPr/>
          </p:nvSpPr>
          <p:spPr bwMode="auto">
            <a:xfrm>
              <a:off x="3536036" y="1743136"/>
              <a:ext cx="1938264" cy="40269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7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84259566" name="Rectangle: Rounded Corners 12"/>
            <p:cNvSpPr/>
            <p:nvPr/>
          </p:nvSpPr>
          <p:spPr bwMode="auto">
            <a:xfrm>
              <a:off x="0" y="0"/>
              <a:ext cx="6025114" cy="628811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582288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आंतरिक पते का पुन: उपयोग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6258763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41474396" name=""/>
          <p:cNvGrpSpPr/>
          <p:nvPr/>
        </p:nvGrpSpPr>
        <p:grpSpPr bwMode="auto">
          <a:xfrm>
            <a:off x="3310057" y="1900276"/>
            <a:ext cx="5850812" cy="4067728"/>
            <a:chOff x="0" y="0"/>
            <a:chExt cx="5850812" cy="4067728"/>
          </a:xfrm>
        </p:grpSpPr>
        <p:sp>
          <p:nvSpPr>
            <p:cNvPr id="275093922" name="AutoShape 32"/>
            <p:cNvSpPr/>
            <p:nvPr/>
          </p:nvSpPr>
          <p:spPr bwMode="auto">
            <a:xfrm flipH="0" flipV="0">
              <a:off x="2922634" y="71997"/>
              <a:ext cx="0" cy="39957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909654" name="TextBox 40"/>
            <p:cNvSpPr txBox="1"/>
            <p:nvPr/>
          </p:nvSpPr>
          <p:spPr bwMode="auto">
            <a:xfrm>
              <a:off x="0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836294045" name="TextBox 41"/>
            <p:cNvSpPr txBox="1"/>
            <p:nvPr/>
          </p:nvSpPr>
          <p:spPr bwMode="auto">
            <a:xfrm>
              <a:off x="362117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57864988" name="Rectangle 1100602255"/>
            <p:cNvSpPr txBox="1"/>
            <p:nvPr/>
          </p:nvSpPr>
          <p:spPr bwMode="auto">
            <a:xfrm rot="0" flipH="0" flipV="0">
              <a:off x="80060" y="676923"/>
              <a:ext cx="23238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66535641" name="Rectangle 1100602255"/>
            <p:cNvSpPr txBox="1"/>
            <p:nvPr/>
          </p:nvSpPr>
          <p:spPr bwMode="auto">
            <a:xfrm rot="0" flipH="0" flipV="0">
              <a:off x="3522000" y="1689424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22243625" name="Rectangle 1100602255"/>
            <p:cNvSpPr txBox="1"/>
            <p:nvPr/>
          </p:nvSpPr>
          <p:spPr bwMode="auto">
            <a:xfrm rot="0" flipH="0" flipV="0">
              <a:off x="3525572" y="725613"/>
              <a:ext cx="23252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11780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3250" y="403543"/>
            <a:ext cx="11845498" cy="61461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742856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संस्करण का पुन: उपयोग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2916098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91502690" name=""/>
          <p:cNvGrpSpPr/>
          <p:nvPr/>
        </p:nvGrpSpPr>
        <p:grpSpPr bwMode="auto">
          <a:xfrm>
            <a:off x="3173364" y="1879440"/>
            <a:ext cx="5846880" cy="3909970"/>
            <a:chOff x="0" y="0"/>
            <a:chExt cx="5846880" cy="3909970"/>
          </a:xfrm>
        </p:grpSpPr>
        <p:sp>
          <p:nvSpPr>
            <p:cNvPr id="1005631278" name="AutoShape 32"/>
            <p:cNvSpPr/>
            <p:nvPr/>
          </p:nvSpPr>
          <p:spPr bwMode="auto">
            <a:xfrm flipH="0" flipV="0">
              <a:off x="2922634" y="71998"/>
              <a:ext cx="0" cy="383797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132988" name="TextBox 40"/>
            <p:cNvSpPr txBox="1"/>
            <p:nvPr/>
          </p:nvSpPr>
          <p:spPr bwMode="auto">
            <a:xfrm flipH="0" flipV="0">
              <a:off x="0" y="0"/>
              <a:ext cx="238016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55711531" name="TextBox 41"/>
            <p:cNvSpPr txBox="1"/>
            <p:nvPr/>
          </p:nvSpPr>
          <p:spPr bwMode="auto">
            <a:xfrm flipH="0" flipV="0">
              <a:off x="3465892" y="0"/>
              <a:ext cx="238098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6040630" name="Rectangle 1100602255"/>
            <p:cNvSpPr txBox="1"/>
            <p:nvPr/>
          </p:nvSpPr>
          <p:spPr bwMode="auto">
            <a:xfrm rot="0" flipH="0" flipV="0">
              <a:off x="0" y="772173"/>
              <a:ext cx="2324519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07663526" name="Rectangle 1100602255"/>
            <p:cNvSpPr txBox="1"/>
            <p:nvPr/>
          </p:nvSpPr>
          <p:spPr bwMode="auto">
            <a:xfrm rot="0" flipH="0" flipV="0">
              <a:off x="3521280" y="775744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57631225" name="Rectangle 1100602255"/>
            <p:cNvSpPr txBox="1"/>
            <p:nvPr/>
          </p:nvSpPr>
          <p:spPr bwMode="auto">
            <a:xfrm rot="0" flipH="0" flipV="0">
              <a:off x="3520200" y="1940175"/>
              <a:ext cx="23259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bc1p...jjj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05677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575" y="395096"/>
            <a:ext cx="12014847" cy="6163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00204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गोल संख्या भुगतान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8709801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67431382" name=""/>
          <p:cNvGrpSpPr/>
          <p:nvPr/>
        </p:nvGrpSpPr>
        <p:grpSpPr bwMode="auto">
          <a:xfrm>
            <a:off x="3098949" y="1825862"/>
            <a:ext cx="5887964" cy="3427767"/>
            <a:chOff x="0" y="0"/>
            <a:chExt cx="5887964" cy="3427767"/>
          </a:xfrm>
        </p:grpSpPr>
        <p:sp>
          <p:nvSpPr>
            <p:cNvPr id="500971898" name="AutoShape 32"/>
            <p:cNvSpPr/>
            <p:nvPr/>
          </p:nvSpPr>
          <p:spPr bwMode="auto">
            <a:xfrm flipH="0" flipV="0">
              <a:off x="2964079" y="71996"/>
              <a:ext cx="0" cy="335577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5931266" name="TextBox 40"/>
            <p:cNvSpPr txBox="1"/>
            <p:nvPr/>
          </p:nvSpPr>
          <p:spPr bwMode="auto">
            <a:xfrm>
              <a:off x="41443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700210893" name="TextBox 41"/>
            <p:cNvSpPr txBox="1"/>
            <p:nvPr/>
          </p:nvSpPr>
          <p:spPr bwMode="auto">
            <a:xfrm>
              <a:off x="3662622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1784886712" name="Rectangle 1100602255"/>
            <p:cNvSpPr txBox="1"/>
            <p:nvPr/>
          </p:nvSpPr>
          <p:spPr bwMode="auto">
            <a:xfrm rot="0" flipH="0" flipV="0">
              <a:off x="0" y="676922"/>
              <a:ext cx="23252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27683724" name="Rectangle 1100602255"/>
            <p:cNvSpPr txBox="1"/>
            <p:nvPr/>
          </p:nvSpPr>
          <p:spPr bwMode="auto">
            <a:xfrm rot="0" flipH="0" flipV="0">
              <a:off x="3562004" y="695377"/>
              <a:ext cx="23259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248 607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1932492" name="Rectangle 1100602255"/>
            <p:cNvSpPr txBox="1"/>
            <p:nvPr/>
          </p:nvSpPr>
          <p:spPr bwMode="auto">
            <a:xfrm rot="0" flipH="0" flipV="0">
              <a:off x="3561284" y="1800276"/>
              <a:ext cx="23266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72795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गोल संख्या भुगतान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153985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14253215" name=""/>
          <p:cNvGrpSpPr/>
          <p:nvPr/>
        </p:nvGrpSpPr>
        <p:grpSpPr bwMode="auto">
          <a:xfrm>
            <a:off x="3247902" y="1784190"/>
            <a:ext cx="5927717" cy="3796861"/>
            <a:chOff x="0" y="0"/>
            <a:chExt cx="5927717" cy="3796861"/>
          </a:xfrm>
        </p:grpSpPr>
        <p:sp>
          <p:nvSpPr>
            <p:cNvPr id="1716736587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8552689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62,76 €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7493656" name="AutoShape 32"/>
            <p:cNvSpPr/>
            <p:nvPr/>
          </p:nvSpPr>
          <p:spPr bwMode="auto">
            <a:xfrm flipH="0" flipV="0">
              <a:off x="2963954" y="71997"/>
              <a:ext cx="0" cy="372486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9108035" name="Freeform 34"/>
            <p:cNvSpPr/>
            <p:nvPr/>
          </p:nvSpPr>
          <p:spPr bwMode="auto">
            <a:xfrm rot="0" flipH="0" flipV="0">
              <a:off x="3621179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7453315" name="TextBox 35"/>
            <p:cNvSpPr txBox="1"/>
            <p:nvPr/>
          </p:nvSpPr>
          <p:spPr bwMode="auto">
            <a:xfrm rot="0" flipH="0" flipV="0">
              <a:off x="3621179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41,27 €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0530" name="Freeform 37"/>
            <p:cNvSpPr/>
            <p:nvPr/>
          </p:nvSpPr>
          <p:spPr bwMode="auto">
            <a:xfrm rot="0" flipH="0" flipV="0">
              <a:off x="3621179" y="16428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6943191" name="TextBox 38"/>
            <p:cNvSpPr txBox="1"/>
            <p:nvPr/>
          </p:nvSpPr>
          <p:spPr bwMode="auto">
            <a:xfrm rot="0" flipH="0" flipV="0">
              <a:off x="3621179" y="14740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20 €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4459817" name="TextBox 40"/>
            <p:cNvSpPr txBox="1"/>
            <p:nvPr/>
          </p:nvSpPr>
          <p:spPr bwMode="auto">
            <a:xfrm>
              <a:off x="4131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921916017" name="TextBox 41"/>
            <p:cNvSpPr txBox="1"/>
            <p:nvPr/>
          </p:nvSpPr>
          <p:spPr bwMode="auto">
            <a:xfrm>
              <a:off x="3662498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33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4405" y="248477"/>
            <a:ext cx="11943187" cy="6361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19053" name="TextBox 39"/>
          <p:cNvSpPr txBox="1"/>
          <p:nvPr/>
        </p:nvSpPr>
        <p:spPr bwMode="auto">
          <a:xfrm rot="0" flipH="0" flipV="0">
            <a:off x="2859069" y="702469"/>
            <a:ext cx="6691447" cy="46238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fr-FR">
                <a:solidFill>
                  <a:srgbClr val="000000"/>
                </a:solidFill>
                <a:latin typeface="IBM Plex Sans"/>
              </a:rPr>
              <a:t>सबसे बड़ा </a:t>
            </a:r>
            <a:r>
              <a:rPr sz="2600" b="1" lang="en-US">
                <a:solidFill>
                  <a:srgbClr val="000000"/>
                </a:solidFill>
                <a:latin typeface="IBM Plex Sans"/>
              </a:rPr>
              <a:t>उत्पादन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3801904" name="Rectangle: Rounded Corners 12"/>
          <p:cNvSpPr/>
          <p:nvPr/>
        </p:nvSpPr>
        <p:spPr bwMode="auto">
          <a:xfrm rot="0" flipH="0" flipV="0">
            <a:off x="2859069" y="19624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63446310" name=""/>
          <p:cNvGrpSpPr/>
          <p:nvPr/>
        </p:nvGrpSpPr>
        <p:grpSpPr bwMode="auto">
          <a:xfrm>
            <a:off x="3227064" y="2004454"/>
            <a:ext cx="5928256" cy="3755189"/>
            <a:chOff x="0" y="0"/>
            <a:chExt cx="5928256" cy="3755189"/>
          </a:xfrm>
        </p:grpSpPr>
        <p:sp>
          <p:nvSpPr>
            <p:cNvPr id="406112845" name="Freeform 30"/>
            <p:cNvSpPr/>
            <p:nvPr/>
          </p:nvSpPr>
          <p:spPr bwMode="auto">
            <a:xfrm rot="0" flipH="0" flipV="0">
              <a:off x="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349115" name="TextBox 31"/>
            <p:cNvSpPr txBox="1"/>
            <p:nvPr/>
          </p:nvSpPr>
          <p:spPr bwMode="auto">
            <a:xfrm rot="0" flipH="0" flipV="0">
              <a:off x="0" y="5081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2702759" name="AutoShape 32"/>
            <p:cNvSpPr/>
            <p:nvPr/>
          </p:nvSpPr>
          <p:spPr bwMode="auto">
            <a:xfrm rot="0" flipH="0" flipV="0">
              <a:off x="2963955" y="71997"/>
              <a:ext cx="0" cy="368319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829998" name="Freeform 34"/>
            <p:cNvSpPr/>
            <p:nvPr/>
          </p:nvSpPr>
          <p:spPr bwMode="auto">
            <a:xfrm rot="0" flipH="0" flipV="0">
              <a:off x="3621180" y="6769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916957619" name="Freeform 37"/>
            <p:cNvSpPr/>
            <p:nvPr/>
          </p:nvSpPr>
          <p:spPr bwMode="auto">
            <a:xfrm rot="0" flipH="0" flipV="0">
              <a:off x="3621180" y="164283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6400223" name="TextBox 40"/>
            <p:cNvSpPr txBox="1"/>
            <p:nvPr/>
          </p:nvSpPr>
          <p:spPr bwMode="auto">
            <a:xfrm rot="0" flipH="0" flipV="0"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929353228" name="TextBox 41"/>
            <p:cNvSpPr txBox="1"/>
            <p:nvPr/>
          </p:nvSpPr>
          <p:spPr bwMode="auto">
            <a:xfrm rot="0" flipH="0" flipV="0">
              <a:off x="3662497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210060542" name=""/>
            <p:cNvGrpSpPr/>
            <p:nvPr/>
          </p:nvGrpSpPr>
          <p:grpSpPr bwMode="auto">
            <a:xfrm rot="0" flipH="0" flipV="0">
              <a:off x="3621718" y="508155"/>
              <a:ext cx="2306538" cy="1852941"/>
              <a:chOff x="0" y="0"/>
              <a:chExt cx="2306538" cy="1852940"/>
            </a:xfrm>
          </p:grpSpPr>
          <p:sp>
            <p:nvSpPr>
              <p:cNvPr id="1792357661" name="TextBox 35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3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57 814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4816395" name="TextBox 38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390 987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58061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7297" y="391372"/>
            <a:ext cx="11857404" cy="6075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59171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411870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0496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366678" name="TextBox 81"/>
          <p:cNvSpPr txBox="1"/>
          <p:nvPr/>
        </p:nvSpPr>
        <p:spPr bwMode="auto">
          <a:xfrm flipH="0" flipV="0">
            <a:off x="7586908" y="5455345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सभी UTXOs का सामान्य स्वामी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72521092" name=""/>
          <p:cNvGrpSpPr/>
          <p:nvPr/>
        </p:nvGrpSpPr>
        <p:grpSpPr bwMode="auto">
          <a:xfrm>
            <a:off x="686526" y="467132"/>
            <a:ext cx="4976049" cy="6045651"/>
            <a:chOff x="0" y="0"/>
            <a:chExt cx="4976049" cy="6045651"/>
          </a:xfrm>
        </p:grpSpPr>
        <p:sp>
          <p:nvSpPr>
            <p:cNvPr id="1663124744" name="AutoShape 32"/>
            <p:cNvSpPr/>
            <p:nvPr/>
          </p:nvSpPr>
          <p:spPr bwMode="auto">
            <a:xfrm flipH="1">
              <a:off x="2115991" y="72439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8047580" name="TextBox 39"/>
            <p:cNvSpPr txBox="1"/>
            <p:nvPr/>
          </p:nvSpPr>
          <p:spPr bwMode="auto">
            <a:xfrm flipH="0" flipV="0">
              <a:off x="0" y="226719"/>
              <a:ext cx="4409519" cy="2795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6725242" name="TextBox 40"/>
            <p:cNvSpPr txBox="1"/>
            <p:nvPr/>
          </p:nvSpPr>
          <p:spPr bwMode="auto">
            <a:xfrm>
              <a:off x="349196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0485207" name="TextBox 41"/>
            <p:cNvSpPr txBox="1"/>
            <p:nvPr/>
          </p:nvSpPr>
          <p:spPr bwMode="auto">
            <a:xfrm>
              <a:off x="2538275" y="667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5985874" name="AutoShape 48"/>
            <p:cNvSpPr/>
            <p:nvPr/>
          </p:nvSpPr>
          <p:spPr bwMode="auto">
            <a:xfrm>
              <a:off x="2822467" y="3644183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4381794" name="TextBox 55"/>
            <p:cNvSpPr txBox="1"/>
            <p:nvPr/>
          </p:nvSpPr>
          <p:spPr bwMode="auto">
            <a:xfrm>
              <a:off x="950085" y="3295339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824839916" name="TextBox 56"/>
            <p:cNvSpPr txBox="1"/>
            <p:nvPr/>
          </p:nvSpPr>
          <p:spPr bwMode="auto">
            <a:xfrm>
              <a:off x="1055675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8094777" name="TextBox 57"/>
            <p:cNvSpPr txBox="1"/>
            <p:nvPr/>
          </p:nvSpPr>
          <p:spPr bwMode="auto">
            <a:xfrm>
              <a:off x="3244753" y="3587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50641145" name="Rectangle: Rounded Corners 12"/>
            <p:cNvSpPr/>
            <p:nvPr/>
          </p:nvSpPr>
          <p:spPr bwMode="auto">
            <a:xfrm>
              <a:off x="0" y="0"/>
              <a:ext cx="4408080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46372002" name="Rectangle: Rounded Corners 12"/>
            <p:cNvSpPr/>
            <p:nvPr/>
          </p:nvSpPr>
          <p:spPr bwMode="auto">
            <a:xfrm>
              <a:off x="723028" y="3079161"/>
              <a:ext cx="4253022" cy="2966490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959381561" name=""/>
            <p:cNvSpPr txBox="1"/>
            <p:nvPr/>
          </p:nvSpPr>
          <p:spPr bwMode="auto">
            <a:xfrm rot="0" flipH="0" flipV="0">
              <a:off x="2425629" y="1096248"/>
              <a:ext cx="154993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2685800" name=""/>
            <p:cNvSpPr txBox="1"/>
            <p:nvPr/>
          </p:nvSpPr>
          <p:spPr bwMode="auto">
            <a:xfrm rot="0" flipH="0" flipV="0">
              <a:off x="2429200" y="1620717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75528806" name=""/>
            <p:cNvSpPr txBox="1"/>
            <p:nvPr/>
          </p:nvSpPr>
          <p:spPr bwMode="auto">
            <a:xfrm rot="0" flipH="0" flipV="0">
              <a:off x="349195" y="1125972"/>
              <a:ext cx="155137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15125700" name=""/>
            <p:cNvSpPr txBox="1"/>
            <p:nvPr/>
          </p:nvSpPr>
          <p:spPr bwMode="auto">
            <a:xfrm rot="0" flipH="0" flipV="0">
              <a:off x="3091186" y="4003662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5033581" name=""/>
            <p:cNvSpPr txBox="1"/>
            <p:nvPr/>
          </p:nvSpPr>
          <p:spPr bwMode="auto">
            <a:xfrm rot="0" flipH="0" flipV="0">
              <a:off x="3094758" y="4528132"/>
              <a:ext cx="155209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71596745" name=""/>
            <p:cNvSpPr txBox="1"/>
            <p:nvPr/>
          </p:nvSpPr>
          <p:spPr bwMode="auto">
            <a:xfrm rot="0" flipH="0" flipV="0">
              <a:off x="3098329" y="5052601"/>
              <a:ext cx="155245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13694761" name=""/>
            <p:cNvSpPr txBox="1"/>
            <p:nvPr/>
          </p:nvSpPr>
          <p:spPr bwMode="auto">
            <a:xfrm rot="0" flipH="0" flipV="0">
              <a:off x="943893" y="4014376"/>
              <a:ext cx="155317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525889987" name=""/>
          <p:cNvGrpSpPr/>
          <p:nvPr/>
        </p:nvGrpSpPr>
        <p:grpSpPr bwMode="auto">
          <a:xfrm>
            <a:off x="6730444" y="315587"/>
            <a:ext cx="4408078" cy="3230707"/>
            <a:chOff x="0" y="0"/>
            <a:chExt cx="4408078" cy="3230707"/>
          </a:xfrm>
        </p:grpSpPr>
        <p:sp>
          <p:nvSpPr>
            <p:cNvPr id="557642523" name="AutoShape 67"/>
            <p:cNvSpPr/>
            <p:nvPr/>
          </p:nvSpPr>
          <p:spPr bwMode="auto">
            <a:xfrm>
              <a:off x="2215373" y="573784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8647591" name="TextBox 74"/>
            <p:cNvSpPr txBox="1"/>
            <p:nvPr/>
          </p:nvSpPr>
          <p:spPr bwMode="auto">
            <a:xfrm>
              <a:off x="342988" y="224940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5879630" name="TextBox 75"/>
            <p:cNvSpPr txBox="1"/>
            <p:nvPr/>
          </p:nvSpPr>
          <p:spPr bwMode="auto">
            <a:xfrm>
              <a:off x="448579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75558487" name="TextBox 76"/>
            <p:cNvSpPr txBox="1"/>
            <p:nvPr/>
          </p:nvSpPr>
          <p:spPr bwMode="auto">
            <a:xfrm>
              <a:off x="2637657" y="517183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861531782" name="AutoShape 79"/>
            <p:cNvSpPr/>
            <p:nvPr/>
          </p:nvSpPr>
          <p:spPr bwMode="auto">
            <a:xfrm flipH="1">
              <a:off x="3076528" y="1957592"/>
              <a:ext cx="199334" cy="127311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0134764" name="Rectangle: Rounded Corners 12"/>
            <p:cNvSpPr/>
            <p:nvPr/>
          </p:nvSpPr>
          <p:spPr bwMode="auto">
            <a:xfrm>
              <a:off x="0" y="0"/>
              <a:ext cx="4408079" cy="247762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16012412" name=""/>
            <p:cNvSpPr txBox="1"/>
            <p:nvPr/>
          </p:nvSpPr>
          <p:spPr bwMode="auto">
            <a:xfrm rot="0" flipH="0" flipV="0">
              <a:off x="363896" y="959149"/>
              <a:ext cx="1550655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4308114" name=""/>
            <p:cNvSpPr txBox="1"/>
            <p:nvPr/>
          </p:nvSpPr>
          <p:spPr bwMode="auto">
            <a:xfrm rot="0" flipH="0" flipV="0">
              <a:off x="2535455" y="1461822"/>
              <a:ext cx="1551014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04363623" name=""/>
            <p:cNvSpPr txBox="1"/>
            <p:nvPr/>
          </p:nvSpPr>
          <p:spPr bwMode="auto">
            <a:xfrm rot="0" flipH="0" flipV="0">
              <a:off x="2539026" y="944495"/>
              <a:ext cx="1551733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00624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51905373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नाकामोतो, सातोशी (2008)।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बिटकॉइन: एक पीयर-टू-पीयर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इलेक्ट्रॉनिक कैश सिस्टम,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खंड 10: गोपनीयता।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उपलब्ध: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45461100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12127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889392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22913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702261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687574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सभी लेन-देन के लिए एक ही प्रेषक?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885996380" name=""/>
          <p:cNvGrpSpPr/>
          <p:nvPr/>
        </p:nvGrpSpPr>
        <p:grpSpPr bwMode="auto">
          <a:xfrm>
            <a:off x="664377" y="626806"/>
            <a:ext cx="4857712" cy="5855829"/>
            <a:chOff x="0" y="0"/>
            <a:chExt cx="4857712" cy="5855829"/>
          </a:xfrm>
        </p:grpSpPr>
        <p:sp>
          <p:nvSpPr>
            <p:cNvPr id="2009815205" name="Freeform 30"/>
            <p:cNvSpPr/>
            <p:nvPr/>
          </p:nvSpPr>
          <p:spPr bwMode="auto">
            <a:xfrm rot="0" flipH="0" flipV="0">
              <a:off x="325531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767893" name="TextBox 31"/>
            <p:cNvSpPr txBox="1"/>
            <p:nvPr/>
          </p:nvSpPr>
          <p:spPr bwMode="auto">
            <a:xfrm rot="0" flipH="0" flipV="0">
              <a:off x="325531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65683822" name="AutoShape 32"/>
            <p:cNvSpPr/>
            <p:nvPr/>
          </p:nvSpPr>
          <p:spPr bwMode="auto">
            <a:xfrm flipH="1">
              <a:off x="2117305" y="606388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773782" name="Freeform 34"/>
            <p:cNvSpPr/>
            <p:nvPr/>
          </p:nvSpPr>
          <p:spPr bwMode="auto">
            <a:xfrm rot="0" flipH="0" flipV="0">
              <a:off x="2514610" y="97207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1318600" name="TextBox 35"/>
            <p:cNvSpPr txBox="1"/>
            <p:nvPr/>
          </p:nvSpPr>
          <p:spPr bwMode="auto">
            <a:xfrm rot="0" flipH="0" flipV="0">
              <a:off x="2514610" y="91378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883371969" name="Freeform 37"/>
            <p:cNvSpPr/>
            <p:nvPr/>
          </p:nvSpPr>
          <p:spPr bwMode="auto">
            <a:xfrm rot="0" flipH="0" flipV="0">
              <a:off x="2514610" y="15559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992608" name="TextBox 38"/>
            <p:cNvSpPr txBox="1"/>
            <p:nvPr/>
          </p:nvSpPr>
          <p:spPr bwMode="auto">
            <a:xfrm rot="0" flipH="0" flipV="0">
              <a:off x="2514610" y="149769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435538102" name="TextBox 39"/>
            <p:cNvSpPr txBox="1"/>
            <p:nvPr/>
          </p:nvSpPr>
          <p:spPr bwMode="auto">
            <a:xfrm>
              <a:off x="244919" y="25754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091453382" name="TextBox 40"/>
            <p:cNvSpPr txBox="1"/>
            <p:nvPr/>
          </p:nvSpPr>
          <p:spPr bwMode="auto">
            <a:xfrm>
              <a:off x="350510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874264407" name="TextBox 41"/>
            <p:cNvSpPr txBox="1"/>
            <p:nvPr/>
          </p:nvSpPr>
          <p:spPr bwMode="auto">
            <a:xfrm>
              <a:off x="2539588" y="54978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839864436" name="Freeform 46"/>
            <p:cNvSpPr/>
            <p:nvPr/>
          </p:nvSpPr>
          <p:spPr bwMode="auto">
            <a:xfrm rot="0" flipH="0" flipV="0">
              <a:off x="1032009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3206450" name="TextBox 47"/>
            <p:cNvSpPr txBox="1"/>
            <p:nvPr/>
          </p:nvSpPr>
          <p:spPr bwMode="auto">
            <a:xfrm rot="0" flipH="0" flipV="0">
              <a:off x="1032009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488043123" name="AutoShape 48"/>
            <p:cNvSpPr/>
            <p:nvPr/>
          </p:nvSpPr>
          <p:spPr bwMode="auto">
            <a:xfrm>
              <a:off x="2823781" y="3526180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551693" name="Freeform 50"/>
            <p:cNvSpPr/>
            <p:nvPr/>
          </p:nvSpPr>
          <p:spPr bwMode="auto">
            <a:xfrm rot="0" flipH="0" flipV="0">
              <a:off x="3221085" y="3891870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9530085" name="TextBox 51"/>
            <p:cNvSpPr txBox="1"/>
            <p:nvPr/>
          </p:nvSpPr>
          <p:spPr bwMode="auto">
            <a:xfrm rot="0" flipH="0" flipV="0">
              <a:off x="3221085" y="383357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11943784" name="Freeform 53"/>
            <p:cNvSpPr/>
            <p:nvPr/>
          </p:nvSpPr>
          <p:spPr bwMode="auto">
            <a:xfrm rot="0" flipH="0" flipV="0">
              <a:off x="3221085" y="4475784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6434630" name="TextBox 54"/>
            <p:cNvSpPr txBox="1"/>
            <p:nvPr/>
          </p:nvSpPr>
          <p:spPr bwMode="auto">
            <a:xfrm rot="0" flipH="0" flipV="0">
              <a:off x="3221085" y="4417486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5312367" name="TextBox 55"/>
            <p:cNvSpPr txBox="1"/>
            <p:nvPr/>
          </p:nvSpPr>
          <p:spPr bwMode="auto">
            <a:xfrm>
              <a:off x="951397" y="317733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1892614056" name="TextBox 56"/>
            <p:cNvSpPr txBox="1"/>
            <p:nvPr/>
          </p:nvSpPr>
          <p:spPr bwMode="auto">
            <a:xfrm>
              <a:off x="1056988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529141483" name="TextBox 57"/>
            <p:cNvSpPr txBox="1"/>
            <p:nvPr/>
          </p:nvSpPr>
          <p:spPr bwMode="auto">
            <a:xfrm>
              <a:off x="3246067" y="346958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226431307" name="Freeform 59"/>
            <p:cNvSpPr/>
            <p:nvPr/>
          </p:nvSpPr>
          <p:spPr bwMode="auto">
            <a:xfrm rot="0" flipH="0" flipV="0">
              <a:off x="3221085" y="506238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486488" name="TextBox 60"/>
            <p:cNvSpPr txBox="1"/>
            <p:nvPr/>
          </p:nvSpPr>
          <p:spPr bwMode="auto">
            <a:xfrm rot="0" flipH="0" flipV="0">
              <a:off x="3221085" y="500409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10363960" name="AutoShape 82"/>
            <p:cNvSpPr/>
            <p:nvPr/>
          </p:nvSpPr>
          <p:spPr bwMode="auto">
            <a:xfrm>
              <a:off x="1022708" y="1406283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2151523" name="TextBox 83"/>
            <p:cNvSpPr txBox="1"/>
            <p:nvPr/>
          </p:nvSpPr>
          <p:spPr bwMode="auto">
            <a:xfrm>
              <a:off x="224003" y="1579247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58228992" name="AutoShape 86"/>
            <p:cNvSpPr/>
            <p:nvPr/>
          </p:nvSpPr>
          <p:spPr bwMode="auto">
            <a:xfrm flipH="1">
              <a:off x="1729186" y="432516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9515347" name="TextBox 87"/>
            <p:cNvSpPr txBox="1"/>
            <p:nvPr/>
          </p:nvSpPr>
          <p:spPr bwMode="auto">
            <a:xfrm>
              <a:off x="930481" y="4498134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5473240" name="Rectangle: Rounded Corners 12"/>
            <p:cNvSpPr/>
            <p:nvPr/>
          </p:nvSpPr>
          <p:spPr bwMode="auto">
            <a:xfrm>
              <a:off x="0" y="0"/>
              <a:ext cx="4208718" cy="260441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769833900" name="Rectangle: Rounded Corners 12"/>
            <p:cNvSpPr/>
            <p:nvPr/>
          </p:nvSpPr>
          <p:spPr bwMode="auto">
            <a:xfrm>
              <a:off x="819592" y="3032050"/>
              <a:ext cx="4038120" cy="282377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656126075" name=""/>
          <p:cNvGrpSpPr/>
          <p:nvPr/>
        </p:nvGrpSpPr>
        <p:grpSpPr bwMode="auto">
          <a:xfrm>
            <a:off x="6797590" y="336182"/>
            <a:ext cx="4208716" cy="3280604"/>
            <a:chOff x="0" y="0"/>
            <a:chExt cx="4208716" cy="3280604"/>
          </a:xfrm>
        </p:grpSpPr>
        <p:sp>
          <p:nvSpPr>
            <p:cNvPr id="1373378584" name="Freeform 65"/>
            <p:cNvSpPr/>
            <p:nvPr/>
          </p:nvSpPr>
          <p:spPr bwMode="auto">
            <a:xfrm rot="0" flipH="0" flipV="0">
              <a:off x="335619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0647795" name="TextBox 66"/>
            <p:cNvSpPr txBox="1"/>
            <p:nvPr/>
          </p:nvSpPr>
          <p:spPr bwMode="auto">
            <a:xfrm rot="0" flipH="0" flipV="0">
              <a:off x="335619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37329217" name="AutoShape 67"/>
            <p:cNvSpPr/>
            <p:nvPr/>
          </p:nvSpPr>
          <p:spPr bwMode="auto">
            <a:xfrm>
              <a:off x="2127391" y="594860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563795" name="Freeform 69"/>
            <p:cNvSpPr/>
            <p:nvPr/>
          </p:nvSpPr>
          <p:spPr bwMode="auto">
            <a:xfrm rot="0" flipH="0" flipV="0">
              <a:off x="2524695" y="960552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2832747" name="TextBox 70"/>
            <p:cNvSpPr txBox="1"/>
            <p:nvPr/>
          </p:nvSpPr>
          <p:spPr bwMode="auto">
            <a:xfrm rot="0" flipH="0" flipV="0">
              <a:off x="2524695" y="902254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764939123" name="Freeform 72"/>
            <p:cNvSpPr/>
            <p:nvPr/>
          </p:nvSpPr>
          <p:spPr bwMode="auto">
            <a:xfrm rot="0" flipH="0" flipV="0">
              <a:off x="2524695" y="154446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8915464" name="TextBox 73"/>
            <p:cNvSpPr txBox="1"/>
            <p:nvPr/>
          </p:nvSpPr>
          <p:spPr bwMode="auto">
            <a:xfrm rot="0" flipH="0" flipV="0">
              <a:off x="2524695" y="148616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895011526" name="TextBox 74"/>
            <p:cNvSpPr txBox="1"/>
            <p:nvPr/>
          </p:nvSpPr>
          <p:spPr bwMode="auto">
            <a:xfrm>
              <a:off x="255006" y="24601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33485352" name="TextBox 75"/>
            <p:cNvSpPr txBox="1"/>
            <p:nvPr/>
          </p:nvSpPr>
          <p:spPr bwMode="auto">
            <a:xfrm>
              <a:off x="360597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662808809" name="TextBox 76"/>
            <p:cNvSpPr txBox="1"/>
            <p:nvPr/>
          </p:nvSpPr>
          <p:spPr bwMode="auto">
            <a:xfrm>
              <a:off x="2549675" y="538258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1583397168" name="AutoShape 79"/>
            <p:cNvSpPr/>
            <p:nvPr/>
          </p:nvSpPr>
          <p:spPr bwMode="auto">
            <a:xfrm>
              <a:off x="2360147" y="2335476"/>
              <a:ext cx="234910" cy="94512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0344576" name="AutoShape 84"/>
            <p:cNvSpPr/>
            <p:nvPr/>
          </p:nvSpPr>
          <p:spPr bwMode="auto">
            <a:xfrm flipH="1">
              <a:off x="1032796" y="1395009"/>
              <a:ext cx="0" cy="220587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ysDot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5176625" name="TextBox 85"/>
            <p:cNvSpPr txBox="1"/>
            <p:nvPr/>
          </p:nvSpPr>
          <p:spPr bwMode="auto">
            <a:xfrm>
              <a:off x="234089" y="1567973"/>
              <a:ext cx="1598850" cy="5589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“sequence”: 0x00000834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617986" name="Rectangle: Rounded Corners 12"/>
            <p:cNvSpPr/>
            <p:nvPr/>
          </p:nvSpPr>
          <p:spPr bwMode="auto">
            <a:xfrm>
              <a:off x="0" y="0"/>
              <a:ext cx="4208717" cy="260441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9166672" name=""/>
          <p:cNvGrpSpPr/>
          <p:nvPr/>
        </p:nvGrpSpPr>
        <p:grpSpPr bwMode="auto">
          <a:xfrm>
            <a:off x="565929" y="658648"/>
            <a:ext cx="10572166" cy="5651955"/>
            <a:chOff x="0" y="0"/>
            <a:chExt cx="10572166" cy="5651955"/>
          </a:xfrm>
        </p:grpSpPr>
        <p:sp>
          <p:nvSpPr>
            <p:cNvPr id="1216726200" name="TextBox 32"/>
            <p:cNvSpPr txBox="1"/>
            <p:nvPr/>
          </p:nvSpPr>
          <p:spPr bwMode="auto">
            <a:xfrm flipH="0" flipV="0">
              <a:off x="3903948" y="343968"/>
              <a:ext cx="6668218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947707609" name="TextBox 33"/>
            <p:cNvSpPr txBox="1"/>
            <p:nvPr/>
          </p:nvSpPr>
          <p:spPr bwMode="auto">
            <a:xfrm>
              <a:off x="4356747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687589927" name="AutoShape 34"/>
            <p:cNvSpPr/>
            <p:nvPr/>
          </p:nvSpPr>
          <p:spPr bwMode="auto">
            <a:xfrm>
              <a:off x="7279380" y="1122637"/>
              <a:ext cx="0" cy="43409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5601102" name="TextBox 38"/>
            <p:cNvSpPr txBox="1"/>
            <p:nvPr/>
          </p:nvSpPr>
          <p:spPr bwMode="auto">
            <a:xfrm>
              <a:off x="7977924" y="105064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92260850" name="Freeform 48"/>
            <p:cNvSpPr/>
            <p:nvPr/>
          </p:nvSpPr>
          <p:spPr bwMode="auto">
            <a:xfrm>
              <a:off x="2560591" y="1243787"/>
              <a:ext cx="931060" cy="4138050"/>
            </a:xfrm>
            <a:custGeom>
              <a:avLst/>
              <a:gdLst/>
              <a:ahLst/>
              <a:cxnLst/>
              <a:rect l="l" t="t" r="r" b="b"/>
              <a:pathLst>
                <a:path w="931062" h="4138052" fill="norm" stroke="1" extrusionOk="0">
                  <a:moveTo>
                    <a:pt x="0" y="0"/>
                  </a:moveTo>
                  <a:lnTo>
                    <a:pt x="931062" y="0"/>
                  </a:lnTo>
                  <a:lnTo>
                    <a:pt x="931062" y="4138053"/>
                  </a:lnTo>
                  <a:lnTo>
                    <a:pt x="0" y="413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403491" name="TextBox 49"/>
            <p:cNvSpPr txBox="1"/>
            <p:nvPr/>
          </p:nvSpPr>
          <p:spPr bwMode="auto">
            <a:xfrm>
              <a:off x="0" y="2614140"/>
              <a:ext cx="2430837" cy="14633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defRPr/>
              </a:pPr>
              <a:r>
                <a:rPr lang="en-US" sz="2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Common Input Ownership Heuristic</a:t>
              </a:r>
              <a:endParaRPr lang="en-US" sz="2600" b="1" i="1" u="none" strike="noStrike" cap="none" spc="0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ct val="100000"/>
                </a:lnSpc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3606690" name="Rectangle: Rounded Corners 12"/>
            <p:cNvSpPr/>
            <p:nvPr/>
          </p:nvSpPr>
          <p:spPr bwMode="auto">
            <a:xfrm>
              <a:off x="3903948" y="0"/>
              <a:ext cx="6667499" cy="565195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404244252" name=""/>
            <p:cNvGrpSpPr/>
            <p:nvPr/>
          </p:nvGrpSpPr>
          <p:grpSpPr bwMode="auto">
            <a:xfrm>
              <a:off x="4283245" y="1681581"/>
              <a:ext cx="5915720" cy="3729737"/>
              <a:chOff x="0" y="0"/>
              <a:chExt cx="5915720" cy="3729737"/>
            </a:xfrm>
          </p:grpSpPr>
          <p:sp>
            <p:nvSpPr>
              <p:cNvPr id="629231680" name="Rectangle 1100602255"/>
              <p:cNvSpPr txBox="1"/>
              <p:nvPr/>
            </p:nvSpPr>
            <p:spPr bwMode="auto">
              <a:xfrm rot="0" flipH="0" flipV="0">
                <a:off x="0" y="0"/>
                <a:ext cx="23266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266107183" name="Rectangle 1100602255"/>
              <p:cNvSpPr txBox="1"/>
              <p:nvPr/>
            </p:nvSpPr>
            <p:spPr bwMode="auto">
              <a:xfrm rot="0" flipH="0" flipV="0">
                <a:off x="3571" y="970954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27229816" name="Rectangle 1100602255"/>
              <p:cNvSpPr txBox="1"/>
              <p:nvPr/>
            </p:nvSpPr>
            <p:spPr bwMode="auto">
              <a:xfrm rot="0" flipH="0" flipV="0">
                <a:off x="7142" y="1941908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4007692" name="Rectangle 1100602255"/>
              <p:cNvSpPr txBox="1"/>
              <p:nvPr/>
            </p:nvSpPr>
            <p:spPr bwMode="auto">
              <a:xfrm rot="0" flipH="0" flipV="0">
                <a:off x="10713" y="2912862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985039765" name="Rectangle 1100602255"/>
              <p:cNvSpPr txBox="1"/>
              <p:nvPr/>
            </p:nvSpPr>
            <p:spPr bwMode="auto">
              <a:xfrm rot="0" flipH="0" flipV="0">
                <a:off x="3586160" y="14285"/>
                <a:ext cx="23295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706786" name=""/>
          <p:cNvGrpSpPr/>
          <p:nvPr/>
        </p:nvGrpSpPr>
        <p:grpSpPr bwMode="auto">
          <a:xfrm>
            <a:off x="915984" y="139482"/>
            <a:ext cx="10041120" cy="6609783"/>
            <a:chOff x="0" y="0"/>
            <a:chExt cx="10041120" cy="6609783"/>
          </a:xfrm>
        </p:grpSpPr>
        <p:sp>
          <p:nvSpPr>
            <p:cNvPr id="107392216" name="Freeform 60"/>
            <p:cNvSpPr/>
            <p:nvPr/>
          </p:nvSpPr>
          <p:spPr bwMode="auto">
            <a:xfrm>
              <a:off x="1846584" y="1503127"/>
              <a:ext cx="1049656" cy="4665146"/>
            </a:xfrm>
            <a:custGeom>
              <a:avLst/>
              <a:gdLst/>
              <a:ahLst/>
              <a:cxnLst/>
              <a:rect l="l" t="t" r="r" b="b"/>
              <a:pathLst>
                <a:path w="1049658" h="4665148" fill="norm" stroke="1" extrusionOk="0">
                  <a:moveTo>
                    <a:pt x="0" y="0"/>
                  </a:moveTo>
                  <a:lnTo>
                    <a:pt x="1049658" y="0"/>
                  </a:lnTo>
                  <a:lnTo>
                    <a:pt x="1049658" y="4665148"/>
                  </a:lnTo>
                  <a:lnTo>
                    <a:pt x="0" y="4665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509302" name="Freeform 61"/>
            <p:cNvSpPr/>
            <p:nvPr/>
          </p:nvSpPr>
          <p:spPr bwMode="auto">
            <a:xfrm>
              <a:off x="0" y="3528506"/>
              <a:ext cx="602867" cy="614387"/>
            </a:xfrm>
            <a:custGeom>
              <a:avLst/>
              <a:gdLst/>
              <a:ahLst/>
              <a:cxnLst/>
              <a:rect l="l" t="t" r="r" b="b"/>
              <a:pathLst>
                <a:path w="602869" h="614389" fill="norm" stroke="1" extrusionOk="0">
                  <a:moveTo>
                    <a:pt x="0" y="0"/>
                  </a:moveTo>
                  <a:lnTo>
                    <a:pt x="602869" y="0"/>
                  </a:lnTo>
                  <a:lnTo>
                    <a:pt x="602869" y="614390"/>
                  </a:lnTo>
                  <a:lnTo>
                    <a:pt x="0" y="614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4394610" name="TextBox 62"/>
            <p:cNvSpPr txBox="1"/>
            <p:nvPr/>
          </p:nvSpPr>
          <p:spPr bwMode="auto">
            <a:xfrm flipH="0" flipV="0">
              <a:off x="3283579" y="384395"/>
              <a:ext cx="6757541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0503271" name="TextBox 63"/>
            <p:cNvSpPr txBox="1"/>
            <p:nvPr/>
          </p:nvSpPr>
          <p:spPr bwMode="auto">
            <a:xfrm>
              <a:off x="3882852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812891" name="TextBox 64"/>
            <p:cNvSpPr txBox="1"/>
            <p:nvPr/>
          </p:nvSpPr>
          <p:spPr bwMode="auto">
            <a:xfrm>
              <a:off x="7280787" y="1239895"/>
              <a:ext cx="2224982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79538263" name="TextBox 65"/>
            <p:cNvSpPr txBox="1"/>
            <p:nvPr/>
          </p:nvSpPr>
          <p:spPr bwMode="auto">
            <a:xfrm>
              <a:off x="764793" y="3582972"/>
              <a:ext cx="92094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1403786288" name="Rectangle: Rounded Corners 12"/>
            <p:cNvSpPr/>
            <p:nvPr/>
          </p:nvSpPr>
          <p:spPr bwMode="auto">
            <a:xfrm>
              <a:off x="3283580" y="0"/>
              <a:ext cx="6756102" cy="660978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45524528" name=""/>
            <p:cNvGrpSpPr/>
            <p:nvPr/>
          </p:nvGrpSpPr>
          <p:grpSpPr bwMode="auto">
            <a:xfrm>
              <a:off x="3808452" y="1948170"/>
              <a:ext cx="5771542" cy="4428561"/>
              <a:chOff x="0" y="0"/>
              <a:chExt cx="5771542" cy="4428561"/>
            </a:xfrm>
          </p:grpSpPr>
          <p:sp>
            <p:nvSpPr>
              <p:cNvPr id="1243198938" name="AutoShape 32"/>
              <p:cNvSpPr/>
              <p:nvPr/>
            </p:nvSpPr>
            <p:spPr bwMode="auto">
              <a:xfrm flipH="0" flipV="0">
                <a:off x="2848203" y="54822"/>
                <a:ext cx="0" cy="4293389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091736964" name="Rectangle 1100602255"/>
              <p:cNvSpPr txBox="1"/>
              <p:nvPr/>
            </p:nvSpPr>
            <p:spPr bwMode="auto">
              <a:xfrm rot="0" flipH="0" flipV="0">
                <a:off x="0" y="0"/>
                <a:ext cx="232740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083519365" name="Rectangle 1100602255"/>
              <p:cNvSpPr txBox="1"/>
              <p:nvPr/>
            </p:nvSpPr>
            <p:spPr bwMode="auto">
              <a:xfrm rot="0" flipH="0" flipV="0">
                <a:off x="3571" y="896539"/>
                <a:ext cx="232812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828828254" name="Rectangle 1100602255"/>
              <p:cNvSpPr txBox="1"/>
              <p:nvPr/>
            </p:nvSpPr>
            <p:spPr bwMode="auto">
              <a:xfrm rot="0" flipH="0" flipV="0">
                <a:off x="7142" y="1793079"/>
                <a:ext cx="232884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02749907" name="Rectangle 1100602255"/>
              <p:cNvSpPr txBox="1"/>
              <p:nvPr/>
            </p:nvSpPr>
            <p:spPr bwMode="auto">
              <a:xfrm rot="0" flipH="0" flipV="0">
                <a:off x="10713" y="2715147"/>
                <a:ext cx="232956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102 000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83728921" name="Rectangle 1100602255"/>
              <p:cNvSpPr txBox="1"/>
              <p:nvPr/>
            </p:nvSpPr>
            <p:spPr bwMode="auto">
              <a:xfrm rot="0" flipH="0" flipV="0">
                <a:off x="14284" y="3611686"/>
                <a:ext cx="2330280" cy="816875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54223354" name="Rectangle 1100602255"/>
              <p:cNvSpPr txBox="1"/>
              <p:nvPr/>
            </p:nvSpPr>
            <p:spPr bwMode="auto">
              <a:xfrm rot="0" flipH="0" flipV="0">
                <a:off x="3437331" y="2689861"/>
                <a:ext cx="233028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40925399" name="Rectangle 1100602255"/>
              <p:cNvSpPr txBox="1"/>
              <p:nvPr/>
            </p:nvSpPr>
            <p:spPr bwMode="auto">
              <a:xfrm rot="0" flipH="0" flipV="0">
                <a:off x="3440902" y="3586401"/>
                <a:ext cx="23306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310990157" name="Rectangle 1100602255"/>
              <p:cNvSpPr txBox="1"/>
              <p:nvPr/>
            </p:nvSpPr>
            <p:spPr bwMode="auto">
              <a:xfrm rot="0" flipH="0" flipV="0">
                <a:off x="3426617" y="21375"/>
                <a:ext cx="232776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11030365" name="Rectangle 1100602255"/>
              <p:cNvSpPr txBox="1"/>
              <p:nvPr/>
            </p:nvSpPr>
            <p:spPr bwMode="auto">
              <a:xfrm rot="0" flipH="0" flipV="0">
                <a:off x="3430189" y="896539"/>
                <a:ext cx="232884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2040782126" name="Rectangle 1100602255"/>
              <p:cNvSpPr txBox="1"/>
              <p:nvPr/>
            </p:nvSpPr>
            <p:spPr bwMode="auto">
              <a:xfrm rot="0" flipH="0" flipV="0">
                <a:off x="3433761" y="1793079"/>
                <a:ext cx="2329200" cy="816875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216000" rIns="91440" bIns="216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20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8284381" name=""/>
          <p:cNvGrpSpPr/>
          <p:nvPr/>
        </p:nvGrpSpPr>
        <p:grpSpPr bwMode="auto">
          <a:xfrm>
            <a:off x="484616" y="417627"/>
            <a:ext cx="11123151" cy="6275200"/>
            <a:chOff x="0" y="0"/>
            <a:chExt cx="11123151" cy="6275200"/>
          </a:xfrm>
        </p:grpSpPr>
        <p:sp>
          <p:nvSpPr>
            <p:cNvPr id="491878585" name="AutoShape 32"/>
            <p:cNvSpPr/>
            <p:nvPr/>
          </p:nvSpPr>
          <p:spPr bwMode="auto">
            <a:xfrm>
              <a:off x="8855312" y="957804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29131" name="Freeform 60"/>
            <p:cNvSpPr/>
            <p:nvPr/>
          </p:nvSpPr>
          <p:spPr bwMode="auto">
            <a:xfrm>
              <a:off x="6553800" y="4735344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127955" name="AutoShape 61"/>
            <p:cNvSpPr/>
            <p:nvPr/>
          </p:nvSpPr>
          <p:spPr bwMode="auto">
            <a:xfrm>
              <a:off x="5282406" y="2712889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19697" name="AutoShape 62"/>
            <p:cNvSpPr/>
            <p:nvPr/>
          </p:nvSpPr>
          <p:spPr bwMode="auto">
            <a:xfrm>
              <a:off x="2375692" y="2159565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2634170" name="AutoShape 63"/>
            <p:cNvSpPr/>
            <p:nvPr/>
          </p:nvSpPr>
          <p:spPr bwMode="auto">
            <a:xfrm>
              <a:off x="4052934" y="1023273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2191622" name="AutoShape 64"/>
            <p:cNvSpPr/>
            <p:nvPr/>
          </p:nvSpPr>
          <p:spPr bwMode="auto">
            <a:xfrm flipV="1">
              <a:off x="3687751" y="3497609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199411" name="TextBox 65"/>
            <p:cNvSpPr txBox="1"/>
            <p:nvPr/>
          </p:nvSpPr>
          <p:spPr bwMode="auto">
            <a:xfrm flipH="0" flipV="0">
              <a:off x="6553800" y="303647"/>
              <a:ext cx="4569352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600"/>
            </a:p>
          </p:txBody>
        </p:sp>
        <p:sp>
          <p:nvSpPr>
            <p:cNvPr id="235478865" name="TextBox 66"/>
            <p:cNvSpPr txBox="1"/>
            <p:nvPr/>
          </p:nvSpPr>
          <p:spPr bwMode="auto">
            <a:xfrm flipH="0" flipV="0">
              <a:off x="6987732" y="910216"/>
              <a:ext cx="159241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2809746" name="TextBox 67"/>
            <p:cNvSpPr txBox="1"/>
            <p:nvPr/>
          </p:nvSpPr>
          <p:spPr bwMode="auto">
            <a:xfrm flipH="0" flipV="0">
              <a:off x="9187120" y="910216"/>
              <a:ext cx="1537808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070038" name="AutoShape 68"/>
            <p:cNvSpPr/>
            <p:nvPr/>
          </p:nvSpPr>
          <p:spPr bwMode="auto">
            <a:xfrm>
              <a:off x="5282406" y="4169651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187052" name="Rectangle: Rounded Corners 12"/>
            <p:cNvSpPr/>
            <p:nvPr/>
          </p:nvSpPr>
          <p:spPr bwMode="auto">
            <a:xfrm>
              <a:off x="6553798" y="74541"/>
              <a:ext cx="4568634" cy="40951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22324752" name=""/>
            <p:cNvGrpSpPr/>
            <p:nvPr/>
          </p:nvGrpSpPr>
          <p:grpSpPr bwMode="auto">
            <a:xfrm>
              <a:off x="7014826" y="1299847"/>
              <a:ext cx="3844566" cy="2301223"/>
              <a:chOff x="0" y="0"/>
              <a:chExt cx="3844566" cy="2301223"/>
            </a:xfrm>
          </p:grpSpPr>
          <p:sp>
            <p:nvSpPr>
              <p:cNvPr id="855765366" name=""/>
              <p:cNvSpPr txBox="1"/>
              <p:nvPr/>
            </p:nvSpPr>
            <p:spPr bwMode="auto">
              <a:xfrm rot="0" flipH="0" flipV="0">
                <a:off x="0" y="0"/>
                <a:ext cx="1669182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5335215" name=""/>
              <p:cNvSpPr txBox="1"/>
              <p:nvPr/>
            </p:nvSpPr>
            <p:spPr bwMode="auto">
              <a:xfrm rot="0" flipH="0" flipV="0">
                <a:off x="3570" y="524468"/>
                <a:ext cx="1669955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5512759" name=""/>
              <p:cNvSpPr txBox="1"/>
              <p:nvPr/>
            </p:nvSpPr>
            <p:spPr bwMode="auto">
              <a:xfrm rot="0" flipH="0" flipV="0">
                <a:off x="7140" y="1048938"/>
                <a:ext cx="167072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628828350" name=""/>
              <p:cNvSpPr txBox="1"/>
              <p:nvPr/>
            </p:nvSpPr>
            <p:spPr bwMode="auto">
              <a:xfrm rot="0" flipH="0" flipV="0">
                <a:off x="10711" y="1871065"/>
                <a:ext cx="1671501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62354328" name=""/>
              <p:cNvSpPr txBox="1"/>
              <p:nvPr/>
            </p:nvSpPr>
            <p:spPr bwMode="auto">
              <a:xfrm rot="0" flipH="0" flipV="0">
                <a:off x="2172291" y="14285"/>
                <a:ext cx="1672274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8 928 864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85209415" name=""/>
            <p:cNvGrpSpPr/>
            <p:nvPr/>
          </p:nvGrpSpPr>
          <p:grpSpPr bwMode="auto">
            <a:xfrm>
              <a:off x="0" y="0"/>
              <a:ext cx="6125169" cy="4944730"/>
              <a:chOff x="0" y="0"/>
              <a:chExt cx="6125169" cy="4944730"/>
            </a:xfrm>
          </p:grpSpPr>
          <p:sp>
            <p:nvSpPr>
              <p:cNvPr id="261187345" name="Freeform 46"/>
              <p:cNvSpPr/>
              <p:nvPr/>
            </p:nvSpPr>
            <p:spPr bwMode="auto">
              <a:xfrm rot="0" flipH="0" flipV="0">
                <a:off x="0" y="0"/>
                <a:ext cx="6125170" cy="4944731"/>
              </a:xfrm>
              <a:custGeom>
                <a:avLst/>
                <a:gdLst/>
                <a:ahLst/>
                <a:cxnLst/>
                <a:rect l="l" t="t" r="r" b="b"/>
                <a:pathLst>
                  <a:path w="2419822" h="1953475" fill="norm" stroke="1" extrusionOk="0">
                    <a:moveTo>
                      <a:pt x="1209911" y="0"/>
                    </a:moveTo>
                    <a:cubicBezTo>
                      <a:pt x="541696" y="0"/>
                      <a:pt x="0" y="437300"/>
                      <a:pt x="0" y="976737"/>
                    </a:cubicBezTo>
                    <a:cubicBezTo>
                      <a:pt x="0" y="1516175"/>
                      <a:pt x="541696" y="1953475"/>
                      <a:pt x="1209911" y="1953475"/>
                    </a:cubicBezTo>
                    <a:cubicBezTo>
                      <a:pt x="1878126" y="1953475"/>
                      <a:pt x="2419822" y="1516175"/>
                      <a:pt x="2419822" y="976737"/>
                    </a:cubicBezTo>
                    <a:cubicBezTo>
                      <a:pt x="2419822" y="437300"/>
                      <a:pt x="1878126" y="0"/>
                      <a:pt x="12099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sq">
                <a:solidFill>
                  <a:srgbClr val="FF5C00"/>
                </a:solidFill>
                <a:prstDash val="dash"/>
                <a:miter/>
              </a:ln>
            </p:spPr>
          </p:sp>
          <p:sp>
            <p:nvSpPr>
              <p:cNvPr id="649614819" name="TextBox 47"/>
              <p:cNvSpPr txBox="1"/>
              <p:nvPr/>
            </p:nvSpPr>
            <p:spPr bwMode="auto">
              <a:xfrm rot="0" flipH="0" flipV="0">
                <a:off x="574229" y="367122"/>
                <a:ext cx="4976699" cy="411403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065941108" name="Freeform 49"/>
              <p:cNvSpPr/>
              <p:nvPr/>
            </p:nvSpPr>
            <p:spPr bwMode="auto">
              <a:xfrm rot="0" flipH="0" flipV="0">
                <a:off x="2279602" y="632028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784911783" name="TextBox 50"/>
              <p:cNvSpPr txBox="1"/>
              <p:nvPr/>
            </p:nvSpPr>
            <p:spPr bwMode="auto">
              <a:xfrm rot="0" flipH="0" flipV="0">
                <a:off x="2279602" y="539589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80229428" name="Freeform 52"/>
              <p:cNvSpPr/>
              <p:nvPr/>
            </p:nvSpPr>
            <p:spPr bwMode="auto">
              <a:xfrm rot="0" flipH="0" flipV="0">
                <a:off x="602361" y="1896989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4328697" name="TextBox 53"/>
              <p:cNvSpPr txBox="1"/>
              <p:nvPr/>
            </p:nvSpPr>
            <p:spPr bwMode="auto">
              <a:xfrm rot="0" flipH="0" flipV="0">
                <a:off x="602361" y="180455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661759949" name="Freeform 55"/>
              <p:cNvSpPr/>
              <p:nvPr/>
            </p:nvSpPr>
            <p:spPr bwMode="auto">
              <a:xfrm rot="0" flipH="0" flipV="0">
                <a:off x="3509074" y="2420550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06167298" name="TextBox 56"/>
              <p:cNvSpPr txBox="1"/>
              <p:nvPr/>
            </p:nvSpPr>
            <p:spPr bwMode="auto">
              <a:xfrm rot="0" flipH="0" flipV="0">
                <a:off x="3509074" y="2328110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  <p:sp>
            <p:nvSpPr>
              <p:cNvPr id="1103541374" name="Freeform 58"/>
              <p:cNvSpPr/>
              <p:nvPr/>
            </p:nvSpPr>
            <p:spPr bwMode="auto">
              <a:xfrm rot="0" flipH="0" flipV="0">
                <a:off x="1914422" y="3654994"/>
                <a:ext cx="1773327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1096352" h="318183" fill="norm" stroke="1" extrusionOk="0">
                    <a:moveTo>
                      <a:pt x="17463" y="0"/>
                    </a:moveTo>
                    <a:lnTo>
                      <a:pt x="1078889" y="0"/>
                    </a:lnTo>
                    <a:cubicBezTo>
                      <a:pt x="1088534" y="0"/>
                      <a:pt x="1096352" y="7818"/>
                      <a:pt x="1096352" y="17463"/>
                    </a:cubicBezTo>
                    <a:lnTo>
                      <a:pt x="1096352" y="300720"/>
                    </a:lnTo>
                    <a:cubicBezTo>
                      <a:pt x="1096352" y="305352"/>
                      <a:pt x="1094512" y="309793"/>
                      <a:pt x="1091237" y="313068"/>
                    </a:cubicBezTo>
                    <a:cubicBezTo>
                      <a:pt x="1087962" y="316343"/>
                      <a:pt x="1083521" y="318183"/>
                      <a:pt x="1078889" y="318183"/>
                    </a:cubicBezTo>
                    <a:lnTo>
                      <a:pt x="17463" y="318183"/>
                    </a:lnTo>
                    <a:cubicBezTo>
                      <a:pt x="12832" y="318183"/>
                      <a:pt x="8390" y="316343"/>
                      <a:pt x="5115" y="313068"/>
                    </a:cubicBezTo>
                    <a:cubicBezTo>
                      <a:pt x="1840" y="309793"/>
                      <a:pt x="0" y="305352"/>
                      <a:pt x="0" y="300720"/>
                    </a:cubicBezTo>
                    <a:lnTo>
                      <a:pt x="0" y="17463"/>
                    </a:lnTo>
                    <a:cubicBezTo>
                      <a:pt x="0" y="12832"/>
                      <a:pt x="1840" y="8390"/>
                      <a:pt x="5115" y="5115"/>
                    </a:cubicBezTo>
                    <a:cubicBezTo>
                      <a:pt x="8390" y="1840"/>
                      <a:pt x="12832" y="0"/>
                      <a:pt x="1746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43228943" name="TextBox 59"/>
              <p:cNvSpPr txBox="1"/>
              <p:nvPr/>
            </p:nvSpPr>
            <p:spPr bwMode="auto">
              <a:xfrm rot="0" flipH="0" flipV="0">
                <a:off x="1914422" y="3562555"/>
                <a:ext cx="1773327" cy="60709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005591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07320206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नाकामोतो, सातोशी (2008)।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बिटकॉइन: एक पीयर-टू-पीयर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इलेक्ट्रॉनिक कैश सिस्टम,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खंड 10: गोपनीयता।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उपलब्ध: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722621469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74940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14778" y="91144"/>
            <a:ext cx="9623532" cy="667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74781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073027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99371130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970007124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212734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827681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71379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009720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230505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64275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463058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43257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880165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49593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6862951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बीसी1क्यू...एसीडी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518107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3511211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बीसी1क्यू...एस3यू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3880929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8358128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बीसी1क्यू...आरएलटी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640394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70068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125019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4"/>
            <a:srcRect l="0" t="2549" r="0" b="2549"/>
            <a:stretch/>
          </a:blipFill>
        </p:spPr>
        <p:txBody>
          <a:bodyPr/>
          <a:p/>
        </p:txBody>
      </p:sp>
      <p:sp>
        <p:nvSpPr>
          <p:cNvPr id="679035900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6192737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बीसी1क्यू...वाईजीआर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7402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284407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बीसी1क्यू...जेडआर9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181746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854611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661376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944226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96124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बीसी1क्यू...डब्ल्यूएक्सयू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8718949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30698309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बीसी1क्यू...एसजीक्यू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7484319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8576179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बीसी1क्यू...क्यूआरसी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4389908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43286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बीसी1क्यू...सीई0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754443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914286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839997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60628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8196327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बीसी1क्यू...डब्ल्यूएक्सई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7039829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8215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221405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बीसी1क्यू...6टीआर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7024625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961695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101806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948473507" name=""/>
          <p:cNvGrpSpPr/>
          <p:nvPr/>
        </p:nvGrpSpPr>
        <p:grpSpPr bwMode="auto">
          <a:xfrm>
            <a:off x="7088838" y="4651698"/>
            <a:ext cx="1625715" cy="1223087"/>
            <a:chOff x="0" y="0"/>
            <a:chExt cx="1625715" cy="1223087"/>
          </a:xfrm>
        </p:grpSpPr>
        <p:sp>
          <p:nvSpPr>
            <p:cNvPr id="700402326" name="Freeform 38"/>
            <p:cNvSpPr/>
            <p:nvPr/>
          </p:nvSpPr>
          <p:spPr bwMode="auto">
            <a:xfrm>
              <a:off x="254864" y="0"/>
              <a:ext cx="1114539" cy="1223088"/>
            </a:xfrm>
            <a:custGeom>
              <a:avLst/>
              <a:gdLst/>
              <a:ahLst/>
              <a:cxnLst/>
              <a:rect l="l" t="t" r="r" b="b"/>
              <a:pathLst>
                <a:path w="1114541" h="1223090" fill="norm" stroke="1" extrusionOk="0">
                  <a:moveTo>
                    <a:pt x="0" y="0"/>
                  </a:moveTo>
                  <a:lnTo>
                    <a:pt x="1114541" y="0"/>
                  </a:lnTo>
                  <a:lnTo>
                    <a:pt x="1114541" y="1223089"/>
                  </a:lnTo>
                  <a:lnTo>
                    <a:pt x="0" y="1223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266549" name="TextBox 54"/>
            <p:cNvSpPr txBox="1"/>
            <p:nvPr/>
          </p:nvSpPr>
          <p:spPr bwMode="auto">
            <a:xfrm>
              <a:off x="0" y="693500"/>
              <a:ext cx="1625715" cy="41412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57"/>
                </a:lnSpc>
                <a:defRPr/>
              </a:pPr>
              <a:r>
                <a:rPr lang="en-US" sz="2200" b="1" i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Loïc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3477741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634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2" y="1360256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075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2525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894294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लेन-देन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7179427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08015980" name=""/>
          <p:cNvGrpSpPr/>
          <p:nvPr/>
        </p:nvGrpSpPr>
        <p:grpSpPr bwMode="auto">
          <a:xfrm>
            <a:off x="3065979" y="1900276"/>
            <a:ext cx="6055725" cy="3412885"/>
            <a:chOff x="0" y="0"/>
            <a:chExt cx="6055725" cy="3412885"/>
          </a:xfrm>
        </p:grpSpPr>
        <p:sp>
          <p:nvSpPr>
            <p:cNvPr id="377423585" name="TextBox 33"/>
            <p:cNvSpPr txBox="1"/>
            <p:nvPr/>
          </p:nvSpPr>
          <p:spPr bwMode="auto">
            <a:xfrm flipH="0" flipV="0">
              <a:off x="0" y="0"/>
              <a:ext cx="2361552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4565941" name="AutoShape 34"/>
            <p:cNvSpPr/>
            <p:nvPr/>
          </p:nvSpPr>
          <p:spPr bwMode="auto">
            <a:xfrm flipH="0" flipV="0">
              <a:off x="2922634" y="71997"/>
              <a:ext cx="0" cy="334088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421248" name="TextBox 35"/>
            <p:cNvSpPr txBox="1"/>
            <p:nvPr/>
          </p:nvSpPr>
          <p:spPr bwMode="auto">
            <a:xfrm flipH="0" flipV="0">
              <a:off x="3569249" y="0"/>
              <a:ext cx="2329920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151567" name="Rectangle 1100602255"/>
            <p:cNvSpPr txBox="1"/>
            <p:nvPr/>
          </p:nvSpPr>
          <p:spPr bwMode="auto">
            <a:xfrm rot="0" flipH="0" flipV="0">
              <a:off x="32351" y="786260"/>
              <a:ext cx="23284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ScriptSig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1905177" name="Rectangle 1100602255"/>
            <p:cNvSpPr txBox="1"/>
            <p:nvPr/>
          </p:nvSpPr>
          <p:spPr bwMode="auto">
            <a:xfrm rot="0" flipH="0" flipV="0">
              <a:off x="3569249" y="801632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ScriptPubKey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17854884" name="Freeform 40"/>
            <p:cNvSpPr/>
            <p:nvPr/>
          </p:nvSpPr>
          <p:spPr bwMode="auto">
            <a:xfrm>
              <a:off x="2063155" y="484201"/>
              <a:ext cx="445806" cy="700676"/>
            </a:xfrm>
            <a:custGeom>
              <a:avLst/>
              <a:gdLst/>
              <a:ahLst/>
              <a:cxnLst/>
              <a:rect l="l" t="t" r="r" b="b"/>
              <a:pathLst>
                <a:path w="445807" h="700679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700679"/>
                  </a:lnTo>
                  <a:lnTo>
                    <a:pt x="0" y="700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8650678" name="Freeform 39"/>
            <p:cNvSpPr/>
            <p:nvPr/>
          </p:nvSpPr>
          <p:spPr bwMode="auto">
            <a:xfrm>
              <a:off x="5609919" y="550280"/>
              <a:ext cx="445806" cy="634599"/>
            </a:xfrm>
            <a:custGeom>
              <a:avLst/>
              <a:gdLst/>
              <a:ahLst/>
              <a:cxnLst/>
              <a:rect l="l" t="t" r="r" b="b"/>
              <a:pathLst>
                <a:path w="445807" h="634601" fill="norm" stroke="1" extrusionOk="0">
                  <a:moveTo>
                    <a:pt x="0" y="0"/>
                  </a:moveTo>
                  <a:lnTo>
                    <a:pt x="445807" y="0"/>
                  </a:lnTo>
                  <a:lnTo>
                    <a:pt x="445807" y="634601"/>
                  </a:lnTo>
                  <a:lnTo>
                    <a:pt x="0" y="634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06019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क्लासिक व्यय सार्वजनिक कुंजी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1318762257" name=""/>
          <p:cNvGrpSpPr/>
          <p:nvPr/>
        </p:nvGrpSpPr>
        <p:grpSpPr bwMode="auto">
          <a:xfrm>
            <a:off x="4333218" y="2377753"/>
            <a:ext cx="7254777" cy="3911154"/>
            <a:chOff x="0" y="0"/>
            <a:chExt cx="7254777" cy="3911154"/>
          </a:xfrm>
        </p:grpSpPr>
        <p:sp>
          <p:nvSpPr>
            <p:cNvPr id="769108029" name="AutoShape 29"/>
            <p:cNvSpPr/>
            <p:nvPr/>
          </p:nvSpPr>
          <p:spPr bwMode="auto">
            <a:xfrm flipV="1">
              <a:off x="776945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62434063" name="AutoShape 39"/>
            <p:cNvSpPr/>
            <p:nvPr/>
          </p:nvSpPr>
          <p:spPr bwMode="auto">
            <a:xfrm flipV="1">
              <a:off x="2677172" y="3113767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5320742" name="AutoShape 46"/>
            <p:cNvSpPr/>
            <p:nvPr/>
          </p:nvSpPr>
          <p:spPr bwMode="auto">
            <a:xfrm flipV="1">
              <a:off x="776945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80837341" name="AutoShape 47"/>
            <p:cNvSpPr/>
            <p:nvPr/>
          </p:nvSpPr>
          <p:spPr bwMode="auto">
            <a:xfrm flipH="1" flipV="1">
              <a:off x="1717701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87584634" name="AutoShape 48"/>
            <p:cNvSpPr/>
            <p:nvPr/>
          </p:nvSpPr>
          <p:spPr bwMode="auto">
            <a:xfrm flipH="0" flipV="1">
              <a:off x="1717700" y="1159602"/>
              <a:ext cx="1636698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6753798" name="AutoShape 52"/>
            <p:cNvSpPr/>
            <p:nvPr/>
          </p:nvSpPr>
          <p:spPr bwMode="auto">
            <a:xfrm flipH="1" flipV="1">
              <a:off x="4579151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824036" name="AutoShape 62"/>
            <p:cNvSpPr/>
            <p:nvPr/>
          </p:nvSpPr>
          <p:spPr bwMode="auto">
            <a:xfrm flipV="1">
              <a:off x="6479377" y="3113767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15770541" name="AutoShape 66"/>
            <p:cNvSpPr/>
            <p:nvPr/>
          </p:nvSpPr>
          <p:spPr bwMode="auto">
            <a:xfrm flipV="1">
              <a:off x="4579151" y="2231762"/>
              <a:ext cx="940754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2921482" name="AutoShape 67"/>
            <p:cNvSpPr/>
            <p:nvPr/>
          </p:nvSpPr>
          <p:spPr bwMode="auto">
            <a:xfrm flipH="1" flipV="1">
              <a:off x="5519908" y="2231762"/>
              <a:ext cx="959467" cy="2749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1374381" name="AutoShape 68"/>
            <p:cNvSpPr/>
            <p:nvPr/>
          </p:nvSpPr>
          <p:spPr bwMode="auto">
            <a:xfrm flipH="1" flipV="1">
              <a:off x="3962378" y="1159602"/>
              <a:ext cx="1557526" cy="47140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822095" name="Rectangle 867144088"/>
            <p:cNvSpPr txBox="1"/>
            <p:nvPr/>
          </p:nvSpPr>
          <p:spPr bwMode="auto">
            <a:xfrm rot="0" flipH="0" flipV="0">
              <a:off x="1643455" y="0"/>
              <a:ext cx="3695580" cy="1068479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36084147" name=""/>
            <p:cNvSpPr txBox="1"/>
            <p:nvPr/>
          </p:nvSpPr>
          <p:spPr bwMode="auto">
            <a:xfrm rot="0" flipH="0" flipV="0">
              <a:off x="925772" y="1631011"/>
              <a:ext cx="1552811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25167536" name=""/>
            <p:cNvSpPr txBox="1"/>
            <p:nvPr/>
          </p:nvSpPr>
          <p:spPr bwMode="auto">
            <a:xfrm rot="0" flipH="0" flipV="0">
              <a:off x="4798875" y="1634584"/>
              <a:ext cx="1553530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0400118" name=""/>
            <p:cNvSpPr txBox="1"/>
            <p:nvPr/>
          </p:nvSpPr>
          <p:spPr bwMode="auto">
            <a:xfrm rot="0" flipH="0" flipV="0">
              <a:off x="0" y="2581147"/>
              <a:ext cx="1554249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92232431" name=""/>
            <p:cNvSpPr txBox="1"/>
            <p:nvPr/>
          </p:nvSpPr>
          <p:spPr bwMode="auto">
            <a:xfrm rot="0" flipH="0" flipV="0">
              <a:off x="1899682" y="2581147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717185277" name=""/>
            <p:cNvSpPr txBox="1"/>
            <p:nvPr/>
          </p:nvSpPr>
          <p:spPr bwMode="auto">
            <a:xfrm rot="0" flipH="0" flipV="0">
              <a:off x="18452" y="3507633"/>
              <a:ext cx="155496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13012428" name=""/>
            <p:cNvSpPr txBox="1"/>
            <p:nvPr/>
          </p:nvSpPr>
          <p:spPr bwMode="auto">
            <a:xfrm rot="0" flipH="0" flipV="0">
              <a:off x="1882376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67981260" name=""/>
            <p:cNvSpPr txBox="1"/>
            <p:nvPr/>
          </p:nvSpPr>
          <p:spPr bwMode="auto">
            <a:xfrm rot="0" flipH="0" flipV="0">
              <a:off x="3798687" y="2584718"/>
              <a:ext cx="1555328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3206378" name=""/>
            <p:cNvSpPr txBox="1"/>
            <p:nvPr/>
          </p:nvSpPr>
          <p:spPr bwMode="auto">
            <a:xfrm rot="0" flipH="0" flipV="0">
              <a:off x="5698370" y="2584718"/>
              <a:ext cx="155640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24255784" name=""/>
            <p:cNvSpPr txBox="1"/>
            <p:nvPr/>
          </p:nvSpPr>
          <p:spPr bwMode="auto">
            <a:xfrm rot="0" flipH="0" flipV="0">
              <a:off x="3817141" y="3511204"/>
              <a:ext cx="1556047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35145414" name=""/>
            <p:cNvSpPr txBox="1"/>
            <p:nvPr/>
          </p:nvSpPr>
          <p:spPr bwMode="auto">
            <a:xfrm rot="0" flipH="0" flipV="0">
              <a:off x="5681064" y="3514774"/>
              <a:ext cx="1557126" cy="396380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676874226" name=""/>
          <p:cNvGrpSpPr/>
          <p:nvPr/>
        </p:nvGrpSpPr>
        <p:grpSpPr bwMode="auto">
          <a:xfrm>
            <a:off x="1993090" y="557284"/>
            <a:ext cx="5976459" cy="1708268"/>
            <a:chOff x="0" y="0"/>
            <a:chExt cx="5976459" cy="1708268"/>
          </a:xfrm>
        </p:grpSpPr>
        <p:sp>
          <p:nvSpPr>
            <p:cNvPr id="2109627148" name="AutoShape 75"/>
            <p:cNvSpPr/>
            <p:nvPr/>
          </p:nvSpPr>
          <p:spPr bwMode="auto">
            <a:xfrm flipH="0" flipV="1">
              <a:off x="0" y="1236884"/>
              <a:ext cx="2674901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08141315" name="AutoShape 76"/>
            <p:cNvSpPr/>
            <p:nvPr/>
          </p:nvSpPr>
          <p:spPr bwMode="auto">
            <a:xfrm flipH="1" flipV="1">
              <a:off x="3303146" y="1236884"/>
              <a:ext cx="2673313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44990304" name=""/>
            <p:cNvSpPr txBox="1"/>
            <p:nvPr/>
          </p:nvSpPr>
          <p:spPr bwMode="auto">
            <a:xfrm rot="0" flipH="0" flipV="0">
              <a:off x="491729" y="0"/>
              <a:ext cx="4832186" cy="94267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6216658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724229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नाकामोतो, सातोशी (2008)।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बिटकॉइन: एक पीयर-टू-पीयर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इलेक्ट्रॉनिक कैश सिस्टम,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खंड 10: गोपनीयता।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उपलब्ध: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822950331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679718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18105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040049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436749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184470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सभी UTXOs का सामान्य स्वामी</a:t>
            </a:r>
            <a:endParaRPr sz="2200">
              <a:latin typeface="IBM Plex Sans"/>
              <a:cs typeface="IBM Plex Sans"/>
            </a:endParaRPr>
          </a:p>
        </p:txBody>
      </p:sp>
      <p:grpSp>
        <p:nvGrpSpPr>
          <p:cNvPr id="1934642749" name=""/>
          <p:cNvGrpSpPr/>
          <p:nvPr/>
        </p:nvGrpSpPr>
        <p:grpSpPr bwMode="auto">
          <a:xfrm>
            <a:off x="664377" y="555963"/>
            <a:ext cx="4937047" cy="6045948"/>
            <a:chOff x="0" y="0"/>
            <a:chExt cx="4937047" cy="6045948"/>
          </a:xfrm>
        </p:grpSpPr>
        <p:sp>
          <p:nvSpPr>
            <p:cNvPr id="808362757" name="Freeform 30"/>
            <p:cNvSpPr/>
            <p:nvPr/>
          </p:nvSpPr>
          <p:spPr bwMode="auto">
            <a:xfrm rot="0" flipH="0" flipV="0">
              <a:off x="325531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5925431" name="TextBox 31"/>
            <p:cNvSpPr txBox="1"/>
            <p:nvPr/>
          </p:nvSpPr>
          <p:spPr bwMode="auto">
            <a:xfrm rot="0" flipH="0" flipV="0">
              <a:off x="325531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bc1q...0q5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7733346" name="AutoShape 32"/>
            <p:cNvSpPr/>
            <p:nvPr/>
          </p:nvSpPr>
          <p:spPr bwMode="auto">
            <a:xfrm flipH="1">
              <a:off x="2117305" y="708727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4850067" name="Freeform 34"/>
            <p:cNvSpPr/>
            <p:nvPr/>
          </p:nvSpPr>
          <p:spPr bwMode="auto">
            <a:xfrm rot="0" flipH="0" flipV="0">
              <a:off x="2514610" y="1074417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261020" name="TextBox 35"/>
            <p:cNvSpPr txBox="1"/>
            <p:nvPr/>
          </p:nvSpPr>
          <p:spPr bwMode="auto">
            <a:xfrm rot="0" flipH="0" flipV="0">
              <a:off x="2514610" y="1016120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72041907" name="Freeform 37"/>
            <p:cNvSpPr/>
            <p:nvPr/>
          </p:nvSpPr>
          <p:spPr bwMode="auto">
            <a:xfrm rot="0" flipH="0" flipV="0">
              <a:off x="2514610" y="165832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399892" name="TextBox 38"/>
            <p:cNvSpPr txBox="1"/>
            <p:nvPr/>
          </p:nvSpPr>
          <p:spPr bwMode="auto">
            <a:xfrm rot="0" flipH="0" flipV="0">
              <a:off x="2514610" y="160003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8437562" name="TextBox 39"/>
            <p:cNvSpPr txBox="1"/>
            <p:nvPr/>
          </p:nvSpPr>
          <p:spPr bwMode="auto">
            <a:xfrm>
              <a:off x="266118" y="359884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4628243" name="TextBox 40"/>
            <p:cNvSpPr txBox="1"/>
            <p:nvPr/>
          </p:nvSpPr>
          <p:spPr bwMode="auto">
            <a:xfrm>
              <a:off x="371710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559834554" name="TextBox 41"/>
            <p:cNvSpPr txBox="1"/>
            <p:nvPr/>
          </p:nvSpPr>
          <p:spPr bwMode="auto">
            <a:xfrm>
              <a:off x="2560789" y="652129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0509916" name="Freeform 46"/>
            <p:cNvSpPr/>
            <p:nvPr/>
          </p:nvSpPr>
          <p:spPr bwMode="auto">
            <a:xfrm rot="0" flipH="0" flipV="0">
              <a:off x="1032009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5085172" name="TextBox 47"/>
            <p:cNvSpPr txBox="1"/>
            <p:nvPr/>
          </p:nvSpPr>
          <p:spPr bwMode="auto">
            <a:xfrm rot="0" flipH="0" flipV="0">
              <a:off x="1032009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bc1q...j5w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0772595" name="AutoShape 48"/>
            <p:cNvSpPr/>
            <p:nvPr/>
          </p:nvSpPr>
          <p:spPr bwMode="auto">
            <a:xfrm>
              <a:off x="2823781" y="3628517"/>
              <a:ext cx="0" cy="213345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8561772" name="Freeform 50"/>
            <p:cNvSpPr/>
            <p:nvPr/>
          </p:nvSpPr>
          <p:spPr bwMode="auto">
            <a:xfrm rot="0" flipH="0" flipV="0">
              <a:off x="3221085" y="399420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3145133" name="TextBox 51"/>
            <p:cNvSpPr txBox="1"/>
            <p:nvPr/>
          </p:nvSpPr>
          <p:spPr bwMode="auto">
            <a:xfrm rot="0" flipH="0" flipV="0">
              <a:off x="3221085" y="3935913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22864174" name="Freeform 53"/>
            <p:cNvSpPr/>
            <p:nvPr/>
          </p:nvSpPr>
          <p:spPr bwMode="auto">
            <a:xfrm rot="0" flipH="0" flipV="0">
              <a:off x="3221085" y="4578123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953396" name="TextBox 54"/>
            <p:cNvSpPr txBox="1"/>
            <p:nvPr/>
          </p:nvSpPr>
          <p:spPr bwMode="auto">
            <a:xfrm rot="0" flipH="0" flipV="0">
              <a:off x="3221085" y="4519827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bc1q...54u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7409562" name="TextBox 55"/>
            <p:cNvSpPr txBox="1"/>
            <p:nvPr/>
          </p:nvSpPr>
          <p:spPr bwMode="auto">
            <a:xfrm>
              <a:off x="972596" y="3279676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507527" name="TextBox 56"/>
            <p:cNvSpPr txBox="1"/>
            <p:nvPr/>
          </p:nvSpPr>
          <p:spPr bwMode="auto">
            <a:xfrm>
              <a:off x="1078187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/>
            </a:p>
          </p:txBody>
        </p:sp>
        <p:sp>
          <p:nvSpPr>
            <p:cNvPr id="1928704454" name="TextBox 57"/>
            <p:cNvSpPr txBox="1"/>
            <p:nvPr/>
          </p:nvSpPr>
          <p:spPr bwMode="auto">
            <a:xfrm>
              <a:off x="3267264" y="3571920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/>
            </a:p>
          </p:txBody>
        </p:sp>
        <p:sp>
          <p:nvSpPr>
            <p:cNvPr id="2042353812" name="Freeform 59"/>
            <p:cNvSpPr/>
            <p:nvPr/>
          </p:nvSpPr>
          <p:spPr bwMode="auto">
            <a:xfrm rot="0" flipH="0" flipV="0">
              <a:off x="3221085" y="5164728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530081" name="TextBox 60"/>
            <p:cNvSpPr txBox="1"/>
            <p:nvPr/>
          </p:nvSpPr>
          <p:spPr bwMode="auto">
            <a:xfrm rot="0" flipH="0" flipV="0">
              <a:off x="3221085" y="5106431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bc1q...7xv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9156791" name="Rectangle: Rounded Corners 12"/>
            <p:cNvSpPr/>
            <p:nvPr/>
          </p:nvSpPr>
          <p:spPr bwMode="auto">
            <a:xfrm>
              <a:off x="0" y="0"/>
              <a:ext cx="4275173" cy="25214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720014500" name="Rectangle: Rounded Corners 12"/>
            <p:cNvSpPr/>
            <p:nvPr/>
          </p:nvSpPr>
          <p:spPr bwMode="auto">
            <a:xfrm>
              <a:off x="708836" y="2990406"/>
              <a:ext cx="4228211" cy="30555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  <p:grpSp>
        <p:nvGrpSpPr>
          <p:cNvPr id="1300748824" name=""/>
          <p:cNvGrpSpPr/>
          <p:nvPr/>
        </p:nvGrpSpPr>
        <p:grpSpPr bwMode="auto">
          <a:xfrm>
            <a:off x="6911005" y="292808"/>
            <a:ext cx="4075812" cy="2521482"/>
            <a:chOff x="0" y="0"/>
            <a:chExt cx="4075812" cy="2521482"/>
          </a:xfrm>
        </p:grpSpPr>
        <p:sp>
          <p:nvSpPr>
            <p:cNvPr id="374828168" name="Freeform 65"/>
            <p:cNvSpPr/>
            <p:nvPr/>
          </p:nvSpPr>
          <p:spPr bwMode="auto">
            <a:xfrm rot="0" flipH="0" flipV="0">
              <a:off x="222204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9447489" name="TextBox 66"/>
            <p:cNvSpPr txBox="1"/>
            <p:nvPr/>
          </p:nvSpPr>
          <p:spPr bwMode="auto">
            <a:xfrm rot="0" flipH="0" flipV="0">
              <a:off x="222204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bc1q...zmk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74554452" name="AutoShape 67"/>
            <p:cNvSpPr/>
            <p:nvPr/>
          </p:nvSpPr>
          <p:spPr bwMode="auto">
            <a:xfrm flipH="1">
              <a:off x="2013976" y="669732"/>
              <a:ext cx="0" cy="154960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0880138" name="Freeform 69"/>
            <p:cNvSpPr/>
            <p:nvPr/>
          </p:nvSpPr>
          <p:spPr bwMode="auto">
            <a:xfrm rot="0" flipH="0" flipV="0">
              <a:off x="2411280" y="1035419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29248051" name="TextBox 70"/>
            <p:cNvSpPr txBox="1"/>
            <p:nvPr/>
          </p:nvSpPr>
          <p:spPr bwMode="auto">
            <a:xfrm rot="0" flipH="0" flipV="0">
              <a:off x="2411280" y="977122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bc1q...40l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4696100" name="Freeform 72"/>
            <p:cNvSpPr/>
            <p:nvPr/>
          </p:nvSpPr>
          <p:spPr bwMode="auto">
            <a:xfrm rot="0" flipH="0" flipV="0">
              <a:off x="2411280" y="1619335"/>
              <a:ext cx="1394352" cy="43420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87200447" name="TextBox 73"/>
            <p:cNvSpPr txBox="1"/>
            <p:nvPr/>
          </p:nvSpPr>
          <p:spPr bwMode="auto">
            <a:xfrm rot="0" flipH="0" flipV="0">
              <a:off x="2411280" y="1561038"/>
              <a:ext cx="1394352" cy="4925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1097892" name="TextBox 74"/>
            <p:cNvSpPr txBox="1"/>
            <p:nvPr/>
          </p:nvSpPr>
          <p:spPr bwMode="auto">
            <a:xfrm>
              <a:off x="162790" y="320888"/>
              <a:ext cx="3746208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600"/>
            </a:p>
          </p:txBody>
        </p:sp>
        <p:sp>
          <p:nvSpPr>
            <p:cNvPr id="487793495" name="TextBox 75"/>
            <p:cNvSpPr txBox="1"/>
            <p:nvPr/>
          </p:nvSpPr>
          <p:spPr bwMode="auto">
            <a:xfrm>
              <a:off x="268383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8668420" name="TextBox 76"/>
            <p:cNvSpPr txBox="1"/>
            <p:nvPr/>
          </p:nvSpPr>
          <p:spPr bwMode="auto">
            <a:xfrm>
              <a:off x="2436259" y="613131"/>
              <a:ext cx="1345835" cy="27963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8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89370" name="Rectangle: Rounded Corners 12"/>
            <p:cNvSpPr/>
            <p:nvPr/>
          </p:nvSpPr>
          <p:spPr bwMode="auto">
            <a:xfrm>
              <a:off x="0" y="0"/>
              <a:ext cx="4075812" cy="252148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7214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आंतरिक पते का पुन: उपयोग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6511448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44661198" name=""/>
          <p:cNvGrpSpPr/>
          <p:nvPr/>
        </p:nvGrpSpPr>
        <p:grpSpPr bwMode="auto">
          <a:xfrm>
            <a:off x="3003824" y="1821015"/>
            <a:ext cx="5927717" cy="3998161"/>
            <a:chOff x="0" y="0"/>
            <a:chExt cx="5927717" cy="3998161"/>
          </a:xfrm>
        </p:grpSpPr>
        <p:sp>
          <p:nvSpPr>
            <p:cNvPr id="570560900" name="Freeform 30"/>
            <p:cNvSpPr/>
            <p:nvPr/>
          </p:nvSpPr>
          <p:spPr bwMode="auto">
            <a:xfrm rot="0" flipH="0" flipV="0">
              <a:off x="0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2831326" name="TextBox 31"/>
            <p:cNvSpPr txBox="1"/>
            <p:nvPr/>
          </p:nvSpPr>
          <p:spPr bwMode="auto">
            <a:xfrm rot="0" flipH="0" flipV="0">
              <a:off x="0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802784" name="AutoShape 32"/>
            <p:cNvSpPr/>
            <p:nvPr/>
          </p:nvSpPr>
          <p:spPr bwMode="auto">
            <a:xfrm flipH="0" flipV="0">
              <a:off x="2963953" y="72000"/>
              <a:ext cx="0" cy="392616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9527347" name="Freeform 34"/>
            <p:cNvSpPr/>
            <p:nvPr/>
          </p:nvSpPr>
          <p:spPr bwMode="auto">
            <a:xfrm rot="0" flipH="0" flipV="0">
              <a:off x="3621178" y="67692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095404" name="TextBox 35"/>
            <p:cNvSpPr txBox="1"/>
            <p:nvPr/>
          </p:nvSpPr>
          <p:spPr bwMode="auto">
            <a:xfrm rot="0" flipH="0" flipV="0">
              <a:off x="3621178" y="508158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bc1q...acd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15135" name="Freeform 37"/>
            <p:cNvSpPr/>
            <p:nvPr/>
          </p:nvSpPr>
          <p:spPr bwMode="auto">
            <a:xfrm rot="0" flipH="0" flipV="0">
              <a:off x="3621178" y="164283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5869423" name="TextBox 38"/>
            <p:cNvSpPr txBox="1"/>
            <p:nvPr/>
          </p:nvSpPr>
          <p:spPr bwMode="auto">
            <a:xfrm rot="0" flipH="0" flipV="0">
              <a:off x="3621178" y="147406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bc1q...xyz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6803264" name="TextBox 40"/>
            <p:cNvSpPr txBox="1"/>
            <p:nvPr/>
          </p:nvSpPr>
          <p:spPr bwMode="auto">
            <a:xfrm>
              <a:off x="41319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5174361" name="TextBox 41"/>
            <p:cNvSpPr txBox="1"/>
            <p:nvPr/>
          </p:nvSpPr>
          <p:spPr bwMode="auto">
            <a:xfrm>
              <a:off x="3662496" y="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8244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294592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511106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3550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89046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92065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41830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188779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317263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290025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502623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408949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779744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92594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519301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275349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बीसी1पी...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560171871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218526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बीसी1पी...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809345237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898664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बीसी1पी...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44122551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120099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बीसी1पी...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88641016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3571799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खरगोश सातोशी पिज्जा गणित स्माइल वैली अंडा पियानो छुट्टी शरद ऋतु हैलो हिल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3904164" name=""/>
          <p:cNvGrpSpPr/>
          <p:nvPr/>
        </p:nvGrpSpPr>
        <p:grpSpPr bwMode="auto">
          <a:xfrm>
            <a:off x="538194" y="934035"/>
            <a:ext cx="11086213" cy="4944730"/>
            <a:chOff x="0" y="0"/>
            <a:chExt cx="11086213" cy="4944730"/>
          </a:xfrm>
        </p:grpSpPr>
        <p:sp>
          <p:nvSpPr>
            <p:cNvPr id="1260228525" name="AutoShape 32"/>
            <p:cNvSpPr/>
            <p:nvPr/>
          </p:nvSpPr>
          <p:spPr bwMode="auto">
            <a:xfrm>
              <a:off x="8855311" y="1228488"/>
              <a:ext cx="0" cy="27738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1567279" name="Freeform 34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</p:sp>
        <p:sp>
          <p:nvSpPr>
            <p:cNvPr id="1412158746" name="TextBox 35"/>
            <p:cNvSpPr txBox="1"/>
            <p:nvPr/>
          </p:nvSpPr>
          <p:spPr bwMode="auto">
            <a:xfrm rot="0" flipH="0" flipV="0">
              <a:off x="574228" y="367122"/>
              <a:ext cx="4976699" cy="41140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76913050" name="AutoShape 48"/>
            <p:cNvSpPr/>
            <p:nvPr/>
          </p:nvSpPr>
          <p:spPr bwMode="auto">
            <a:xfrm flipH="0" flipV="0">
              <a:off x="4985846" y="1161242"/>
              <a:ext cx="1890270" cy="515898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2753995" name="TextBox 49"/>
            <p:cNvSpPr txBox="1"/>
            <p:nvPr/>
          </p:nvSpPr>
          <p:spPr bwMode="auto">
            <a:xfrm flipH="0" flipV="0">
              <a:off x="6676695" y="723159"/>
              <a:ext cx="4409519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668183930" name="TextBox 50"/>
            <p:cNvSpPr txBox="1"/>
            <p:nvPr/>
          </p:nvSpPr>
          <p:spPr bwMode="auto">
            <a:xfrm flipH="0" flipV="0">
              <a:off x="6987733" y="1180901"/>
              <a:ext cx="1597753" cy="2953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82545845" name="TextBox 51"/>
            <p:cNvSpPr txBox="1"/>
            <p:nvPr/>
          </p:nvSpPr>
          <p:spPr bwMode="auto">
            <a:xfrm>
              <a:off x="9301684" y="1180902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965062" name="TextBox 55"/>
            <p:cNvSpPr txBox="1"/>
            <p:nvPr/>
          </p:nvSpPr>
          <p:spPr bwMode="auto">
            <a:xfrm>
              <a:off x="2203744" y="212472"/>
              <a:ext cx="1718769" cy="32027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8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4716186" name="AutoShape 68"/>
            <p:cNvSpPr/>
            <p:nvPr/>
          </p:nvSpPr>
          <p:spPr bwMode="auto">
            <a:xfrm flipH="1" flipV="0">
              <a:off x="4690909" y="2658411"/>
              <a:ext cx="4679501" cy="142883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7867704" name="Rectangle: Rounded Corners 12"/>
            <p:cNvSpPr/>
            <p:nvPr/>
          </p:nvSpPr>
          <p:spPr bwMode="auto">
            <a:xfrm>
              <a:off x="6676695" y="462375"/>
              <a:ext cx="4408080" cy="390616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34429689" name=""/>
            <p:cNvGrpSpPr/>
            <p:nvPr/>
          </p:nvGrpSpPr>
          <p:grpSpPr bwMode="auto">
            <a:xfrm>
              <a:off x="7105658" y="1659272"/>
              <a:ext cx="3805081" cy="958196"/>
              <a:chOff x="0" y="0"/>
              <a:chExt cx="3805081" cy="958196"/>
            </a:xfrm>
          </p:grpSpPr>
          <p:sp>
            <p:nvSpPr>
              <p:cNvPr id="610192571" name=""/>
              <p:cNvSpPr txBox="1"/>
              <p:nvPr/>
            </p:nvSpPr>
            <p:spPr bwMode="auto">
              <a:xfrm rot="0" flipH="0" flipV="0">
                <a:off x="0" y="0"/>
                <a:ext cx="147910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56928740" name=""/>
              <p:cNvSpPr txBox="1"/>
              <p:nvPr/>
            </p:nvSpPr>
            <p:spPr bwMode="auto">
              <a:xfrm rot="0" flipH="0" flipV="0">
                <a:off x="2161578" y="3569"/>
                <a:ext cx="164350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4161872" name=""/>
              <p:cNvSpPr txBox="1"/>
              <p:nvPr/>
            </p:nvSpPr>
            <p:spPr bwMode="auto">
              <a:xfrm rot="0" flipH="0" flipV="0">
                <a:off x="2165149" y="528039"/>
                <a:ext cx="1639212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2990609" name=""/>
            <p:cNvGrpSpPr/>
            <p:nvPr/>
          </p:nvGrpSpPr>
          <p:grpSpPr bwMode="auto">
            <a:xfrm>
              <a:off x="474318" y="845448"/>
              <a:ext cx="5366966" cy="3523091"/>
              <a:chOff x="0" y="0"/>
              <a:chExt cx="5366966" cy="3523091"/>
            </a:xfrm>
          </p:grpSpPr>
          <p:sp>
            <p:nvSpPr>
              <p:cNvPr id="1141834351" name=""/>
              <p:cNvSpPr txBox="1"/>
              <p:nvPr/>
            </p:nvSpPr>
            <p:spPr bwMode="auto">
              <a:xfrm rot="0" flipH="0" flipV="0">
                <a:off x="2468408" y="3092934"/>
                <a:ext cx="1637031" cy="430157"/>
              </a:xfrm>
              <a:prstGeom prst="flowChartAlternateProcess">
                <a:avLst/>
              </a:prstGeom>
              <a:solidFill>
                <a:schemeClr val="tx1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249 400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192108625" name=""/>
              <p:cNvSpPr txBox="1"/>
              <p:nvPr/>
            </p:nvSpPr>
            <p:spPr bwMode="auto">
              <a:xfrm rot="0" flipH="0" flipV="0">
                <a:off x="666154" y="2605374"/>
                <a:ext cx="163775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190 000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827724743" name=""/>
              <p:cNvSpPr txBox="1"/>
              <p:nvPr/>
            </p:nvSpPr>
            <p:spPr bwMode="auto">
              <a:xfrm rot="0" flipH="0" flipV="0">
                <a:off x="0" y="1492734"/>
                <a:ext cx="1638470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101 784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61630081" name=""/>
              <p:cNvSpPr txBox="1"/>
              <p:nvPr/>
            </p:nvSpPr>
            <p:spPr bwMode="auto">
              <a:xfrm rot="0" flipH="0" flipV="0">
                <a:off x="301225" y="156850"/>
                <a:ext cx="1639189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702484007" name=""/>
              <p:cNvSpPr txBox="1"/>
              <p:nvPr/>
            </p:nvSpPr>
            <p:spPr bwMode="auto">
              <a:xfrm rot="0" flipH="0" flipV="0">
                <a:off x="1867494" y="830150"/>
                <a:ext cx="1639908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8 414 070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977364773" name=""/>
              <p:cNvSpPr txBox="1"/>
              <p:nvPr/>
            </p:nvSpPr>
            <p:spPr bwMode="auto">
              <a:xfrm rot="0" flipH="0" flipV="0">
                <a:off x="2605838" y="2071720"/>
                <a:ext cx="1640627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75 041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694395180" name=""/>
              <p:cNvSpPr txBox="1"/>
              <p:nvPr/>
            </p:nvSpPr>
            <p:spPr bwMode="auto">
              <a:xfrm rot="0" flipH="0" flipV="0">
                <a:off x="3725620" y="1331151"/>
                <a:ext cx="1641346" cy="430157"/>
              </a:xfrm>
              <a:prstGeom prst="flowChartAlternateProcess">
                <a:avLst/>
              </a:prstGeom>
              <a:solidFill>
                <a:srgbClr val="FF5C0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defRPr/>
                </a:pPr>
                <a:r>
                  <a:rPr lang="en-US" sz="1600" b="1" i="0" u="none" strike="noStrike" cap="none" spc="0">
                    <a:solidFill>
                      <a:schemeClr val="bg1"/>
                    </a:solidFill>
                    <a:latin typeface="IBM Plex Sans"/>
                    <a:ea typeface="IBM Plex Sans"/>
                    <a:cs typeface="IBM Plex Sans"/>
                  </a:rPr>
                  <a:t>21 478 sats</a:t>
                </a:r>
                <a:endParaRPr sz="1600" b="1">
                  <a:solidFill>
                    <a:schemeClr val="bg1"/>
                  </a:solidFill>
                  <a:latin typeface="IBM Plex Sans"/>
                  <a:cs typeface="IBM Plex Sans"/>
                </a:endParaRPr>
              </a:p>
            </p:txBody>
          </p:sp>
          <p:sp>
            <p:nvSpPr>
              <p:cNvPr id="1359775194" name=""/>
              <p:cNvSpPr txBox="1"/>
              <p:nvPr/>
            </p:nvSpPr>
            <p:spPr bwMode="auto">
              <a:xfrm rot="0" flipH="0" flipV="0">
                <a:off x="2776692" y="0"/>
                <a:ext cx="1642785" cy="446346"/>
              </a:xfrm>
              <a:prstGeom prst="flowChartAlternateProcess">
                <a:avLst/>
              </a:prstGeom>
              <a:solidFill>
                <a:srgbClr val="FFAE80"/>
              </a:solidFill>
              <a:ln/>
            </p:spPr>
            <p:txBody>
              <a:bodyPr vertOverflow="overflow" horzOverflow="overflow" vert="horz" wrap="square" lIns="91440" tIns="72000" rIns="91440" bIns="72000" numCol="1" spcCol="0" rtlCol="0" fromWordArt="0" anchor="t" anchorCtr="0" forceAA="0" upright="0" compatLnSpc="0">
                <a:spAutoFit/>
              </a:bodyPr>
              <a:p>
                <a:pPr algn="ctr">
                  <a:lnSpc>
                    <a:spcPts val="2034"/>
                  </a:lnSpc>
                  <a:defRPr/>
                </a:pPr>
                <a:r>
                  <a:rPr lang="en-US" sz="1600" b="1" i="0" u="none" strike="noStrike" cap="none" spc="0">
                    <a:solidFill>
                      <a:srgbClr val="FFFFFF">
                        <a:alpha val="49804"/>
                      </a:srgbClr>
                    </a:solidFill>
                    <a:latin typeface="IBM Plex Sans"/>
                    <a:ea typeface="IBM Plex Sans"/>
                    <a:cs typeface="IBM Plex Sans"/>
                  </a:rPr>
                  <a:t>451 458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449645" name="Freeform 45"/>
          <p:cNvSpPr/>
          <p:nvPr/>
        </p:nvSpPr>
        <p:spPr bwMode="auto">
          <a:xfrm rot="0" flipH="0" flipV="0">
            <a:off x="2372289" y="183770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31184258" name="TextBox 46"/>
          <p:cNvSpPr txBox="1"/>
          <p:nvPr/>
        </p:nvSpPr>
        <p:spPr bwMode="auto">
          <a:xfrm rot="0" flipH="0" flipV="0">
            <a:off x="2372289" y="1741271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सोफा खरीद के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लिए छुट्टा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7580694" name="Freeform 48"/>
          <p:cNvSpPr/>
          <p:nvPr/>
        </p:nvSpPr>
        <p:spPr bwMode="auto">
          <a:xfrm rot="0" flipH="0" flipV="0">
            <a:off x="2372289" y="264913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7745878" name="TextBox 49"/>
          <p:cNvSpPr txBox="1"/>
          <p:nvPr/>
        </p:nvSpPr>
        <p:spPr bwMode="auto">
          <a:xfrm rot="0" flipH="0" flipV="0">
            <a:off x="2372289" y="255269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Exchange.com निकासी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7569403" name="Freeform 51"/>
          <p:cNvSpPr/>
          <p:nvPr/>
        </p:nvSpPr>
        <p:spPr bwMode="auto">
          <a:xfrm rot="0" flipH="0" flipV="0">
            <a:off x="2372289" y="346220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3419722" name="TextBox 52"/>
          <p:cNvSpPr txBox="1"/>
          <p:nvPr/>
        </p:nvSpPr>
        <p:spPr bwMode="auto">
          <a:xfrm rot="0" flipH="0" flipV="0">
            <a:off x="2372289" y="336577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ग्राहक डेविड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भुगतान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648207" name="Freeform 54"/>
          <p:cNvSpPr/>
          <p:nvPr/>
        </p:nvSpPr>
        <p:spPr bwMode="auto">
          <a:xfrm rot="0" flipH="0" flipV="0">
            <a:off x="2372289" y="427527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0980147" name="TextBox 55"/>
          <p:cNvSpPr txBox="1"/>
          <p:nvPr/>
        </p:nvSpPr>
        <p:spPr bwMode="auto">
          <a:xfrm rot="0" flipH="0" flipV="0">
            <a:off x="2372289" y="4178840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कंप्यूटर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खरीद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9756304" name="Freeform 57"/>
          <p:cNvSpPr/>
          <p:nvPr/>
        </p:nvSpPr>
        <p:spPr bwMode="auto">
          <a:xfrm rot="0" flipH="0" flipV="0">
            <a:off x="2372289" y="5088348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02828748" name="TextBox 58"/>
          <p:cNvSpPr txBox="1"/>
          <p:nvPr/>
        </p:nvSpPr>
        <p:spPr bwMode="auto">
          <a:xfrm rot="0" flipH="0" flipV="0">
            <a:off x="2372289" y="499191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चार्ल्स से पी2पी खरीदारी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7424162" name="AutoShape 59"/>
          <p:cNvSpPr/>
          <p:nvPr/>
        </p:nvSpPr>
        <p:spPr bwMode="auto">
          <a:xfrm flipV="1">
            <a:off x="5960068" y="203391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014576" name="AutoShape 60"/>
          <p:cNvSpPr/>
          <p:nvPr/>
        </p:nvSpPr>
        <p:spPr bwMode="auto">
          <a:xfrm flipV="1">
            <a:off x="5960068" y="284533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585011" name="AutoShape 61"/>
          <p:cNvSpPr/>
          <p:nvPr/>
        </p:nvSpPr>
        <p:spPr bwMode="auto">
          <a:xfrm flipV="1">
            <a:off x="5960068" y="3658409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468040" name="AutoShape 62"/>
          <p:cNvSpPr/>
          <p:nvPr/>
        </p:nvSpPr>
        <p:spPr bwMode="auto">
          <a:xfrm flipV="1">
            <a:off x="5960068" y="447148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176123" name="AutoShape 63"/>
          <p:cNvSpPr/>
          <p:nvPr/>
        </p:nvSpPr>
        <p:spPr bwMode="auto">
          <a:xfrm flipV="1">
            <a:off x="5960068" y="5284551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27972" name="TextBox 64"/>
          <p:cNvSpPr txBox="1"/>
          <p:nvPr/>
        </p:nvSpPr>
        <p:spPr bwMode="auto">
          <a:xfrm flipH="0" flipV="0">
            <a:off x="2614280" y="470817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बटुआ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9797158" name="TextBox 65"/>
          <p:cNvSpPr txBox="1"/>
          <p:nvPr/>
        </p:nvSpPr>
        <p:spPr bwMode="auto">
          <a:xfrm flipH="0" flipV="0">
            <a:off x="2686450" y="1223956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लेबल</a:t>
            </a:r>
            <a:endParaRPr/>
          </a:p>
        </p:txBody>
      </p:sp>
      <p:sp>
        <p:nvSpPr>
          <p:cNvPr id="245178550" name="TextBox 66"/>
          <p:cNvSpPr txBox="1"/>
          <p:nvPr/>
        </p:nvSpPr>
        <p:spPr bwMode="auto">
          <a:xfrm flipH="0" flipV="0">
            <a:off x="6313506" y="1223956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यूटीएक्सओ</a:t>
            </a:r>
            <a:endParaRPr/>
          </a:p>
        </p:txBody>
      </p:sp>
      <p:sp>
        <p:nvSpPr>
          <p:cNvPr id="144421289" name="Freeform 71"/>
          <p:cNvSpPr/>
          <p:nvPr/>
        </p:nvSpPr>
        <p:spPr bwMode="auto">
          <a:xfrm rot="0" flipH="0" flipV="0">
            <a:off x="2372289" y="5901420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912239" name="TextBox 72"/>
          <p:cNvSpPr txBox="1"/>
          <p:nvPr/>
        </p:nvSpPr>
        <p:spPr bwMode="auto">
          <a:xfrm rot="0" flipH="0" flipV="0">
            <a:off x="2372289" y="5804982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ऐलिस से पी2पी खरीदारी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2176622" name="AutoShape 73"/>
          <p:cNvSpPr/>
          <p:nvPr/>
        </p:nvSpPr>
        <p:spPr bwMode="auto">
          <a:xfrm flipV="1">
            <a:off x="5960068" y="6097620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6608452" name="Rectangle: Rounded Corners 12"/>
          <p:cNvSpPr/>
          <p:nvPr/>
        </p:nvSpPr>
        <p:spPr bwMode="auto">
          <a:xfrm flipH="0" flipV="0">
            <a:off x="1992766" y="246398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29211321" name=""/>
          <p:cNvSpPr/>
          <p:nvPr/>
        </p:nvSpPr>
        <p:spPr bwMode="auto">
          <a:xfrm rot="0" flipH="0" flipV="0">
            <a:off x="2755486" y="3565286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6958423" name="TextBox 55"/>
          <p:cNvSpPr txBox="1"/>
          <p:nvPr/>
        </p:nvSpPr>
        <p:spPr bwMode="auto">
          <a:xfrm flipH="0" flipV="0">
            <a:off x="2866235" y="3576170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ग्राहक डेविड को भुगतान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095534739" name=""/>
          <p:cNvGrpSpPr/>
          <p:nvPr/>
        </p:nvGrpSpPr>
        <p:grpSpPr bwMode="auto">
          <a:xfrm>
            <a:off x="6313505" y="1547619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9508" name="Freeform 45"/>
          <p:cNvSpPr/>
          <p:nvPr/>
        </p:nvSpPr>
        <p:spPr bwMode="auto">
          <a:xfrm rot="0" flipH="0" flipV="0">
            <a:off x="2458280" y="184659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47595026" name="TextBox 46"/>
          <p:cNvSpPr txBox="1"/>
          <p:nvPr/>
        </p:nvSpPr>
        <p:spPr bwMode="auto">
          <a:xfrm rot="0" flipH="0" flipV="0">
            <a:off x="2458280" y="175016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बिना केवाईसी के - सोफा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खरीद के लिए छुट्टा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3093586" name="Freeform 48"/>
          <p:cNvSpPr/>
          <p:nvPr/>
        </p:nvSpPr>
        <p:spPr bwMode="auto">
          <a:xfrm rot="0" flipH="0" flipV="0">
            <a:off x="2458280" y="265802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082901" name="TextBox 49"/>
          <p:cNvSpPr txBox="1"/>
          <p:nvPr/>
        </p:nvSpPr>
        <p:spPr bwMode="auto">
          <a:xfrm rot="0" flipH="0" flipV="0">
            <a:off x="2458280" y="256159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निकासी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22330119" name="Freeform 51"/>
          <p:cNvSpPr/>
          <p:nvPr/>
        </p:nvSpPr>
        <p:spPr bwMode="auto">
          <a:xfrm rot="0" flipH="0" flipV="0">
            <a:off x="2458280" y="347109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156214" name="TextBox 52"/>
          <p:cNvSpPr txBox="1"/>
          <p:nvPr/>
        </p:nvSpPr>
        <p:spPr bwMode="auto">
          <a:xfrm rot="0" flipH="0" flipV="0">
            <a:off x="2458280" y="337466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केवाईसी - क्लाइंट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डेविड भुगतान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3573120" name="Freeform 54"/>
          <p:cNvSpPr/>
          <p:nvPr/>
        </p:nvSpPr>
        <p:spPr bwMode="auto">
          <a:xfrm rot="0" flipH="0" flipV="0">
            <a:off x="2458280" y="428417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9548586" name="TextBox 55"/>
          <p:cNvSpPr txBox="1"/>
          <p:nvPr/>
        </p:nvSpPr>
        <p:spPr bwMode="auto">
          <a:xfrm rot="0" flipH="0" flipV="0">
            <a:off x="2458280" y="4187733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बिना केवाईसी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कंप्यूटर खरीद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619005" name="Freeform 57"/>
          <p:cNvSpPr/>
          <p:nvPr/>
        </p:nvSpPr>
        <p:spPr bwMode="auto">
          <a:xfrm rot="0" flipH="0" flipV="0">
            <a:off x="2458280" y="5097240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167238" name="TextBox 58"/>
          <p:cNvSpPr txBox="1"/>
          <p:nvPr/>
        </p:nvSpPr>
        <p:spPr bwMode="auto">
          <a:xfrm rot="0" flipH="0" flipV="0">
            <a:off x="2458280" y="500080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बिना केवाईसी - चार्ल्स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से पी2पी खरीदारी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855325" name="TextBox 64"/>
          <p:cNvSpPr txBox="1"/>
          <p:nvPr/>
        </p:nvSpPr>
        <p:spPr bwMode="auto">
          <a:xfrm flipH="0" flipV="0">
            <a:off x="2749881" y="479711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बटुआ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3374011" name="TextBox 65"/>
          <p:cNvSpPr txBox="1"/>
          <p:nvPr/>
        </p:nvSpPr>
        <p:spPr bwMode="auto">
          <a:xfrm flipH="0" flipV="0">
            <a:off x="2410782" y="1232847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लेबल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9530908" name="TextBox 66"/>
          <p:cNvSpPr txBox="1"/>
          <p:nvPr/>
        </p:nvSpPr>
        <p:spPr bwMode="auto">
          <a:xfrm flipH="0" flipV="0">
            <a:off x="6419959" y="1232848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यूटीएक्सओ</a:t>
            </a:r>
            <a:endParaRPr/>
          </a:p>
        </p:txBody>
      </p:sp>
      <p:sp>
        <p:nvSpPr>
          <p:cNvPr id="1021334987" name="Freeform 71"/>
          <p:cNvSpPr/>
          <p:nvPr/>
        </p:nvSpPr>
        <p:spPr bwMode="auto">
          <a:xfrm rot="0" flipH="0" flipV="0">
            <a:off x="2458280" y="5910313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387291" name="TextBox 72"/>
          <p:cNvSpPr txBox="1"/>
          <p:nvPr/>
        </p:nvSpPr>
        <p:spPr bwMode="auto">
          <a:xfrm rot="0" flipH="0" flipV="0">
            <a:off x="2458280" y="5813874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ऐलिस से कोई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केवाईसी-पी2पी खरीदारी नहीं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4728492" name="Rectangle: Rounded Corners 12"/>
          <p:cNvSpPr/>
          <p:nvPr/>
        </p:nvSpPr>
        <p:spPr bwMode="auto">
          <a:xfrm flipH="0" flipV="0">
            <a:off x="2083716" y="214972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16542886" name=""/>
          <p:cNvSpPr/>
          <p:nvPr/>
        </p:nvSpPr>
        <p:spPr bwMode="auto">
          <a:xfrm rot="0" flipH="0" flipV="0">
            <a:off x="2904262" y="3568212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2470740" name="TextBox 55"/>
          <p:cNvSpPr txBox="1"/>
          <p:nvPr/>
        </p:nvSpPr>
        <p:spPr bwMode="auto">
          <a:xfrm flipH="0" flipV="0">
            <a:off x="2762130" y="3467303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केवाईसी - ग्राहक डेविड को भुगतान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5453045" name=""/>
          <p:cNvGrpSpPr/>
          <p:nvPr/>
        </p:nvGrpSpPr>
        <p:grpSpPr bwMode="auto">
          <a:xfrm>
            <a:off x="6066524" y="1556510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808359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775769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971654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150272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037359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46026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287439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257726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026748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4937891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8032140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044707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20294024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453002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326730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220413449" name=""/>
          <p:cNvGrpSpPr/>
          <p:nvPr/>
        </p:nvGrpSpPr>
        <p:grpSpPr bwMode="auto">
          <a:xfrm>
            <a:off x="3637528" y="460326"/>
            <a:ext cx="7577029" cy="5923904"/>
            <a:chOff x="0" y="0"/>
            <a:chExt cx="7577029" cy="5923904"/>
          </a:xfrm>
        </p:grpSpPr>
        <p:sp>
          <p:nvSpPr>
            <p:cNvPr id="336299039" name="AutoShape 34"/>
            <p:cNvSpPr/>
            <p:nvPr/>
          </p:nvSpPr>
          <p:spPr bwMode="auto">
            <a:xfrm>
              <a:off x="3708598" y="1345504"/>
              <a:ext cx="0" cy="43260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292934" name="TextBox 47"/>
            <p:cNvSpPr txBox="1"/>
            <p:nvPr/>
          </p:nvSpPr>
          <p:spPr bwMode="auto">
            <a:xfrm>
              <a:off x="621929" y="345303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28750" name="TextBox 48"/>
            <p:cNvSpPr txBox="1"/>
            <p:nvPr/>
          </p:nvSpPr>
          <p:spPr bwMode="auto">
            <a:xfrm>
              <a:off x="795996" y="1273558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248205246" name="TextBox 49"/>
            <p:cNvSpPr txBox="1"/>
            <p:nvPr/>
          </p:nvSpPr>
          <p:spPr bwMode="auto">
            <a:xfrm>
              <a:off x="4404742" y="1294322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/>
            </a:p>
          </p:txBody>
        </p:sp>
        <p:sp>
          <p:nvSpPr>
            <p:cNvPr id="533037791" name="Rectangle: Rounded Corners 12"/>
            <p:cNvSpPr/>
            <p:nvPr/>
          </p:nvSpPr>
          <p:spPr bwMode="auto">
            <a:xfrm>
              <a:off x="0" y="0"/>
              <a:ext cx="7577030" cy="59239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60998110" name=""/>
            <p:cNvGrpSpPr/>
            <p:nvPr/>
          </p:nvGrpSpPr>
          <p:grpSpPr bwMode="auto">
            <a:xfrm>
              <a:off x="754821" y="1824952"/>
              <a:ext cx="5907362" cy="3747741"/>
              <a:chOff x="0" y="0"/>
              <a:chExt cx="5907362" cy="3747741"/>
            </a:xfrm>
          </p:grpSpPr>
          <p:sp>
            <p:nvSpPr>
              <p:cNvPr id="1077671625" name="Freeform 32"/>
              <p:cNvSpPr/>
              <p:nvPr/>
            </p:nvSpPr>
            <p:spPr bwMode="auto">
              <a:xfrm rot="0" flipH="0" flipV="0">
                <a:off x="0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854469286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4551642" name="Freeform 36"/>
              <p:cNvSpPr/>
              <p:nvPr/>
            </p:nvSpPr>
            <p:spPr bwMode="auto">
              <a:xfrm rot="0" flipH="0" flipV="0">
                <a:off x="0" y="110675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7144335" name="TextBox 37"/>
              <p:cNvSpPr txBox="1"/>
              <p:nvPr/>
            </p:nvSpPr>
            <p:spPr bwMode="auto">
              <a:xfrm rot="0" flipH="0" flipV="0">
                <a:off x="0" y="96259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39790401" name="Freeform 39"/>
              <p:cNvSpPr/>
              <p:nvPr/>
            </p:nvSpPr>
            <p:spPr bwMode="auto">
              <a:xfrm rot="0" flipH="0" flipV="0">
                <a:off x="184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04539674" name="TextBox 40"/>
              <p:cNvSpPr txBox="1"/>
              <p:nvPr/>
            </p:nvSpPr>
            <p:spPr bwMode="auto">
              <a:xfrm rot="0" flipH="0" flipV="0">
                <a:off x="184" y="1925188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65752471" name="Freeform 42"/>
              <p:cNvSpPr/>
              <p:nvPr/>
            </p:nvSpPr>
            <p:spPr bwMode="auto">
              <a:xfrm rot="0" flipH="0" flipV="0">
                <a:off x="184" y="3031949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89117497" name="TextBox 43"/>
              <p:cNvSpPr txBox="1"/>
              <p:nvPr/>
            </p:nvSpPr>
            <p:spPr bwMode="auto">
              <a:xfrm rot="0" flipH="0" flipV="0">
                <a:off x="184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81800784" name="Freeform 45"/>
              <p:cNvSpPr/>
              <p:nvPr/>
            </p:nvSpPr>
            <p:spPr bwMode="auto">
              <a:xfrm rot="0" flipH="0" flipV="0">
                <a:off x="3608743" y="144164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661339358" name="TextBox 46"/>
              <p:cNvSpPr txBox="1"/>
              <p:nvPr/>
            </p:nvSpPr>
            <p:spPr bwMode="auto">
              <a:xfrm rot="0" flipH="0" flipV="0">
                <a:off x="3608743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9109215" name="Freeform 51"/>
              <p:cNvSpPr/>
              <p:nvPr/>
            </p:nvSpPr>
            <p:spPr bwMode="auto">
              <a:xfrm rot="0" flipH="0" flipV="0">
                <a:off x="3608743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139150590" name="TextBox 52"/>
              <p:cNvSpPr txBox="1"/>
              <p:nvPr/>
            </p:nvSpPr>
            <p:spPr bwMode="auto">
              <a:xfrm rot="0" flipH="0" flipV="0">
                <a:off x="3608743" y="955793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50119" name=""/>
          <p:cNvGrpSpPr/>
          <p:nvPr/>
        </p:nvGrpSpPr>
        <p:grpSpPr bwMode="auto">
          <a:xfrm>
            <a:off x="538196" y="384886"/>
            <a:ext cx="11106927" cy="6275199"/>
            <a:chOff x="0" y="0"/>
            <a:chExt cx="11106927" cy="6275199"/>
          </a:xfrm>
        </p:grpSpPr>
        <p:sp>
          <p:nvSpPr>
            <p:cNvPr id="987541237" name="AutoShape 32"/>
            <p:cNvSpPr/>
            <p:nvPr/>
          </p:nvSpPr>
          <p:spPr bwMode="auto">
            <a:xfrm flipH="0" flipV="0">
              <a:off x="8929723" y="1181045"/>
              <a:ext cx="0" cy="2556605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803732" name="Freeform 46"/>
            <p:cNvSpPr/>
            <p:nvPr/>
          </p:nvSpPr>
          <p:spPr bwMode="auto">
            <a:xfrm rot="0" flipH="0" flipV="0">
              <a:off x="1823295" y="632025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4477369" name="TextBox 47"/>
            <p:cNvSpPr txBox="1"/>
            <p:nvPr/>
          </p:nvSpPr>
          <p:spPr bwMode="auto">
            <a:xfrm rot="0" flipH="0" flipV="0">
              <a:off x="1823295" y="539586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793970635" name="Freeform 49"/>
            <p:cNvSpPr/>
            <p:nvPr/>
          </p:nvSpPr>
          <p:spPr bwMode="auto">
            <a:xfrm rot="0" flipH="0" flipV="0">
              <a:off x="146051" y="1896987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3700327" name="TextBox 50"/>
            <p:cNvSpPr txBox="1"/>
            <p:nvPr/>
          </p:nvSpPr>
          <p:spPr bwMode="auto">
            <a:xfrm rot="0" flipH="0" flipV="0">
              <a:off x="146051" y="1804548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307416580" name="Freeform 52"/>
            <p:cNvSpPr/>
            <p:nvPr/>
          </p:nvSpPr>
          <p:spPr bwMode="auto">
            <a:xfrm rot="0" flipH="0" flipV="0">
              <a:off x="3052767" y="2420548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212181" name="TextBox 53"/>
            <p:cNvSpPr txBox="1"/>
            <p:nvPr/>
          </p:nvSpPr>
          <p:spPr bwMode="auto">
            <a:xfrm rot="0" flipH="0" flipV="0">
              <a:off x="3052767" y="2328109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995001547" name="Freeform 55"/>
            <p:cNvSpPr/>
            <p:nvPr/>
          </p:nvSpPr>
          <p:spPr bwMode="auto">
            <a:xfrm rot="0" flipH="0" flipV="0">
              <a:off x="1458111" y="3654992"/>
              <a:ext cx="3000375" cy="514651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7463" y="0"/>
                  </a:moveTo>
                  <a:lnTo>
                    <a:pt x="1078889" y="0"/>
                  </a:lnTo>
                  <a:cubicBezTo>
                    <a:pt x="1088534" y="0"/>
                    <a:pt x="1096352" y="7818"/>
                    <a:pt x="1096352" y="17463"/>
                  </a:cubicBezTo>
                  <a:lnTo>
                    <a:pt x="1096352" y="300720"/>
                  </a:lnTo>
                  <a:cubicBezTo>
                    <a:pt x="1096352" y="305352"/>
                    <a:pt x="1094512" y="309793"/>
                    <a:pt x="1091237" y="313068"/>
                  </a:cubicBezTo>
                  <a:cubicBezTo>
                    <a:pt x="1087962" y="316343"/>
                    <a:pt x="1083521" y="318183"/>
                    <a:pt x="1078889" y="318183"/>
                  </a:cubicBezTo>
                  <a:lnTo>
                    <a:pt x="17463" y="318183"/>
                  </a:lnTo>
                  <a:cubicBezTo>
                    <a:pt x="12832" y="318183"/>
                    <a:pt x="8390" y="316343"/>
                    <a:pt x="5115" y="313068"/>
                  </a:cubicBezTo>
                  <a:cubicBezTo>
                    <a:pt x="1840" y="309793"/>
                    <a:pt x="0" y="305352"/>
                    <a:pt x="0" y="300720"/>
                  </a:cubicBezTo>
                  <a:lnTo>
                    <a:pt x="0" y="17463"/>
                  </a:lnTo>
                  <a:cubicBezTo>
                    <a:pt x="0" y="12832"/>
                    <a:pt x="1840" y="8390"/>
                    <a:pt x="5115" y="5115"/>
                  </a:cubicBezTo>
                  <a:cubicBezTo>
                    <a:pt x="8390" y="1840"/>
                    <a:pt x="12832" y="0"/>
                    <a:pt x="1746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7354933" name="TextBox 56"/>
            <p:cNvSpPr txBox="1"/>
            <p:nvPr/>
          </p:nvSpPr>
          <p:spPr bwMode="auto">
            <a:xfrm rot="0" flipH="0" flipV="0">
              <a:off x="1458111" y="3562553"/>
              <a:ext cx="3000375" cy="60708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9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Transaction</a:t>
              </a:r>
              <a:endParaRPr/>
            </a:p>
          </p:txBody>
        </p:sp>
        <p:sp>
          <p:nvSpPr>
            <p:cNvPr id="1028206115" name="Freeform 57"/>
            <p:cNvSpPr/>
            <p:nvPr/>
          </p:nvSpPr>
          <p:spPr bwMode="auto">
            <a:xfrm>
              <a:off x="6553800" y="4735343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826603" name="AutoShape 58"/>
            <p:cNvSpPr/>
            <p:nvPr/>
          </p:nvSpPr>
          <p:spPr bwMode="auto">
            <a:xfrm>
              <a:off x="5282404" y="2712888"/>
              <a:ext cx="1680884" cy="6636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5206201" name="AutoShape 59"/>
            <p:cNvSpPr/>
            <p:nvPr/>
          </p:nvSpPr>
          <p:spPr bwMode="auto">
            <a:xfrm>
              <a:off x="2375692" y="2159564"/>
              <a:ext cx="4585680" cy="2713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4058749" name="AutoShape 60"/>
            <p:cNvSpPr/>
            <p:nvPr/>
          </p:nvSpPr>
          <p:spPr bwMode="auto">
            <a:xfrm>
              <a:off x="4052932" y="1023271"/>
              <a:ext cx="2935017" cy="44328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5283819" name="AutoShape 61"/>
            <p:cNvSpPr/>
            <p:nvPr/>
          </p:nvSpPr>
          <p:spPr bwMode="auto">
            <a:xfrm flipV="1">
              <a:off x="3687750" y="3497607"/>
              <a:ext cx="3285316" cy="32657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033632" name="TextBox 62"/>
            <p:cNvSpPr txBox="1"/>
            <p:nvPr/>
          </p:nvSpPr>
          <p:spPr bwMode="auto">
            <a:xfrm>
              <a:off x="6876119" y="601302"/>
              <a:ext cx="3959822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2200"/>
            </a:p>
          </p:txBody>
        </p:sp>
        <p:sp>
          <p:nvSpPr>
            <p:cNvPr id="847034035" name="TextBox 63"/>
            <p:cNvSpPr txBox="1"/>
            <p:nvPr/>
          </p:nvSpPr>
          <p:spPr bwMode="auto">
            <a:xfrm>
              <a:off x="7062147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/>
            </a:p>
          </p:txBody>
        </p:sp>
        <p:sp>
          <p:nvSpPr>
            <p:cNvPr id="722702297" name="TextBox 64"/>
            <p:cNvSpPr txBox="1"/>
            <p:nvPr/>
          </p:nvSpPr>
          <p:spPr bwMode="auto">
            <a:xfrm>
              <a:off x="9301682" y="1133458"/>
              <a:ext cx="1422525" cy="29550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202512" name="AutoShape 65"/>
            <p:cNvSpPr/>
            <p:nvPr/>
          </p:nvSpPr>
          <p:spPr bwMode="auto">
            <a:xfrm>
              <a:off x="5282404" y="4169649"/>
              <a:ext cx="1271394" cy="86067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7521930" name="Freeform 67"/>
            <p:cNvSpPr/>
            <p:nvPr/>
          </p:nvSpPr>
          <p:spPr bwMode="auto">
            <a:xfrm rot="0" flipH="0" flipV="0">
              <a:off x="0" y="0"/>
              <a:ext cx="6125170" cy="4944731"/>
            </a:xfrm>
            <a:custGeom>
              <a:avLst/>
              <a:gdLst/>
              <a:ahLst/>
              <a:cxnLst/>
              <a:rect l="l" t="t" r="r" b="b"/>
              <a:pathLst>
                <a:path w="2419822" h="1953475" fill="norm" stroke="1" extrusionOk="0">
                  <a:moveTo>
                    <a:pt x="1209911" y="0"/>
                  </a:moveTo>
                  <a:cubicBezTo>
                    <a:pt x="541696" y="0"/>
                    <a:pt x="0" y="437300"/>
                    <a:pt x="0" y="976737"/>
                  </a:cubicBezTo>
                  <a:cubicBezTo>
                    <a:pt x="0" y="1516175"/>
                    <a:pt x="541696" y="1953475"/>
                    <a:pt x="1209911" y="1953475"/>
                  </a:cubicBezTo>
                  <a:cubicBezTo>
                    <a:pt x="1878126" y="1953475"/>
                    <a:pt x="2419822" y="1516175"/>
                    <a:pt x="2419822" y="976737"/>
                  </a:cubicBezTo>
                  <a:cubicBezTo>
                    <a:pt x="2419822" y="437300"/>
                    <a:pt x="1878126" y="0"/>
                    <a:pt x="12099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FF5C00"/>
              </a:solidFill>
              <a:prstDash val="dash"/>
              <a:miter/>
            </a:ln>
          </p:spPr>
          <p:txBody>
            <a:bodyPr/>
            <a:p>
              <a:pPr>
                <a:defRPr/>
              </a:pPr>
              <a:endParaRPr/>
            </a:p>
          </p:txBody>
        </p:sp>
        <p:sp>
          <p:nvSpPr>
            <p:cNvPr id="523388977" name="Rectangle: Rounded Corners 12"/>
            <p:cNvSpPr/>
            <p:nvPr/>
          </p:nvSpPr>
          <p:spPr bwMode="auto">
            <a:xfrm>
              <a:off x="6654544" y="223181"/>
              <a:ext cx="4452382" cy="386957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121441036" name=""/>
            <p:cNvGrpSpPr/>
            <p:nvPr/>
          </p:nvGrpSpPr>
          <p:grpSpPr bwMode="auto">
            <a:xfrm>
              <a:off x="7035743" y="1505971"/>
              <a:ext cx="3713425" cy="2372268"/>
              <a:chOff x="0" y="0"/>
              <a:chExt cx="3713425" cy="2372268"/>
            </a:xfrm>
          </p:grpSpPr>
          <p:sp>
            <p:nvSpPr>
              <p:cNvPr id="1733468421" name="Freeform 30"/>
              <p:cNvSpPr/>
              <p:nvPr/>
            </p:nvSpPr>
            <p:spPr bwMode="auto">
              <a:xfrm rot="0" flipH="0" flipV="0">
                <a:off x="0" y="61623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502327741" name="TextBox 31"/>
              <p:cNvSpPr txBox="1"/>
              <p:nvPr/>
            </p:nvSpPr>
            <p:spPr bwMode="auto">
              <a:xfrm rot="0" flipH="0" flipV="0">
                <a:off x="0" y="0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191685038" name="Freeform 34"/>
              <p:cNvSpPr/>
              <p:nvPr/>
            </p:nvSpPr>
            <p:spPr bwMode="auto">
              <a:xfrm rot="0" flipH="0" flipV="0">
                <a:off x="0" y="678844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6073496" name="TextBox 35"/>
              <p:cNvSpPr txBox="1"/>
              <p:nvPr/>
            </p:nvSpPr>
            <p:spPr bwMode="auto">
              <a:xfrm rot="0" flipH="0" flipV="0">
                <a:off x="0" y="617221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540909" name="Freeform 37"/>
              <p:cNvSpPr/>
              <p:nvPr/>
            </p:nvSpPr>
            <p:spPr bwMode="auto">
              <a:xfrm rot="0" flipH="0" flipV="0">
                <a:off x="117" y="1296067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41084323" name="TextBox 38"/>
              <p:cNvSpPr txBox="1"/>
              <p:nvPr/>
            </p:nvSpPr>
            <p:spPr bwMode="auto">
              <a:xfrm rot="0" flipH="0" flipV="0">
                <a:off x="117" y="1234442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26235541" name="Freeform 40"/>
              <p:cNvSpPr/>
              <p:nvPr/>
            </p:nvSpPr>
            <p:spPr bwMode="auto">
              <a:xfrm rot="0" flipH="0" flipV="0">
                <a:off x="117" y="1913289"/>
                <a:ext cx="1820286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5466420" name="TextBox 41"/>
              <p:cNvSpPr txBox="1"/>
              <p:nvPr/>
            </p:nvSpPr>
            <p:spPr bwMode="auto">
              <a:xfrm rot="0" flipH="0" flipV="0">
                <a:off x="117" y="1851666"/>
                <a:ext cx="1820286" cy="52060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5638069" name="Freeform 43"/>
              <p:cNvSpPr/>
              <p:nvPr/>
            </p:nvSpPr>
            <p:spPr bwMode="auto">
              <a:xfrm rot="0" flipH="0" flipV="0">
                <a:off x="2239536" y="6162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12506320" name="TextBox 44"/>
              <p:cNvSpPr txBox="1"/>
              <p:nvPr/>
            </p:nvSpPr>
            <p:spPr bwMode="auto">
              <a:xfrm rot="0" flipH="0" flipV="0">
                <a:off x="2239536" y="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83980002" name="Freeform 70"/>
              <p:cNvSpPr/>
              <p:nvPr/>
            </p:nvSpPr>
            <p:spPr bwMode="auto">
              <a:xfrm rot="0" flipH="0" flipV="0">
                <a:off x="2239536" y="674483"/>
                <a:ext cx="1473889" cy="4589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61599959" name="TextBox 71"/>
              <p:cNvSpPr txBox="1"/>
              <p:nvPr/>
            </p:nvSpPr>
            <p:spPr bwMode="auto">
              <a:xfrm rot="0" flipH="0" flipV="0">
                <a:off x="2239536" y="612860"/>
                <a:ext cx="1473889" cy="5206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9911735" name=""/>
          <p:cNvGrpSpPr/>
          <p:nvPr/>
        </p:nvGrpSpPr>
        <p:grpSpPr bwMode="auto">
          <a:xfrm>
            <a:off x="182858" y="158094"/>
            <a:ext cx="9912335" cy="5952796"/>
            <a:chOff x="0" y="0"/>
            <a:chExt cx="9912335" cy="5952796"/>
          </a:xfrm>
        </p:grpSpPr>
        <p:sp>
          <p:nvSpPr>
            <p:cNvPr id="1590968088" name="AutoShape 32"/>
            <p:cNvSpPr/>
            <p:nvPr/>
          </p:nvSpPr>
          <p:spPr bwMode="auto">
            <a:xfrm>
              <a:off x="7388086" y="766648"/>
              <a:ext cx="0" cy="3050969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524006" name="Freeform 40"/>
            <p:cNvSpPr/>
            <p:nvPr/>
          </p:nvSpPr>
          <p:spPr bwMode="auto">
            <a:xfrm rot="0" flipH="0" flipV="0">
              <a:off x="1201662" y="1163374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6096319" name="TextBox 41"/>
            <p:cNvSpPr txBox="1"/>
            <p:nvPr/>
          </p:nvSpPr>
          <p:spPr bwMode="auto">
            <a:xfrm rot="0" flipH="0" flipV="0">
              <a:off x="1201662" y="1061700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47139620" name="Freeform 43"/>
            <p:cNvSpPr/>
            <p:nvPr/>
          </p:nvSpPr>
          <p:spPr bwMode="auto">
            <a:xfrm rot="0" flipH="0" flipV="0">
              <a:off x="1201662" y="1835271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2483039" name="TextBox 44"/>
            <p:cNvSpPr txBox="1"/>
            <p:nvPr/>
          </p:nvSpPr>
          <p:spPr bwMode="auto">
            <a:xfrm rot="0" flipH="0" flipV="0">
              <a:off x="1201662" y="1733598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32487231" name="Freeform 45"/>
            <p:cNvSpPr/>
            <p:nvPr/>
          </p:nvSpPr>
          <p:spPr bwMode="auto">
            <a:xfrm>
              <a:off x="1405216" y="4259119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6" y="0"/>
                  </a:lnTo>
                  <a:lnTo>
                    <a:pt x="1543366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1870154" name="AutoShape 46"/>
            <p:cNvSpPr/>
            <p:nvPr/>
          </p:nvSpPr>
          <p:spPr bwMode="auto">
            <a:xfrm>
              <a:off x="3152137" y="2119492"/>
              <a:ext cx="2152774" cy="262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9361352" name="AutoShape 47"/>
            <p:cNvSpPr/>
            <p:nvPr/>
          </p:nvSpPr>
          <p:spPr bwMode="auto">
            <a:xfrm flipV="1">
              <a:off x="3152137" y="1444672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6358337" name="TextBox 48"/>
            <p:cNvSpPr txBox="1"/>
            <p:nvPr/>
          </p:nvSpPr>
          <p:spPr bwMode="auto">
            <a:xfrm>
              <a:off x="5211185" y="378339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 sz="1800"/>
            </a:p>
          </p:txBody>
        </p:sp>
        <p:sp>
          <p:nvSpPr>
            <p:cNvPr id="481200022" name="TextBox 49"/>
            <p:cNvSpPr txBox="1"/>
            <p:nvPr/>
          </p:nvSpPr>
          <p:spPr bwMode="auto">
            <a:xfrm>
              <a:off x="53339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9251796" name="TextBox 50"/>
            <p:cNvSpPr txBox="1"/>
            <p:nvPr/>
          </p:nvSpPr>
          <p:spPr bwMode="auto">
            <a:xfrm>
              <a:off x="7879048" y="71811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6779563" name="AutoShape 51"/>
            <p:cNvSpPr/>
            <p:nvPr/>
          </p:nvSpPr>
          <p:spPr bwMode="auto">
            <a:xfrm flipH="1">
              <a:off x="2176899" y="2401338"/>
              <a:ext cx="0" cy="172736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2658024" name="AutoShape 55"/>
            <p:cNvSpPr/>
            <p:nvPr/>
          </p:nvSpPr>
          <p:spPr bwMode="auto">
            <a:xfrm flipH="1">
              <a:off x="103531" y="1446407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8826225" name="TextBox 56"/>
            <p:cNvSpPr txBox="1"/>
            <p:nvPr/>
          </p:nvSpPr>
          <p:spPr bwMode="auto">
            <a:xfrm>
              <a:off x="0" y="756064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2873874" name="AutoShape 57"/>
            <p:cNvSpPr/>
            <p:nvPr/>
          </p:nvSpPr>
          <p:spPr bwMode="auto">
            <a:xfrm>
              <a:off x="103531" y="5105959"/>
              <a:ext cx="1301684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0233727" name="AutoShape 58"/>
            <p:cNvSpPr/>
            <p:nvPr/>
          </p:nvSpPr>
          <p:spPr bwMode="auto">
            <a:xfrm>
              <a:off x="103531" y="1446407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6711770" name="Rectangle: Rounded Corners 12"/>
            <p:cNvSpPr/>
            <p:nvPr/>
          </p:nvSpPr>
          <p:spPr bwMode="auto">
            <a:xfrm>
              <a:off x="4795418" y="0"/>
              <a:ext cx="5116917" cy="42591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6206735" name=""/>
            <p:cNvGrpSpPr/>
            <p:nvPr/>
          </p:nvGrpSpPr>
          <p:grpSpPr bwMode="auto">
            <a:xfrm>
              <a:off x="5304910" y="1124032"/>
              <a:ext cx="4459493" cy="1251482"/>
              <a:chOff x="0" y="0"/>
              <a:chExt cx="4459493" cy="1251482"/>
            </a:xfrm>
          </p:grpSpPr>
          <p:sp>
            <p:nvSpPr>
              <p:cNvPr id="1954140277" name="Freeform 30"/>
              <p:cNvSpPr/>
              <p:nvPr/>
            </p:nvSpPr>
            <p:spPr bwMode="auto">
              <a:xfrm rot="0" flipH="0" flipV="0">
                <a:off x="0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019993458" name="TextBox 31"/>
              <p:cNvSpPr txBox="1"/>
              <p:nvPr/>
            </p:nvSpPr>
            <p:spPr bwMode="auto">
              <a:xfrm rot="0" flipH="0" flipV="0">
                <a:off x="0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428019791" name="Freeform 34"/>
              <p:cNvSpPr/>
              <p:nvPr/>
            </p:nvSpPr>
            <p:spPr bwMode="auto">
              <a:xfrm rot="0" flipH="0" flipV="0">
                <a:off x="0" y="746656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5113394" name="TextBox 35"/>
              <p:cNvSpPr txBox="1"/>
              <p:nvPr/>
            </p:nvSpPr>
            <p:spPr bwMode="auto">
              <a:xfrm rot="0" flipH="0" flipV="0">
                <a:off x="0" y="678878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259239213" name="Freeform 37"/>
              <p:cNvSpPr/>
              <p:nvPr/>
            </p:nvSpPr>
            <p:spPr bwMode="auto">
              <a:xfrm rot="0" flipH="0" flipV="0">
                <a:off x="2545097" y="67777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74452803" name="TextBox 38"/>
              <p:cNvSpPr txBox="1"/>
              <p:nvPr/>
            </p:nvSpPr>
            <p:spPr bwMode="auto">
              <a:xfrm rot="0" flipH="0" flipV="0">
                <a:off x="2545097" y="0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6819551" name="Freeform 53"/>
              <p:cNvSpPr/>
              <p:nvPr/>
            </p:nvSpPr>
            <p:spPr bwMode="auto">
              <a:xfrm rot="0" flipH="0" flipV="0">
                <a:off x="2545097" y="741859"/>
                <a:ext cx="1914395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323986938" name="TextBox 54"/>
              <p:cNvSpPr txBox="1"/>
              <p:nvPr/>
            </p:nvSpPr>
            <p:spPr bwMode="auto">
              <a:xfrm rot="0" flipH="0" flipV="0">
                <a:off x="2545097" y="674081"/>
                <a:ext cx="1914395" cy="572603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849624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20954455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295293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92165530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334322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410497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1743220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430073023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42069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5828586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65740263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55960672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263502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3083497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479007431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467289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278580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325248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997276202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53090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7594417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177259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74410521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604609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989559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39925606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87816441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359492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303662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27942893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66409251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96330604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597244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45679758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8809734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99854986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1331111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21063374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482033490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285403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2738673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2758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44924046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0796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138532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1075760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486049920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64457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6121234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219060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64210164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168993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2372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964668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97485660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530183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7956305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43299530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859242646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295530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718170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28149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423417481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7243550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381627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18669387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58190994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121641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434999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967682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0913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29779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890654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917653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73982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457336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7823214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2064499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435065708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74329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220357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1557039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79425273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400139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48534708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319920054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920880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23062608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18660875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854500520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550479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4147933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2836892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26146520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3669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6932212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7936240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61636419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10960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187405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68998017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0658326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6810717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909622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4095086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0439669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259831591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8259335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6995408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28589744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308368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560950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1531499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9462662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666198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3436989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1506649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95928253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323533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97940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70560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237363738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9694997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056319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58367135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5138183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476710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8116987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72223546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14228436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934789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5249026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2511352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725270110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994630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102374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6005776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552220117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2500222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379443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111296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916495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513973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170636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881543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600252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41387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87166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722905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बीओबी</a:t>
            </a:r>
            <a:endParaRPr/>
          </a:p>
        </p:txBody>
      </p:sp>
      <p:sp>
        <p:nvSpPr>
          <p:cNvPr id="64130918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4864207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केवाईसी</a:t>
            </a:r>
            <a:endParaRPr/>
          </a:p>
        </p:txBody>
      </p:sp>
      <p:sp>
        <p:nvSpPr>
          <p:cNvPr id="945166553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7357258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58504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629016818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0999214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710401856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093876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99916332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17925226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76593311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850834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785802934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03330724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45429632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78337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557110114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97622647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398133569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193882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432222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37176009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232254325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801109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755801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7367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62695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48320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65269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397460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487392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828111343" name=""/>
          <p:cNvGrpSpPr/>
          <p:nvPr/>
        </p:nvGrpSpPr>
        <p:grpSpPr bwMode="auto">
          <a:xfrm>
            <a:off x="850392" y="709349"/>
            <a:ext cx="6174774" cy="5786551"/>
            <a:chOff x="0" y="0"/>
            <a:chExt cx="6174774" cy="5786551"/>
          </a:xfrm>
        </p:grpSpPr>
        <p:sp>
          <p:nvSpPr>
            <p:cNvPr id="272686784" name="AutoShape 26"/>
            <p:cNvSpPr/>
            <p:nvPr/>
          </p:nvSpPr>
          <p:spPr bwMode="auto">
            <a:xfrm flipV="1">
              <a:off x="637354" y="438273"/>
              <a:ext cx="1021349" cy="76978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522775" name="Freeform 29"/>
            <p:cNvSpPr/>
            <p:nvPr/>
          </p:nvSpPr>
          <p:spPr bwMode="auto">
            <a:xfrm rot="0" flipH="0" flipV="0">
              <a:off x="1658704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655822" name="TextBox 30"/>
            <p:cNvSpPr txBox="1"/>
            <p:nvPr/>
          </p:nvSpPr>
          <p:spPr bwMode="auto">
            <a:xfrm rot="0" flipH="0" flipV="0">
              <a:off x="1685505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346380641" name="Freeform 31"/>
            <p:cNvSpPr/>
            <p:nvPr/>
          </p:nvSpPr>
          <p:spPr bwMode="auto">
            <a:xfrm rot="0" flipH="0" flipV="0">
              <a:off x="1695822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</p:sp>
        <p:sp>
          <p:nvSpPr>
            <p:cNvPr id="906702395" name="Freeform 34"/>
            <p:cNvSpPr/>
            <p:nvPr/>
          </p:nvSpPr>
          <p:spPr bwMode="auto">
            <a:xfrm rot="0" flipH="0" flipV="0">
              <a:off x="209232" y="1155328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0414185" name="TextBox 35"/>
            <p:cNvSpPr txBox="1"/>
            <p:nvPr/>
          </p:nvSpPr>
          <p:spPr bwMode="auto">
            <a:xfrm rot="0" flipH="0" flipV="0">
              <a:off x="249366" y="1170380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703945643" name="Freeform 36"/>
            <p:cNvSpPr/>
            <p:nvPr/>
          </p:nvSpPr>
          <p:spPr bwMode="auto">
            <a:xfrm rot="0" flipH="0" flipV="0">
              <a:off x="264817" y="1210914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</p:sp>
        <p:sp>
          <p:nvSpPr>
            <p:cNvPr id="388168600" name="AutoShape 37"/>
            <p:cNvSpPr/>
            <p:nvPr/>
          </p:nvSpPr>
          <p:spPr bwMode="auto">
            <a:xfrm>
              <a:off x="1920520" y="473481"/>
              <a:ext cx="525105" cy="631425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151804" name="Freeform 40"/>
            <p:cNvSpPr/>
            <p:nvPr/>
          </p:nvSpPr>
          <p:spPr bwMode="auto">
            <a:xfrm rot="0" flipH="0" flipV="0">
              <a:off x="3671451" y="443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4713874" name="TextBox 41"/>
            <p:cNvSpPr txBox="1"/>
            <p:nvPr/>
          </p:nvSpPr>
          <p:spPr bwMode="auto">
            <a:xfrm rot="0" flipH="0" flipV="0">
              <a:off x="3698250" y="453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735619366" name="Freeform 42"/>
            <p:cNvSpPr/>
            <p:nvPr/>
          </p:nvSpPr>
          <p:spPr bwMode="auto">
            <a:xfrm rot="0" flipH="0" flipV="0">
              <a:off x="3708567" y="480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</p:sp>
        <p:sp>
          <p:nvSpPr>
            <p:cNvPr id="1695559890" name="AutoShape 43"/>
            <p:cNvSpPr/>
            <p:nvPr/>
          </p:nvSpPr>
          <p:spPr bwMode="auto">
            <a:xfrm flipH="1">
              <a:off x="2974252" y="674882"/>
              <a:ext cx="697196" cy="43002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1085634" name="Freeform 46"/>
            <p:cNvSpPr/>
            <p:nvPr/>
          </p:nvSpPr>
          <p:spPr bwMode="auto">
            <a:xfrm rot="0" flipH="0" flipV="0">
              <a:off x="3251733" y="8882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8278682" name="TextBox 47"/>
            <p:cNvSpPr txBox="1"/>
            <p:nvPr/>
          </p:nvSpPr>
          <p:spPr bwMode="auto">
            <a:xfrm rot="0" flipH="0" flipV="0">
              <a:off x="3278534" y="9887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24101471" name="Freeform 48"/>
            <p:cNvSpPr/>
            <p:nvPr/>
          </p:nvSpPr>
          <p:spPr bwMode="auto">
            <a:xfrm rot="0" flipH="0" flipV="0">
              <a:off x="3288852" y="12594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</p:sp>
        <p:sp>
          <p:nvSpPr>
            <p:cNvPr id="1769888747" name="AutoShape 49"/>
            <p:cNvSpPr/>
            <p:nvPr/>
          </p:nvSpPr>
          <p:spPr bwMode="auto">
            <a:xfrm flipH="1">
              <a:off x="2777243" y="374707"/>
              <a:ext cx="516350" cy="73019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8379127" name="Freeform 52"/>
            <p:cNvSpPr/>
            <p:nvPr/>
          </p:nvSpPr>
          <p:spPr bwMode="auto">
            <a:xfrm rot="0" flipH="0" flipV="0">
              <a:off x="2477799" y="0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4113325" name="TextBox 53"/>
            <p:cNvSpPr txBox="1"/>
            <p:nvPr/>
          </p:nvSpPr>
          <p:spPr bwMode="auto">
            <a:xfrm rot="0" flipH="0" flipV="0">
              <a:off x="2504601" y="10050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289018496" name="Freeform 54"/>
            <p:cNvSpPr/>
            <p:nvPr/>
          </p:nvSpPr>
          <p:spPr bwMode="auto">
            <a:xfrm rot="0" flipH="0" flipV="0">
              <a:off x="2514916" y="37118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</p:sp>
        <p:sp>
          <p:nvSpPr>
            <p:cNvPr id="1292799287" name="AutoShape 55"/>
            <p:cNvSpPr/>
            <p:nvPr/>
          </p:nvSpPr>
          <p:spPr bwMode="auto">
            <a:xfrm>
              <a:off x="2621241" y="285883"/>
              <a:ext cx="2854" cy="81902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435813" name="AutoShape 56"/>
            <p:cNvSpPr/>
            <p:nvPr/>
          </p:nvSpPr>
          <p:spPr bwMode="auto">
            <a:xfrm>
              <a:off x="2868250" y="1535926"/>
              <a:ext cx="847874" cy="75071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6830473" name="Freeform 59"/>
            <p:cNvSpPr/>
            <p:nvPr/>
          </p:nvSpPr>
          <p:spPr bwMode="auto">
            <a:xfrm rot="0" flipH="0" flipV="0">
              <a:off x="3716127" y="226211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2125436754" name="TextBox 60"/>
            <p:cNvSpPr txBox="1"/>
            <p:nvPr/>
          </p:nvSpPr>
          <p:spPr bwMode="auto">
            <a:xfrm rot="0" flipH="0" flipV="0">
              <a:off x="3756261" y="227716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697429390" name="Freeform 61"/>
            <p:cNvSpPr/>
            <p:nvPr/>
          </p:nvSpPr>
          <p:spPr bwMode="auto">
            <a:xfrm rot="0" flipH="0" flipV="0">
              <a:off x="3771712" y="2317698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alphaModFix amt="15000"/>
              </a:blip>
              <a:stretch/>
            </a:blipFill>
          </p:spPr>
        </p:sp>
        <p:sp>
          <p:nvSpPr>
            <p:cNvPr id="854330437" name="AutoShape 62"/>
            <p:cNvSpPr/>
            <p:nvPr/>
          </p:nvSpPr>
          <p:spPr bwMode="auto">
            <a:xfrm flipV="1">
              <a:off x="4044996" y="908255"/>
              <a:ext cx="726105" cy="1353854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0055071" name="Freeform 65"/>
            <p:cNvSpPr/>
            <p:nvPr/>
          </p:nvSpPr>
          <p:spPr bwMode="auto">
            <a:xfrm rot="0" flipH="0" flipV="0">
              <a:off x="4671846" y="480130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569747599" name="TextBox 66"/>
            <p:cNvSpPr txBox="1"/>
            <p:nvPr/>
          </p:nvSpPr>
          <p:spPr bwMode="auto">
            <a:xfrm rot="0" flipH="0" flipV="0">
              <a:off x="4711982" y="495182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569184111" name="Freeform 67"/>
            <p:cNvSpPr/>
            <p:nvPr/>
          </p:nvSpPr>
          <p:spPr bwMode="auto">
            <a:xfrm rot="0" flipH="0" flipV="0">
              <a:off x="4727432" y="535716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>
                <a:alphaModFix amt="15000"/>
              </a:blip>
              <a:stretch/>
            </a:blipFill>
          </p:spPr>
        </p:sp>
        <p:sp>
          <p:nvSpPr>
            <p:cNvPr id="1009077700" name="Freeform 70"/>
            <p:cNvSpPr/>
            <p:nvPr/>
          </p:nvSpPr>
          <p:spPr bwMode="auto">
            <a:xfrm rot="0" flipH="0" flipV="0">
              <a:off x="4700304" y="239416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116857459" name="TextBox 71"/>
            <p:cNvSpPr txBox="1"/>
            <p:nvPr/>
          </p:nvSpPr>
          <p:spPr bwMode="auto">
            <a:xfrm rot="0" flipH="0" flipV="0">
              <a:off x="4727103" y="240421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823907674" name="Freeform 72"/>
            <p:cNvSpPr/>
            <p:nvPr/>
          </p:nvSpPr>
          <p:spPr bwMode="auto">
            <a:xfrm rot="0" flipH="0" flipV="0">
              <a:off x="4737420" y="2431286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alphaModFix amt="15000"/>
              </a:blip>
              <a:stretch/>
            </a:blipFill>
          </p:spPr>
        </p:sp>
        <p:sp>
          <p:nvSpPr>
            <p:cNvPr id="683075848" name="AutoShape 73"/>
            <p:cNvSpPr/>
            <p:nvPr/>
          </p:nvSpPr>
          <p:spPr bwMode="auto">
            <a:xfrm>
              <a:off x="4144251" y="2490459"/>
              <a:ext cx="556051" cy="37108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5138473" name="Freeform 76"/>
            <p:cNvSpPr/>
            <p:nvPr/>
          </p:nvSpPr>
          <p:spPr bwMode="auto">
            <a:xfrm rot="0" flipH="0" flipV="0">
              <a:off x="5817773" y="187598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14902"/>
              </a:srgbClr>
            </a:solidFill>
          </p:spPr>
        </p:sp>
        <p:sp>
          <p:nvSpPr>
            <p:cNvPr id="1993434949" name="TextBox 77"/>
            <p:cNvSpPr txBox="1"/>
            <p:nvPr/>
          </p:nvSpPr>
          <p:spPr bwMode="auto">
            <a:xfrm rot="0" flipH="0" flipV="0">
              <a:off x="5844574" y="197649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82356488" name="Freeform 78"/>
            <p:cNvSpPr/>
            <p:nvPr/>
          </p:nvSpPr>
          <p:spPr bwMode="auto">
            <a:xfrm rot="0" flipH="0" flipV="0">
              <a:off x="5854890" y="224715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15000"/>
              </a:blip>
              <a:stretch/>
            </a:blipFill>
          </p:spPr>
        </p:sp>
        <p:sp>
          <p:nvSpPr>
            <p:cNvPr id="187340794" name="AutoShape 79"/>
            <p:cNvSpPr/>
            <p:nvPr/>
          </p:nvSpPr>
          <p:spPr bwMode="auto">
            <a:xfrm flipV="1">
              <a:off x="5099972" y="378903"/>
              <a:ext cx="717800" cy="242862"/>
            </a:xfrm>
            <a:prstGeom prst="line">
              <a:avLst/>
            </a:prstGeom>
            <a:grpFill/>
            <a:ln w="19050" cap="flat">
              <a:solidFill>
                <a:srgbClr val="0000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724882" name="Freeform 82"/>
            <p:cNvSpPr/>
            <p:nvPr/>
          </p:nvSpPr>
          <p:spPr bwMode="auto">
            <a:xfrm rot="0" flipH="0" flipV="0">
              <a:off x="5746653" y="1484775"/>
              <a:ext cx="428121" cy="42812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>
                <a:alpha val="14902"/>
              </a:srgbClr>
            </a:solidFill>
          </p:spPr>
        </p:sp>
        <p:sp>
          <p:nvSpPr>
            <p:cNvPr id="1368767637" name="TextBox 83"/>
            <p:cNvSpPr txBox="1"/>
            <p:nvPr/>
          </p:nvSpPr>
          <p:spPr bwMode="auto">
            <a:xfrm rot="0" flipH="0" flipV="0">
              <a:off x="5786789" y="1499827"/>
              <a:ext cx="347848" cy="3729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4"/>
                </a:lnSpc>
                <a:defRPr/>
              </a:pPr>
              <a:endParaRPr/>
            </a:p>
          </p:txBody>
        </p:sp>
        <p:sp>
          <p:nvSpPr>
            <p:cNvPr id="1507617420" name="Freeform 84"/>
            <p:cNvSpPr/>
            <p:nvPr/>
          </p:nvSpPr>
          <p:spPr bwMode="auto">
            <a:xfrm rot="0" flipH="0" flipV="0">
              <a:off x="5802239" y="1540362"/>
              <a:ext cx="316945" cy="316945"/>
            </a:xfrm>
            <a:custGeom>
              <a:avLst/>
              <a:gdLst/>
              <a:ahLst/>
              <a:cxnLst/>
              <a:rect l="l" t="t" r="r" b="b"/>
              <a:pathLst>
                <a:path w="422597" h="422597" fill="norm" stroke="1" extrusionOk="0">
                  <a:moveTo>
                    <a:pt x="0" y="0"/>
                  </a:moveTo>
                  <a:lnTo>
                    <a:pt x="422598" y="0"/>
                  </a:lnTo>
                  <a:lnTo>
                    <a:pt x="422598" y="422598"/>
                  </a:lnTo>
                  <a:lnTo>
                    <a:pt x="0" y="422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alphaModFix amt="15000"/>
              </a:blip>
              <a:stretch/>
            </a:blipFill>
          </p:spPr>
        </p:sp>
        <p:sp>
          <p:nvSpPr>
            <p:cNvPr id="440328764" name="AutoShape 85"/>
            <p:cNvSpPr/>
            <p:nvPr/>
          </p:nvSpPr>
          <p:spPr bwMode="auto">
            <a:xfrm>
              <a:off x="5099972" y="894283"/>
              <a:ext cx="646679" cy="604467"/>
            </a:xfrm>
            <a:prstGeom prst="line">
              <a:avLst/>
            </a:prstGeom>
            <a:grpFill/>
            <a:ln w="47625" cap="flat">
              <a:solidFill>
                <a:srgbClr val="FF5C00">
                  <a:alpha val="14902"/>
                </a:srgbClr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885524" name="Freeform 123"/>
            <p:cNvSpPr/>
            <p:nvPr/>
          </p:nvSpPr>
          <p:spPr bwMode="auto">
            <a:xfrm>
              <a:off x="3155729" y="3773806"/>
              <a:ext cx="1518430" cy="1666315"/>
            </a:xfrm>
            <a:custGeom>
              <a:avLst/>
              <a:gdLst/>
              <a:ahLst/>
              <a:cxnLst/>
              <a:rect l="l" t="t" r="r" b="b"/>
              <a:pathLst>
                <a:path w="1518432" h="1666317" fill="norm" stroke="1" extrusionOk="0">
                  <a:moveTo>
                    <a:pt x="0" y="0"/>
                  </a:moveTo>
                  <a:lnTo>
                    <a:pt x="1518432" y="0"/>
                  </a:lnTo>
                  <a:lnTo>
                    <a:pt x="1518432" y="1666317"/>
                  </a:lnTo>
                  <a:lnTo>
                    <a:pt x="0" y="166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6969170" name="Freeform 124"/>
            <p:cNvSpPr/>
            <p:nvPr/>
          </p:nvSpPr>
          <p:spPr bwMode="auto">
            <a:xfrm>
              <a:off x="5099972" y="4369982"/>
              <a:ext cx="789936" cy="473961"/>
            </a:xfrm>
            <a:custGeom>
              <a:avLst/>
              <a:gdLst/>
              <a:ahLst/>
              <a:cxnLst/>
              <a:rect l="l" t="t" r="r" b="b"/>
              <a:pathLst>
                <a:path w="789938" h="473963" fill="norm" stroke="1" extrusionOk="0">
                  <a:moveTo>
                    <a:pt x="0" y="0"/>
                  </a:moveTo>
                  <a:lnTo>
                    <a:pt x="789938" y="0"/>
                  </a:lnTo>
                  <a:lnTo>
                    <a:pt x="789938" y="473963"/>
                  </a:lnTo>
                  <a:lnTo>
                    <a:pt x="0" y="473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654129" name="Freeform 126"/>
            <p:cNvSpPr/>
            <p:nvPr/>
          </p:nvSpPr>
          <p:spPr bwMode="auto">
            <a:xfrm rot="0" flipH="0" flipV="0">
              <a:off x="0" y="4311906"/>
              <a:ext cx="846585" cy="590108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9739" y="0"/>
                  </a:moveTo>
                  <a:lnTo>
                    <a:pt x="255858" y="0"/>
                  </a:lnTo>
                  <a:cubicBezTo>
                    <a:pt x="316465" y="0"/>
                    <a:pt x="365597" y="49132"/>
                    <a:pt x="365597" y="109739"/>
                  </a:cubicBezTo>
                  <a:lnTo>
                    <a:pt x="365597" y="145100"/>
                  </a:lnTo>
                  <a:cubicBezTo>
                    <a:pt x="365597" y="174205"/>
                    <a:pt x="354035" y="202117"/>
                    <a:pt x="333455" y="222697"/>
                  </a:cubicBezTo>
                  <a:cubicBezTo>
                    <a:pt x="312875" y="243277"/>
                    <a:pt x="284963" y="254839"/>
                    <a:pt x="255858" y="254839"/>
                  </a:cubicBezTo>
                  <a:lnTo>
                    <a:pt x="109739" y="254839"/>
                  </a:lnTo>
                  <a:cubicBezTo>
                    <a:pt x="80634" y="254839"/>
                    <a:pt x="52722" y="243277"/>
                    <a:pt x="32142" y="222697"/>
                  </a:cubicBezTo>
                  <a:cubicBezTo>
                    <a:pt x="11562" y="202117"/>
                    <a:pt x="0" y="174205"/>
                    <a:pt x="0" y="145100"/>
                  </a:cubicBezTo>
                  <a:lnTo>
                    <a:pt x="0" y="109739"/>
                  </a:lnTo>
                  <a:cubicBezTo>
                    <a:pt x="0" y="80634"/>
                    <a:pt x="11562" y="52722"/>
                    <a:pt x="32142" y="32142"/>
                  </a:cubicBezTo>
                  <a:cubicBezTo>
                    <a:pt x="52722" y="11562"/>
                    <a:pt x="80634" y="0"/>
                    <a:pt x="10973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9371933" name="TextBox 127"/>
            <p:cNvSpPr txBox="1"/>
            <p:nvPr/>
          </p:nvSpPr>
          <p:spPr bwMode="auto">
            <a:xfrm rot="0" flipH="0" flipV="0">
              <a:off x="0" y="4157516"/>
              <a:ext cx="846585" cy="74450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  <p:sp>
          <p:nvSpPr>
            <p:cNvPr id="143835757" name="AutoShape 128"/>
            <p:cNvSpPr/>
            <p:nvPr/>
          </p:nvSpPr>
          <p:spPr bwMode="auto">
            <a:xfrm>
              <a:off x="423292" y="1583454"/>
              <a:ext cx="0" cy="27284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998628" name="AutoShape 129"/>
            <p:cNvSpPr/>
            <p:nvPr/>
          </p:nvSpPr>
          <p:spPr bwMode="auto">
            <a:xfrm flipH="1">
              <a:off x="846586" y="4606965"/>
              <a:ext cx="230914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0954150" name="Freeform 131"/>
            <p:cNvSpPr/>
            <p:nvPr/>
          </p:nvSpPr>
          <p:spPr bwMode="auto">
            <a:xfrm rot="0" flipH="0" flipV="0">
              <a:off x="1230855" y="1104905"/>
              <a:ext cx="1924871" cy="431019"/>
            </a:xfrm>
            <a:custGeom>
              <a:avLst/>
              <a:gdLst/>
              <a:ahLst/>
              <a:cxnLst/>
              <a:rect l="l" t="t" r="r" b="b"/>
              <a:pathLst>
                <a:path w="458522" h="186135" fill="norm" stroke="1" extrusionOk="0">
                  <a:moveTo>
                    <a:pt x="87499" y="0"/>
                  </a:moveTo>
                  <a:lnTo>
                    <a:pt x="371024" y="0"/>
                  </a:lnTo>
                  <a:cubicBezTo>
                    <a:pt x="419348" y="0"/>
                    <a:pt x="458522" y="39174"/>
                    <a:pt x="458522" y="87499"/>
                  </a:cubicBezTo>
                  <a:lnTo>
                    <a:pt x="458522" y="98636"/>
                  </a:lnTo>
                  <a:cubicBezTo>
                    <a:pt x="458522" y="146960"/>
                    <a:pt x="419348" y="186135"/>
                    <a:pt x="371024" y="186135"/>
                  </a:cubicBezTo>
                  <a:lnTo>
                    <a:pt x="87499" y="186135"/>
                  </a:lnTo>
                  <a:cubicBezTo>
                    <a:pt x="39174" y="186135"/>
                    <a:pt x="0" y="146960"/>
                    <a:pt x="0" y="98636"/>
                  </a:cubicBezTo>
                  <a:lnTo>
                    <a:pt x="0" y="87499"/>
                  </a:lnTo>
                  <a:cubicBezTo>
                    <a:pt x="0" y="39174"/>
                    <a:pt x="39174" y="0"/>
                    <a:pt x="8749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701675" name="TextBox 132"/>
            <p:cNvSpPr txBox="1"/>
            <p:nvPr/>
          </p:nvSpPr>
          <p:spPr bwMode="auto">
            <a:xfrm rot="0" flipH="0" flipV="0">
              <a:off x="1230855" y="1016685"/>
              <a:ext cx="1924871" cy="519248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400"/>
            </a:p>
          </p:txBody>
        </p:sp>
        <p:sp>
          <p:nvSpPr>
            <p:cNvPr id="1880343056" name="Freeform 135"/>
            <p:cNvSpPr/>
            <p:nvPr/>
          </p:nvSpPr>
          <p:spPr bwMode="auto">
            <a:xfrm rot="0" flipH="0" flipV="0">
              <a:off x="3759112" y="1060774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7863833" name="TextBox 136"/>
            <p:cNvSpPr txBox="1"/>
            <p:nvPr/>
          </p:nvSpPr>
          <p:spPr bwMode="auto">
            <a:xfrm rot="0" flipH="0" flipV="0">
              <a:off x="3785913" y="1070825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09237054" name="Freeform 137"/>
            <p:cNvSpPr/>
            <p:nvPr/>
          </p:nvSpPr>
          <p:spPr bwMode="auto">
            <a:xfrm rot="0" flipH="0" flipV="0">
              <a:off x="3796230" y="1097892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</p:sp>
        <p:sp>
          <p:nvSpPr>
            <p:cNvPr id="840550895" name="AutoShape 138"/>
            <p:cNvSpPr/>
            <p:nvPr/>
          </p:nvSpPr>
          <p:spPr bwMode="auto">
            <a:xfrm flipH="1">
              <a:off x="3155729" y="1216777"/>
              <a:ext cx="603380" cy="5513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485928" name="Freeform 141"/>
            <p:cNvSpPr/>
            <p:nvPr/>
          </p:nvSpPr>
          <p:spPr bwMode="auto">
            <a:xfrm rot="0" flipH="0" flipV="0">
              <a:off x="2715201" y="2340222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9911072" name="TextBox 142"/>
            <p:cNvSpPr txBox="1"/>
            <p:nvPr/>
          </p:nvSpPr>
          <p:spPr bwMode="auto">
            <a:xfrm rot="0" flipH="0" flipV="0">
              <a:off x="2742000" y="2350273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913945719" name="Freeform 143"/>
            <p:cNvSpPr/>
            <p:nvPr/>
          </p:nvSpPr>
          <p:spPr bwMode="auto">
            <a:xfrm rot="0" flipH="0" flipV="0">
              <a:off x="2752317" y="237734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</p:sp>
        <p:sp>
          <p:nvSpPr>
            <p:cNvPr id="1433978222" name="AutoShape 144"/>
            <p:cNvSpPr/>
            <p:nvPr/>
          </p:nvSpPr>
          <p:spPr bwMode="auto">
            <a:xfrm flipH="1" flipV="1">
              <a:off x="2668088" y="1535926"/>
              <a:ext cx="161372" cy="80429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3530621" name="Freeform 147"/>
            <p:cNvSpPr/>
            <p:nvPr/>
          </p:nvSpPr>
          <p:spPr bwMode="auto">
            <a:xfrm rot="0" flipH="0" flipV="0">
              <a:off x="1868067" y="233052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9469008" name="TextBox 148"/>
            <p:cNvSpPr txBox="1"/>
            <p:nvPr/>
          </p:nvSpPr>
          <p:spPr bwMode="auto">
            <a:xfrm rot="0" flipH="0" flipV="0">
              <a:off x="1894869" y="234057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01589201" name="Freeform 149"/>
            <p:cNvSpPr/>
            <p:nvPr/>
          </p:nvSpPr>
          <p:spPr bwMode="auto">
            <a:xfrm rot="0" flipH="0" flipV="0">
              <a:off x="1905185" y="236764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</p:sp>
        <p:sp>
          <p:nvSpPr>
            <p:cNvPr id="1596929558" name="AutoShape 150"/>
            <p:cNvSpPr/>
            <p:nvPr/>
          </p:nvSpPr>
          <p:spPr bwMode="auto">
            <a:xfrm flipV="1">
              <a:off x="2087104" y="1535926"/>
              <a:ext cx="423013" cy="79460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865747" name="Freeform 153"/>
            <p:cNvSpPr/>
            <p:nvPr/>
          </p:nvSpPr>
          <p:spPr bwMode="auto">
            <a:xfrm rot="0" flipH="0" flipV="0">
              <a:off x="1364343" y="2100906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635470" name="TextBox 154"/>
            <p:cNvSpPr txBox="1"/>
            <p:nvPr/>
          </p:nvSpPr>
          <p:spPr bwMode="auto">
            <a:xfrm rot="0" flipH="0" flipV="0">
              <a:off x="1391144" y="2110957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630132254" name="Freeform 155"/>
            <p:cNvSpPr/>
            <p:nvPr/>
          </p:nvSpPr>
          <p:spPr bwMode="auto">
            <a:xfrm rot="0" flipH="0" flipV="0">
              <a:off x="1401461" y="2138024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</p:sp>
        <p:sp>
          <p:nvSpPr>
            <p:cNvPr id="535577564" name="AutoShape 156"/>
            <p:cNvSpPr/>
            <p:nvPr/>
          </p:nvSpPr>
          <p:spPr bwMode="auto">
            <a:xfrm flipV="1">
              <a:off x="1650224" y="1535926"/>
              <a:ext cx="713804" cy="58980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9590607" name="Freeform 159"/>
            <p:cNvSpPr/>
            <p:nvPr/>
          </p:nvSpPr>
          <p:spPr bwMode="auto">
            <a:xfrm rot="0" flipH="0" flipV="0">
              <a:off x="2338965" y="2902655"/>
              <a:ext cx="285880" cy="28588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6875690" name="TextBox 160"/>
            <p:cNvSpPr txBox="1"/>
            <p:nvPr/>
          </p:nvSpPr>
          <p:spPr bwMode="auto">
            <a:xfrm rot="0" flipH="0" flipV="0">
              <a:off x="2365767" y="2912706"/>
              <a:ext cx="232277" cy="2490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036362981" name="Freeform 161"/>
            <p:cNvSpPr/>
            <p:nvPr/>
          </p:nvSpPr>
          <p:spPr bwMode="auto">
            <a:xfrm rot="0" flipH="0" flipV="0">
              <a:off x="2376083" y="2939771"/>
              <a:ext cx="211641" cy="211641"/>
            </a:xfrm>
            <a:custGeom>
              <a:avLst/>
              <a:gdLst/>
              <a:ahLst/>
              <a:cxnLst/>
              <a:rect l="l" t="t" r="r" b="b"/>
              <a:pathLst>
                <a:path w="282192" h="282192" fill="norm" stroke="1" extrusionOk="0">
                  <a:moveTo>
                    <a:pt x="0" y="0"/>
                  </a:moveTo>
                  <a:lnTo>
                    <a:pt x="282193" y="0"/>
                  </a:lnTo>
                  <a:lnTo>
                    <a:pt x="282193" y="282193"/>
                  </a:lnTo>
                  <a:lnTo>
                    <a:pt x="0" y="282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</p:sp>
        <p:sp>
          <p:nvSpPr>
            <p:cNvPr id="1032508164" name="AutoShape 162"/>
            <p:cNvSpPr/>
            <p:nvPr/>
          </p:nvSpPr>
          <p:spPr bwMode="auto">
            <a:xfrm flipV="1">
              <a:off x="2493750" y="1535926"/>
              <a:ext cx="113240" cy="136672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0068970" name="Freeform 163"/>
            <p:cNvSpPr/>
            <p:nvPr/>
          </p:nvSpPr>
          <p:spPr bwMode="auto">
            <a:xfrm>
              <a:off x="3118827" y="1698838"/>
              <a:ext cx="345458" cy="345458"/>
            </a:xfrm>
            <a:custGeom>
              <a:avLst/>
              <a:gdLst/>
              <a:ahLst/>
              <a:cxnLst/>
              <a:rect l="l" t="t" r="r" b="b"/>
              <a:pathLst>
                <a:path w="345460" h="345460" fill="norm" stroke="1" extrusionOk="0">
                  <a:moveTo>
                    <a:pt x="0" y="0"/>
                  </a:moveTo>
                  <a:lnTo>
                    <a:pt x="345461" y="0"/>
                  </a:lnTo>
                  <a:lnTo>
                    <a:pt x="345461" y="345461"/>
                  </a:lnTo>
                  <a:lnTo>
                    <a:pt x="0" y="34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5457073" name="TextBox 164"/>
            <p:cNvSpPr txBox="1"/>
            <p:nvPr/>
          </p:nvSpPr>
          <p:spPr bwMode="auto">
            <a:xfrm>
              <a:off x="3105335" y="5461072"/>
              <a:ext cx="1596405" cy="32547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9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229971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761389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65376974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96419538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2152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270841977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528484047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460561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995528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185061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94665811" name=""/>
          <p:cNvGrpSpPr/>
          <p:nvPr/>
        </p:nvGrpSpPr>
        <p:grpSpPr bwMode="auto">
          <a:xfrm>
            <a:off x="2370366" y="1041932"/>
            <a:ext cx="2719679" cy="2612920"/>
            <a:chOff x="0" y="0"/>
            <a:chExt cx="2719679" cy="2612920"/>
          </a:xfrm>
        </p:grpSpPr>
        <p:sp>
          <p:nvSpPr>
            <p:cNvPr id="385490098" name="AutoShape 38"/>
            <p:cNvSpPr/>
            <p:nvPr/>
          </p:nvSpPr>
          <p:spPr bwMode="auto">
            <a:xfrm flipV="1">
              <a:off x="462708" y="491296"/>
              <a:ext cx="0" cy="2121624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4957280" name="AutoShape 39"/>
            <p:cNvSpPr/>
            <p:nvPr/>
          </p:nvSpPr>
          <p:spPr bwMode="auto">
            <a:xfrm>
              <a:off x="462708" y="491296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6965766" name="Freeform 41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8578461" name="TextBox 42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217591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535366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586159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4572829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06272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993651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21543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195109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6429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56785189" name=""/>
          <p:cNvGrpSpPr/>
          <p:nvPr/>
        </p:nvGrpSpPr>
        <p:grpSpPr bwMode="auto">
          <a:xfrm>
            <a:off x="2372796" y="785428"/>
            <a:ext cx="3774540" cy="1144746"/>
            <a:chOff x="0" y="0"/>
            <a:chExt cx="3774540" cy="1144746"/>
          </a:xfrm>
        </p:grpSpPr>
        <p:sp>
          <p:nvSpPr>
            <p:cNvPr id="363000965" name="Freeform 29"/>
            <p:cNvSpPr/>
            <p:nvPr/>
          </p:nvSpPr>
          <p:spPr bwMode="auto">
            <a:xfrm rot="0" flipH="0" flipV="0">
              <a:off x="3569108" y="0"/>
              <a:ext cx="205431" cy="328691"/>
            </a:xfrm>
            <a:custGeom>
              <a:avLst/>
              <a:gdLst/>
              <a:ahLst/>
              <a:cxnLst/>
              <a:rect l="l" t="t" r="r" b="b"/>
              <a:pathLst>
                <a:path w="273910" h="438255" fill="norm" stroke="1" extrusionOk="0">
                  <a:moveTo>
                    <a:pt x="0" y="0"/>
                  </a:moveTo>
                  <a:lnTo>
                    <a:pt x="273910" y="0"/>
                  </a:lnTo>
                  <a:lnTo>
                    <a:pt x="273910" y="438255"/>
                  </a:lnTo>
                  <a:lnTo>
                    <a:pt x="0" y="438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883121899" name="AutoShape 35"/>
            <p:cNvSpPr/>
            <p:nvPr/>
          </p:nvSpPr>
          <p:spPr bwMode="auto">
            <a:xfrm>
              <a:off x="462706" y="822214"/>
              <a:ext cx="2256971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451206" name="Freeform 37"/>
            <p:cNvSpPr/>
            <p:nvPr/>
          </p:nvSpPr>
          <p:spPr bwMode="auto">
            <a:xfrm rot="0" flipH="0" flipV="0">
              <a:off x="0" y="499683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82377" name="TextBox 38"/>
            <p:cNvSpPr txBox="1"/>
            <p:nvPr/>
          </p:nvSpPr>
          <p:spPr bwMode="auto">
            <a:xfrm rot="0" flipH="0" flipV="0">
              <a:off x="0" y="330917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220744" name="Freeform 26"/>
          <p:cNvSpPr/>
          <p:nvPr/>
        </p:nvSpPr>
        <p:spPr bwMode="auto">
          <a:xfrm>
            <a:off x="1020606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45737" name="AutoShape 27"/>
          <p:cNvSpPr/>
          <p:nvPr/>
        </p:nvSpPr>
        <p:spPr bwMode="auto">
          <a:xfrm flipH="1">
            <a:off x="3636928" y="3192287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957643" name="Freeform 28"/>
          <p:cNvSpPr/>
          <p:nvPr/>
        </p:nvSpPr>
        <p:spPr bwMode="auto">
          <a:xfrm>
            <a:off x="5401167" y="1698564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7267006" name="AutoShape 29"/>
          <p:cNvSpPr/>
          <p:nvPr/>
        </p:nvSpPr>
        <p:spPr bwMode="auto">
          <a:xfrm flipV="1">
            <a:off x="3636928" y="398352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60161" name="Freeform 30"/>
          <p:cNvSpPr/>
          <p:nvPr/>
        </p:nvSpPr>
        <p:spPr bwMode="auto">
          <a:xfrm>
            <a:off x="5549039" y="4360100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629934" name="Freeform 31"/>
          <p:cNvSpPr/>
          <p:nvPr/>
        </p:nvSpPr>
        <p:spPr bwMode="auto">
          <a:xfrm>
            <a:off x="9070135" y="2326023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482330" name="Freeform 26"/>
          <p:cNvSpPr/>
          <p:nvPr/>
        </p:nvSpPr>
        <p:spPr bwMode="auto">
          <a:xfrm>
            <a:off x="1020605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186662" name="AutoShape 27"/>
          <p:cNvSpPr/>
          <p:nvPr/>
        </p:nvSpPr>
        <p:spPr bwMode="auto">
          <a:xfrm flipH="1">
            <a:off x="3636928" y="3192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574939" name="Freeform 28"/>
          <p:cNvSpPr/>
          <p:nvPr/>
        </p:nvSpPr>
        <p:spPr bwMode="auto">
          <a:xfrm>
            <a:off x="5401166" y="1698563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1976624" name="AutoShape 29"/>
          <p:cNvSpPr/>
          <p:nvPr/>
        </p:nvSpPr>
        <p:spPr bwMode="auto">
          <a:xfrm flipV="1">
            <a:off x="3636928" y="3983519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089578" name="Freeform 30"/>
          <p:cNvSpPr/>
          <p:nvPr/>
        </p:nvSpPr>
        <p:spPr bwMode="auto">
          <a:xfrm>
            <a:off x="5549038" y="436009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654204" name="Freeform 31"/>
          <p:cNvSpPr/>
          <p:nvPr/>
        </p:nvSpPr>
        <p:spPr bwMode="auto">
          <a:xfrm>
            <a:off x="9070134" y="2326021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349439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833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205421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571745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920710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218223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322540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05373737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55923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63893847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03518401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0891135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0374779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63856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418764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55664197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8148134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54964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97104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814865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पी2पी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192130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42194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61895428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276270782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468127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137768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987097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947931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44373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29742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51346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09837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59837691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456450271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72787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662681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25692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788089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323786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48644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188949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55650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69259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694155012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50951858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924102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5340917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4066279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34602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648103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4164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603262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531632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376989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9931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73417976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78243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361731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10338266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2179502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46081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335538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958352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987411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3496828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34557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063730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690503" name=""/>
          <p:cNvGrpSpPr/>
          <p:nvPr/>
        </p:nvGrpSpPr>
        <p:grpSpPr bwMode="auto">
          <a:xfrm>
            <a:off x="2447208" y="1218546"/>
            <a:ext cx="925416" cy="813827"/>
            <a:chOff x="0" y="0"/>
            <a:chExt cx="925416" cy="813827"/>
          </a:xfrm>
        </p:grpSpPr>
        <p:sp>
          <p:nvSpPr>
            <p:cNvPr id="393983788" name="Freeform 37"/>
            <p:cNvSpPr/>
            <p:nvPr/>
          </p:nvSpPr>
          <p:spPr bwMode="auto">
            <a:xfrm rot="0" flipH="0" flipV="0">
              <a:off x="0" y="168765"/>
              <a:ext cx="925416" cy="645057"/>
            </a:xfrm>
            <a:custGeom>
              <a:avLst/>
              <a:gdLst/>
              <a:ahLst/>
              <a:cxnLst/>
              <a:rect l="l" t="t" r="r" b="b"/>
              <a:pathLst>
                <a:path w="365597" h="254839" fill="norm" stroke="1" extrusionOk="0">
                  <a:moveTo>
                    <a:pt x="100390" y="0"/>
                  </a:moveTo>
                  <a:lnTo>
                    <a:pt x="265206" y="0"/>
                  </a:lnTo>
                  <a:cubicBezTo>
                    <a:pt x="320651" y="0"/>
                    <a:pt x="365597" y="44946"/>
                    <a:pt x="365597" y="100390"/>
                  </a:cubicBezTo>
                  <a:lnTo>
                    <a:pt x="365597" y="154448"/>
                  </a:lnTo>
                  <a:cubicBezTo>
                    <a:pt x="365597" y="209892"/>
                    <a:pt x="320651" y="254839"/>
                    <a:pt x="265206" y="254839"/>
                  </a:cubicBezTo>
                  <a:lnTo>
                    <a:pt x="100390" y="254839"/>
                  </a:lnTo>
                  <a:cubicBezTo>
                    <a:pt x="44946" y="254839"/>
                    <a:pt x="0" y="209892"/>
                    <a:pt x="0" y="154448"/>
                  </a:cubicBezTo>
                  <a:lnTo>
                    <a:pt x="0" y="100390"/>
                  </a:lnTo>
                  <a:cubicBezTo>
                    <a:pt x="0" y="44946"/>
                    <a:pt x="44946" y="0"/>
                    <a:pt x="100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7028264" name="TextBox 38"/>
            <p:cNvSpPr txBox="1"/>
            <p:nvPr/>
          </p:nvSpPr>
          <p:spPr bwMode="auto">
            <a:xfrm rot="0" flipH="0" flipV="0">
              <a:off x="0" y="0"/>
              <a:ext cx="925416" cy="8138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KYC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470294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8053587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92627741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4747814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397415359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1436183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49012658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931263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960760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604531609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22674487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413532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4816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061028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पी2पी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7060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60450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291229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910983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155785983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811652" name="Freeform 26"/>
          <p:cNvSpPr/>
          <p:nvPr/>
        </p:nvSpPr>
        <p:spPr bwMode="auto">
          <a:xfrm>
            <a:off x="1006850" y="2266491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186536" name="AutoShape 27"/>
          <p:cNvSpPr/>
          <p:nvPr/>
        </p:nvSpPr>
        <p:spPr bwMode="auto">
          <a:xfrm flipH="1">
            <a:off x="3623172" y="3132756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77139" name="Freeform 28"/>
          <p:cNvSpPr/>
          <p:nvPr/>
        </p:nvSpPr>
        <p:spPr bwMode="auto">
          <a:xfrm>
            <a:off x="5387412" y="1639032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130985" name="AutoShape 29"/>
          <p:cNvSpPr/>
          <p:nvPr/>
        </p:nvSpPr>
        <p:spPr bwMode="auto">
          <a:xfrm flipV="1">
            <a:off x="3623172" y="3923988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870903" name="Freeform 30"/>
          <p:cNvSpPr/>
          <p:nvPr/>
        </p:nvSpPr>
        <p:spPr bwMode="auto">
          <a:xfrm>
            <a:off x="5535283" y="4300569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59623" name="Freeform 31"/>
          <p:cNvSpPr/>
          <p:nvPr/>
        </p:nvSpPr>
        <p:spPr bwMode="auto">
          <a:xfrm>
            <a:off x="9080311" y="2266491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972627" name="Freeform 32"/>
          <p:cNvSpPr/>
          <p:nvPr/>
        </p:nvSpPr>
        <p:spPr bwMode="auto">
          <a:xfrm>
            <a:off x="10098438" y="4018997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940597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522064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886238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1172995" name=""/>
          <p:cNvGrpSpPr/>
          <p:nvPr/>
        </p:nvGrpSpPr>
        <p:grpSpPr bwMode="auto">
          <a:xfrm>
            <a:off x="1018013" y="1356846"/>
            <a:ext cx="9994032" cy="4097914"/>
            <a:chOff x="0" y="0"/>
            <a:chExt cx="9994032" cy="4097914"/>
          </a:xfrm>
        </p:grpSpPr>
        <p:sp>
          <p:nvSpPr>
            <p:cNvPr id="1936703638" name="TextBox 32"/>
            <p:cNvSpPr txBox="1"/>
            <p:nvPr/>
          </p:nvSpPr>
          <p:spPr bwMode="auto">
            <a:xfrm>
              <a:off x="108550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9080606" name="TextBox 33"/>
            <p:cNvSpPr txBox="1"/>
            <p:nvPr/>
          </p:nvSpPr>
          <p:spPr bwMode="auto">
            <a:xfrm>
              <a:off x="223614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481226036" name="AutoShape 34"/>
            <p:cNvSpPr/>
            <p:nvPr/>
          </p:nvSpPr>
          <p:spPr bwMode="auto">
            <a:xfrm>
              <a:off x="2148897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3383217" name="TextBox 35"/>
            <p:cNvSpPr txBox="1"/>
            <p:nvPr/>
          </p:nvSpPr>
          <p:spPr bwMode="auto">
            <a:xfrm>
              <a:off x="2609062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13990236" name="TextBox 49"/>
            <p:cNvSpPr txBox="1"/>
            <p:nvPr/>
          </p:nvSpPr>
          <p:spPr bwMode="auto">
            <a:xfrm>
              <a:off x="5814437" y="291775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9063656" name="TextBox 50"/>
            <p:cNvSpPr txBox="1"/>
            <p:nvPr/>
          </p:nvSpPr>
          <p:spPr bwMode="auto">
            <a:xfrm>
              <a:off x="5929499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136039" name="AutoShape 51"/>
            <p:cNvSpPr/>
            <p:nvPr/>
          </p:nvSpPr>
          <p:spPr bwMode="auto">
            <a:xfrm>
              <a:off x="7855142" y="797418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817828" name="TextBox 52"/>
            <p:cNvSpPr txBox="1"/>
            <p:nvPr/>
          </p:nvSpPr>
          <p:spPr bwMode="auto">
            <a:xfrm>
              <a:off x="8314947" y="759062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19132950" name="Rectangle: Rounded Corners 12"/>
            <p:cNvSpPr/>
            <p:nvPr/>
          </p:nvSpPr>
          <p:spPr bwMode="auto">
            <a:xfrm>
              <a:off x="0" y="0"/>
              <a:ext cx="4317133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17645393" name="Rectangle: Rounded Corners 12"/>
            <p:cNvSpPr/>
            <p:nvPr/>
          </p:nvSpPr>
          <p:spPr bwMode="auto">
            <a:xfrm>
              <a:off x="5676900" y="0"/>
              <a:ext cx="4317132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93572274" name=""/>
            <p:cNvGrpSpPr/>
            <p:nvPr/>
          </p:nvGrpSpPr>
          <p:grpSpPr bwMode="auto">
            <a:xfrm>
              <a:off x="196394" y="1132385"/>
              <a:ext cx="9611120" cy="1160425"/>
              <a:chOff x="0" y="0"/>
              <a:chExt cx="9611120" cy="1160425"/>
            </a:xfrm>
          </p:grpSpPr>
          <p:sp>
            <p:nvSpPr>
              <p:cNvPr id="1752553401" name="Freeform 30"/>
              <p:cNvSpPr/>
              <p:nvPr/>
            </p:nvSpPr>
            <p:spPr bwMode="auto">
              <a:xfrm rot="0" flipH="0" flipV="0">
                <a:off x="0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0606665" name="TextBox 31"/>
              <p:cNvSpPr txBox="1"/>
              <p:nvPr/>
            </p:nvSpPr>
            <p:spPr bwMode="auto">
              <a:xfrm rot="0" flipH="0" flipV="0">
                <a:off x="0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23054930" name="Freeform 37"/>
              <p:cNvSpPr/>
              <p:nvPr/>
            </p:nvSpPr>
            <p:spPr bwMode="auto">
              <a:xfrm rot="0" flipH="0" flipV="0">
                <a:off x="2385446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22983184" name="TextBox 38"/>
              <p:cNvSpPr txBox="1"/>
              <p:nvPr/>
            </p:nvSpPr>
            <p:spPr bwMode="auto">
              <a:xfrm rot="0" flipH="0" flipV="0">
                <a:off x="2385446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2356952" name="Freeform 47"/>
              <p:cNvSpPr/>
              <p:nvPr/>
            </p:nvSpPr>
            <p:spPr bwMode="auto">
              <a:xfrm rot="0" flipH="0" flipV="0">
                <a:off x="5706244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86963125" name="TextBox 48"/>
              <p:cNvSpPr txBox="1"/>
              <p:nvPr/>
            </p:nvSpPr>
            <p:spPr bwMode="auto">
              <a:xfrm rot="0" flipH="0" flipV="0">
                <a:off x="5706244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3710885" name="Freeform 54"/>
              <p:cNvSpPr/>
              <p:nvPr/>
            </p:nvSpPr>
            <p:spPr bwMode="auto">
              <a:xfrm rot="0" flipH="0" flipV="0">
                <a:off x="8091691" y="63524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3999741" name="TextBox 55"/>
              <p:cNvSpPr txBox="1"/>
              <p:nvPr/>
            </p:nvSpPr>
            <p:spPr bwMode="auto">
              <a:xfrm rot="0" flipH="0" flipV="0">
                <a:off x="8091691" y="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79939877" name="Freeform 57"/>
              <p:cNvSpPr/>
              <p:nvPr/>
            </p:nvSpPr>
            <p:spPr bwMode="auto">
              <a:xfrm rot="0" flipH="0" flipV="0">
                <a:off x="8091691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83537698" name="TextBox 58"/>
              <p:cNvSpPr txBox="1"/>
              <p:nvPr/>
            </p:nvSpPr>
            <p:spPr bwMode="auto">
              <a:xfrm rot="0" flipH="0" flipV="0">
                <a:off x="8091691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92405600" name="Freeform 64"/>
              <p:cNvSpPr/>
              <p:nvPr/>
            </p:nvSpPr>
            <p:spPr bwMode="auto">
              <a:xfrm rot="0" flipH="0" flipV="0">
                <a:off x="5705926" y="687267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12963724" name="TextBox 65"/>
              <p:cNvSpPr txBox="1"/>
              <p:nvPr/>
            </p:nvSpPr>
            <p:spPr bwMode="auto">
              <a:xfrm rot="0" flipH="0" flipV="0">
                <a:off x="5705926" y="623740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45172685" name=""/>
            <p:cNvGrpSpPr/>
            <p:nvPr/>
          </p:nvGrpSpPr>
          <p:grpSpPr bwMode="auto">
            <a:xfrm>
              <a:off x="1389179" y="3247027"/>
              <a:ext cx="7225672" cy="850887"/>
              <a:chOff x="0" y="0"/>
              <a:chExt cx="7225672" cy="850887"/>
            </a:xfrm>
          </p:grpSpPr>
          <p:sp>
            <p:nvSpPr>
              <p:cNvPr id="474101732" name="AutoShape 39"/>
              <p:cNvSpPr/>
              <p:nvPr/>
            </p:nvSpPr>
            <p:spPr bwMode="auto">
              <a:xfrm>
                <a:off x="759717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90372980" name="Freeform 41"/>
              <p:cNvSpPr/>
              <p:nvPr/>
            </p:nvSpPr>
            <p:spPr bwMode="auto">
              <a:xfrm rot="0" flipH="0" flipV="0">
                <a:off x="0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30577244" name="TextBox 42"/>
              <p:cNvSpPr txBox="1"/>
              <p:nvPr/>
            </p:nvSpPr>
            <p:spPr bwMode="auto">
              <a:xfrm rot="0" flipH="0" flipV="0">
                <a:off x="0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744215" name="AutoShape 59"/>
              <p:cNvSpPr/>
              <p:nvPr/>
            </p:nvSpPr>
            <p:spPr bwMode="auto">
              <a:xfrm>
                <a:off x="6465961" y="0"/>
                <a:ext cx="0" cy="37773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04292381" name="Freeform 61"/>
              <p:cNvSpPr/>
              <p:nvPr/>
            </p:nvSpPr>
            <p:spPr bwMode="auto">
              <a:xfrm rot="0" flipH="0" flipV="0">
                <a:off x="5706243" y="377728"/>
                <a:ext cx="1519429" cy="4731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02422157" name="TextBox 62"/>
              <p:cNvSpPr txBox="1"/>
              <p:nvPr/>
            </p:nvSpPr>
            <p:spPr bwMode="auto">
              <a:xfrm rot="0" flipH="0" flipV="0">
                <a:off x="5706243" y="314201"/>
                <a:ext cx="1519429" cy="5366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19262035" name=""/>
          <p:cNvGrpSpPr/>
          <p:nvPr/>
        </p:nvGrpSpPr>
        <p:grpSpPr bwMode="auto">
          <a:xfrm>
            <a:off x="1077610" y="900772"/>
            <a:ext cx="10134597" cy="4905984"/>
            <a:chOff x="0" y="0"/>
            <a:chExt cx="10134597" cy="4905984"/>
          </a:xfrm>
        </p:grpSpPr>
        <p:sp>
          <p:nvSpPr>
            <p:cNvPr id="788814718" name="TextBox 32"/>
            <p:cNvSpPr txBox="1"/>
            <p:nvPr/>
          </p:nvSpPr>
          <p:spPr bwMode="auto">
            <a:xfrm>
              <a:off x="165340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A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1805025" name="TextBox 33"/>
            <p:cNvSpPr txBox="1"/>
            <p:nvPr/>
          </p:nvSpPr>
          <p:spPr bwMode="auto">
            <a:xfrm>
              <a:off x="280404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416718129" name="AutoShape 34"/>
            <p:cNvSpPr/>
            <p:nvPr/>
          </p:nvSpPr>
          <p:spPr bwMode="auto">
            <a:xfrm>
              <a:off x="2206047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9462409" name="TextBox 35"/>
            <p:cNvSpPr txBox="1"/>
            <p:nvPr/>
          </p:nvSpPr>
          <p:spPr bwMode="auto">
            <a:xfrm>
              <a:off x="2665852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60132172" name="AutoShape 39"/>
            <p:cNvSpPr/>
            <p:nvPr/>
          </p:nvSpPr>
          <p:spPr bwMode="auto">
            <a:xfrm>
              <a:off x="2206047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035717" name="TextBox 49"/>
            <p:cNvSpPr txBox="1"/>
            <p:nvPr/>
          </p:nvSpPr>
          <p:spPr bwMode="auto">
            <a:xfrm>
              <a:off x="5871587" y="245697"/>
              <a:ext cx="4082128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 B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51822070" name="TextBox 50"/>
            <p:cNvSpPr txBox="1"/>
            <p:nvPr/>
          </p:nvSpPr>
          <p:spPr bwMode="auto">
            <a:xfrm>
              <a:off x="5986649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400"/>
            </a:p>
          </p:txBody>
        </p:sp>
        <p:sp>
          <p:nvSpPr>
            <p:cNvPr id="1524221511" name="AutoShape 51"/>
            <p:cNvSpPr/>
            <p:nvPr/>
          </p:nvSpPr>
          <p:spPr bwMode="auto">
            <a:xfrm>
              <a:off x="7912292" y="751341"/>
              <a:ext cx="0" cy="220251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6572621" name="TextBox 52"/>
            <p:cNvSpPr txBox="1"/>
            <p:nvPr/>
          </p:nvSpPr>
          <p:spPr bwMode="auto">
            <a:xfrm>
              <a:off x="8372457" y="712985"/>
              <a:ext cx="1466433" cy="2270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4"/>
                </a:lnSpc>
                <a:defRPr/>
              </a:pPr>
              <a:r>
                <a:rPr lang="en-US" sz="1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52906678" name="AutoShape 59"/>
            <p:cNvSpPr/>
            <p:nvPr/>
          </p:nvSpPr>
          <p:spPr bwMode="auto">
            <a:xfrm>
              <a:off x="7912292" y="3200951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8155912" name="Rectangle: Rounded Corners 12"/>
            <p:cNvSpPr/>
            <p:nvPr/>
          </p:nvSpPr>
          <p:spPr bwMode="auto">
            <a:xfrm>
              <a:off x="0" y="0"/>
              <a:ext cx="440054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417824545" name="Rectangle: Rounded Corners 12"/>
            <p:cNvSpPr/>
            <p:nvPr/>
          </p:nvSpPr>
          <p:spPr bwMode="auto">
            <a:xfrm>
              <a:off x="5638799" y="0"/>
              <a:ext cx="4495798" cy="31241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54002345" name=""/>
            <p:cNvGrpSpPr/>
            <p:nvPr/>
          </p:nvGrpSpPr>
          <p:grpSpPr bwMode="auto">
            <a:xfrm>
              <a:off x="1446329" y="3578680"/>
              <a:ext cx="7225675" cy="1327304"/>
              <a:chOff x="0" y="0"/>
              <a:chExt cx="7225675" cy="1327304"/>
            </a:xfrm>
          </p:grpSpPr>
          <p:grpSp>
            <p:nvGrpSpPr>
              <p:cNvPr id="1600492454" name="Group 40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619289362" name="Freeform 4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691853404" name="TextBox 4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1 994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889351502" name="Group 60"/>
              <p:cNvGrpSpPr/>
              <p:nvPr/>
            </p:nvGrpSpPr>
            <p:grpSpPr bwMode="auto">
              <a:xfrm>
                <a:off x="5706245" y="0"/>
                <a:ext cx="1519430" cy="473152"/>
                <a:chOff x="0" y="0"/>
                <a:chExt cx="911224" cy="283756"/>
              </a:xfrm>
            </p:grpSpPr>
            <p:sp>
              <p:nvSpPr>
                <p:cNvPr id="1738129936" name="Freeform 61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224223912" name="TextBox 62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2 640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22983125" name="Group 66"/>
              <p:cNvGrpSpPr/>
              <p:nvPr/>
            </p:nvGrpSpPr>
            <p:grpSpPr bwMode="auto">
              <a:xfrm>
                <a:off x="5706245" y="854152"/>
                <a:ext cx="1519430" cy="473152"/>
                <a:chOff x="0" y="0"/>
                <a:chExt cx="911224" cy="283756"/>
              </a:xfrm>
            </p:grpSpPr>
            <p:sp>
              <p:nvSpPr>
                <p:cNvPr id="559733485" name="Freeform 6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1710893572" name="TextBox 6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12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sp>
            <p:nvSpPr>
              <p:cNvPr id="1224032126" name="AutoShape 69"/>
              <p:cNvSpPr/>
              <p:nvPr/>
            </p:nvSpPr>
            <p:spPr bwMode="auto">
              <a:xfrm flipH="1">
                <a:off x="6465961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840892218" name="AutoShape 70"/>
              <p:cNvSpPr/>
              <p:nvPr/>
            </p:nvSpPr>
            <p:spPr bwMode="auto">
              <a:xfrm>
                <a:off x="759717" y="473153"/>
                <a:ext cx="0" cy="380998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none" w="sm" len="sm"/>
                <a:tailEnd type="arrow" w="med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grpSp>
            <p:nvGrpSpPr>
              <p:cNvPr id="159966253" name="Group 71"/>
              <p:cNvGrpSpPr/>
              <p:nvPr/>
            </p:nvGrpSpPr>
            <p:grpSpPr bwMode="auto">
              <a:xfrm>
                <a:off x="0" y="854152"/>
                <a:ext cx="1519430" cy="473152"/>
                <a:chOff x="0" y="0"/>
                <a:chExt cx="911224" cy="283756"/>
              </a:xfrm>
            </p:grpSpPr>
            <p:sp>
              <p:nvSpPr>
                <p:cNvPr id="2105362871" name="Freeform 72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FF5C00"/>
                </a:solidFill>
              </p:spPr>
            </p:sp>
            <p:sp>
              <p:nvSpPr>
                <p:cNvPr id="652453462" name="TextBox 73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14 sats/vB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  <p:grpSp>
          <p:nvGrpSpPr>
            <p:cNvPr id="866159980" name=""/>
            <p:cNvGrpSpPr/>
            <p:nvPr/>
          </p:nvGrpSpPr>
          <p:grpSpPr bwMode="auto">
            <a:xfrm>
              <a:off x="253545" y="1149837"/>
              <a:ext cx="9611121" cy="1096893"/>
              <a:chOff x="0" y="0"/>
              <a:chExt cx="9611121" cy="1096893"/>
            </a:xfrm>
          </p:grpSpPr>
          <p:grpSp>
            <p:nvGrpSpPr>
              <p:cNvPr id="2075107259" name="Group 29"/>
              <p:cNvGrpSpPr/>
              <p:nvPr/>
            </p:nvGrpSpPr>
            <p:grpSpPr bwMode="auto">
              <a:xfrm>
                <a:off x="0" y="0"/>
                <a:ext cx="1519430" cy="473152"/>
                <a:chOff x="0" y="0"/>
                <a:chExt cx="911224" cy="283756"/>
              </a:xfrm>
            </p:grpSpPr>
            <p:sp>
              <p:nvSpPr>
                <p:cNvPr id="1366526586" name="Freeform 30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537112606" name="TextBox 31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200 000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573201062" name="Group 36"/>
              <p:cNvGrpSpPr/>
              <p:nvPr/>
            </p:nvGrpSpPr>
            <p:grpSpPr bwMode="auto">
              <a:xfrm>
                <a:off x="2385446" y="0"/>
                <a:ext cx="1519430" cy="473152"/>
                <a:chOff x="0" y="0"/>
                <a:chExt cx="911224" cy="283756"/>
              </a:xfrm>
            </p:grpSpPr>
            <p:sp>
              <p:nvSpPr>
                <p:cNvPr id="699287068" name="Freeform 3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053308648" name="TextBox 3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198 006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851465438" name="Group 46"/>
              <p:cNvGrpSpPr/>
              <p:nvPr/>
            </p:nvGrpSpPr>
            <p:grpSpPr bwMode="auto">
              <a:xfrm>
                <a:off x="5706244" y="0"/>
                <a:ext cx="1519430" cy="473152"/>
                <a:chOff x="0" y="0"/>
                <a:chExt cx="911224" cy="283756"/>
              </a:xfrm>
            </p:grpSpPr>
            <p:sp>
              <p:nvSpPr>
                <p:cNvPr id="1338986628" name="Freeform 4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132874448" name="TextBox 4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1797030115" name="Group 53"/>
              <p:cNvGrpSpPr/>
              <p:nvPr/>
            </p:nvGrpSpPr>
            <p:grpSpPr bwMode="auto">
              <a:xfrm>
                <a:off x="8091691" y="0"/>
                <a:ext cx="1519430" cy="473152"/>
                <a:chOff x="0" y="0"/>
                <a:chExt cx="911224" cy="283756"/>
              </a:xfrm>
            </p:grpSpPr>
            <p:sp>
              <p:nvSpPr>
                <p:cNvPr id="233845446" name="Freeform 5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489819133" name="TextBox 5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175 000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315177373" name="Group 56"/>
              <p:cNvGrpSpPr/>
              <p:nvPr/>
            </p:nvGrpSpPr>
            <p:grpSpPr bwMode="auto">
              <a:xfrm>
                <a:off x="8091691" y="623741"/>
                <a:ext cx="1519430" cy="473152"/>
                <a:chOff x="0" y="0"/>
                <a:chExt cx="911224" cy="283756"/>
              </a:xfrm>
            </p:grpSpPr>
            <p:sp>
              <p:nvSpPr>
                <p:cNvPr id="603583509" name="Freeform 57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161015106" name="TextBox 58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22 360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  <p:grpSp>
            <p:nvGrpSpPr>
              <p:cNvPr id="967699903" name="Group 63"/>
              <p:cNvGrpSpPr/>
              <p:nvPr/>
            </p:nvGrpSpPr>
            <p:grpSpPr bwMode="auto">
              <a:xfrm>
                <a:off x="5705926" y="623741"/>
                <a:ext cx="1519430" cy="473152"/>
                <a:chOff x="0" y="0"/>
                <a:chExt cx="911224" cy="283756"/>
              </a:xfrm>
            </p:grpSpPr>
            <p:sp>
              <p:nvSpPr>
                <p:cNvPr id="701537283" name="Freeform 64"/>
                <p:cNvSpPr/>
                <p:nvPr/>
              </p:nvSpPr>
              <p:spPr bwMode="auto">
                <a:xfrm>
                  <a:off x="0" y="0"/>
                  <a:ext cx="911224" cy="283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1226" h="283758" fill="norm" stroke="1" extrusionOk="0">
                      <a:moveTo>
                        <a:pt x="141879" y="0"/>
                      </a:moveTo>
                      <a:lnTo>
                        <a:pt x="769348" y="0"/>
                      </a:lnTo>
                      <a:cubicBezTo>
                        <a:pt x="847705" y="0"/>
                        <a:pt x="911226" y="63521"/>
                        <a:pt x="911226" y="141879"/>
                      </a:cubicBezTo>
                      <a:lnTo>
                        <a:pt x="911226" y="141879"/>
                      </a:lnTo>
                      <a:cubicBezTo>
                        <a:pt x="911226" y="220236"/>
                        <a:pt x="847705" y="283758"/>
                        <a:pt x="769348" y="283758"/>
                      </a:cubicBezTo>
                      <a:lnTo>
                        <a:pt x="141879" y="283758"/>
                      </a:lnTo>
                      <a:cubicBezTo>
                        <a:pt x="63521" y="283758"/>
                        <a:pt x="0" y="220236"/>
                        <a:pt x="0" y="141879"/>
                      </a:cubicBezTo>
                      <a:lnTo>
                        <a:pt x="0" y="141879"/>
                      </a:lnTo>
                      <a:cubicBezTo>
                        <a:pt x="0" y="63521"/>
                        <a:pt x="63521" y="0"/>
                        <a:pt x="141879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  <p:sp>
              <p:nvSpPr>
                <p:cNvPr id="2010530298" name="TextBox 65"/>
                <p:cNvSpPr txBox="1"/>
                <p:nvPr/>
              </p:nvSpPr>
              <p:spPr bwMode="auto">
                <a:xfrm>
                  <a:off x="0" y="-38098"/>
                  <a:ext cx="911224" cy="321858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2180"/>
                    </a:lnSpc>
                    <a:defRPr/>
                  </a:pPr>
                  <a:r>
                    <a:rPr lang="en-US" sz="15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50 000 sats</a:t>
                  </a:r>
                  <a:endParaRPr>
                    <a:latin typeface="IBM Plex Sans"/>
                    <a:cs typeface="IBM Plex San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382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38814" y="404673"/>
            <a:ext cx="10400079" cy="5759537"/>
          </a:xfrm>
          <a:prstGeom prst="rect">
            <a:avLst/>
          </a:prstGeom>
        </p:spPr>
      </p:pic>
      <p:sp>
        <p:nvSpPr>
          <p:cNvPr id="561538653" name=""/>
          <p:cNvSpPr txBox="1"/>
          <p:nvPr/>
        </p:nvSpPr>
        <p:spPr bwMode="auto">
          <a:xfrm rot="0" flipH="0" flipV="0">
            <a:off x="1081125" y="480217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सैट्स/वीबी में औसत व्यय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3313970" name=""/>
          <p:cNvGrpSpPr/>
          <p:nvPr/>
        </p:nvGrpSpPr>
        <p:grpSpPr bwMode="auto">
          <a:xfrm>
            <a:off x="817857" y="633873"/>
            <a:ext cx="10096695" cy="5676897"/>
            <a:chOff x="0" y="0"/>
            <a:chExt cx="10096695" cy="5676897"/>
          </a:xfrm>
        </p:grpSpPr>
        <p:sp>
          <p:nvSpPr>
            <p:cNvPr id="2126417795" name="Freeform 26"/>
            <p:cNvSpPr/>
            <p:nvPr/>
          </p:nvSpPr>
          <p:spPr bwMode="auto">
            <a:xfrm>
              <a:off x="1822295" y="1478803"/>
              <a:ext cx="810803" cy="3603577"/>
            </a:xfrm>
            <a:custGeom>
              <a:avLst/>
              <a:gdLst/>
              <a:ahLst/>
              <a:cxnLst/>
              <a:rect l="l" t="t" r="r" b="b"/>
              <a:pathLst>
                <a:path w="810806" h="3603580" fill="norm" stroke="1" extrusionOk="0">
                  <a:moveTo>
                    <a:pt x="0" y="0"/>
                  </a:moveTo>
                  <a:lnTo>
                    <a:pt x="810806" y="0"/>
                  </a:lnTo>
                  <a:lnTo>
                    <a:pt x="810806" y="3603580"/>
                  </a:lnTo>
                  <a:lnTo>
                    <a:pt x="0" y="360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6253238" name="Freeform 27"/>
            <p:cNvSpPr/>
            <p:nvPr/>
          </p:nvSpPr>
          <p:spPr bwMode="auto">
            <a:xfrm>
              <a:off x="0" y="2510665"/>
              <a:ext cx="1403194" cy="1539856"/>
            </a:xfrm>
            <a:custGeom>
              <a:avLst/>
              <a:gdLst/>
              <a:ahLst/>
              <a:cxnLst/>
              <a:rect l="l" t="t" r="r" b="b"/>
              <a:pathLst>
                <a:path w="1403196" h="1539858" fill="norm" stroke="1" extrusionOk="0">
                  <a:moveTo>
                    <a:pt x="0" y="0"/>
                  </a:moveTo>
                  <a:lnTo>
                    <a:pt x="1403196" y="0"/>
                  </a:lnTo>
                  <a:lnTo>
                    <a:pt x="1403196" y="1539858"/>
                  </a:lnTo>
                  <a:lnTo>
                    <a:pt x="0" y="153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1046118" name="AutoShape 34"/>
            <p:cNvSpPr/>
            <p:nvPr/>
          </p:nvSpPr>
          <p:spPr bwMode="auto">
            <a:xfrm flipH="0" flipV="0">
              <a:off x="6643692" y="1099197"/>
              <a:ext cx="0" cy="3924049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5634" name="TextBox 47"/>
            <p:cNvSpPr txBox="1"/>
            <p:nvPr/>
          </p:nvSpPr>
          <p:spPr bwMode="auto">
            <a:xfrm>
              <a:off x="3557025" y="322238"/>
              <a:ext cx="6174415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2647920" name="TextBox 48"/>
            <p:cNvSpPr txBox="1"/>
            <p:nvPr/>
          </p:nvSpPr>
          <p:spPr bwMode="auto">
            <a:xfrm>
              <a:off x="3731091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15597632" name="TextBox 49"/>
            <p:cNvSpPr txBox="1"/>
            <p:nvPr/>
          </p:nvSpPr>
          <p:spPr bwMode="auto">
            <a:xfrm>
              <a:off x="7339836" y="1027251"/>
              <a:ext cx="2217348" cy="4608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25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5269443" name="Rectangle: Rounded Corners 12"/>
            <p:cNvSpPr/>
            <p:nvPr/>
          </p:nvSpPr>
          <p:spPr bwMode="auto">
            <a:xfrm>
              <a:off x="3162495" y="0"/>
              <a:ext cx="6934199" cy="56768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2149934" name=""/>
            <p:cNvGrpSpPr/>
            <p:nvPr/>
          </p:nvGrpSpPr>
          <p:grpSpPr bwMode="auto">
            <a:xfrm>
              <a:off x="3689916" y="1557879"/>
              <a:ext cx="5907360" cy="3747741"/>
              <a:chOff x="0" y="0"/>
              <a:chExt cx="5907360" cy="3747741"/>
            </a:xfrm>
          </p:grpSpPr>
          <p:sp>
            <p:nvSpPr>
              <p:cNvPr id="955285746" name="Freeform 32"/>
              <p:cNvSpPr/>
              <p:nvPr/>
            </p:nvSpPr>
            <p:spPr bwMode="auto">
              <a:xfrm rot="0" flipH="0" flipV="0">
                <a:off x="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9826740" name="TextBox 33"/>
              <p:cNvSpPr txBox="1"/>
              <p:nvPr/>
            </p:nvSpPr>
            <p:spPr bwMode="auto">
              <a:xfrm rot="0" flipH="0" flipV="0">
                <a:off x="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5508473" name="Freeform 36"/>
              <p:cNvSpPr/>
              <p:nvPr/>
            </p:nvSpPr>
            <p:spPr bwMode="auto">
              <a:xfrm rot="0" flipH="0" flipV="0">
                <a:off x="0" y="1106757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468291829" name="TextBox 37"/>
              <p:cNvSpPr txBox="1"/>
              <p:nvPr/>
            </p:nvSpPr>
            <p:spPr bwMode="auto">
              <a:xfrm rot="0" flipH="0" flipV="0">
                <a:off x="0" y="9625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04806284" name="Freeform 39"/>
              <p:cNvSpPr/>
              <p:nvPr/>
            </p:nvSpPr>
            <p:spPr bwMode="auto">
              <a:xfrm rot="0" flipH="0" flipV="0">
                <a:off x="182" y="206935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091205628" name="TextBox 40"/>
              <p:cNvSpPr txBox="1"/>
              <p:nvPr/>
            </p:nvSpPr>
            <p:spPr bwMode="auto">
              <a:xfrm rot="0" flipH="0" flipV="0">
                <a:off x="182" y="192519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22656038" name="Freeform 42"/>
              <p:cNvSpPr/>
              <p:nvPr/>
            </p:nvSpPr>
            <p:spPr bwMode="auto">
              <a:xfrm rot="0" flipH="0" flipV="0">
                <a:off x="182" y="303194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60211662" name="TextBox 43"/>
              <p:cNvSpPr txBox="1"/>
              <p:nvPr/>
            </p:nvSpPr>
            <p:spPr bwMode="auto">
              <a:xfrm rot="0" flipH="0" flipV="0">
                <a:off x="182" y="2887785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73468589" name="Freeform 45"/>
              <p:cNvSpPr/>
              <p:nvPr/>
            </p:nvSpPr>
            <p:spPr bwMode="auto">
              <a:xfrm rot="0" flipH="0" flipV="0">
                <a:off x="3608740" y="144163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623305378" name="TextBox 46"/>
              <p:cNvSpPr txBox="1"/>
              <p:nvPr/>
            </p:nvSpPr>
            <p:spPr bwMode="auto">
              <a:xfrm rot="0" flipH="0" flipV="0">
                <a:off x="3608740" y="0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627986" name="Freeform 51"/>
              <p:cNvSpPr/>
              <p:nvPr/>
            </p:nvSpPr>
            <p:spPr bwMode="auto">
              <a:xfrm rot="0" flipH="0" flipV="0">
                <a:off x="3608740" y="1099958"/>
                <a:ext cx="2298619" cy="71579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514" y="0"/>
                    </a:moveTo>
                    <a:lnTo>
                      <a:pt x="796712" y="0"/>
                    </a:lnTo>
                    <a:cubicBezTo>
                      <a:pt x="859957" y="0"/>
                      <a:pt x="911226" y="51270"/>
                      <a:pt x="911226" y="114514"/>
                    </a:cubicBezTo>
                    <a:lnTo>
                      <a:pt x="911226" y="169243"/>
                    </a:lnTo>
                    <a:cubicBezTo>
                      <a:pt x="911226" y="232488"/>
                      <a:pt x="859957" y="283758"/>
                      <a:pt x="796712" y="283758"/>
                    </a:cubicBezTo>
                    <a:lnTo>
                      <a:pt x="114514" y="283758"/>
                    </a:lnTo>
                    <a:cubicBezTo>
                      <a:pt x="84143" y="283758"/>
                      <a:pt x="55016" y="271693"/>
                      <a:pt x="33540" y="250217"/>
                    </a:cubicBezTo>
                    <a:cubicBezTo>
                      <a:pt x="12065" y="228742"/>
                      <a:pt x="0" y="199614"/>
                      <a:pt x="0" y="169243"/>
                    </a:cubicBezTo>
                    <a:lnTo>
                      <a:pt x="0" y="114514"/>
                    </a:lnTo>
                    <a:cubicBezTo>
                      <a:pt x="0" y="84143"/>
                      <a:pt x="12065" y="55016"/>
                      <a:pt x="33540" y="33540"/>
                    </a:cubicBezTo>
                    <a:cubicBezTo>
                      <a:pt x="55016" y="12065"/>
                      <a:pt x="84143" y="0"/>
                      <a:pt x="11451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64590089" name="TextBox 52"/>
              <p:cNvSpPr txBox="1"/>
              <p:nvPr/>
            </p:nvSpPr>
            <p:spPr bwMode="auto">
              <a:xfrm rot="0" flipH="0" flipV="0">
                <a:off x="3608740" y="955794"/>
                <a:ext cx="2298619" cy="85995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529248" name=""/>
          <p:cNvGrpSpPr/>
          <p:nvPr/>
        </p:nvGrpSpPr>
        <p:grpSpPr bwMode="auto">
          <a:xfrm>
            <a:off x="1292455" y="558464"/>
            <a:ext cx="9515640" cy="5721097"/>
            <a:chOff x="0" y="0"/>
            <a:chExt cx="9515640" cy="5721097"/>
          </a:xfrm>
        </p:grpSpPr>
        <p:sp>
          <p:nvSpPr>
            <p:cNvPr id="550628032" name="Freeform 40"/>
            <p:cNvSpPr/>
            <p:nvPr/>
          </p:nvSpPr>
          <p:spPr bwMode="auto">
            <a:xfrm rot="0" flipH="0" flipV="0">
              <a:off x="1201662" y="931676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421746" name="TextBox 41"/>
            <p:cNvSpPr txBox="1"/>
            <p:nvPr/>
          </p:nvSpPr>
          <p:spPr bwMode="auto">
            <a:xfrm rot="0" flipH="0" flipV="0">
              <a:off x="1201662" y="830002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Bisq</a:t>
              </a:r>
              <a:endParaRPr/>
            </a:p>
          </p:txBody>
        </p:sp>
        <p:sp>
          <p:nvSpPr>
            <p:cNvPr id="2026453813" name="Freeform 43"/>
            <p:cNvSpPr/>
            <p:nvPr/>
          </p:nvSpPr>
          <p:spPr bwMode="auto">
            <a:xfrm rot="0" flipH="0" flipV="0">
              <a:off x="1201662" y="2967510"/>
              <a:ext cx="1950471" cy="566064"/>
            </a:xfrm>
            <a:custGeom>
              <a:avLst/>
              <a:gdLst/>
              <a:ahLst/>
              <a:cxnLst/>
              <a:rect l="l" t="t" r="r" b="b"/>
              <a:pathLst>
                <a:path w="1096352" h="318183" fill="norm" stroke="1" extrusionOk="0">
                  <a:moveTo>
                    <a:pt x="15877" y="0"/>
                  </a:moveTo>
                  <a:lnTo>
                    <a:pt x="1080475" y="0"/>
                  </a:lnTo>
                  <a:cubicBezTo>
                    <a:pt x="1089244" y="0"/>
                    <a:pt x="1096352" y="7108"/>
                    <a:pt x="1096352" y="15877"/>
                  </a:cubicBezTo>
                  <a:lnTo>
                    <a:pt x="1096352" y="302306"/>
                  </a:lnTo>
                  <a:cubicBezTo>
                    <a:pt x="1096352" y="311075"/>
                    <a:pt x="1089244" y="318183"/>
                    <a:pt x="1080475" y="318183"/>
                  </a:cubicBezTo>
                  <a:lnTo>
                    <a:pt x="15877" y="318183"/>
                  </a:lnTo>
                  <a:cubicBezTo>
                    <a:pt x="7108" y="318183"/>
                    <a:pt x="0" y="311075"/>
                    <a:pt x="0" y="302306"/>
                  </a:cubicBezTo>
                  <a:lnTo>
                    <a:pt x="0" y="15877"/>
                  </a:lnTo>
                  <a:cubicBezTo>
                    <a:pt x="0" y="7108"/>
                    <a:pt x="7108" y="0"/>
                    <a:pt x="1587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1659673" name="TextBox 44"/>
            <p:cNvSpPr txBox="1"/>
            <p:nvPr/>
          </p:nvSpPr>
          <p:spPr bwMode="auto">
            <a:xfrm rot="0" flipH="0" flipV="0">
              <a:off x="1201662" y="2865837"/>
              <a:ext cx="1950471" cy="667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Exchange.kyc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9232441" name="Freeform 45"/>
            <p:cNvSpPr/>
            <p:nvPr/>
          </p:nvSpPr>
          <p:spPr bwMode="auto">
            <a:xfrm>
              <a:off x="4188069" y="4027421"/>
              <a:ext cx="1543365" cy="1693677"/>
            </a:xfrm>
            <a:custGeom>
              <a:avLst/>
              <a:gdLst/>
              <a:ahLst/>
              <a:cxnLst/>
              <a:rect l="l" t="t" r="r" b="b"/>
              <a:pathLst>
                <a:path w="1543365" h="1693679" fill="norm" stroke="1" extrusionOk="0">
                  <a:moveTo>
                    <a:pt x="0" y="0"/>
                  </a:moveTo>
                  <a:lnTo>
                    <a:pt x="1543365" y="0"/>
                  </a:lnTo>
                  <a:lnTo>
                    <a:pt x="1543365" y="1693680"/>
                  </a:lnTo>
                  <a:lnTo>
                    <a:pt x="0" y="1693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656405" name="AutoShape 46"/>
            <p:cNvSpPr/>
            <p:nvPr/>
          </p:nvSpPr>
          <p:spPr bwMode="auto">
            <a:xfrm>
              <a:off x="3152136" y="1214709"/>
              <a:ext cx="2152773" cy="6766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781638" name="AutoShape 47"/>
            <p:cNvSpPr/>
            <p:nvPr/>
          </p:nvSpPr>
          <p:spPr bwMode="auto">
            <a:xfrm flipV="1">
              <a:off x="3152136" y="1212975"/>
              <a:ext cx="2152773" cy="1192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798257" name="TextBox 48"/>
            <p:cNvSpPr txBox="1"/>
            <p:nvPr/>
          </p:nvSpPr>
          <p:spPr bwMode="auto">
            <a:xfrm>
              <a:off x="5136770" y="146640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CIOH</a:t>
              </a:r>
              <a:endParaRPr/>
            </a:p>
          </p:txBody>
        </p:sp>
        <p:sp>
          <p:nvSpPr>
            <p:cNvPr id="872804455" name="TextBox 49"/>
            <p:cNvSpPr txBox="1"/>
            <p:nvPr/>
          </p:nvSpPr>
          <p:spPr bwMode="auto">
            <a:xfrm>
              <a:off x="5408363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/>
            </a:p>
          </p:txBody>
        </p:sp>
        <p:sp>
          <p:nvSpPr>
            <p:cNvPr id="1661682141" name="TextBox 50"/>
            <p:cNvSpPr txBox="1"/>
            <p:nvPr/>
          </p:nvSpPr>
          <p:spPr bwMode="auto">
            <a:xfrm>
              <a:off x="7655805" y="635243"/>
              <a:ext cx="1564482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00103217" name="AutoShape 51"/>
            <p:cNvSpPr/>
            <p:nvPr/>
          </p:nvSpPr>
          <p:spPr bwMode="auto">
            <a:xfrm>
              <a:off x="2795852" y="3533580"/>
              <a:ext cx="1557945" cy="71241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743599" name="AutoShape 52"/>
            <p:cNvSpPr/>
            <p:nvPr/>
          </p:nvSpPr>
          <p:spPr bwMode="auto">
            <a:xfrm flipH="1">
              <a:off x="103531" y="1214709"/>
              <a:ext cx="109813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0008192" name="TextBox 53"/>
            <p:cNvSpPr txBox="1"/>
            <p:nvPr/>
          </p:nvSpPr>
          <p:spPr bwMode="auto">
            <a:xfrm>
              <a:off x="0" y="429116"/>
              <a:ext cx="4355238" cy="3250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5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63446968" name="AutoShape 54"/>
            <p:cNvSpPr/>
            <p:nvPr/>
          </p:nvSpPr>
          <p:spPr bwMode="auto">
            <a:xfrm flipV="1">
              <a:off x="103531" y="4874261"/>
              <a:ext cx="408453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5189498" name="AutoShape 55"/>
            <p:cNvSpPr/>
            <p:nvPr/>
          </p:nvSpPr>
          <p:spPr bwMode="auto">
            <a:xfrm>
              <a:off x="103531" y="1214709"/>
              <a:ext cx="0" cy="365955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5327193" name="AutoShape 62"/>
            <p:cNvSpPr/>
            <p:nvPr/>
          </p:nvSpPr>
          <p:spPr bwMode="auto">
            <a:xfrm>
              <a:off x="3152136" y="3250545"/>
              <a:ext cx="215277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888020" name="AutoShape 63"/>
            <p:cNvSpPr/>
            <p:nvPr/>
          </p:nvSpPr>
          <p:spPr bwMode="auto">
            <a:xfrm>
              <a:off x="3152136" y="1214709"/>
              <a:ext cx="2152773" cy="1356957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18945" name="Rectangle: Rounded Corners 12"/>
            <p:cNvSpPr/>
            <p:nvPr/>
          </p:nvSpPr>
          <p:spPr bwMode="auto">
            <a:xfrm flipH="0" flipV="0">
              <a:off x="5044078" y="0"/>
              <a:ext cx="4471562" cy="388978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32155460" name=""/>
            <p:cNvGrpSpPr/>
            <p:nvPr/>
          </p:nvGrpSpPr>
          <p:grpSpPr bwMode="auto">
            <a:xfrm>
              <a:off x="5379324" y="981433"/>
              <a:ext cx="3868561" cy="2670352"/>
              <a:chOff x="0" y="0"/>
              <a:chExt cx="3868561" cy="2670352"/>
            </a:xfrm>
          </p:grpSpPr>
          <p:sp>
            <p:nvSpPr>
              <p:cNvPr id="664730013" name="Freeform 30"/>
              <p:cNvSpPr/>
              <p:nvPr/>
            </p:nvSpPr>
            <p:spPr bwMode="auto">
              <a:xfrm rot="0" flipH="0" flipV="0">
                <a:off x="0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2099366188" name="TextBox 31"/>
              <p:cNvSpPr txBox="1"/>
              <p:nvPr/>
            </p:nvSpPr>
            <p:spPr bwMode="auto">
              <a:xfrm rot="0" flipH="0" flipV="0">
                <a:off x="0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47110027" name="AutoShape 32"/>
              <p:cNvSpPr/>
              <p:nvPr/>
            </p:nvSpPr>
            <p:spPr bwMode="auto">
              <a:xfrm flipH="0" flipV="0">
                <a:off x="1859931" y="0"/>
                <a:ext cx="0" cy="2566766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81289386" name="Freeform 34"/>
              <p:cNvSpPr/>
              <p:nvPr/>
            </p:nvSpPr>
            <p:spPr bwMode="auto">
              <a:xfrm rot="0" flipH="0" flipV="0">
                <a:off x="0" y="806385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369907308" name="TextBox 35"/>
              <p:cNvSpPr txBox="1"/>
              <p:nvPr/>
            </p:nvSpPr>
            <p:spPr bwMode="auto">
              <a:xfrm rot="0" flipH="0" flipV="0">
                <a:off x="0" y="738607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7980996" name="Freeform 37"/>
              <p:cNvSpPr/>
              <p:nvPr/>
            </p:nvSpPr>
            <p:spPr bwMode="auto">
              <a:xfrm rot="0" flipH="0" flipV="0">
                <a:off x="2247441" y="12750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82410188" name="TextBox 38"/>
              <p:cNvSpPr txBox="1"/>
              <p:nvPr/>
            </p:nvSpPr>
            <p:spPr bwMode="auto">
              <a:xfrm rot="0" flipH="0" flipV="0">
                <a:off x="2247441" y="5972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22120553" name="Freeform 57"/>
              <p:cNvSpPr/>
              <p:nvPr/>
            </p:nvSpPr>
            <p:spPr bwMode="auto">
              <a:xfrm rot="0" flipH="0" flipV="0">
                <a:off x="0" y="1486649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46110922" name="TextBox 58"/>
              <p:cNvSpPr txBox="1"/>
              <p:nvPr/>
            </p:nvSpPr>
            <p:spPr bwMode="auto">
              <a:xfrm rot="0" flipH="0" flipV="0">
                <a:off x="0" y="1418870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810440464" name="Freeform 60"/>
              <p:cNvSpPr/>
              <p:nvPr/>
            </p:nvSpPr>
            <p:spPr bwMode="auto">
              <a:xfrm rot="0" flipH="0" flipV="0">
                <a:off x="0" y="2165526"/>
                <a:ext cx="1621120" cy="50481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934707436" name="TextBox 61"/>
              <p:cNvSpPr txBox="1"/>
              <p:nvPr/>
            </p:nvSpPr>
            <p:spPr bwMode="auto">
              <a:xfrm rot="0" flipH="0" flipV="0">
                <a:off x="0" y="2097748"/>
                <a:ext cx="1621120" cy="57260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035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513392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44411812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0753773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12884220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9356264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38567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3061897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5472826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147383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21102229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8664113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5169921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8039572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3688932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5439022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66817816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0438439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783668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8891651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85217690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8130181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0686977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0272302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044329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8899054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3763586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957639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7940842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4850361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161588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2029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51741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5709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3716618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7641632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600886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257680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1647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442333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654676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001201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245699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308535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05316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5984122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6555932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129391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254929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026659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755993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68313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129862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02725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375827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039632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06338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457292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522053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157524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002715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400628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019872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502613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6440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8475636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364335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686700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82727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57116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310640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91747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894366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028959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575292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1155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78529982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8125854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6217555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900795204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143735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9525319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626727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6887419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3228251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934601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1400927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207281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588430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680695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बीसी1क्यू...xyz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20097120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बीटीसी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2530316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7963671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425961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954384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625227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19416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317248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02877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97645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77972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088833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591393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93896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685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761" y="377042"/>
            <a:ext cx="11730476" cy="62309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8679635" name=""/>
          <p:cNvGrpSpPr/>
          <p:nvPr/>
        </p:nvGrpSpPr>
        <p:grpSpPr bwMode="auto">
          <a:xfrm>
            <a:off x="2150888" y="460519"/>
            <a:ext cx="8063019" cy="5980812"/>
            <a:chOff x="0" y="0"/>
            <a:chExt cx="8063019" cy="5980812"/>
          </a:xfrm>
        </p:grpSpPr>
        <p:sp>
          <p:nvSpPr>
            <p:cNvPr id="739338515" name="TextBox 32"/>
            <p:cNvSpPr txBox="1"/>
            <p:nvPr/>
          </p:nvSpPr>
          <p:spPr bwMode="auto">
            <a:xfrm>
              <a:off x="236819" y="552892"/>
              <a:ext cx="7564705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7742885" name="TextBox 33"/>
            <p:cNvSpPr txBox="1"/>
            <p:nvPr/>
          </p:nvSpPr>
          <p:spPr bwMode="auto">
            <a:xfrm>
              <a:off x="450093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1284106" name="AutoShape 34"/>
            <p:cNvSpPr/>
            <p:nvPr/>
          </p:nvSpPr>
          <p:spPr bwMode="auto">
            <a:xfrm>
              <a:off x="4018635" y="1218439"/>
              <a:ext cx="0" cy="4082392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807691" name="TextBox 35"/>
            <p:cNvSpPr txBox="1"/>
            <p:nvPr/>
          </p:nvSpPr>
          <p:spPr bwMode="auto">
            <a:xfrm>
              <a:off x="4871558" y="1143160"/>
              <a:ext cx="2716471" cy="4263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3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5826011" name="Rectangle: Rounded Corners 12"/>
            <p:cNvSpPr/>
            <p:nvPr/>
          </p:nvSpPr>
          <p:spPr bwMode="auto">
            <a:xfrm>
              <a:off x="0" y="0"/>
              <a:ext cx="8063021" cy="598081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820509746" name=""/>
            <p:cNvGrpSpPr/>
            <p:nvPr/>
          </p:nvGrpSpPr>
          <p:grpSpPr bwMode="auto">
            <a:xfrm>
              <a:off x="399638" y="1809869"/>
              <a:ext cx="7237756" cy="2180308"/>
              <a:chOff x="0" y="0"/>
              <a:chExt cx="7237756" cy="2180308"/>
            </a:xfrm>
          </p:grpSpPr>
          <p:sp>
            <p:nvSpPr>
              <p:cNvPr id="776321856" name="Freeform 30"/>
              <p:cNvSpPr/>
              <p:nvPr/>
            </p:nvSpPr>
            <p:spPr bwMode="auto">
              <a:xfrm rot="0" flipH="0" flipV="0">
                <a:off x="0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85273817" name="TextBox 31"/>
              <p:cNvSpPr txBox="1"/>
              <p:nvPr/>
            </p:nvSpPr>
            <p:spPr bwMode="auto">
              <a:xfrm rot="0" flipH="0" flipV="0">
                <a:off x="0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415 141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194524234" name="Freeform 37"/>
              <p:cNvSpPr/>
              <p:nvPr/>
            </p:nvSpPr>
            <p:spPr bwMode="auto">
              <a:xfrm rot="0" flipH="0" flipV="0">
                <a:off x="4421466" y="14718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335634629" name="TextBox 38"/>
              <p:cNvSpPr txBox="1"/>
              <p:nvPr/>
            </p:nvSpPr>
            <p:spPr bwMode="auto">
              <a:xfrm rot="0" flipH="0" flipV="0">
                <a:off x="4421466" y="0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205 120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920458043" name="Freeform 40"/>
              <p:cNvSpPr/>
              <p:nvPr/>
            </p:nvSpPr>
            <p:spPr bwMode="auto">
              <a:xfrm rot="0" flipH="0" flipV="0">
                <a:off x="4421466" y="1303303"/>
                <a:ext cx="2816290" cy="8769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93465" y="0"/>
                    </a:moveTo>
                    <a:lnTo>
                      <a:pt x="817761" y="0"/>
                    </a:lnTo>
                    <a:cubicBezTo>
                      <a:pt x="869381" y="0"/>
                      <a:pt x="911226" y="41846"/>
                      <a:pt x="911226" y="93465"/>
                    </a:cubicBezTo>
                    <a:lnTo>
                      <a:pt x="911226" y="190292"/>
                    </a:lnTo>
                    <a:cubicBezTo>
                      <a:pt x="911226" y="241912"/>
                      <a:pt x="869381" y="283758"/>
                      <a:pt x="817761" y="283758"/>
                    </a:cubicBezTo>
                    <a:lnTo>
                      <a:pt x="93465" y="283758"/>
                    </a:lnTo>
                    <a:cubicBezTo>
                      <a:pt x="41846" y="283758"/>
                      <a:pt x="0" y="241912"/>
                      <a:pt x="0" y="190292"/>
                    </a:cubicBezTo>
                    <a:lnTo>
                      <a:pt x="0" y="93465"/>
                    </a:lnTo>
                    <a:cubicBezTo>
                      <a:pt x="0" y="41846"/>
                      <a:pt x="41846" y="0"/>
                      <a:pt x="9346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96937835" name="TextBox 41"/>
              <p:cNvSpPr txBox="1"/>
              <p:nvPr/>
            </p:nvSpPr>
            <p:spPr bwMode="auto">
              <a:xfrm rot="0" flipH="0" flipV="0">
                <a:off x="4421466" y="1156119"/>
                <a:ext cx="2816290" cy="102418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471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207 867 sats</a:t>
                </a:r>
                <a:endParaRPr sz="2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007022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बैंकिंग प्रणाली गोपनीयता मॉडल: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97541076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बिटकॉइन गोपनीयता मॉडल: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23701704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3893701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समकक्ष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8335581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6026703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जनता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51490615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9844647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किनारा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858044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5116875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लेनदेन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893079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19827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पहचान</a:t>
            </a:r>
            <a:endParaRPr/>
          </a:p>
        </p:txBody>
      </p:sp>
      <p:sp>
        <p:nvSpPr>
          <p:cNvPr id="1902395310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614404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9334455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जनता</a:t>
            </a:r>
            <a:endParaRPr/>
          </a:p>
        </p:txBody>
      </p:sp>
      <p:sp>
        <p:nvSpPr>
          <p:cNvPr id="960991375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306393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लेनदेन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5136195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311218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पहचान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62476796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863021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0958126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97845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364363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77424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464836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8137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782328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0357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98352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342112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474461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309669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4350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61907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683053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99322014" name=""/>
          <p:cNvGrpSpPr/>
          <p:nvPr/>
        </p:nvGrpSpPr>
        <p:grpSpPr bwMode="auto">
          <a:xfrm>
            <a:off x="2554785" y="2067765"/>
            <a:ext cx="5521491" cy="3474990"/>
            <a:chOff x="0" y="0"/>
            <a:chExt cx="5521491" cy="3474990"/>
          </a:xfrm>
        </p:grpSpPr>
        <p:sp>
          <p:nvSpPr>
            <p:cNvPr id="2002445824" name="AutoShape 26"/>
            <p:cNvSpPr/>
            <p:nvPr/>
          </p:nvSpPr>
          <p:spPr bwMode="auto">
            <a:xfrm>
              <a:off x="0" y="0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290655" name="AutoShape 32"/>
            <p:cNvSpPr/>
            <p:nvPr/>
          </p:nvSpPr>
          <p:spPr bwMode="auto">
            <a:xfrm flipV="1">
              <a:off x="2586260" y="0"/>
              <a:ext cx="175289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8431159" name="AutoShape 35"/>
            <p:cNvSpPr/>
            <p:nvPr/>
          </p:nvSpPr>
          <p:spPr bwMode="auto">
            <a:xfrm>
              <a:off x="0" y="3058272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2448617" name="Freeform 37"/>
            <p:cNvSpPr/>
            <p:nvPr/>
          </p:nvSpPr>
          <p:spPr bwMode="auto">
            <a:xfrm>
              <a:off x="1752821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1030628" name="Freeform 38"/>
            <p:cNvSpPr/>
            <p:nvPr/>
          </p:nvSpPr>
          <p:spPr bwMode="auto">
            <a:xfrm>
              <a:off x="4339159" y="2641553"/>
              <a:ext cx="833437" cy="833437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1907248" name="AutoShape 43"/>
            <p:cNvSpPr/>
            <p:nvPr/>
          </p:nvSpPr>
          <p:spPr bwMode="auto">
            <a:xfrm>
              <a:off x="3462747" y="1782343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9540419" name="Freeform 44"/>
            <p:cNvSpPr/>
            <p:nvPr/>
          </p:nvSpPr>
          <p:spPr bwMode="auto">
            <a:xfrm>
              <a:off x="3110418" y="2705943"/>
              <a:ext cx="704656" cy="704656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8730056" name="TextBox 45"/>
            <p:cNvSpPr txBox="1"/>
            <p:nvPr/>
          </p:nvSpPr>
          <p:spPr bwMode="auto">
            <a:xfrm>
              <a:off x="1406520" y="1406764"/>
              <a:ext cx="4114971" cy="2788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3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0135862" name=""/>
          <p:cNvGrpSpPr/>
          <p:nvPr/>
        </p:nvGrpSpPr>
        <p:grpSpPr bwMode="auto">
          <a:xfrm>
            <a:off x="549311" y="312186"/>
            <a:ext cx="10022373" cy="6088986"/>
            <a:chOff x="0" y="0"/>
            <a:chExt cx="10022373" cy="6088986"/>
          </a:xfrm>
        </p:grpSpPr>
        <p:sp>
          <p:nvSpPr>
            <p:cNvPr id="226450566" name="Freeform 27"/>
            <p:cNvSpPr/>
            <p:nvPr/>
          </p:nvSpPr>
          <p:spPr bwMode="auto">
            <a:xfrm rot="0" flipH="0" flipV="0">
              <a:off x="3334054" y="156696"/>
              <a:ext cx="6688318" cy="5627934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13639918" name="TextBox 28"/>
            <p:cNvSpPr txBox="1"/>
            <p:nvPr/>
          </p:nvSpPr>
          <p:spPr bwMode="auto">
            <a:xfrm rot="0" flipH="0" flipV="0">
              <a:off x="3334054" y="0"/>
              <a:ext cx="6688318" cy="578463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689895473" name="TextBox 32"/>
            <p:cNvSpPr txBox="1"/>
            <p:nvPr/>
          </p:nvSpPr>
          <p:spPr bwMode="auto">
            <a:xfrm>
              <a:off x="3802393" y="219555"/>
              <a:ext cx="5752724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5944245" name="TextBox 33"/>
            <p:cNvSpPr txBox="1"/>
            <p:nvPr/>
          </p:nvSpPr>
          <p:spPr bwMode="auto">
            <a:xfrm>
              <a:off x="3964572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455287" name="TextBox 38"/>
            <p:cNvSpPr txBox="1"/>
            <p:nvPr/>
          </p:nvSpPr>
          <p:spPr bwMode="auto">
            <a:xfrm>
              <a:off x="7326808" y="668416"/>
              <a:ext cx="2065959" cy="429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8808806" name="TextBox 39"/>
            <p:cNvSpPr txBox="1"/>
            <p:nvPr/>
          </p:nvSpPr>
          <p:spPr bwMode="auto">
            <a:xfrm flipH="0" flipV="0">
              <a:off x="503789" y="57997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80146165" name="Freeform 40"/>
            <p:cNvSpPr/>
            <p:nvPr/>
          </p:nvSpPr>
          <p:spPr bwMode="auto">
            <a:xfrm rot="1981001">
              <a:off x="2207664" y="124827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832727" name="TextBox 41"/>
            <p:cNvSpPr txBox="1"/>
            <p:nvPr/>
          </p:nvSpPr>
          <p:spPr bwMode="auto">
            <a:xfrm flipH="0" flipV="0">
              <a:off x="0" y="3596514"/>
              <a:ext cx="2900944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96711725" name="Freeform 42"/>
            <p:cNvSpPr/>
            <p:nvPr/>
          </p:nvSpPr>
          <p:spPr bwMode="auto">
            <a:xfrm rot="10008104" flipH="1">
              <a:off x="2114692" y="3210017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8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8" y="280330"/>
                  </a:lnTo>
                  <a:lnTo>
                    <a:pt x="99231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2545340" name="TextBox 52"/>
            <p:cNvSpPr txBox="1"/>
            <p:nvPr/>
          </p:nvSpPr>
          <p:spPr bwMode="auto">
            <a:xfrm flipH="0" flipV="0">
              <a:off x="203827" y="1826557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81678378" name="Freeform 53"/>
            <p:cNvSpPr/>
            <p:nvPr/>
          </p:nvSpPr>
          <p:spPr bwMode="auto">
            <a:xfrm rot="731793">
              <a:off x="2032286" y="2355332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0" y="0"/>
                  </a:moveTo>
                  <a:lnTo>
                    <a:pt x="992318" y="0"/>
                  </a:lnTo>
                  <a:lnTo>
                    <a:pt x="992318" y="280330"/>
                  </a:lnTo>
                  <a:lnTo>
                    <a:pt x="0" y="28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1598958" name="TextBox 54"/>
            <p:cNvSpPr txBox="1"/>
            <p:nvPr/>
          </p:nvSpPr>
          <p:spPr bwMode="auto">
            <a:xfrm flipH="0" flipV="0">
              <a:off x="410214" y="4781146"/>
              <a:ext cx="2604387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0469110" name="TextBox 55"/>
            <p:cNvSpPr txBox="1"/>
            <p:nvPr/>
          </p:nvSpPr>
          <p:spPr bwMode="auto">
            <a:xfrm flipH="0" flipV="0">
              <a:off x="74417" y="5742297"/>
              <a:ext cx="2940545" cy="34668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41207274" name="Freeform 56"/>
            <p:cNvSpPr/>
            <p:nvPr/>
          </p:nvSpPr>
          <p:spPr bwMode="auto">
            <a:xfrm rot="9117488" flipH="1">
              <a:off x="2125942" y="4287433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30"/>
                  </a:lnTo>
                  <a:lnTo>
                    <a:pt x="992317" y="280330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98664" name="Freeform 57"/>
            <p:cNvSpPr/>
            <p:nvPr/>
          </p:nvSpPr>
          <p:spPr bwMode="auto">
            <a:xfrm rot="9379580" flipH="1">
              <a:off x="2116296" y="5277954"/>
              <a:ext cx="992316" cy="280328"/>
            </a:xfrm>
            <a:custGeom>
              <a:avLst/>
              <a:gdLst/>
              <a:ahLst/>
              <a:cxnLst/>
              <a:rect l="l" t="t" r="r" b="b"/>
              <a:pathLst>
                <a:path w="992318" h="280330" fill="norm" stroke="1" extrusionOk="0">
                  <a:moveTo>
                    <a:pt x="992317" y="0"/>
                  </a:moveTo>
                  <a:lnTo>
                    <a:pt x="0" y="0"/>
                  </a:lnTo>
                  <a:lnTo>
                    <a:pt x="0" y="280329"/>
                  </a:lnTo>
                  <a:lnTo>
                    <a:pt x="992317" y="280329"/>
                  </a:lnTo>
                  <a:lnTo>
                    <a:pt x="99231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155729745" name=""/>
            <p:cNvGrpSpPr/>
            <p:nvPr/>
          </p:nvGrpSpPr>
          <p:grpSpPr bwMode="auto">
            <a:xfrm>
              <a:off x="3651248" y="1027480"/>
              <a:ext cx="6061158" cy="4518280"/>
              <a:chOff x="0" y="0"/>
              <a:chExt cx="6061158" cy="4518280"/>
            </a:xfrm>
          </p:grpSpPr>
          <p:sp>
            <p:nvSpPr>
              <p:cNvPr id="826421348" name="Freeform 30"/>
              <p:cNvSpPr/>
              <p:nvPr/>
            </p:nvSpPr>
            <p:spPr bwMode="auto">
              <a:xfrm rot="0" flipH="0" flipV="0">
                <a:off x="0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834252061" name="TextBox 31"/>
              <p:cNvSpPr txBox="1"/>
              <p:nvPr/>
            </p:nvSpPr>
            <p:spPr bwMode="auto">
              <a:xfrm rot="0" flipH="0" flipV="0">
                <a:off x="0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00223077" name="AutoShape 34"/>
              <p:cNvSpPr/>
              <p:nvPr/>
            </p:nvSpPr>
            <p:spPr bwMode="auto">
              <a:xfrm flipH="0" flipV="0">
                <a:off x="3026964" y="0"/>
                <a:ext cx="0" cy="448248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50685255" name="Freeform 36"/>
              <p:cNvSpPr/>
              <p:nvPr/>
            </p:nvSpPr>
            <p:spPr bwMode="auto">
              <a:xfrm rot="0" flipH="0" flipV="0">
                <a:off x="0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47995553" name="TextBox 37"/>
              <p:cNvSpPr txBox="1"/>
              <p:nvPr/>
            </p:nvSpPr>
            <p:spPr bwMode="auto">
              <a:xfrm rot="0" flipH="0" flipV="0">
                <a:off x="0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8731454" name="Freeform 44"/>
              <p:cNvSpPr/>
              <p:nvPr/>
            </p:nvSpPr>
            <p:spPr bwMode="auto">
              <a:xfrm rot="0" flipH="0" flipV="0">
                <a:off x="171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366828647" name="TextBox 45"/>
              <p:cNvSpPr txBox="1"/>
              <p:nvPr/>
            </p:nvSpPr>
            <p:spPr bwMode="auto">
              <a:xfrm rot="0" flipH="0" flipV="0">
                <a:off x="171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31106213" name="Freeform 47"/>
              <p:cNvSpPr/>
              <p:nvPr/>
            </p:nvSpPr>
            <p:spPr bwMode="auto">
              <a:xfrm rot="0" flipH="0" flipV="0">
                <a:off x="171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502263614" name="TextBox 48"/>
              <p:cNvSpPr txBox="1"/>
              <p:nvPr/>
            </p:nvSpPr>
            <p:spPr bwMode="auto">
              <a:xfrm rot="0" flipH="0" flipV="0">
                <a:off x="171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61482835" name="Freeform 50"/>
              <p:cNvSpPr/>
              <p:nvPr/>
            </p:nvSpPr>
            <p:spPr bwMode="auto">
              <a:xfrm rot="0" flipH="0" flipV="0">
                <a:off x="171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50787987" name="TextBox 51"/>
              <p:cNvSpPr txBox="1"/>
              <p:nvPr/>
            </p:nvSpPr>
            <p:spPr bwMode="auto">
              <a:xfrm rot="0" flipH="0" flipV="0">
                <a:off x="171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64367025" name="Freeform 59"/>
              <p:cNvSpPr/>
              <p:nvPr/>
            </p:nvSpPr>
            <p:spPr bwMode="auto">
              <a:xfrm rot="0" flipH="0" flipV="0">
                <a:off x="3362234" y="264011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442382667" name="TextBox 60"/>
              <p:cNvSpPr txBox="1"/>
              <p:nvPr/>
            </p:nvSpPr>
            <p:spPr bwMode="auto">
              <a:xfrm rot="0" flipH="0" flipV="0">
                <a:off x="3362234" y="107313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58750084" name="Freeform 62"/>
              <p:cNvSpPr/>
              <p:nvPr/>
            </p:nvSpPr>
            <p:spPr bwMode="auto">
              <a:xfrm rot="0" flipH="0" flipV="0">
                <a:off x="3362234" y="1160852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997936550" name="TextBox 63"/>
              <p:cNvSpPr txBox="1"/>
              <p:nvPr/>
            </p:nvSpPr>
            <p:spPr bwMode="auto">
              <a:xfrm rot="0" flipH="0" flipV="0">
                <a:off x="3362234" y="1004154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49592425" name="Freeform 65"/>
              <p:cNvSpPr/>
              <p:nvPr/>
            </p:nvSpPr>
            <p:spPr bwMode="auto">
              <a:xfrm rot="0" flipH="0" flipV="0">
                <a:off x="3362409" y="2057695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446262257" name="TextBox 66"/>
              <p:cNvSpPr txBox="1"/>
              <p:nvPr/>
            </p:nvSpPr>
            <p:spPr bwMode="auto">
              <a:xfrm rot="0" flipH="0" flipV="0">
                <a:off x="3362409" y="1900997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14785230" name="Freeform 68"/>
              <p:cNvSpPr/>
              <p:nvPr/>
            </p:nvSpPr>
            <p:spPr bwMode="auto">
              <a:xfrm rot="0" flipH="0" flipV="0">
                <a:off x="3362409" y="2954536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1396840801" name="TextBox 69"/>
              <p:cNvSpPr txBox="1"/>
              <p:nvPr/>
            </p:nvSpPr>
            <p:spPr bwMode="auto">
              <a:xfrm rot="0" flipH="0" flipV="0">
                <a:off x="3362409" y="2797838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58683636" name="Freeform 71"/>
              <p:cNvSpPr/>
              <p:nvPr/>
            </p:nvSpPr>
            <p:spPr bwMode="auto">
              <a:xfrm rot="0" flipH="0" flipV="0">
                <a:off x="3362409" y="3851379"/>
                <a:ext cx="2698749" cy="66689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10" y="0"/>
                    </a:moveTo>
                    <a:lnTo>
                      <a:pt x="788316" y="0"/>
                    </a:lnTo>
                    <a:cubicBezTo>
                      <a:pt x="856198" y="0"/>
                      <a:pt x="911226" y="55029"/>
                      <a:pt x="911226" y="122910"/>
                    </a:cubicBezTo>
                    <a:lnTo>
                      <a:pt x="911226" y="160847"/>
                    </a:lnTo>
                    <a:cubicBezTo>
                      <a:pt x="911226" y="228729"/>
                      <a:pt x="856198" y="283758"/>
                      <a:pt x="788316" y="283758"/>
                    </a:cubicBezTo>
                    <a:lnTo>
                      <a:pt x="122910" y="283758"/>
                    </a:lnTo>
                    <a:cubicBezTo>
                      <a:pt x="55029" y="283758"/>
                      <a:pt x="0" y="228729"/>
                      <a:pt x="0" y="160847"/>
                    </a:cubicBezTo>
                    <a:lnTo>
                      <a:pt x="0" y="122910"/>
                    </a:lnTo>
                    <a:cubicBezTo>
                      <a:pt x="0" y="55029"/>
                      <a:pt x="55029" y="0"/>
                      <a:pt x="1229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400"/>
              </a:p>
            </p:txBody>
          </p:sp>
          <p:sp>
            <p:nvSpPr>
              <p:cNvPr id="501919127" name="TextBox 72"/>
              <p:cNvSpPr txBox="1"/>
              <p:nvPr/>
            </p:nvSpPr>
            <p:spPr bwMode="auto">
              <a:xfrm rot="0" flipH="0" flipV="0">
                <a:off x="3362409" y="3694681"/>
                <a:ext cx="2698749" cy="823599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3187915" name=""/>
          <p:cNvGrpSpPr/>
          <p:nvPr/>
        </p:nvGrpSpPr>
        <p:grpSpPr bwMode="auto">
          <a:xfrm>
            <a:off x="242545" y="331769"/>
            <a:ext cx="11555181" cy="5956122"/>
            <a:chOff x="0" y="0"/>
            <a:chExt cx="11555181" cy="5956122"/>
          </a:xfrm>
        </p:grpSpPr>
        <p:sp>
          <p:nvSpPr>
            <p:cNvPr id="121829509" name="Freeform 27"/>
            <p:cNvSpPr/>
            <p:nvPr/>
          </p:nvSpPr>
          <p:spPr bwMode="auto">
            <a:xfrm rot="0" flipH="0" flipV="0">
              <a:off x="2831168" y="152725"/>
              <a:ext cx="6518772" cy="5485268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40076528" name="TextBox 28"/>
            <p:cNvSpPr txBox="1"/>
            <p:nvPr/>
          </p:nvSpPr>
          <p:spPr bwMode="auto">
            <a:xfrm rot="0" flipH="0" flipV="0">
              <a:off x="2831168" y="0"/>
              <a:ext cx="6518772" cy="56379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29652348" name="TextBox 32"/>
            <p:cNvSpPr txBox="1"/>
            <p:nvPr/>
          </p:nvSpPr>
          <p:spPr bwMode="auto">
            <a:xfrm>
              <a:off x="3287635" y="203260"/>
              <a:ext cx="5607282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2027184902" name="TextBox 33"/>
            <p:cNvSpPr txBox="1"/>
            <p:nvPr/>
          </p:nvSpPr>
          <p:spPr bwMode="auto">
            <a:xfrm>
              <a:off x="3445702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110970801" name="TextBox 38"/>
            <p:cNvSpPr txBox="1"/>
            <p:nvPr/>
          </p:nvSpPr>
          <p:spPr bwMode="auto">
            <a:xfrm>
              <a:off x="6722708" y="640742"/>
              <a:ext cx="2013975" cy="41857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92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470199151" name="TextBox 39"/>
            <p:cNvSpPr txBox="1"/>
            <p:nvPr/>
          </p:nvSpPr>
          <p:spPr bwMode="auto">
            <a:xfrm flipH="0" flipV="0">
              <a:off x="441702" y="586738"/>
              <a:ext cx="2174103" cy="3377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2924214" name="Freeform 40"/>
            <p:cNvSpPr/>
            <p:nvPr/>
          </p:nvSpPr>
          <p:spPr bwMode="auto">
            <a:xfrm rot="1981001">
              <a:off x="1733332" y="1216631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578566" name="TextBox 41"/>
            <p:cNvSpPr txBox="1"/>
            <p:nvPr/>
          </p:nvSpPr>
          <p:spPr bwMode="auto">
            <a:xfrm flipH="0" flipV="0">
              <a:off x="0" y="3526810"/>
              <a:ext cx="24113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1918903" name="Freeform 42"/>
            <p:cNvSpPr/>
            <p:nvPr/>
          </p:nvSpPr>
          <p:spPr bwMode="auto">
            <a:xfrm rot="10008104" flipH="1">
              <a:off x="1642718" y="31286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2" y="273224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0434181" name="TextBox 43"/>
            <p:cNvSpPr txBox="1"/>
            <p:nvPr/>
          </p:nvSpPr>
          <p:spPr bwMode="auto">
            <a:xfrm>
              <a:off x="9671225" y="417649"/>
              <a:ext cx="1560116" cy="3380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9347649" name="Freeform 44"/>
            <p:cNvSpPr/>
            <p:nvPr/>
          </p:nvSpPr>
          <p:spPr bwMode="auto">
            <a:xfrm rot="-423529" flipH="1">
              <a:off x="9563418" y="2353556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2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2" y="273223"/>
                  </a:lnTo>
                  <a:lnTo>
                    <a:pt x="96716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5813297" name="TextBox 45"/>
            <p:cNvSpPr txBox="1"/>
            <p:nvPr/>
          </p:nvSpPr>
          <p:spPr bwMode="auto">
            <a:xfrm>
              <a:off x="9901910" y="1914378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132678660" name="Freeform 46"/>
            <p:cNvSpPr/>
            <p:nvPr/>
          </p:nvSpPr>
          <p:spPr bwMode="auto">
            <a:xfrm rot="-2557580" flipH="1">
              <a:off x="9452602" y="112214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4"/>
                  </a:lnTo>
                  <a:lnTo>
                    <a:pt x="967163" y="273224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55210" name="Freeform 47"/>
            <p:cNvSpPr/>
            <p:nvPr/>
          </p:nvSpPr>
          <p:spPr bwMode="auto">
            <a:xfrm rot="-10662274">
              <a:off x="9450635" y="3077943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091717" name="TextBox 48"/>
            <p:cNvSpPr txBox="1"/>
            <p:nvPr/>
          </p:nvSpPr>
          <p:spPr bwMode="auto">
            <a:xfrm>
              <a:off x="9765083" y="3400371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067981762" name="Freeform 49"/>
            <p:cNvSpPr/>
            <p:nvPr/>
          </p:nvSpPr>
          <p:spPr bwMode="auto">
            <a:xfrm rot="-9983765">
              <a:off x="9464117" y="40930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2" y="0"/>
                  </a:lnTo>
                  <a:lnTo>
                    <a:pt x="967162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76389" name="TextBox 50"/>
            <p:cNvSpPr txBox="1"/>
            <p:nvPr/>
          </p:nvSpPr>
          <p:spPr bwMode="auto">
            <a:xfrm>
              <a:off x="9901910" y="4471695"/>
              <a:ext cx="1559396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243505720" name="TextBox 60"/>
            <p:cNvSpPr txBox="1"/>
            <p:nvPr/>
          </p:nvSpPr>
          <p:spPr bwMode="auto">
            <a:xfrm flipH="0" flipV="0">
              <a:off x="150882" y="1801716"/>
              <a:ext cx="216860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91648605" name="Freeform 61"/>
            <p:cNvSpPr/>
            <p:nvPr/>
          </p:nvSpPr>
          <p:spPr bwMode="auto">
            <a:xfrm rot="731793">
              <a:off x="1562400" y="2295628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3"/>
                  </a:lnTo>
                  <a:lnTo>
                    <a:pt x="0" y="273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3391464" name="TextBox 62"/>
            <p:cNvSpPr txBox="1"/>
            <p:nvPr/>
          </p:nvSpPr>
          <p:spPr bwMode="auto">
            <a:xfrm flipH="0" flipV="0">
              <a:off x="350920" y="4681411"/>
              <a:ext cx="2172603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52509121" name="TextBox 63"/>
            <p:cNvSpPr txBox="1"/>
            <p:nvPr/>
          </p:nvSpPr>
          <p:spPr bwMode="auto">
            <a:xfrm flipH="0" flipV="0">
              <a:off x="72356" y="5618197"/>
              <a:ext cx="2449368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Emma’s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6687967" name="Freeform 64"/>
            <p:cNvSpPr/>
            <p:nvPr/>
          </p:nvSpPr>
          <p:spPr bwMode="auto">
            <a:xfrm rot="9117488" flipH="1">
              <a:off x="1653680" y="4178750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7377318" name="Freeform 65"/>
            <p:cNvSpPr/>
            <p:nvPr/>
          </p:nvSpPr>
          <p:spPr bwMode="auto">
            <a:xfrm rot="9379580" flipH="1">
              <a:off x="1644278" y="5144162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967163" y="0"/>
                  </a:moveTo>
                  <a:lnTo>
                    <a:pt x="0" y="0"/>
                  </a:lnTo>
                  <a:lnTo>
                    <a:pt x="0" y="273223"/>
                  </a:lnTo>
                  <a:lnTo>
                    <a:pt x="967163" y="273223"/>
                  </a:lnTo>
                  <a:lnTo>
                    <a:pt x="96716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0830045" name="Freeform 66"/>
            <p:cNvSpPr/>
            <p:nvPr/>
          </p:nvSpPr>
          <p:spPr bwMode="auto">
            <a:xfrm rot="-9983765">
              <a:off x="9555471" y="4994697"/>
              <a:ext cx="967161" cy="273222"/>
            </a:xfrm>
            <a:custGeom>
              <a:avLst/>
              <a:gdLst/>
              <a:ahLst/>
              <a:cxnLst/>
              <a:rect l="l" t="t" r="r" b="b"/>
              <a:pathLst>
                <a:path w="967163" h="273223" fill="norm" stroke="1" extrusionOk="0">
                  <a:moveTo>
                    <a:pt x="0" y="0"/>
                  </a:moveTo>
                  <a:lnTo>
                    <a:pt x="967163" y="0"/>
                  </a:lnTo>
                  <a:lnTo>
                    <a:pt x="967163" y="273224"/>
                  </a:lnTo>
                  <a:lnTo>
                    <a:pt x="0" y="273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618338" name="TextBox 67"/>
            <p:cNvSpPr txBox="1"/>
            <p:nvPr/>
          </p:nvSpPr>
          <p:spPr bwMode="auto">
            <a:xfrm flipH="0" flipV="0">
              <a:off x="9993264" y="5373293"/>
              <a:ext cx="1561916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216533261" name=""/>
            <p:cNvGrpSpPr/>
            <p:nvPr/>
          </p:nvGrpSpPr>
          <p:grpSpPr bwMode="auto">
            <a:xfrm>
              <a:off x="3203952" y="1083398"/>
              <a:ext cx="5833048" cy="4321782"/>
              <a:chOff x="0" y="0"/>
              <a:chExt cx="5833048" cy="4321782"/>
            </a:xfrm>
          </p:grpSpPr>
          <p:sp>
            <p:nvSpPr>
              <p:cNvPr id="746675543" name="Freeform 30"/>
              <p:cNvSpPr/>
              <p:nvPr/>
            </p:nvSpPr>
            <p:spPr bwMode="auto">
              <a:xfrm rot="0" flipH="0" flipV="0">
                <a:off x="0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17081435" name="TextBox 31"/>
              <p:cNvSpPr txBox="1"/>
              <p:nvPr/>
            </p:nvSpPr>
            <p:spPr bwMode="auto">
              <a:xfrm rot="0" flipH="0" flipV="0">
                <a:off x="0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1096809" name="AutoShape 34"/>
              <p:cNvSpPr/>
              <p:nvPr/>
            </p:nvSpPr>
            <p:spPr bwMode="auto">
              <a:xfrm flipH="0" flipV="0">
                <a:off x="2886606" y="0"/>
                <a:ext cx="0" cy="4250158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858076245" name="Freeform 36"/>
              <p:cNvSpPr/>
              <p:nvPr/>
            </p:nvSpPr>
            <p:spPr bwMode="auto">
              <a:xfrm rot="0" flipH="0" flipV="0">
                <a:off x="0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32349654" name="TextBox 37"/>
              <p:cNvSpPr txBox="1"/>
              <p:nvPr/>
            </p:nvSpPr>
            <p:spPr bwMode="auto">
              <a:xfrm rot="0" flipH="0" flipV="0">
                <a:off x="0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6862891" name="Freeform 52"/>
              <p:cNvSpPr/>
              <p:nvPr/>
            </p:nvSpPr>
            <p:spPr bwMode="auto">
              <a:xfrm rot="0" flipH="0" flipV="0">
                <a:off x="167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4498870" name="TextBox 53"/>
              <p:cNvSpPr txBox="1"/>
              <p:nvPr/>
            </p:nvSpPr>
            <p:spPr bwMode="auto">
              <a:xfrm rot="0" flipH="0" flipV="0">
                <a:off x="167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11672434" name="Freeform 55"/>
              <p:cNvSpPr/>
              <p:nvPr/>
            </p:nvSpPr>
            <p:spPr bwMode="auto">
              <a:xfrm rot="0" flipH="0" flipV="0">
                <a:off x="167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4237911" name="TextBox 56"/>
              <p:cNvSpPr txBox="1"/>
              <p:nvPr/>
            </p:nvSpPr>
            <p:spPr bwMode="auto">
              <a:xfrm rot="0" flipH="0" flipV="0">
                <a:off x="167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5251664" name="Freeform 58"/>
              <p:cNvSpPr/>
              <p:nvPr/>
            </p:nvSpPr>
            <p:spPr bwMode="auto">
              <a:xfrm rot="0" flipH="0" flipV="0">
                <a:off x="167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27048814" name="TextBox 59"/>
              <p:cNvSpPr txBox="1"/>
              <p:nvPr/>
            </p:nvSpPr>
            <p:spPr bwMode="auto">
              <a:xfrm rot="0" flipH="0" flipV="0">
                <a:off x="167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55234019" name="Freeform 69"/>
              <p:cNvSpPr/>
              <p:nvPr/>
            </p:nvSpPr>
            <p:spPr bwMode="auto">
              <a:xfrm rot="0" flipH="0" flipV="0">
                <a:off x="3277004" y="175358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4590998" name="TextBox 70"/>
              <p:cNvSpPr txBox="1"/>
              <p:nvPr/>
            </p:nvSpPr>
            <p:spPr bwMode="auto">
              <a:xfrm rot="0" flipH="0" flipV="0">
                <a:off x="3277004" y="22632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0517129" name="Freeform 72"/>
              <p:cNvSpPr/>
              <p:nvPr/>
            </p:nvSpPr>
            <p:spPr bwMode="auto">
              <a:xfrm rot="0" flipH="0" flipV="0">
                <a:off x="3277004" y="1049465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91427854" name="TextBox 73"/>
              <p:cNvSpPr txBox="1"/>
              <p:nvPr/>
            </p:nvSpPr>
            <p:spPr bwMode="auto">
              <a:xfrm rot="0" flipH="0" flipV="0">
                <a:off x="3277004" y="896739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5570734" name="Freeform 75"/>
              <p:cNvSpPr/>
              <p:nvPr/>
            </p:nvSpPr>
            <p:spPr bwMode="auto">
              <a:xfrm rot="0" flipH="0" flipV="0">
                <a:off x="3277174" y="1923571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69429" name="TextBox 76"/>
              <p:cNvSpPr txBox="1"/>
              <p:nvPr/>
            </p:nvSpPr>
            <p:spPr bwMode="auto">
              <a:xfrm rot="0" flipH="0" flipV="0">
                <a:off x="3277174" y="1770845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0458803" name="Freeform 78"/>
              <p:cNvSpPr/>
              <p:nvPr/>
            </p:nvSpPr>
            <p:spPr bwMode="auto">
              <a:xfrm rot="0" flipH="0" flipV="0">
                <a:off x="3277174" y="2797679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03202991" name="TextBox 79"/>
              <p:cNvSpPr txBox="1"/>
              <p:nvPr/>
            </p:nvSpPr>
            <p:spPr bwMode="auto">
              <a:xfrm rot="0" flipH="0" flipV="0">
                <a:off x="3277174" y="2644953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60365595" name="Freeform 81"/>
              <p:cNvSpPr/>
              <p:nvPr/>
            </p:nvSpPr>
            <p:spPr bwMode="auto">
              <a:xfrm rot="0" flipH="0" flipV="0">
                <a:off x="3277174" y="3671786"/>
                <a:ext cx="2555874" cy="64999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107" y="0"/>
                    </a:moveTo>
                    <a:lnTo>
                      <a:pt x="785120" y="0"/>
                    </a:lnTo>
                    <a:cubicBezTo>
                      <a:pt x="854766" y="0"/>
                      <a:pt x="911226" y="56460"/>
                      <a:pt x="911226" y="126107"/>
                    </a:cubicBezTo>
                    <a:lnTo>
                      <a:pt x="911226" y="157651"/>
                    </a:lnTo>
                    <a:cubicBezTo>
                      <a:pt x="911226" y="227298"/>
                      <a:pt x="854766" y="283758"/>
                      <a:pt x="785120" y="283758"/>
                    </a:cubicBezTo>
                    <a:lnTo>
                      <a:pt x="126107" y="283758"/>
                    </a:lnTo>
                    <a:cubicBezTo>
                      <a:pt x="56460" y="283758"/>
                      <a:pt x="0" y="227298"/>
                      <a:pt x="0" y="157651"/>
                    </a:cubicBezTo>
                    <a:lnTo>
                      <a:pt x="0" y="126107"/>
                    </a:lnTo>
                    <a:cubicBezTo>
                      <a:pt x="0" y="56460"/>
                      <a:pt x="56460" y="0"/>
                      <a:pt x="12610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11684720" name="TextBox 82"/>
              <p:cNvSpPr txBox="1"/>
              <p:nvPr/>
            </p:nvSpPr>
            <p:spPr bwMode="auto">
              <a:xfrm rot="0" flipH="0" flipV="0">
                <a:off x="3277174" y="3519060"/>
                <a:ext cx="2555874" cy="802722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2232866" name=""/>
          <p:cNvGrpSpPr/>
          <p:nvPr/>
        </p:nvGrpSpPr>
        <p:grpSpPr bwMode="auto">
          <a:xfrm>
            <a:off x="266856" y="426332"/>
            <a:ext cx="10157112" cy="5968202"/>
            <a:chOff x="0" y="0"/>
            <a:chExt cx="10157112" cy="5968202"/>
          </a:xfrm>
        </p:grpSpPr>
        <p:sp>
          <p:nvSpPr>
            <p:cNvPr id="2008903696" name="Freeform 27"/>
            <p:cNvSpPr/>
            <p:nvPr/>
          </p:nvSpPr>
          <p:spPr bwMode="auto">
            <a:xfrm rot="0" flipH="0" flipV="0">
              <a:off x="3681516" y="226127"/>
              <a:ext cx="6475595" cy="5448936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916287" name="TextBox 28"/>
            <p:cNvSpPr txBox="1"/>
            <p:nvPr/>
          </p:nvSpPr>
          <p:spPr bwMode="auto">
            <a:xfrm rot="0" flipH="0" flipV="0">
              <a:off x="3681516" y="0"/>
              <a:ext cx="6475595" cy="56006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19374040" name="TextBox 32"/>
            <p:cNvSpPr txBox="1"/>
            <p:nvPr/>
          </p:nvSpPr>
          <p:spPr bwMode="auto">
            <a:xfrm>
              <a:off x="4134960" y="275949"/>
              <a:ext cx="5570151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72967263" name="TextBox 33"/>
            <p:cNvSpPr txBox="1"/>
            <p:nvPr/>
          </p:nvSpPr>
          <p:spPr bwMode="auto">
            <a:xfrm>
              <a:off x="4291977" y="710531"/>
              <a:ext cx="2000643" cy="4157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7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688477701" name="TextBox 38"/>
            <p:cNvSpPr txBox="1"/>
            <p:nvPr/>
          </p:nvSpPr>
          <p:spPr bwMode="auto">
            <a:xfrm flipH="0" flipV="0">
              <a:off x="695204" y="634429"/>
              <a:ext cx="2766673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7532028" name="Freeform 39"/>
            <p:cNvSpPr/>
            <p:nvPr/>
          </p:nvSpPr>
          <p:spPr bwMode="auto">
            <a:xfrm rot="1981001">
              <a:off x="2590951" y="12829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6" y="0"/>
                  </a:lnTo>
                  <a:lnTo>
                    <a:pt x="960756" y="271413"/>
                  </a:lnTo>
                  <a:lnTo>
                    <a:pt x="0" y="2714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662697" name="TextBox 40"/>
            <p:cNvSpPr txBox="1"/>
            <p:nvPr/>
          </p:nvSpPr>
          <p:spPr bwMode="auto">
            <a:xfrm flipH="0" flipV="0">
              <a:off x="0" y="3555028"/>
              <a:ext cx="3262332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82767946" name="Freeform 41"/>
            <p:cNvSpPr/>
            <p:nvPr/>
          </p:nvSpPr>
          <p:spPr bwMode="auto">
            <a:xfrm rot="10008104" flipH="1">
              <a:off x="2500938" y="3182338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3"/>
                  </a:lnTo>
                  <a:lnTo>
                    <a:pt x="960756" y="271413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58886" name="TextBox 51"/>
            <p:cNvSpPr txBox="1"/>
            <p:nvPr/>
          </p:nvSpPr>
          <p:spPr bwMode="auto">
            <a:xfrm flipH="0" flipV="0">
              <a:off x="404218" y="1841362"/>
              <a:ext cx="2767959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5037353" name="Freeform 52"/>
            <p:cNvSpPr/>
            <p:nvPr/>
          </p:nvSpPr>
          <p:spPr bwMode="auto">
            <a:xfrm rot="731793">
              <a:off x="2421151" y="235483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0" y="0"/>
                  </a:moveTo>
                  <a:lnTo>
                    <a:pt x="960757" y="0"/>
                  </a:lnTo>
                  <a:lnTo>
                    <a:pt x="960757" y="271414"/>
                  </a:lnTo>
                  <a:lnTo>
                    <a:pt x="0" y="271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2958366" name="TextBox 53"/>
            <p:cNvSpPr txBox="1"/>
            <p:nvPr/>
          </p:nvSpPr>
          <p:spPr bwMode="auto">
            <a:xfrm flipH="0" flipV="0">
              <a:off x="603759" y="4701981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67493356" name="TextBox 54"/>
            <p:cNvSpPr txBox="1"/>
            <p:nvPr/>
          </p:nvSpPr>
          <p:spPr bwMode="auto">
            <a:xfrm flipH="0" flipV="0">
              <a:off x="603759" y="5632563"/>
              <a:ext cx="2768601" cy="335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4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83316301" name="Freeform 55"/>
            <p:cNvSpPr/>
            <p:nvPr/>
          </p:nvSpPr>
          <p:spPr bwMode="auto">
            <a:xfrm rot="9117488" flipH="1">
              <a:off x="2511828" y="4225486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6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6" y="271414"/>
                  </a:lnTo>
                  <a:lnTo>
                    <a:pt x="9607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85318" name="Freeform 56"/>
            <p:cNvSpPr/>
            <p:nvPr/>
          </p:nvSpPr>
          <p:spPr bwMode="auto">
            <a:xfrm rot="9379580" flipH="1">
              <a:off x="2502485" y="5184504"/>
              <a:ext cx="960755" cy="271413"/>
            </a:xfrm>
            <a:custGeom>
              <a:avLst/>
              <a:gdLst/>
              <a:ahLst/>
              <a:cxnLst/>
              <a:rect l="l" t="t" r="r" b="b"/>
              <a:pathLst>
                <a:path w="960757" h="271414" fill="norm" stroke="1" extrusionOk="0">
                  <a:moveTo>
                    <a:pt x="960757" y="0"/>
                  </a:moveTo>
                  <a:lnTo>
                    <a:pt x="0" y="0"/>
                  </a:lnTo>
                  <a:lnTo>
                    <a:pt x="0" y="271414"/>
                  </a:lnTo>
                  <a:lnTo>
                    <a:pt x="960757" y="271414"/>
                  </a:lnTo>
                  <a:lnTo>
                    <a:pt x="960757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85646199" name=""/>
            <p:cNvGrpSpPr/>
            <p:nvPr/>
          </p:nvGrpSpPr>
          <p:grpSpPr bwMode="auto">
            <a:xfrm>
              <a:off x="3933703" y="1200722"/>
              <a:ext cx="2985609" cy="4243068"/>
              <a:chOff x="0" y="0"/>
              <a:chExt cx="2985609" cy="4243068"/>
            </a:xfrm>
          </p:grpSpPr>
          <p:sp>
            <p:nvSpPr>
              <p:cNvPr id="451044058" name="Freeform 30"/>
              <p:cNvSpPr/>
              <p:nvPr/>
            </p:nvSpPr>
            <p:spPr bwMode="auto">
              <a:xfrm rot="0" flipH="0" flipV="0">
                <a:off x="0" y="12410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76112455" name="TextBox 31"/>
              <p:cNvSpPr txBox="1"/>
              <p:nvPr/>
            </p:nvSpPr>
            <p:spPr bwMode="auto">
              <a:xfrm rot="0" flipH="0" flipV="0">
                <a:off x="0" y="0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2284272" name="AutoShape 34"/>
              <p:cNvSpPr/>
              <p:nvPr/>
            </p:nvSpPr>
            <p:spPr bwMode="auto">
              <a:xfrm flipH="0" flipV="0">
                <a:off x="2985609" y="70010"/>
                <a:ext cx="0" cy="41730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699077098" name="Freeform 36"/>
              <p:cNvSpPr/>
              <p:nvPr/>
            </p:nvSpPr>
            <p:spPr bwMode="auto">
              <a:xfrm rot="0" flipH="0" flipV="0">
                <a:off x="0" y="992426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24369019" name="TextBox 37"/>
              <p:cNvSpPr txBox="1"/>
              <p:nvPr/>
            </p:nvSpPr>
            <p:spPr bwMode="auto">
              <a:xfrm rot="0" flipH="0" flipV="0">
                <a:off x="0" y="840712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90500110" name="Freeform 43"/>
              <p:cNvSpPr/>
              <p:nvPr/>
            </p:nvSpPr>
            <p:spPr bwMode="auto">
              <a:xfrm rot="0" flipH="0" flipV="0">
                <a:off x="166" y="1860743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17948920" name="TextBox 44"/>
              <p:cNvSpPr txBox="1"/>
              <p:nvPr/>
            </p:nvSpPr>
            <p:spPr bwMode="auto">
              <a:xfrm rot="0" flipH="0" flipV="0">
                <a:off x="166" y="1709029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768674361" name="Freeform 46"/>
              <p:cNvSpPr/>
              <p:nvPr/>
            </p:nvSpPr>
            <p:spPr bwMode="auto">
              <a:xfrm rot="0" flipH="0" flipV="0">
                <a:off x="166" y="2729062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5825783" name="TextBox 47"/>
              <p:cNvSpPr txBox="1"/>
              <p:nvPr/>
            </p:nvSpPr>
            <p:spPr bwMode="auto">
              <a:xfrm rot="0" flipH="0" flipV="0">
                <a:off x="166" y="2577348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23254587" name="Freeform 49"/>
              <p:cNvSpPr/>
              <p:nvPr/>
            </p:nvSpPr>
            <p:spPr bwMode="auto">
              <a:xfrm rot="0" flipH="0" flipV="0">
                <a:off x="166" y="3597379"/>
                <a:ext cx="2603499" cy="645685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6948" y="0"/>
                    </a:moveTo>
                    <a:lnTo>
                      <a:pt x="784279" y="0"/>
                    </a:lnTo>
                    <a:cubicBezTo>
                      <a:pt x="854390" y="0"/>
                      <a:pt x="911226" y="56836"/>
                      <a:pt x="911226" y="126948"/>
                    </a:cubicBezTo>
                    <a:lnTo>
                      <a:pt x="911226" y="156810"/>
                    </a:lnTo>
                    <a:cubicBezTo>
                      <a:pt x="911226" y="226921"/>
                      <a:pt x="854390" y="283758"/>
                      <a:pt x="784279" y="283758"/>
                    </a:cubicBezTo>
                    <a:lnTo>
                      <a:pt x="126948" y="283758"/>
                    </a:lnTo>
                    <a:cubicBezTo>
                      <a:pt x="93279" y="283758"/>
                      <a:pt x="60989" y="270383"/>
                      <a:pt x="37182" y="246576"/>
                    </a:cubicBezTo>
                    <a:cubicBezTo>
                      <a:pt x="13375" y="222768"/>
                      <a:pt x="0" y="190479"/>
                      <a:pt x="0" y="156810"/>
                    </a:cubicBezTo>
                    <a:lnTo>
                      <a:pt x="0" y="126948"/>
                    </a:lnTo>
                    <a:cubicBezTo>
                      <a:pt x="0" y="93279"/>
                      <a:pt x="13375" y="60989"/>
                      <a:pt x="37182" y="37182"/>
                    </a:cubicBezTo>
                    <a:cubicBezTo>
                      <a:pt x="60989" y="13375"/>
                      <a:pt x="93279" y="0"/>
                      <a:pt x="1269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8863444" name="TextBox 50"/>
              <p:cNvSpPr txBox="1"/>
              <p:nvPr/>
            </p:nvSpPr>
            <p:spPr bwMode="auto">
              <a:xfrm rot="0" flipH="0" flipV="0">
                <a:off x="166" y="3445664"/>
                <a:ext cx="2603499" cy="797404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7596742" name=""/>
          <p:cNvGrpSpPr/>
          <p:nvPr/>
        </p:nvGrpSpPr>
        <p:grpSpPr bwMode="auto">
          <a:xfrm>
            <a:off x="314153" y="352038"/>
            <a:ext cx="11449479" cy="6039867"/>
            <a:chOff x="0" y="0"/>
            <a:chExt cx="11449479" cy="6039867"/>
          </a:xfrm>
        </p:grpSpPr>
        <p:sp>
          <p:nvSpPr>
            <p:cNvPr id="2055310402" name="Freeform 27"/>
            <p:cNvSpPr/>
            <p:nvPr/>
          </p:nvSpPr>
          <p:spPr bwMode="auto">
            <a:xfrm rot="0" flipH="0" flipV="0">
              <a:off x="2572425" y="155444"/>
              <a:ext cx="6634805" cy="5582907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5802010" name="TextBox 28"/>
            <p:cNvSpPr txBox="1"/>
            <p:nvPr/>
          </p:nvSpPr>
          <p:spPr bwMode="auto">
            <a:xfrm rot="0" flipH="0" flipV="0">
              <a:off x="2572425" y="0"/>
              <a:ext cx="6634805" cy="573835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798912404" name="TextBox 32"/>
            <p:cNvSpPr txBox="1"/>
            <p:nvPr/>
          </p:nvSpPr>
          <p:spPr bwMode="auto">
            <a:xfrm>
              <a:off x="3037016" y="207894"/>
              <a:ext cx="5706705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676180671" name="TextBox 33"/>
            <p:cNvSpPr txBox="1"/>
            <p:nvPr/>
          </p:nvSpPr>
          <p:spPr bwMode="auto">
            <a:xfrm>
              <a:off x="3197898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94063" name="TextBox 38"/>
            <p:cNvSpPr txBox="1"/>
            <p:nvPr/>
          </p:nvSpPr>
          <p:spPr bwMode="auto">
            <a:xfrm>
              <a:off x="6533232" y="653164"/>
              <a:ext cx="2049436" cy="42593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0082606" name="TextBox 39"/>
            <p:cNvSpPr txBox="1"/>
            <p:nvPr/>
          </p:nvSpPr>
          <p:spPr bwMode="auto">
            <a:xfrm flipH="0" flipV="0">
              <a:off x="397381" y="598004"/>
              <a:ext cx="195064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89047973" name="Freeform 40"/>
            <p:cNvSpPr/>
            <p:nvPr/>
          </p:nvSpPr>
          <p:spPr bwMode="auto">
            <a:xfrm rot="1981001">
              <a:off x="1455048" y="1238288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618449" name="TextBox 41"/>
            <p:cNvSpPr txBox="1"/>
            <p:nvPr/>
          </p:nvSpPr>
          <p:spPr bwMode="auto">
            <a:xfrm flipH="0" flipV="0">
              <a:off x="0" y="3567361"/>
              <a:ext cx="2142818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0909590" name="Freeform 42"/>
            <p:cNvSpPr/>
            <p:nvPr/>
          </p:nvSpPr>
          <p:spPr bwMode="auto">
            <a:xfrm rot="10008104" flipH="1">
              <a:off x="1362820" y="3184337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6"/>
                  </a:lnTo>
                  <a:lnTo>
                    <a:pt x="984378" y="278086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000338" name="TextBox 43"/>
            <p:cNvSpPr txBox="1"/>
            <p:nvPr/>
          </p:nvSpPr>
          <p:spPr bwMode="auto">
            <a:xfrm>
              <a:off x="9534232" y="425930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89269428" name="Freeform 44"/>
            <p:cNvSpPr/>
            <p:nvPr/>
          </p:nvSpPr>
          <p:spPr bwMode="auto">
            <a:xfrm rot="-423529" flipH="1">
              <a:off x="9424507" y="2395449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004570" name="TextBox 45"/>
            <p:cNvSpPr txBox="1"/>
            <p:nvPr/>
          </p:nvSpPr>
          <p:spPr bwMode="auto">
            <a:xfrm>
              <a:off x="9769024" y="1949301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821880071" name="Freeform 46"/>
            <p:cNvSpPr/>
            <p:nvPr/>
          </p:nvSpPr>
          <p:spPr bwMode="auto">
            <a:xfrm rot="-2557580" flipH="1">
              <a:off x="9311719" y="1142121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2917120" name="Freeform 47"/>
            <p:cNvSpPr/>
            <p:nvPr/>
          </p:nvSpPr>
          <p:spPr bwMode="auto">
            <a:xfrm rot="-10662274">
              <a:off x="9309717" y="313273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11685" name="TextBox 48"/>
            <p:cNvSpPr txBox="1"/>
            <p:nvPr/>
          </p:nvSpPr>
          <p:spPr bwMode="auto">
            <a:xfrm>
              <a:off x="9629763" y="3461744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76209873" name="Freeform 49"/>
            <p:cNvSpPr/>
            <p:nvPr/>
          </p:nvSpPr>
          <p:spPr bwMode="auto">
            <a:xfrm rot="-9983765">
              <a:off x="9323440" y="4165953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4864347" name="TextBox 50"/>
            <p:cNvSpPr txBox="1"/>
            <p:nvPr/>
          </p:nvSpPr>
          <p:spPr bwMode="auto">
            <a:xfrm>
              <a:off x="9769024" y="4552137"/>
              <a:ext cx="1587115" cy="6122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348528905" name="TextBox 60"/>
            <p:cNvSpPr txBox="1"/>
            <p:nvPr/>
          </p:nvSpPr>
          <p:spPr bwMode="auto">
            <a:xfrm flipH="0" flipV="0">
              <a:off x="99738" y="1811562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6295118" name="Freeform 61"/>
            <p:cNvSpPr/>
            <p:nvPr/>
          </p:nvSpPr>
          <p:spPr bwMode="auto">
            <a:xfrm rot="731793">
              <a:off x="1281073" y="2336490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6"/>
                  </a:lnTo>
                  <a:lnTo>
                    <a:pt x="0" y="278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771911" name="TextBox 62"/>
            <p:cNvSpPr txBox="1"/>
            <p:nvPr/>
          </p:nvSpPr>
          <p:spPr bwMode="auto">
            <a:xfrm flipH="0" flipV="0">
              <a:off x="304473" y="474251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David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40918328" name="TextBox 63"/>
            <p:cNvSpPr txBox="1"/>
            <p:nvPr/>
          </p:nvSpPr>
          <p:spPr bwMode="auto">
            <a:xfrm flipH="0" flipV="0">
              <a:off x="304473" y="5695974"/>
              <a:ext cx="1951087" cy="3438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Frank</a:t>
              </a: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7201535" name="Freeform 64"/>
            <p:cNvSpPr/>
            <p:nvPr/>
          </p:nvSpPr>
          <p:spPr bwMode="auto">
            <a:xfrm rot="9117488" flipH="1">
              <a:off x="1373978" y="425313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420160" name="Freeform 65"/>
            <p:cNvSpPr/>
            <p:nvPr/>
          </p:nvSpPr>
          <p:spPr bwMode="auto">
            <a:xfrm rot="9379580" flipH="1">
              <a:off x="1364409" y="5235726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984378" y="0"/>
                  </a:moveTo>
                  <a:lnTo>
                    <a:pt x="0" y="0"/>
                  </a:lnTo>
                  <a:lnTo>
                    <a:pt x="0" y="278087"/>
                  </a:lnTo>
                  <a:lnTo>
                    <a:pt x="984378" y="278087"/>
                  </a:lnTo>
                  <a:lnTo>
                    <a:pt x="984378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4057505" name="Freeform 66"/>
            <p:cNvSpPr/>
            <p:nvPr/>
          </p:nvSpPr>
          <p:spPr bwMode="auto">
            <a:xfrm rot="-9983765">
              <a:off x="9416418" y="5083602"/>
              <a:ext cx="984376" cy="278085"/>
            </a:xfrm>
            <a:custGeom>
              <a:avLst/>
              <a:gdLst/>
              <a:ahLst/>
              <a:cxnLst/>
              <a:rect l="l" t="t" r="r" b="b"/>
              <a:pathLst>
                <a:path w="984378" h="278087" fill="norm" stroke="1" extrusionOk="0">
                  <a:moveTo>
                    <a:pt x="0" y="0"/>
                  </a:moveTo>
                  <a:lnTo>
                    <a:pt x="984378" y="0"/>
                  </a:lnTo>
                  <a:lnTo>
                    <a:pt x="984378" y="278087"/>
                  </a:lnTo>
                  <a:lnTo>
                    <a:pt x="0" y="278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599881" name="TextBox 67"/>
            <p:cNvSpPr txBox="1"/>
            <p:nvPr/>
          </p:nvSpPr>
          <p:spPr bwMode="auto">
            <a:xfrm>
              <a:off x="9862004" y="5469786"/>
              <a:ext cx="1587475" cy="3379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???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UTXO</a:t>
              </a: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749787851" name=""/>
            <p:cNvGrpSpPr/>
            <p:nvPr/>
          </p:nvGrpSpPr>
          <p:grpSpPr bwMode="auto">
            <a:xfrm>
              <a:off x="3037016" y="1076904"/>
              <a:ext cx="5764460" cy="4424488"/>
              <a:chOff x="0" y="0"/>
              <a:chExt cx="5764460" cy="4424488"/>
            </a:xfrm>
          </p:grpSpPr>
          <p:sp>
            <p:nvSpPr>
              <p:cNvPr id="1558915183" name="Freeform 30"/>
              <p:cNvSpPr/>
              <p:nvPr/>
            </p:nvSpPr>
            <p:spPr bwMode="auto">
              <a:xfrm rot="0" flipH="0" flipV="0">
                <a:off x="0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85867817" name="TextBox 31"/>
              <p:cNvSpPr txBox="1"/>
              <p:nvPr/>
            </p:nvSpPr>
            <p:spPr bwMode="auto">
              <a:xfrm rot="0" flipH="0" flipV="0">
                <a:off x="0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2072064133" name="AutoShape 34"/>
              <p:cNvSpPr/>
              <p:nvPr/>
            </p:nvSpPr>
            <p:spPr bwMode="auto">
              <a:xfrm flipH="0" flipV="0">
                <a:off x="2852811" y="0"/>
                <a:ext cx="0" cy="4275655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200523784" name="Freeform 36"/>
              <p:cNvSpPr/>
              <p:nvPr/>
            </p:nvSpPr>
            <p:spPr bwMode="auto">
              <a:xfrm rot="0" flipH="0" flipV="0">
                <a:off x="0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39179198" name="TextBox 37"/>
              <p:cNvSpPr txBox="1"/>
              <p:nvPr/>
            </p:nvSpPr>
            <p:spPr bwMode="auto">
              <a:xfrm rot="0" flipH="0" flipV="0">
                <a:off x="0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47475948" name="Freeform 52"/>
              <p:cNvSpPr/>
              <p:nvPr/>
            </p:nvSpPr>
            <p:spPr bwMode="auto">
              <a:xfrm rot="0" flipH="0" flipV="0">
                <a:off x="171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57141328" name="TextBox 53"/>
              <p:cNvSpPr txBox="1"/>
              <p:nvPr/>
            </p:nvSpPr>
            <p:spPr bwMode="auto">
              <a:xfrm rot="0" flipH="0" flipV="0">
                <a:off x="171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62452692" name="Freeform 55"/>
              <p:cNvSpPr/>
              <p:nvPr/>
            </p:nvSpPr>
            <p:spPr bwMode="auto">
              <a:xfrm rot="0" flipH="0" flipV="0">
                <a:off x="171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55126208" name="TextBox 56"/>
              <p:cNvSpPr txBox="1"/>
              <p:nvPr/>
            </p:nvSpPr>
            <p:spPr bwMode="auto">
              <a:xfrm rot="0" flipH="0" flipV="0">
                <a:off x="171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80957916" name="Freeform 58"/>
              <p:cNvSpPr/>
              <p:nvPr/>
            </p:nvSpPr>
            <p:spPr bwMode="auto">
              <a:xfrm rot="0" flipH="0" flipV="0">
                <a:off x="171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08041093" name="TextBox 59"/>
              <p:cNvSpPr txBox="1"/>
              <p:nvPr/>
            </p:nvSpPr>
            <p:spPr bwMode="auto">
              <a:xfrm rot="0" flipH="0" flipV="0">
                <a:off x="171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79522219" name="Freeform 69"/>
              <p:cNvSpPr/>
              <p:nvPr/>
            </p:nvSpPr>
            <p:spPr bwMode="auto">
              <a:xfrm rot="0" flipH="0" flipV="0">
                <a:off x="3335336" y="204258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88936163" name="TextBox 70"/>
              <p:cNvSpPr txBox="1"/>
              <p:nvPr/>
            </p:nvSpPr>
            <p:spPr bwMode="auto">
              <a:xfrm rot="0" flipH="0" flipV="0">
                <a:off x="3335336" y="48812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811907052" name="Freeform 72"/>
              <p:cNvSpPr/>
              <p:nvPr/>
            </p:nvSpPr>
            <p:spPr bwMode="auto">
              <a:xfrm rot="0" flipH="0" flipV="0">
                <a:off x="3335336" y="1093923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24062358" name="TextBox 73"/>
              <p:cNvSpPr txBox="1"/>
              <p:nvPr/>
            </p:nvSpPr>
            <p:spPr bwMode="auto">
              <a:xfrm rot="0" flipH="0" flipV="0">
                <a:off x="3335336" y="938479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7980233" name="Freeform 75"/>
              <p:cNvSpPr/>
              <p:nvPr/>
            </p:nvSpPr>
            <p:spPr bwMode="auto">
              <a:xfrm rot="0" flipH="0" flipV="0">
                <a:off x="3335508" y="1983589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26625555" name="TextBox 76"/>
              <p:cNvSpPr txBox="1"/>
              <p:nvPr/>
            </p:nvSpPr>
            <p:spPr bwMode="auto">
              <a:xfrm rot="0" flipH="0" flipV="0">
                <a:off x="3335508" y="1828146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860770282" name="Freeform 78"/>
              <p:cNvSpPr/>
              <p:nvPr/>
            </p:nvSpPr>
            <p:spPr bwMode="auto">
              <a:xfrm rot="0" flipH="0" flipV="0">
                <a:off x="3335508" y="2873255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631518235" name="TextBox 79"/>
              <p:cNvSpPr txBox="1"/>
              <p:nvPr/>
            </p:nvSpPr>
            <p:spPr bwMode="auto">
              <a:xfrm rot="0" flipH="0" flipV="0">
                <a:off x="3335508" y="2717811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4243910" name="Freeform 81"/>
              <p:cNvSpPr/>
              <p:nvPr/>
            </p:nvSpPr>
            <p:spPr bwMode="auto">
              <a:xfrm rot="0" flipH="0" flipV="0">
                <a:off x="3335508" y="3762921"/>
                <a:ext cx="2428953" cy="6615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3901" y="0"/>
                    </a:moveTo>
                    <a:lnTo>
                      <a:pt x="787325" y="0"/>
                    </a:lnTo>
                    <a:cubicBezTo>
                      <a:pt x="820186" y="0"/>
                      <a:pt x="851701" y="13054"/>
                      <a:pt x="874937" y="36290"/>
                    </a:cubicBezTo>
                    <a:cubicBezTo>
                      <a:pt x="898173" y="59526"/>
                      <a:pt x="911226" y="91041"/>
                      <a:pt x="911226" y="123901"/>
                    </a:cubicBezTo>
                    <a:lnTo>
                      <a:pt x="911226" y="159856"/>
                    </a:lnTo>
                    <a:cubicBezTo>
                      <a:pt x="911226" y="192717"/>
                      <a:pt x="898173" y="224232"/>
                      <a:pt x="874937" y="247468"/>
                    </a:cubicBezTo>
                    <a:cubicBezTo>
                      <a:pt x="851701" y="270704"/>
                      <a:pt x="820186" y="283758"/>
                      <a:pt x="787325" y="283758"/>
                    </a:cubicBezTo>
                    <a:lnTo>
                      <a:pt x="123901" y="283758"/>
                    </a:lnTo>
                    <a:cubicBezTo>
                      <a:pt x="91041" y="283758"/>
                      <a:pt x="59526" y="270704"/>
                      <a:pt x="36290" y="247468"/>
                    </a:cubicBezTo>
                    <a:cubicBezTo>
                      <a:pt x="13054" y="224232"/>
                      <a:pt x="0" y="192717"/>
                      <a:pt x="0" y="159856"/>
                    </a:cubicBezTo>
                    <a:lnTo>
                      <a:pt x="0" y="123901"/>
                    </a:lnTo>
                    <a:cubicBezTo>
                      <a:pt x="0" y="91041"/>
                      <a:pt x="13054" y="59526"/>
                      <a:pt x="36290" y="36290"/>
                    </a:cubicBezTo>
                    <a:cubicBezTo>
                      <a:pt x="59526" y="13054"/>
                      <a:pt x="91041" y="0"/>
                      <a:pt x="12390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58519139" name="TextBox 82"/>
              <p:cNvSpPr txBox="1"/>
              <p:nvPr/>
            </p:nvSpPr>
            <p:spPr bwMode="auto">
              <a:xfrm rot="0" flipH="0" flipV="0">
                <a:off x="3335508" y="3607477"/>
                <a:ext cx="2428953" cy="817011"/>
              </a:xfrm>
              <a:prstGeom prst="rect">
                <a:avLst/>
              </a:prstGeom>
              <a:grpFill/>
            </p:spPr>
            <p:txBody>
              <a:bodyPr lIns="50797" tIns="50797" rIns="50797" bIns="50797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1559090" name=""/>
          <p:cNvGrpSpPr/>
          <p:nvPr/>
        </p:nvGrpSpPr>
        <p:grpSpPr bwMode="auto">
          <a:xfrm>
            <a:off x="482018" y="1234339"/>
            <a:ext cx="11086612" cy="4391763"/>
            <a:chOff x="0" y="0"/>
            <a:chExt cx="11086612" cy="4391763"/>
          </a:xfrm>
        </p:grpSpPr>
        <p:sp>
          <p:nvSpPr>
            <p:cNvPr id="2027358586" name="Freeform 27"/>
            <p:cNvSpPr/>
            <p:nvPr/>
          </p:nvSpPr>
          <p:spPr bwMode="auto">
            <a:xfrm rot="0" flipH="0" flipV="0">
              <a:off x="0" y="68778"/>
              <a:ext cx="5137497" cy="4322982"/>
            </a:xfrm>
            <a:custGeom>
              <a:avLst/>
              <a:gdLst/>
              <a:ahLst/>
              <a:cxnLst/>
              <a:rect l="l" t="t" r="r" b="b"/>
              <a:pathLst>
                <a:path w="2845795" h="239461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5885270" name="TextBox 28"/>
            <p:cNvSpPr txBox="1"/>
            <p:nvPr/>
          </p:nvSpPr>
          <p:spPr bwMode="auto">
            <a:xfrm rot="0" flipH="0" flipV="0">
              <a:off x="0" y="0"/>
              <a:ext cx="5137497" cy="439176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005319933" name="TextBox 32"/>
            <p:cNvSpPr txBox="1"/>
            <p:nvPr/>
          </p:nvSpPr>
          <p:spPr bwMode="auto">
            <a:xfrm>
              <a:off x="359744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754822" name="TextBox 33"/>
            <p:cNvSpPr txBox="1"/>
            <p:nvPr/>
          </p:nvSpPr>
          <p:spPr bwMode="auto">
            <a:xfrm>
              <a:off x="48431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81905628" name="TextBox 38"/>
            <p:cNvSpPr txBox="1"/>
            <p:nvPr/>
          </p:nvSpPr>
          <p:spPr bwMode="auto">
            <a:xfrm>
              <a:off x="3066951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30593873" name="Freeform 64"/>
            <p:cNvSpPr/>
            <p:nvPr/>
          </p:nvSpPr>
          <p:spPr bwMode="auto">
            <a:xfrm rot="0" flipH="0" flipV="0">
              <a:off x="5949115" y="68778"/>
              <a:ext cx="5137497" cy="2072826"/>
            </a:xfrm>
            <a:custGeom>
              <a:avLst/>
              <a:gdLst/>
              <a:ahLst/>
              <a:cxnLst/>
              <a:rect l="l" t="t" r="r" b="b"/>
              <a:pathLst>
                <a:path w="2845795" h="1148195" fill="norm" stroke="1" extrusionOk="0">
                  <a:moveTo>
                    <a:pt x="0" y="0"/>
                  </a:moveTo>
                  <a:lnTo>
                    <a:pt x="2845795" y="0"/>
                  </a:lnTo>
                  <a:lnTo>
                    <a:pt x="2845795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1644383" name="TextBox 65"/>
            <p:cNvSpPr txBox="1"/>
            <p:nvPr/>
          </p:nvSpPr>
          <p:spPr bwMode="auto">
            <a:xfrm rot="0" flipH="0" flipV="0">
              <a:off x="5949115" y="0"/>
              <a:ext cx="5137497" cy="214160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51639250" name="TextBox 69"/>
            <p:cNvSpPr txBox="1"/>
            <p:nvPr/>
          </p:nvSpPr>
          <p:spPr bwMode="auto">
            <a:xfrm>
              <a:off x="6308860" y="106018"/>
              <a:ext cx="441944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93617256" name="TextBox 70"/>
            <p:cNvSpPr txBox="1"/>
            <p:nvPr/>
          </p:nvSpPr>
          <p:spPr bwMode="auto">
            <a:xfrm>
              <a:off x="6433434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7304932" name="TextBox 72"/>
            <p:cNvSpPr txBox="1"/>
            <p:nvPr/>
          </p:nvSpPr>
          <p:spPr bwMode="auto">
            <a:xfrm>
              <a:off x="9016068" y="450802"/>
              <a:ext cx="1587533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21239347" name="AutoShape 76"/>
            <p:cNvSpPr/>
            <p:nvPr/>
          </p:nvSpPr>
          <p:spPr bwMode="auto">
            <a:xfrm flipH="0" flipV="1">
              <a:off x="4755454" y="1288207"/>
              <a:ext cx="1580397" cy="1184824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935244868" name=""/>
            <p:cNvGrpSpPr/>
            <p:nvPr/>
          </p:nvGrpSpPr>
          <p:grpSpPr bwMode="auto">
            <a:xfrm>
              <a:off x="454848" y="871670"/>
              <a:ext cx="4227795" cy="3336611"/>
              <a:chOff x="0" y="0"/>
              <a:chExt cx="4227795" cy="3336611"/>
            </a:xfrm>
          </p:grpSpPr>
          <p:sp>
            <p:nvSpPr>
              <p:cNvPr id="1796253669" name="Freeform 30"/>
              <p:cNvSpPr/>
              <p:nvPr/>
            </p:nvSpPr>
            <p:spPr bwMode="auto">
              <a:xfrm rot="0" flipH="0" flipV="0">
                <a:off x="0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4334436" name="TextBox 31"/>
              <p:cNvSpPr txBox="1"/>
              <p:nvPr/>
            </p:nvSpPr>
            <p:spPr bwMode="auto">
              <a:xfrm rot="0" flipH="0" flipV="0">
                <a:off x="0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711972" name="AutoShape 34"/>
              <p:cNvSpPr/>
              <p:nvPr/>
            </p:nvSpPr>
            <p:spPr bwMode="auto">
              <a:xfrm flipH="0" flipV="0">
                <a:off x="2113897" y="0"/>
                <a:ext cx="0" cy="3336604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85159015" name="Freeform 36"/>
              <p:cNvSpPr/>
              <p:nvPr/>
            </p:nvSpPr>
            <p:spPr bwMode="auto">
              <a:xfrm rot="0" flipH="0" flipV="0">
                <a:off x="0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0345941" name="TextBox 37"/>
              <p:cNvSpPr txBox="1"/>
              <p:nvPr/>
            </p:nvSpPr>
            <p:spPr bwMode="auto">
              <a:xfrm rot="0" flipH="0" flipV="0">
                <a:off x="0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41999693" name="Freeform 40"/>
              <p:cNvSpPr/>
              <p:nvPr/>
            </p:nvSpPr>
            <p:spPr bwMode="auto">
              <a:xfrm rot="0" flipH="0" flipV="0">
                <a:off x="132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06174656" name="TextBox 41"/>
              <p:cNvSpPr txBox="1"/>
              <p:nvPr/>
            </p:nvSpPr>
            <p:spPr bwMode="auto">
              <a:xfrm rot="0" flipH="0" flipV="0">
                <a:off x="132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804727" name="Freeform 43"/>
              <p:cNvSpPr/>
              <p:nvPr/>
            </p:nvSpPr>
            <p:spPr bwMode="auto">
              <a:xfrm rot="0" flipH="0" flipV="0">
                <a:off x="132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8521825" name="TextBox 44"/>
              <p:cNvSpPr txBox="1"/>
              <p:nvPr/>
            </p:nvSpPr>
            <p:spPr bwMode="auto">
              <a:xfrm rot="0" flipH="0" flipV="0">
                <a:off x="132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4460815" name="Freeform 46"/>
              <p:cNvSpPr/>
              <p:nvPr/>
            </p:nvSpPr>
            <p:spPr bwMode="auto">
              <a:xfrm rot="0" flipH="0" flipV="0">
                <a:off x="132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6897524" name="TextBox 47"/>
              <p:cNvSpPr txBox="1"/>
              <p:nvPr/>
            </p:nvSpPr>
            <p:spPr bwMode="auto">
              <a:xfrm rot="0" flipH="0" flipV="0">
                <a:off x="132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546109" name="Freeform 49"/>
              <p:cNvSpPr/>
              <p:nvPr/>
            </p:nvSpPr>
            <p:spPr bwMode="auto">
              <a:xfrm rot="0" flipH="0" flipV="0">
                <a:off x="2582634" y="6877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7365263" name="TextBox 50"/>
              <p:cNvSpPr txBox="1"/>
              <p:nvPr/>
            </p:nvSpPr>
            <p:spPr bwMode="auto">
              <a:xfrm rot="0" flipH="0" flipV="0">
                <a:off x="2582634" y="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828323" name="Freeform 52"/>
              <p:cNvSpPr/>
              <p:nvPr/>
            </p:nvSpPr>
            <p:spPr bwMode="auto">
              <a:xfrm rot="0" flipH="0" flipV="0">
                <a:off x="2582634" y="757668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18925" name="TextBox 53"/>
              <p:cNvSpPr txBox="1"/>
              <p:nvPr/>
            </p:nvSpPr>
            <p:spPr bwMode="auto">
              <a:xfrm rot="0" flipH="0" flipV="0">
                <a:off x="2582634" y="688890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7664519" name="Freeform 55"/>
              <p:cNvSpPr/>
              <p:nvPr/>
            </p:nvSpPr>
            <p:spPr bwMode="auto">
              <a:xfrm rot="0" flipH="0" flipV="0">
                <a:off x="2582766" y="144655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3412036" name="TextBox 56"/>
              <p:cNvSpPr txBox="1"/>
              <p:nvPr/>
            </p:nvSpPr>
            <p:spPr bwMode="auto">
              <a:xfrm rot="0" flipH="0" flipV="0">
                <a:off x="2582766" y="137778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053184" name="Freeform 58"/>
              <p:cNvSpPr/>
              <p:nvPr/>
            </p:nvSpPr>
            <p:spPr bwMode="auto">
              <a:xfrm rot="0" flipH="0" flipV="0">
                <a:off x="2582766" y="2135449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6102503" name="TextBox 59"/>
              <p:cNvSpPr txBox="1"/>
              <p:nvPr/>
            </p:nvSpPr>
            <p:spPr bwMode="auto">
              <a:xfrm rot="0" flipH="0" flipV="0">
                <a:off x="2582766" y="2066671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4170833" name="Freeform 61"/>
              <p:cNvSpPr/>
              <p:nvPr/>
            </p:nvSpPr>
            <p:spPr bwMode="auto">
              <a:xfrm rot="0" flipH="0" flipV="0">
                <a:off x="2582766" y="2824340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2295713" name="TextBox 62"/>
              <p:cNvSpPr txBox="1"/>
              <p:nvPr/>
            </p:nvSpPr>
            <p:spPr bwMode="auto">
              <a:xfrm rot="0" flipH="0" flipV="0">
                <a:off x="2582766" y="2755562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550458108" name=""/>
            <p:cNvGrpSpPr/>
            <p:nvPr/>
          </p:nvGrpSpPr>
          <p:grpSpPr bwMode="auto">
            <a:xfrm>
              <a:off x="6403965" y="782251"/>
              <a:ext cx="4227660" cy="1103218"/>
              <a:chOff x="0" y="0"/>
              <a:chExt cx="4227660" cy="1103218"/>
            </a:xfrm>
          </p:grpSpPr>
          <p:sp>
            <p:nvSpPr>
              <p:cNvPr id="1599258932" name="Freeform 67"/>
              <p:cNvSpPr/>
              <p:nvPr/>
            </p:nvSpPr>
            <p:spPr bwMode="auto">
              <a:xfrm rot="0" flipH="0" flipV="0">
                <a:off x="0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1931151" name="TextBox 68"/>
              <p:cNvSpPr txBox="1"/>
              <p:nvPr/>
            </p:nvSpPr>
            <p:spPr bwMode="auto">
              <a:xfrm rot="0" flipH="0" flipV="0">
                <a:off x="0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2384462" name="AutoShape 71"/>
              <p:cNvSpPr/>
              <p:nvPr/>
            </p:nvSpPr>
            <p:spPr bwMode="auto">
              <a:xfrm flipH="0" flipV="0">
                <a:off x="2113898" y="0"/>
                <a:ext cx="0" cy="110321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951700912" name="Freeform 74"/>
              <p:cNvSpPr/>
              <p:nvPr/>
            </p:nvSpPr>
            <p:spPr bwMode="auto">
              <a:xfrm rot="0" flipH="0" flipV="0">
                <a:off x="2582631" y="158197"/>
                <a:ext cx="1645029" cy="51226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8514759" name="TextBox 75"/>
              <p:cNvSpPr txBox="1"/>
              <p:nvPr/>
            </p:nvSpPr>
            <p:spPr bwMode="auto">
              <a:xfrm rot="0" flipH="0" flipV="0">
                <a:off x="2582631" y="89419"/>
                <a:ext cx="1645029" cy="58104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32082365" name=""/>
          <p:cNvGrpSpPr/>
          <p:nvPr/>
        </p:nvGrpSpPr>
        <p:grpSpPr bwMode="auto">
          <a:xfrm>
            <a:off x="470177" y="1127432"/>
            <a:ext cx="11277762" cy="4612050"/>
            <a:chOff x="0" y="0"/>
            <a:chExt cx="11277762" cy="4612050"/>
          </a:xfrm>
        </p:grpSpPr>
        <p:sp>
          <p:nvSpPr>
            <p:cNvPr id="50847390" name="Freeform 27"/>
            <p:cNvSpPr/>
            <p:nvPr/>
          </p:nvSpPr>
          <p:spPr bwMode="auto">
            <a:xfrm rot="0" flipH="0" flipV="0">
              <a:off x="930298" y="72226"/>
              <a:ext cx="4639609" cy="4539818"/>
            </a:xfrm>
            <a:custGeom>
              <a:avLst/>
              <a:gdLst/>
              <a:ahLst/>
              <a:cxnLst/>
              <a:rect l="l" t="t" r="r" b="b"/>
              <a:pathLst>
                <a:path w="2447252" h="239461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65503820" name="TextBox 28"/>
            <p:cNvSpPr txBox="1"/>
            <p:nvPr/>
          </p:nvSpPr>
          <p:spPr bwMode="auto">
            <a:xfrm rot="0" flipH="0" flipV="0">
              <a:off x="930298" y="0"/>
              <a:ext cx="4639609" cy="46120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167672557" name="AutoShape 32"/>
            <p:cNvSpPr/>
            <p:nvPr/>
          </p:nvSpPr>
          <p:spPr bwMode="auto">
            <a:xfrm>
              <a:off x="3250107" y="534546"/>
              <a:ext cx="0" cy="388481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3310779" name="Freeform 61"/>
            <p:cNvSpPr/>
            <p:nvPr/>
          </p:nvSpPr>
          <p:spPr bwMode="auto">
            <a:xfrm rot="0" flipH="0" flipV="0">
              <a:off x="6636712" y="72226"/>
              <a:ext cx="4639609" cy="2176797"/>
            </a:xfrm>
            <a:custGeom>
              <a:avLst/>
              <a:gdLst/>
              <a:ahLst/>
              <a:cxnLst/>
              <a:rect l="l" t="t" r="r" b="b"/>
              <a:pathLst>
                <a:path w="2447252" h="1148195" fill="norm" stroke="1" extrusionOk="0">
                  <a:moveTo>
                    <a:pt x="0" y="0"/>
                  </a:moveTo>
                  <a:lnTo>
                    <a:pt x="2447252" y="0"/>
                  </a:lnTo>
                  <a:lnTo>
                    <a:pt x="2447252" y="1148195"/>
                  </a:lnTo>
                  <a:lnTo>
                    <a:pt x="0" y="1148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98761298" name="TextBox 62"/>
            <p:cNvSpPr txBox="1"/>
            <p:nvPr/>
          </p:nvSpPr>
          <p:spPr bwMode="auto">
            <a:xfrm rot="0" flipH="0" flipV="0">
              <a:off x="6636712" y="0"/>
              <a:ext cx="4639609" cy="224902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696030622" name="AutoShape 66"/>
            <p:cNvSpPr/>
            <p:nvPr/>
          </p:nvSpPr>
          <p:spPr bwMode="auto">
            <a:xfrm>
              <a:off x="8956517" y="534546"/>
              <a:ext cx="0" cy="144549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7228935" name="AutoShape 70"/>
            <p:cNvSpPr/>
            <p:nvPr/>
          </p:nvSpPr>
          <p:spPr bwMode="auto">
            <a:xfrm flipH="0" flipV="1">
              <a:off x="5378904" y="1357931"/>
              <a:ext cx="1444389" cy="1272326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9483812" name="Freeform 71"/>
            <p:cNvSpPr/>
            <p:nvPr/>
          </p:nvSpPr>
          <p:spPr bwMode="auto">
            <a:xfrm>
              <a:off x="0" y="94475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254140" name="Freeform 72"/>
            <p:cNvSpPr/>
            <p:nvPr/>
          </p:nvSpPr>
          <p:spPr bwMode="auto">
            <a:xfrm>
              <a:off x="518494" y="9066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7"/>
                  </a:lnTo>
                  <a:lnTo>
                    <a:pt x="0" y="30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3177812" name="Freeform 73"/>
            <p:cNvSpPr/>
            <p:nvPr/>
          </p:nvSpPr>
          <p:spPr bwMode="auto">
            <a:xfrm>
              <a:off x="0" y="1668195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4971994" name="Freeform 74"/>
            <p:cNvSpPr/>
            <p:nvPr/>
          </p:nvSpPr>
          <p:spPr bwMode="auto">
            <a:xfrm>
              <a:off x="518494" y="1630093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0663182" name="Freeform 75"/>
            <p:cNvSpPr/>
            <p:nvPr/>
          </p:nvSpPr>
          <p:spPr bwMode="auto">
            <a:xfrm>
              <a:off x="0" y="238714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4347434" name="Freeform 76"/>
            <p:cNvSpPr/>
            <p:nvPr/>
          </p:nvSpPr>
          <p:spPr bwMode="auto">
            <a:xfrm>
              <a:off x="518494" y="2349049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8248671" name="Freeform 77"/>
            <p:cNvSpPr/>
            <p:nvPr/>
          </p:nvSpPr>
          <p:spPr bwMode="auto">
            <a:xfrm>
              <a:off x="0" y="3110594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8974277" name="Freeform 78"/>
            <p:cNvSpPr/>
            <p:nvPr/>
          </p:nvSpPr>
          <p:spPr bwMode="auto">
            <a:xfrm>
              <a:off x="518494" y="3072494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5894485" name="Freeform 79"/>
            <p:cNvSpPr/>
            <p:nvPr/>
          </p:nvSpPr>
          <p:spPr bwMode="auto">
            <a:xfrm>
              <a:off x="0" y="3838529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669449" name="Freeform 80"/>
            <p:cNvSpPr/>
            <p:nvPr/>
          </p:nvSpPr>
          <p:spPr bwMode="auto">
            <a:xfrm>
              <a:off x="518494" y="3800428"/>
              <a:ext cx="345132" cy="306734"/>
            </a:xfrm>
            <a:custGeom>
              <a:avLst/>
              <a:gdLst/>
              <a:ahLst/>
              <a:cxnLst/>
              <a:rect l="l" t="t" r="r" b="b"/>
              <a:pathLst>
                <a:path w="345132" h="306736" fill="norm" stroke="1" extrusionOk="0">
                  <a:moveTo>
                    <a:pt x="0" y="0"/>
                  </a:moveTo>
                  <a:lnTo>
                    <a:pt x="345132" y="0"/>
                  </a:lnTo>
                  <a:lnTo>
                    <a:pt x="345132" y="306736"/>
                  </a:lnTo>
                  <a:lnTo>
                    <a:pt x="0" y="30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6854344" name="AutoShape 81"/>
            <p:cNvSpPr/>
            <p:nvPr/>
          </p:nvSpPr>
          <p:spPr bwMode="auto">
            <a:xfrm flipH="1" flipV="1">
              <a:off x="568350" y="1256601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2705024" name="AutoShape 82"/>
            <p:cNvSpPr/>
            <p:nvPr/>
          </p:nvSpPr>
          <p:spPr bwMode="auto">
            <a:xfrm flipH="1">
              <a:off x="568350" y="1980045"/>
              <a:ext cx="64927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561399" name="AutoShape 83"/>
            <p:cNvSpPr/>
            <p:nvPr/>
          </p:nvSpPr>
          <p:spPr bwMode="auto">
            <a:xfrm flipH="1" flipV="1">
              <a:off x="568350" y="2699710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6216555" name="AutoShape 84"/>
            <p:cNvSpPr/>
            <p:nvPr/>
          </p:nvSpPr>
          <p:spPr bwMode="auto">
            <a:xfrm flipH="1" flipV="1">
              <a:off x="568350" y="3423156"/>
              <a:ext cx="649418" cy="162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3083283" name="AutoShape 85"/>
            <p:cNvSpPr/>
            <p:nvPr/>
          </p:nvSpPr>
          <p:spPr bwMode="auto">
            <a:xfrm flipH="1">
              <a:off x="568350" y="4150380"/>
              <a:ext cx="64940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3608947" name="Freeform 86"/>
            <p:cNvSpPr/>
            <p:nvPr/>
          </p:nvSpPr>
          <p:spPr bwMode="auto">
            <a:xfrm>
              <a:off x="8672343" y="3330090"/>
              <a:ext cx="568350" cy="623702"/>
            </a:xfrm>
            <a:custGeom>
              <a:avLst/>
              <a:gdLst/>
              <a:ahLst/>
              <a:cxnLst/>
              <a:rect l="l" t="t" r="r" b="b"/>
              <a:pathLst>
                <a:path w="568351" h="623705" fill="norm" stroke="1" extrusionOk="0">
                  <a:moveTo>
                    <a:pt x="0" y="0"/>
                  </a:moveTo>
                  <a:lnTo>
                    <a:pt x="568351" y="0"/>
                  </a:lnTo>
                  <a:lnTo>
                    <a:pt x="568351" y="623705"/>
                  </a:lnTo>
                  <a:lnTo>
                    <a:pt x="0" y="62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9274995" name="AutoShape 87"/>
            <p:cNvSpPr/>
            <p:nvPr/>
          </p:nvSpPr>
          <p:spPr bwMode="auto">
            <a:xfrm>
              <a:off x="8956517" y="2249026"/>
              <a:ext cx="0" cy="97683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1797909" name="TextBox 89"/>
            <p:cNvSpPr txBox="1"/>
            <p:nvPr/>
          </p:nvSpPr>
          <p:spPr bwMode="auto">
            <a:xfrm>
              <a:off x="930299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38267673" name="TextBox 90"/>
            <p:cNvSpPr txBox="1"/>
            <p:nvPr/>
          </p:nvSpPr>
          <p:spPr bwMode="auto">
            <a:xfrm>
              <a:off x="1248569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55076963" name="TextBox 91"/>
            <p:cNvSpPr txBox="1"/>
            <p:nvPr/>
          </p:nvSpPr>
          <p:spPr bwMode="auto">
            <a:xfrm>
              <a:off x="3585330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5986093" name="TextBox 92"/>
            <p:cNvSpPr txBox="1"/>
            <p:nvPr/>
          </p:nvSpPr>
          <p:spPr bwMode="auto">
            <a:xfrm>
              <a:off x="6636712" y="113724"/>
              <a:ext cx="464105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5317271" name="TextBox 93"/>
            <p:cNvSpPr txBox="1"/>
            <p:nvPr/>
          </p:nvSpPr>
          <p:spPr bwMode="auto">
            <a:xfrm>
              <a:off x="6955575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3612857" name="TextBox 94"/>
            <p:cNvSpPr txBox="1"/>
            <p:nvPr/>
          </p:nvSpPr>
          <p:spPr bwMode="auto">
            <a:xfrm>
              <a:off x="9292266" y="475801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74383919" name="TextBox 95"/>
            <p:cNvSpPr txBox="1"/>
            <p:nvPr/>
          </p:nvSpPr>
          <p:spPr bwMode="auto">
            <a:xfrm>
              <a:off x="8123692" y="3991896"/>
              <a:ext cx="1667090" cy="3479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36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Eve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79333607" name="Freeform 70"/>
            <p:cNvSpPr/>
            <p:nvPr/>
          </p:nvSpPr>
          <p:spPr bwMode="auto">
            <a:xfrm>
              <a:off x="9090864" y="2699001"/>
              <a:ext cx="299657" cy="166684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720610009" name=""/>
            <p:cNvGrpSpPr/>
            <p:nvPr/>
          </p:nvGrpSpPr>
          <p:grpSpPr bwMode="auto">
            <a:xfrm>
              <a:off x="1217619" y="915391"/>
              <a:ext cx="4064445" cy="3503971"/>
              <a:chOff x="0" y="0"/>
              <a:chExt cx="4064445" cy="3503971"/>
            </a:xfrm>
          </p:grpSpPr>
          <p:sp>
            <p:nvSpPr>
              <p:cNvPr id="1439319962" name="Freeform 30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6503004" name="TextBox 31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038102" name="Freeform 34"/>
              <p:cNvSpPr/>
              <p:nvPr/>
            </p:nvSpPr>
            <p:spPr bwMode="auto">
              <a:xfrm rot="0" flipH="0" flipV="0">
                <a:off x="0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91948649" name="TextBox 35"/>
              <p:cNvSpPr txBox="1"/>
              <p:nvPr/>
            </p:nvSpPr>
            <p:spPr bwMode="auto">
              <a:xfrm rot="0" flipH="0" flipV="0">
                <a:off x="0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1116522" name="Freeform 37"/>
              <p:cNvSpPr/>
              <p:nvPr/>
            </p:nvSpPr>
            <p:spPr bwMode="auto">
              <a:xfrm rot="0" flipH="0" flipV="0">
                <a:off x="141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3890715" name="TextBox 38"/>
              <p:cNvSpPr txBox="1"/>
              <p:nvPr/>
            </p:nvSpPr>
            <p:spPr bwMode="auto">
              <a:xfrm rot="0" flipH="0" flipV="0">
                <a:off x="141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2019887" name="Freeform 40"/>
              <p:cNvSpPr/>
              <p:nvPr/>
            </p:nvSpPr>
            <p:spPr bwMode="auto">
              <a:xfrm rot="0" flipH="0" flipV="0">
                <a:off x="141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6546220" name="TextBox 41"/>
              <p:cNvSpPr txBox="1"/>
              <p:nvPr/>
            </p:nvSpPr>
            <p:spPr bwMode="auto">
              <a:xfrm rot="0" flipH="0" flipV="0">
                <a:off x="141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224567" name="Freeform 43"/>
              <p:cNvSpPr/>
              <p:nvPr/>
            </p:nvSpPr>
            <p:spPr bwMode="auto">
              <a:xfrm rot="0" flipH="0" flipV="0">
                <a:off x="141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449192" name="TextBox 44"/>
              <p:cNvSpPr txBox="1"/>
              <p:nvPr/>
            </p:nvSpPr>
            <p:spPr bwMode="auto">
              <a:xfrm rot="0" flipH="0" flipV="0">
                <a:off x="141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11453357" name="Freeform 46"/>
              <p:cNvSpPr/>
              <p:nvPr/>
            </p:nvSpPr>
            <p:spPr bwMode="auto">
              <a:xfrm rot="0" flipH="0" flipV="0">
                <a:off x="2336762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81103500" name="TextBox 47"/>
              <p:cNvSpPr txBox="1"/>
              <p:nvPr/>
            </p:nvSpPr>
            <p:spPr bwMode="auto">
              <a:xfrm rot="0" flipH="0" flipV="0">
                <a:off x="2336762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0299068" name="Freeform 49"/>
              <p:cNvSpPr/>
              <p:nvPr/>
            </p:nvSpPr>
            <p:spPr bwMode="auto">
              <a:xfrm rot="0" flipH="0" flipV="0">
                <a:off x="2336762" y="79567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204013" name="TextBox 50"/>
              <p:cNvSpPr txBox="1"/>
              <p:nvPr/>
            </p:nvSpPr>
            <p:spPr bwMode="auto">
              <a:xfrm rot="0" flipH="0" flipV="0">
                <a:off x="2336762" y="723444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42232739" name="Freeform 52"/>
              <p:cNvSpPr/>
              <p:nvPr/>
            </p:nvSpPr>
            <p:spPr bwMode="auto">
              <a:xfrm rot="0" flipH="0" flipV="0">
                <a:off x="2336902" y="151911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794903" name="TextBox 53"/>
              <p:cNvSpPr txBox="1"/>
              <p:nvPr/>
            </p:nvSpPr>
            <p:spPr bwMode="auto">
              <a:xfrm rot="0" flipH="0" flipV="0">
                <a:off x="2336902" y="1446889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26554639" name="Freeform 55"/>
              <p:cNvSpPr/>
              <p:nvPr/>
            </p:nvSpPr>
            <p:spPr bwMode="auto">
              <a:xfrm rot="0" flipH="0" flipV="0">
                <a:off x="2336902" y="2242562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1375908" name="TextBox 56"/>
              <p:cNvSpPr txBox="1"/>
              <p:nvPr/>
            </p:nvSpPr>
            <p:spPr bwMode="auto">
              <a:xfrm rot="0" flipH="0" flipV="0">
                <a:off x="2336902" y="2170333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282521" name="Freeform 58"/>
              <p:cNvSpPr/>
              <p:nvPr/>
            </p:nvSpPr>
            <p:spPr bwMode="auto">
              <a:xfrm rot="0" flipH="0" flipV="0">
                <a:off x="2336902" y="2966005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8767626" name="TextBox 59"/>
              <p:cNvSpPr txBox="1"/>
              <p:nvPr/>
            </p:nvSpPr>
            <p:spPr bwMode="auto">
              <a:xfrm rot="0" flipH="0" flipV="0">
                <a:off x="2336902" y="2893777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90162220" name=""/>
            <p:cNvGrpSpPr/>
            <p:nvPr/>
          </p:nvGrpSpPr>
          <p:grpSpPr bwMode="auto">
            <a:xfrm>
              <a:off x="6924625" y="915391"/>
              <a:ext cx="4064232" cy="610193"/>
              <a:chOff x="0" y="0"/>
              <a:chExt cx="4064232" cy="610193"/>
            </a:xfrm>
          </p:grpSpPr>
          <p:sp>
            <p:nvSpPr>
              <p:cNvPr id="1412684847" name="Freeform 64"/>
              <p:cNvSpPr/>
              <p:nvPr/>
            </p:nvSpPr>
            <p:spPr bwMode="auto">
              <a:xfrm rot="0" flipH="0" flipV="0">
                <a:off x="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2420003" name="TextBox 65"/>
              <p:cNvSpPr txBox="1"/>
              <p:nvPr/>
            </p:nvSpPr>
            <p:spPr bwMode="auto">
              <a:xfrm rot="0" flipH="0" flipV="0">
                <a:off x="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635852" name="Freeform 68"/>
              <p:cNvSpPr/>
              <p:nvPr/>
            </p:nvSpPr>
            <p:spPr bwMode="auto">
              <a:xfrm rot="0" flipH="0" flipV="0">
                <a:off x="2336690" y="72227"/>
                <a:ext cx="1727542" cy="53795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9175826" name="TextBox 69"/>
              <p:cNvSpPr txBox="1"/>
              <p:nvPr/>
            </p:nvSpPr>
            <p:spPr bwMode="auto">
              <a:xfrm rot="0" flipH="0" flipV="0">
                <a:off x="2336690" y="0"/>
                <a:ext cx="1727542" cy="6101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8285443" name=""/>
          <p:cNvGrpSpPr/>
          <p:nvPr/>
        </p:nvGrpSpPr>
        <p:grpSpPr bwMode="auto">
          <a:xfrm>
            <a:off x="759615" y="1492029"/>
            <a:ext cx="10475939" cy="4337943"/>
            <a:chOff x="0" y="0"/>
            <a:chExt cx="10475939" cy="4337943"/>
          </a:xfrm>
        </p:grpSpPr>
        <p:sp>
          <p:nvSpPr>
            <p:cNvPr id="1326869765" name="Freeform 27"/>
            <p:cNvSpPr/>
            <p:nvPr/>
          </p:nvSpPr>
          <p:spPr bwMode="auto">
            <a:xfrm rot="0" flipH="0" flipV="0">
              <a:off x="6541065" y="111740"/>
              <a:ext cx="3934875" cy="4013280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56909643" name="TextBox 28"/>
            <p:cNvSpPr txBox="1"/>
            <p:nvPr/>
          </p:nvSpPr>
          <p:spPr bwMode="auto">
            <a:xfrm rot="0" flipH="0" flipV="0">
              <a:off x="6541065" y="0"/>
              <a:ext cx="3934875" cy="412502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088632025" name="TextBox 32"/>
            <p:cNvSpPr txBox="1"/>
            <p:nvPr/>
          </p:nvSpPr>
          <p:spPr bwMode="auto">
            <a:xfrm>
              <a:off x="6758615" y="152425"/>
              <a:ext cx="3501217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84020565" name="TextBox 33"/>
            <p:cNvSpPr txBox="1"/>
            <p:nvPr/>
          </p:nvSpPr>
          <p:spPr bwMode="auto">
            <a:xfrm>
              <a:off x="6779995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5437402" name="TextBox 38"/>
            <p:cNvSpPr txBox="1"/>
            <p:nvPr/>
          </p:nvSpPr>
          <p:spPr bwMode="auto">
            <a:xfrm flipH="0" flipV="0">
              <a:off x="4075944" y="2560537"/>
              <a:ext cx="2301441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48285" name="Freeform 39"/>
            <p:cNvSpPr/>
            <p:nvPr/>
          </p:nvSpPr>
          <p:spPr bwMode="auto">
            <a:xfrm rot="10008104" flipH="1">
              <a:off x="5812488" y="2289065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6364299" name="TextBox 49"/>
            <p:cNvSpPr txBox="1"/>
            <p:nvPr/>
          </p:nvSpPr>
          <p:spPr bwMode="auto">
            <a:xfrm>
              <a:off x="5164614" y="1298379"/>
              <a:ext cx="1142227" cy="24737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 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45190324" name="Freeform 50"/>
            <p:cNvSpPr/>
            <p:nvPr/>
          </p:nvSpPr>
          <p:spPr bwMode="auto">
            <a:xfrm rot="731793">
              <a:off x="5753725" y="1679589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0" y="0"/>
                  </a:moveTo>
                  <a:lnTo>
                    <a:pt x="707622" y="0"/>
                  </a:lnTo>
                  <a:lnTo>
                    <a:pt x="707622" y="199903"/>
                  </a:lnTo>
                  <a:lnTo>
                    <a:pt x="0" y="199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2615985" name="TextBox 51"/>
            <p:cNvSpPr txBox="1"/>
            <p:nvPr/>
          </p:nvSpPr>
          <p:spPr bwMode="auto">
            <a:xfrm flipH="0" flipV="0">
              <a:off x="4532776" y="3405297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0001110" name="TextBox 52"/>
            <p:cNvSpPr txBox="1"/>
            <p:nvPr/>
          </p:nvSpPr>
          <p:spPr bwMode="auto">
            <a:xfrm flipH="0" flipV="0">
              <a:off x="4532776" y="4090695"/>
              <a:ext cx="1923037" cy="2472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44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07846579" name="Freeform 53"/>
            <p:cNvSpPr/>
            <p:nvPr/>
          </p:nvSpPr>
          <p:spPr bwMode="auto">
            <a:xfrm rot="9117488" flipH="1">
              <a:off x="5820510" y="305737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6609429" name="Freeform 54"/>
            <p:cNvSpPr/>
            <p:nvPr/>
          </p:nvSpPr>
          <p:spPr bwMode="auto">
            <a:xfrm rot="9379580" flipH="1">
              <a:off x="5813630" y="3763710"/>
              <a:ext cx="707620" cy="199901"/>
            </a:xfrm>
            <a:custGeom>
              <a:avLst/>
              <a:gdLst/>
              <a:ahLst/>
              <a:cxnLst/>
              <a:rect l="l" t="t" r="r" b="b"/>
              <a:pathLst>
                <a:path w="707622" h="199903" fill="norm" stroke="1" extrusionOk="0">
                  <a:moveTo>
                    <a:pt x="707622" y="0"/>
                  </a:moveTo>
                  <a:lnTo>
                    <a:pt x="0" y="0"/>
                  </a:lnTo>
                  <a:lnTo>
                    <a:pt x="0" y="199903"/>
                  </a:lnTo>
                  <a:lnTo>
                    <a:pt x="707622" y="199903"/>
                  </a:lnTo>
                  <a:lnTo>
                    <a:pt x="70762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205973" name="Freeform 56"/>
            <p:cNvSpPr/>
            <p:nvPr/>
          </p:nvSpPr>
          <p:spPr bwMode="auto">
            <a:xfrm rot="0" flipH="0" flipV="0">
              <a:off x="1063602" y="111740"/>
              <a:ext cx="3934875" cy="1563579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845991" name="TextBox 57"/>
            <p:cNvSpPr txBox="1"/>
            <p:nvPr/>
          </p:nvSpPr>
          <p:spPr bwMode="auto">
            <a:xfrm rot="0" flipH="0" flipV="0">
              <a:off x="1063602" y="0"/>
              <a:ext cx="3934875" cy="167532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855230621" name="TextBox 61"/>
            <p:cNvSpPr txBox="1"/>
            <p:nvPr/>
          </p:nvSpPr>
          <p:spPr bwMode="auto">
            <a:xfrm>
              <a:off x="1358343" y="152425"/>
              <a:ext cx="3346836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95052717" name="TextBox 62"/>
            <p:cNvSpPr txBox="1"/>
            <p:nvPr/>
          </p:nvSpPr>
          <p:spPr bwMode="auto">
            <a:xfrm>
              <a:off x="1302532" y="472509"/>
              <a:ext cx="147390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7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20101451" name="AutoShape 63"/>
            <p:cNvSpPr/>
            <p:nvPr/>
          </p:nvSpPr>
          <p:spPr bwMode="auto">
            <a:xfrm flipH="0" flipV="0">
              <a:off x="3025938" y="626045"/>
              <a:ext cx="0" cy="79392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8049560" name="AutoShape 67"/>
            <p:cNvSpPr/>
            <p:nvPr/>
          </p:nvSpPr>
          <p:spPr bwMode="auto">
            <a:xfrm flipH="1">
              <a:off x="4777941" y="1158750"/>
              <a:ext cx="1974693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366158" name="Freeform 68"/>
            <p:cNvSpPr/>
            <p:nvPr/>
          </p:nvSpPr>
          <p:spPr bwMode="auto">
            <a:xfrm>
              <a:off x="0" y="864315"/>
              <a:ext cx="536604" cy="588866"/>
            </a:xfrm>
            <a:custGeom>
              <a:avLst/>
              <a:gdLst/>
              <a:ahLst/>
              <a:cxnLst/>
              <a:rect l="l" t="t" r="r" b="b"/>
              <a:pathLst>
                <a:path w="536606" h="588868" fill="norm" stroke="1" extrusionOk="0">
                  <a:moveTo>
                    <a:pt x="0" y="0"/>
                  </a:moveTo>
                  <a:lnTo>
                    <a:pt x="536605" y="0"/>
                  </a:lnTo>
                  <a:lnTo>
                    <a:pt x="536605" y="588868"/>
                  </a:lnTo>
                  <a:lnTo>
                    <a:pt x="0" y="588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9497488" name="AutoShape 69"/>
            <p:cNvSpPr/>
            <p:nvPr/>
          </p:nvSpPr>
          <p:spPr bwMode="auto">
            <a:xfrm flipH="1" flipV="1">
              <a:off x="536603" y="1158750"/>
              <a:ext cx="738568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9111706" name="Freeform 70"/>
            <p:cNvSpPr/>
            <p:nvPr/>
          </p:nvSpPr>
          <p:spPr bwMode="auto">
            <a:xfrm>
              <a:off x="650271" y="920966"/>
              <a:ext cx="299658" cy="166685"/>
            </a:xfrm>
            <a:custGeom>
              <a:avLst/>
              <a:gdLst/>
              <a:ahLst/>
              <a:cxnLst/>
              <a:rect l="l" t="t" r="r" b="b"/>
              <a:pathLst>
                <a:path w="299661" h="166687" fill="norm" stroke="1" extrusionOk="0">
                  <a:moveTo>
                    <a:pt x="0" y="0"/>
                  </a:moveTo>
                  <a:lnTo>
                    <a:pt x="299661" y="0"/>
                  </a:lnTo>
                  <a:lnTo>
                    <a:pt x="299661" y="166686"/>
                  </a:lnTo>
                  <a:lnTo>
                    <a:pt x="0" y="166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6027228" name=""/>
            <p:cNvGrpSpPr/>
            <p:nvPr/>
          </p:nvGrpSpPr>
          <p:grpSpPr bwMode="auto">
            <a:xfrm>
              <a:off x="6752634" y="837661"/>
              <a:ext cx="1750764" cy="3117024"/>
              <a:chOff x="0" y="0"/>
              <a:chExt cx="1750764" cy="3117024"/>
            </a:xfrm>
          </p:grpSpPr>
          <p:sp>
            <p:nvSpPr>
              <p:cNvPr id="1512641579" name="Freeform 30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0211274" name="TextBox 31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75004243" name="AutoShape 34"/>
              <p:cNvSpPr/>
              <p:nvPr/>
            </p:nvSpPr>
            <p:spPr bwMode="auto">
              <a:xfrm flipH="0" flipV="0">
                <a:off x="1750764" y="26651"/>
                <a:ext cx="0" cy="3090366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676916802" name="Freeform 36"/>
              <p:cNvSpPr/>
              <p:nvPr/>
            </p:nvSpPr>
            <p:spPr bwMode="auto">
              <a:xfrm rot="0" flipH="0" flipV="0">
                <a:off x="0" y="722841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92413146" name="TextBox 37"/>
              <p:cNvSpPr txBox="1"/>
              <p:nvPr/>
            </p:nvSpPr>
            <p:spPr bwMode="auto">
              <a:xfrm rot="0" flipH="0" flipV="0">
                <a:off x="0" y="643027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5853306" name="Freeform 41"/>
              <p:cNvSpPr/>
              <p:nvPr/>
            </p:nvSpPr>
            <p:spPr bwMode="auto">
              <a:xfrm rot="0" flipH="0" flipV="0">
                <a:off x="124" y="1362378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1542684" name="TextBox 42"/>
              <p:cNvSpPr txBox="1"/>
              <p:nvPr/>
            </p:nvSpPr>
            <p:spPr bwMode="auto">
              <a:xfrm rot="0" flipH="0" flipV="0">
                <a:off x="124" y="1282566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07530058" name="Freeform 44"/>
              <p:cNvSpPr/>
              <p:nvPr/>
            </p:nvSpPr>
            <p:spPr bwMode="auto">
              <a:xfrm rot="0" flipH="0" flipV="0">
                <a:off x="124" y="200191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80500553" name="TextBox 45"/>
              <p:cNvSpPr txBox="1"/>
              <p:nvPr/>
            </p:nvSpPr>
            <p:spPr bwMode="auto">
              <a:xfrm rot="0" flipH="0" flipV="0">
                <a:off x="124" y="192210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95650172" name="Freeform 47"/>
              <p:cNvSpPr/>
              <p:nvPr/>
            </p:nvSpPr>
            <p:spPr bwMode="auto">
              <a:xfrm rot="0" flipH="0" flipV="0">
                <a:off x="124" y="2641455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46444707" name="TextBox 48"/>
              <p:cNvSpPr txBox="1"/>
              <p:nvPr/>
            </p:nvSpPr>
            <p:spPr bwMode="auto">
              <a:xfrm rot="0" flipH="0" flipV="0">
                <a:off x="124" y="2561643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52786336" name=""/>
            <p:cNvGrpSpPr/>
            <p:nvPr/>
          </p:nvGrpSpPr>
          <p:grpSpPr bwMode="auto">
            <a:xfrm>
              <a:off x="1275169" y="837661"/>
              <a:ext cx="3502767" cy="558866"/>
              <a:chOff x="0" y="0"/>
              <a:chExt cx="3502767" cy="558866"/>
            </a:xfrm>
          </p:grpSpPr>
          <p:sp>
            <p:nvSpPr>
              <p:cNvPr id="1754292327" name="Freeform 59"/>
              <p:cNvSpPr/>
              <p:nvPr/>
            </p:nvSpPr>
            <p:spPr bwMode="auto">
              <a:xfrm rot="0" flipH="0" flipV="0">
                <a:off x="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47993598" name="TextBox 60"/>
              <p:cNvSpPr txBox="1"/>
              <p:nvPr/>
            </p:nvSpPr>
            <p:spPr bwMode="auto">
              <a:xfrm rot="0" flipH="0" flipV="0">
                <a:off x="0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25799544" name="Freeform 65"/>
              <p:cNvSpPr/>
              <p:nvPr/>
            </p:nvSpPr>
            <p:spPr bwMode="auto">
              <a:xfrm rot="0" flipH="0" flipV="0">
                <a:off x="1975590" y="83302"/>
                <a:ext cx="1527178" cy="47556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3645409" name="TextBox 66"/>
              <p:cNvSpPr txBox="1"/>
              <p:nvPr/>
            </p:nvSpPr>
            <p:spPr bwMode="auto">
              <a:xfrm rot="0" flipH="0" flipV="0">
                <a:off x="1975588" y="0"/>
                <a:ext cx="1527178" cy="55538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4916564" name=""/>
          <p:cNvGrpSpPr/>
          <p:nvPr/>
        </p:nvGrpSpPr>
        <p:grpSpPr bwMode="auto">
          <a:xfrm>
            <a:off x="319951" y="1299330"/>
            <a:ext cx="11128965" cy="4401222"/>
            <a:chOff x="0" y="0"/>
            <a:chExt cx="11128965" cy="4401222"/>
          </a:xfrm>
        </p:grpSpPr>
        <p:sp>
          <p:nvSpPr>
            <p:cNvPr id="1547183699" name="Freeform 27"/>
            <p:cNvSpPr/>
            <p:nvPr/>
          </p:nvSpPr>
          <p:spPr bwMode="auto">
            <a:xfrm rot="0" flipH="0" flipV="0">
              <a:off x="7145763" y="113112"/>
              <a:ext cx="3983202" cy="4062567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47854295" name="TextBox 28"/>
            <p:cNvSpPr txBox="1"/>
            <p:nvPr/>
          </p:nvSpPr>
          <p:spPr bwMode="auto">
            <a:xfrm rot="0" flipH="0" flipV="0">
              <a:off x="7145763" y="0"/>
              <a:ext cx="3983202" cy="4175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408340349" name="TextBox 32"/>
            <p:cNvSpPr txBox="1"/>
            <p:nvPr/>
          </p:nvSpPr>
          <p:spPr bwMode="auto">
            <a:xfrm>
              <a:off x="7365985" y="154766"/>
              <a:ext cx="3544200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23653719" name="TextBox 33"/>
            <p:cNvSpPr txBox="1"/>
            <p:nvPr/>
          </p:nvSpPr>
          <p:spPr bwMode="auto">
            <a:xfrm>
              <a:off x="7387629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33102591" name="AutoShape 34"/>
            <p:cNvSpPr/>
            <p:nvPr/>
          </p:nvSpPr>
          <p:spPr bwMode="auto">
            <a:xfrm flipH="0" flipV="0">
              <a:off x="9137364" y="784827"/>
              <a:ext cx="0" cy="3218423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593062746" name="TextBox 38"/>
            <p:cNvSpPr txBox="1"/>
            <p:nvPr/>
          </p:nvSpPr>
          <p:spPr bwMode="auto">
            <a:xfrm flipH="0" flipV="0">
              <a:off x="4557225" y="2601976"/>
              <a:ext cx="2419877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765150" name="Freeform 39"/>
            <p:cNvSpPr/>
            <p:nvPr/>
          </p:nvSpPr>
          <p:spPr bwMode="auto">
            <a:xfrm rot="10008104" flipH="1">
              <a:off x="6408241" y="2317177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0502104" name="TextBox 49"/>
            <p:cNvSpPr txBox="1"/>
            <p:nvPr/>
          </p:nvSpPr>
          <p:spPr bwMode="auto">
            <a:xfrm flipH="0" flipV="0">
              <a:off x="4648942" y="1894099"/>
              <a:ext cx="2000386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4627559" name="Freeform 50"/>
            <p:cNvSpPr/>
            <p:nvPr/>
          </p:nvSpPr>
          <p:spPr bwMode="auto">
            <a:xfrm rot="731793" flipH="0" flipV="1">
              <a:off x="6397629" y="1579766"/>
              <a:ext cx="716310" cy="306090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0" y="0"/>
                  </a:moveTo>
                  <a:lnTo>
                    <a:pt x="716312" y="0"/>
                  </a:lnTo>
                  <a:lnTo>
                    <a:pt x="716312" y="202358"/>
                  </a:lnTo>
                  <a:lnTo>
                    <a:pt x="0" y="20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673557" name="TextBox 51"/>
            <p:cNvSpPr txBox="1"/>
            <p:nvPr/>
          </p:nvSpPr>
          <p:spPr bwMode="auto">
            <a:xfrm flipH="0" flipV="0">
              <a:off x="5174421" y="3457111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7459355" name="TextBox 52"/>
            <p:cNvSpPr txBox="1"/>
            <p:nvPr/>
          </p:nvSpPr>
          <p:spPr bwMode="auto">
            <a:xfrm flipH="0" flipV="0">
              <a:off x="5174421" y="4150927"/>
              <a:ext cx="1884269" cy="25029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8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3559125" name="Freeform 53"/>
            <p:cNvSpPr/>
            <p:nvPr/>
          </p:nvSpPr>
          <p:spPr bwMode="auto">
            <a:xfrm rot="9117488" flipH="1">
              <a:off x="6416359" y="3094918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599726" name="Freeform 54"/>
            <p:cNvSpPr/>
            <p:nvPr/>
          </p:nvSpPr>
          <p:spPr bwMode="auto">
            <a:xfrm rot="9379580" flipH="1">
              <a:off x="6409397" y="3809934"/>
              <a:ext cx="716310" cy="202356"/>
            </a:xfrm>
            <a:custGeom>
              <a:avLst/>
              <a:gdLst/>
              <a:ahLst/>
              <a:cxnLst/>
              <a:rect l="l" t="t" r="r" b="b"/>
              <a:pathLst>
                <a:path w="716312" h="202358" fill="norm" stroke="1" extrusionOk="0">
                  <a:moveTo>
                    <a:pt x="716312" y="0"/>
                  </a:moveTo>
                  <a:lnTo>
                    <a:pt x="0" y="0"/>
                  </a:lnTo>
                  <a:lnTo>
                    <a:pt x="0" y="202358"/>
                  </a:lnTo>
                  <a:lnTo>
                    <a:pt x="716312" y="202358"/>
                  </a:lnTo>
                  <a:lnTo>
                    <a:pt x="716312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5462778" name="Freeform 56"/>
            <p:cNvSpPr/>
            <p:nvPr/>
          </p:nvSpPr>
          <p:spPr bwMode="auto">
            <a:xfrm rot="0" flipH="0" flipV="0">
              <a:off x="1601034" y="113112"/>
              <a:ext cx="3983202" cy="1582781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07758230" name="TextBox 57"/>
            <p:cNvSpPr txBox="1"/>
            <p:nvPr/>
          </p:nvSpPr>
          <p:spPr bwMode="auto">
            <a:xfrm rot="0" flipH="0" flipV="0">
              <a:off x="1601034" y="0"/>
              <a:ext cx="3983202" cy="16959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285185736" name="TextBox 61"/>
            <p:cNvSpPr txBox="1"/>
            <p:nvPr/>
          </p:nvSpPr>
          <p:spPr bwMode="auto">
            <a:xfrm>
              <a:off x="1899393" y="154766"/>
              <a:ext cx="3387921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35388" name="TextBox 62"/>
            <p:cNvSpPr txBox="1"/>
            <p:nvPr/>
          </p:nvSpPr>
          <p:spPr bwMode="auto">
            <a:xfrm>
              <a:off x="1842896" y="478779"/>
              <a:ext cx="1491986" cy="3060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6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8361681" name="AutoShape 63"/>
            <p:cNvSpPr/>
            <p:nvPr/>
          </p:nvSpPr>
          <p:spPr bwMode="auto">
            <a:xfrm flipH="0" flipV="0">
              <a:off x="3587465" y="635999"/>
              <a:ext cx="0" cy="803241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278125" name="AutoShape 67"/>
            <p:cNvSpPr/>
            <p:nvPr/>
          </p:nvSpPr>
          <p:spPr bwMode="auto">
            <a:xfrm flipH="1" flipV="1">
              <a:off x="5360987" y="1172980"/>
              <a:ext cx="199894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1793143" name="Freeform 68"/>
            <p:cNvSpPr/>
            <p:nvPr/>
          </p:nvSpPr>
          <p:spPr bwMode="auto">
            <a:xfrm>
              <a:off x="524367" y="874930"/>
              <a:ext cx="543195" cy="596098"/>
            </a:xfrm>
            <a:custGeom>
              <a:avLst/>
              <a:gdLst/>
              <a:ahLst/>
              <a:cxnLst/>
              <a:rect l="l" t="t" r="r" b="b"/>
              <a:pathLst>
                <a:path w="543196" h="596100" fill="norm" stroke="1" extrusionOk="0">
                  <a:moveTo>
                    <a:pt x="0" y="0"/>
                  </a:moveTo>
                  <a:lnTo>
                    <a:pt x="543196" y="0"/>
                  </a:lnTo>
                  <a:lnTo>
                    <a:pt x="543196" y="596100"/>
                  </a:lnTo>
                  <a:lnTo>
                    <a:pt x="0" y="5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040072" name="AutoShape 69"/>
            <p:cNvSpPr/>
            <p:nvPr/>
          </p:nvSpPr>
          <p:spPr bwMode="auto">
            <a:xfrm flipH="1">
              <a:off x="1067562" y="1172980"/>
              <a:ext cx="74763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9361717" name="Freeform 70"/>
            <p:cNvSpPr/>
            <p:nvPr/>
          </p:nvSpPr>
          <p:spPr bwMode="auto">
            <a:xfrm>
              <a:off x="1182627" y="932278"/>
              <a:ext cx="303339" cy="168732"/>
            </a:xfrm>
            <a:custGeom>
              <a:avLst/>
              <a:gdLst/>
              <a:ahLst/>
              <a:cxnLst/>
              <a:rect l="l" t="t" r="r" b="b"/>
              <a:pathLst>
                <a:path w="303341" h="168734" fill="norm" stroke="1" extrusionOk="0">
                  <a:moveTo>
                    <a:pt x="0" y="0"/>
                  </a:moveTo>
                  <a:lnTo>
                    <a:pt x="303341" y="0"/>
                  </a:lnTo>
                  <a:lnTo>
                    <a:pt x="303341" y="168733"/>
                  </a:lnTo>
                  <a:lnTo>
                    <a:pt x="0" y="16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096355" name="TextBox 71"/>
            <p:cNvSpPr txBox="1"/>
            <p:nvPr/>
          </p:nvSpPr>
          <p:spPr bwMode="auto">
            <a:xfrm>
              <a:off x="0" y="1492528"/>
              <a:ext cx="1593369" cy="3327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grpSp>
          <p:nvGrpSpPr>
            <p:cNvPr id="632799288" name=""/>
            <p:cNvGrpSpPr/>
            <p:nvPr/>
          </p:nvGrpSpPr>
          <p:grpSpPr bwMode="auto">
            <a:xfrm>
              <a:off x="1815201" y="847948"/>
              <a:ext cx="3545781" cy="565731"/>
              <a:chOff x="0" y="0"/>
              <a:chExt cx="3545781" cy="565731"/>
            </a:xfrm>
          </p:grpSpPr>
          <p:sp>
            <p:nvSpPr>
              <p:cNvPr id="1935805206" name="Freeform 59"/>
              <p:cNvSpPr/>
              <p:nvPr/>
            </p:nvSpPr>
            <p:spPr bwMode="auto">
              <a:xfrm rot="0" flipH="0" flipV="0">
                <a:off x="0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26897" name="TextBox 60"/>
              <p:cNvSpPr txBox="1"/>
              <p:nvPr/>
            </p:nvSpPr>
            <p:spPr bwMode="auto">
              <a:xfrm rot="0" flipH="0" flipV="0">
                <a:off x="0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53910998" name="Freeform 65"/>
              <p:cNvSpPr/>
              <p:nvPr/>
            </p:nvSpPr>
            <p:spPr bwMode="auto">
              <a:xfrm rot="0" flipH="0" flipV="0">
                <a:off x="1999849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9669344" name="TextBox 66"/>
              <p:cNvSpPr txBox="1"/>
              <p:nvPr/>
            </p:nvSpPr>
            <p:spPr bwMode="auto">
              <a:xfrm rot="0" flipH="0" flipV="0">
                <a:off x="1999849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172091242" name=""/>
            <p:cNvGrpSpPr/>
            <p:nvPr/>
          </p:nvGrpSpPr>
          <p:grpSpPr bwMode="auto">
            <a:xfrm>
              <a:off x="7333318" y="847948"/>
              <a:ext cx="3581626" cy="3155303"/>
              <a:chOff x="0" y="0"/>
              <a:chExt cx="3581626" cy="3155303"/>
            </a:xfrm>
          </p:grpSpPr>
          <p:sp>
            <p:nvSpPr>
              <p:cNvPr id="1942445482" name="Freeform 30"/>
              <p:cNvSpPr/>
              <p:nvPr/>
            </p:nvSpPr>
            <p:spPr bwMode="auto">
              <a:xfrm rot="0" flipH="0" flipV="0">
                <a:off x="26615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86507123" name="TextBox 31"/>
              <p:cNvSpPr txBox="1"/>
              <p:nvPr/>
            </p:nvSpPr>
            <p:spPr bwMode="auto">
              <a:xfrm rot="0" flipH="0" flipV="0">
                <a:off x="26615" y="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07125950" name="Freeform 36"/>
              <p:cNvSpPr/>
              <p:nvPr/>
            </p:nvSpPr>
            <p:spPr bwMode="auto">
              <a:xfrm rot="0" flipH="0" flipV="0">
                <a:off x="0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6766588" name="TextBox 37"/>
              <p:cNvSpPr txBox="1"/>
              <p:nvPr/>
            </p:nvSpPr>
            <p:spPr bwMode="auto">
              <a:xfrm rot="0" flipH="0" flipV="0">
                <a:off x="0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09127074" name="Freeform 41"/>
              <p:cNvSpPr/>
              <p:nvPr/>
            </p:nvSpPr>
            <p:spPr bwMode="auto">
              <a:xfrm rot="0" flipH="0" flipV="0">
                <a:off x="26739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3061350" name="TextBox 42"/>
              <p:cNvSpPr txBox="1"/>
              <p:nvPr/>
            </p:nvSpPr>
            <p:spPr bwMode="auto">
              <a:xfrm rot="0" flipH="0" flipV="0">
                <a:off x="26739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6339785" name="Freeform 44"/>
              <p:cNvSpPr/>
              <p:nvPr/>
            </p:nvSpPr>
            <p:spPr bwMode="auto">
              <a:xfrm rot="0" flipH="0" flipV="0">
                <a:off x="26739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809383" name="TextBox 45"/>
              <p:cNvSpPr txBox="1"/>
              <p:nvPr/>
            </p:nvSpPr>
            <p:spPr bwMode="auto">
              <a:xfrm rot="0" flipH="0" flipV="0">
                <a:off x="26739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1680498" name="Freeform 47"/>
              <p:cNvSpPr/>
              <p:nvPr/>
            </p:nvSpPr>
            <p:spPr bwMode="auto">
              <a:xfrm rot="0" flipH="0" flipV="0">
                <a:off x="26739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8249773" name="TextBox 48"/>
              <p:cNvSpPr txBox="1"/>
              <p:nvPr/>
            </p:nvSpPr>
            <p:spPr bwMode="auto">
              <a:xfrm rot="0" flipH="0" flipV="0">
                <a:off x="26739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79152471" name="Freeform 73"/>
              <p:cNvSpPr/>
              <p:nvPr/>
            </p:nvSpPr>
            <p:spPr bwMode="auto">
              <a:xfrm rot="0" flipH="0" flipV="0">
                <a:off x="2035568" y="84327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3335636" name="TextBox 74"/>
              <p:cNvSpPr txBox="1"/>
              <p:nvPr/>
            </p:nvSpPr>
            <p:spPr bwMode="auto">
              <a:xfrm rot="0" flipH="0" flipV="0">
                <a:off x="2035568" y="3534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239353" name="Freeform 76"/>
              <p:cNvSpPr/>
              <p:nvPr/>
            </p:nvSpPr>
            <p:spPr bwMode="auto">
              <a:xfrm rot="0" flipH="0" flipV="0">
                <a:off x="2035568" y="731718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0888230" name="TextBox 77"/>
              <p:cNvSpPr txBox="1"/>
              <p:nvPr/>
            </p:nvSpPr>
            <p:spPr bwMode="auto">
              <a:xfrm rot="0" flipH="0" flipV="0">
                <a:off x="2035568" y="650925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1165" name="Freeform 79"/>
              <p:cNvSpPr/>
              <p:nvPr/>
            </p:nvSpPr>
            <p:spPr bwMode="auto">
              <a:xfrm rot="0" flipH="0" flipV="0">
                <a:off x="2035693" y="1379110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5078641" name="TextBox 80"/>
              <p:cNvSpPr txBox="1"/>
              <p:nvPr/>
            </p:nvSpPr>
            <p:spPr bwMode="auto">
              <a:xfrm rot="0" flipH="0" flipV="0">
                <a:off x="2035693" y="1298317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7622509" name="Freeform 82"/>
              <p:cNvSpPr/>
              <p:nvPr/>
            </p:nvSpPr>
            <p:spPr bwMode="auto">
              <a:xfrm rot="0" flipH="0" flipV="0">
                <a:off x="2035693" y="2026503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2207177" name="TextBox 83"/>
              <p:cNvSpPr txBox="1"/>
              <p:nvPr/>
            </p:nvSpPr>
            <p:spPr bwMode="auto">
              <a:xfrm rot="0" flipH="0" flipV="0">
                <a:off x="2035693" y="1945710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93241" name="Freeform 85"/>
              <p:cNvSpPr/>
              <p:nvPr/>
            </p:nvSpPr>
            <p:spPr bwMode="auto">
              <a:xfrm rot="0" flipH="0" flipV="0">
                <a:off x="2035693" y="2673894"/>
                <a:ext cx="1545933" cy="481404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7389602" name="TextBox 86"/>
              <p:cNvSpPr txBox="1"/>
              <p:nvPr/>
            </p:nvSpPr>
            <p:spPr bwMode="auto">
              <a:xfrm rot="0" flipH="0" flipV="0">
                <a:off x="2035693" y="2593101"/>
                <a:ext cx="1545933" cy="56220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7397068" name=""/>
          <p:cNvGrpSpPr/>
          <p:nvPr/>
        </p:nvGrpSpPr>
        <p:grpSpPr bwMode="auto">
          <a:xfrm>
            <a:off x="478746" y="1220175"/>
            <a:ext cx="10980736" cy="4259246"/>
            <a:chOff x="0" y="0"/>
            <a:chExt cx="10980736" cy="4259246"/>
          </a:xfrm>
        </p:grpSpPr>
        <p:sp>
          <p:nvSpPr>
            <p:cNvPr id="1827201490" name="Freeform 26"/>
            <p:cNvSpPr/>
            <p:nvPr/>
          </p:nvSpPr>
          <p:spPr bwMode="auto">
            <a:xfrm>
              <a:off x="10324818" y="15500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195885" name="Freeform 27"/>
            <p:cNvSpPr/>
            <p:nvPr/>
          </p:nvSpPr>
          <p:spPr bwMode="auto">
            <a:xfrm>
              <a:off x="10727097" y="148959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255225" name="Freeform 29"/>
            <p:cNvSpPr/>
            <p:nvPr/>
          </p:nvSpPr>
          <p:spPr bwMode="auto">
            <a:xfrm>
              <a:off x="10324818" y="2164870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423120" name="Freeform 30"/>
            <p:cNvSpPr/>
            <p:nvPr/>
          </p:nvSpPr>
          <p:spPr bwMode="auto">
            <a:xfrm>
              <a:off x="10727097" y="2104395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54396102" name="Freeform 32"/>
            <p:cNvSpPr/>
            <p:nvPr/>
          </p:nvSpPr>
          <p:spPr bwMode="auto">
            <a:xfrm>
              <a:off x="10324818" y="2791557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0302203" name="Freeform 33"/>
            <p:cNvSpPr/>
            <p:nvPr/>
          </p:nvSpPr>
          <p:spPr bwMode="auto">
            <a:xfrm>
              <a:off x="10727097" y="2706973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0841434" name="Freeform 35"/>
            <p:cNvSpPr/>
            <p:nvPr/>
          </p:nvSpPr>
          <p:spPr bwMode="auto">
            <a:xfrm>
              <a:off x="10324818" y="3406363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69"/>
                  </a:lnTo>
                  <a:lnTo>
                    <a:pt x="0" y="431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0837835" name="Freeform 36"/>
            <p:cNvSpPr/>
            <p:nvPr/>
          </p:nvSpPr>
          <p:spPr bwMode="auto">
            <a:xfrm>
              <a:off x="10727097" y="3321780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2"/>
                  </a:lnTo>
                  <a:lnTo>
                    <a:pt x="0" y="225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5444645" name="Freeform 38"/>
            <p:cNvSpPr/>
            <p:nvPr/>
          </p:nvSpPr>
          <p:spPr bwMode="auto">
            <a:xfrm>
              <a:off x="10324818" y="920828"/>
              <a:ext cx="393448" cy="431768"/>
            </a:xfrm>
            <a:custGeom>
              <a:avLst/>
              <a:gdLst/>
              <a:ahLst/>
              <a:cxnLst/>
              <a:rect l="l" t="t" r="r" b="b"/>
              <a:pathLst>
                <a:path w="393450" h="431770" fill="norm" stroke="1" extrusionOk="0">
                  <a:moveTo>
                    <a:pt x="0" y="0"/>
                  </a:moveTo>
                  <a:lnTo>
                    <a:pt x="393450" y="0"/>
                  </a:lnTo>
                  <a:lnTo>
                    <a:pt x="393450" y="431770"/>
                  </a:lnTo>
                  <a:lnTo>
                    <a:pt x="0" y="431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9136939" name="Freeform 39"/>
            <p:cNvSpPr/>
            <p:nvPr/>
          </p:nvSpPr>
          <p:spPr bwMode="auto">
            <a:xfrm>
              <a:off x="10727097" y="836244"/>
              <a:ext cx="253638" cy="225420"/>
            </a:xfrm>
            <a:custGeom>
              <a:avLst/>
              <a:gdLst/>
              <a:ahLst/>
              <a:cxnLst/>
              <a:rect l="l" t="t" r="r" b="b"/>
              <a:pathLst>
                <a:path w="253640" h="225422" fill="norm" stroke="1" extrusionOk="0">
                  <a:moveTo>
                    <a:pt x="0" y="0"/>
                  </a:moveTo>
                  <a:lnTo>
                    <a:pt x="253640" y="0"/>
                  </a:lnTo>
                  <a:lnTo>
                    <a:pt x="253640" y="225423"/>
                  </a:lnTo>
                  <a:lnTo>
                    <a:pt x="0" y="225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05315496" name="Freeform 42"/>
            <p:cNvSpPr/>
            <p:nvPr/>
          </p:nvSpPr>
          <p:spPr bwMode="auto">
            <a:xfrm rot="0" flipH="0" flipV="0">
              <a:off x="6277951" y="109730"/>
              <a:ext cx="3864114" cy="3941109"/>
            </a:xfrm>
            <a:custGeom>
              <a:avLst/>
              <a:gdLst/>
              <a:ahLst/>
              <a:cxnLst/>
              <a:rect l="l" t="t" r="r" b="b"/>
              <a:pathLst>
                <a:path w="2347833" h="2394615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2394615"/>
                  </a:lnTo>
                  <a:lnTo>
                    <a:pt x="0" y="2394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9006529" name="TextBox 43"/>
            <p:cNvSpPr txBox="1"/>
            <p:nvPr/>
          </p:nvSpPr>
          <p:spPr bwMode="auto">
            <a:xfrm rot="0" flipH="0" flipV="0">
              <a:off x="6277951" y="0"/>
              <a:ext cx="3864114" cy="40508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/>
            </a:p>
          </p:txBody>
        </p:sp>
        <p:sp>
          <p:nvSpPr>
            <p:cNvPr id="1120536102" name="TextBox 47"/>
            <p:cNvSpPr txBox="1"/>
            <p:nvPr/>
          </p:nvSpPr>
          <p:spPr bwMode="auto">
            <a:xfrm>
              <a:off x="6491590" y="149000"/>
              <a:ext cx="3438279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942011" name="TextBox 48"/>
            <p:cNvSpPr txBox="1"/>
            <p:nvPr/>
          </p:nvSpPr>
          <p:spPr bwMode="auto">
            <a:xfrm>
              <a:off x="6512583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8265798" name="TextBox 53"/>
            <p:cNvSpPr txBox="1"/>
            <p:nvPr/>
          </p:nvSpPr>
          <p:spPr bwMode="auto">
            <a:xfrm flipH="0" flipV="0">
              <a:off x="4063125" y="2533656"/>
              <a:ext cx="2051705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Mallory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60324796" name="Freeform 54"/>
            <p:cNvSpPr/>
            <p:nvPr/>
          </p:nvSpPr>
          <p:spPr bwMode="auto">
            <a:xfrm rot="10008104" flipH="1">
              <a:off x="5562477" y="2247899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8364786" name="TextBox 64"/>
            <p:cNvSpPr txBox="1"/>
            <p:nvPr/>
          </p:nvSpPr>
          <p:spPr bwMode="auto">
            <a:xfrm flipH="0" flipV="0">
              <a:off x="4200663" y="1782491"/>
              <a:ext cx="1757826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Grace‘s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34459757" name="Freeform 65"/>
            <p:cNvSpPr/>
            <p:nvPr/>
          </p:nvSpPr>
          <p:spPr bwMode="auto">
            <a:xfrm rot="731793" flipH="0" flipV="1">
              <a:off x="5533823" y="1526019"/>
              <a:ext cx="694893" cy="254835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0" y="0"/>
                  </a:moveTo>
                  <a:lnTo>
                    <a:pt x="694897" y="0"/>
                  </a:lnTo>
                  <a:lnTo>
                    <a:pt x="694897" y="196308"/>
                  </a:lnTo>
                  <a:lnTo>
                    <a:pt x="0" y="19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3899537" name="TextBox 66"/>
            <p:cNvSpPr txBox="1"/>
            <p:nvPr/>
          </p:nvSpPr>
          <p:spPr bwMode="auto">
            <a:xfrm flipH="0" flipV="0">
              <a:off x="4504885" y="334337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Oscar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74267780" name="TextBox 67"/>
            <p:cNvSpPr txBox="1"/>
            <p:nvPr/>
          </p:nvSpPr>
          <p:spPr bwMode="auto">
            <a:xfrm flipH="0" flipV="0">
              <a:off x="4504885" y="4016444"/>
              <a:ext cx="1689071" cy="2428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09"/>
                </a:lnSpc>
                <a:defRPr/>
              </a:pPr>
              <a:r>
                <a:rPr lang="en-US" sz="14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Victor</a:t>
              </a:r>
              <a:r>
                <a:rPr lang="en-US" sz="1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’s UTXO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86160265" name="Freeform 68"/>
            <p:cNvSpPr/>
            <p:nvPr/>
          </p:nvSpPr>
          <p:spPr bwMode="auto">
            <a:xfrm rot="9117488" flipH="1">
              <a:off x="5570354" y="3002386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6" y="0"/>
                  </a:moveTo>
                  <a:lnTo>
                    <a:pt x="0" y="0"/>
                  </a:lnTo>
                  <a:lnTo>
                    <a:pt x="0" y="196309"/>
                  </a:lnTo>
                  <a:lnTo>
                    <a:pt x="694896" y="196309"/>
                  </a:lnTo>
                  <a:lnTo>
                    <a:pt x="694896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3249071" name="Freeform 69"/>
            <p:cNvSpPr/>
            <p:nvPr/>
          </p:nvSpPr>
          <p:spPr bwMode="auto">
            <a:xfrm rot="9379580" flipH="1">
              <a:off x="5563600" y="3696025"/>
              <a:ext cx="694894" cy="196308"/>
            </a:xfrm>
            <a:custGeom>
              <a:avLst/>
              <a:gdLst/>
              <a:ahLst/>
              <a:cxnLst/>
              <a:rect l="l" t="t" r="r" b="b"/>
              <a:pathLst>
                <a:path w="694896" h="196308" fill="norm" stroke="1" extrusionOk="0">
                  <a:moveTo>
                    <a:pt x="694897" y="0"/>
                  </a:moveTo>
                  <a:lnTo>
                    <a:pt x="0" y="0"/>
                  </a:lnTo>
                  <a:lnTo>
                    <a:pt x="0" y="196308"/>
                  </a:lnTo>
                  <a:lnTo>
                    <a:pt x="694897" y="196308"/>
                  </a:lnTo>
                  <a:lnTo>
                    <a:pt x="694897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8799514" name="Freeform 71"/>
            <p:cNvSpPr/>
            <p:nvPr/>
          </p:nvSpPr>
          <p:spPr bwMode="auto">
            <a:xfrm rot="0" flipH="0" flipV="0">
              <a:off x="1044475" y="129581"/>
              <a:ext cx="3864114" cy="1535463"/>
            </a:xfrm>
            <a:custGeom>
              <a:avLst/>
              <a:gdLst/>
              <a:ahLst/>
              <a:cxnLst/>
              <a:rect l="l" t="t" r="r" b="b"/>
              <a:pathLst>
                <a:path w="2347833" h="932946" fill="norm" stroke="1" extrusionOk="0">
                  <a:moveTo>
                    <a:pt x="0" y="0"/>
                  </a:moveTo>
                  <a:lnTo>
                    <a:pt x="2347833" y="0"/>
                  </a:lnTo>
                  <a:lnTo>
                    <a:pt x="2347833" y="932946"/>
                  </a:lnTo>
                  <a:lnTo>
                    <a:pt x="0" y="932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4183161" name="TextBox 72"/>
            <p:cNvSpPr txBox="1"/>
            <p:nvPr/>
          </p:nvSpPr>
          <p:spPr bwMode="auto">
            <a:xfrm rot="0" flipH="0" flipV="0">
              <a:off x="1044475" y="19849"/>
              <a:ext cx="3864114" cy="164520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08050636" name="TextBox 76"/>
            <p:cNvSpPr txBox="1"/>
            <p:nvPr/>
          </p:nvSpPr>
          <p:spPr bwMode="auto">
            <a:xfrm>
              <a:off x="1333915" y="149000"/>
              <a:ext cx="328667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4729283" name="TextBox 77"/>
            <p:cNvSpPr txBox="1"/>
            <p:nvPr/>
          </p:nvSpPr>
          <p:spPr bwMode="auto">
            <a:xfrm>
              <a:off x="1279109" y="463326"/>
              <a:ext cx="1447424" cy="2967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8831863" name="AutoShape 78"/>
            <p:cNvSpPr/>
            <p:nvPr/>
          </p:nvSpPr>
          <p:spPr bwMode="auto">
            <a:xfrm flipH="0" flipV="0">
              <a:off x="2971519" y="611275"/>
              <a:ext cx="0" cy="78048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9608702" name="AutoShape 82"/>
            <p:cNvSpPr/>
            <p:nvPr/>
          </p:nvSpPr>
          <p:spPr bwMode="auto">
            <a:xfrm flipH="1" flipV="1">
              <a:off x="4692018" y="1137911"/>
              <a:ext cx="1793700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105449" name="Freeform 83"/>
            <p:cNvSpPr/>
            <p:nvPr/>
          </p:nvSpPr>
          <p:spPr bwMode="auto">
            <a:xfrm>
              <a:off x="0" y="848772"/>
              <a:ext cx="526954" cy="578277"/>
            </a:xfrm>
            <a:custGeom>
              <a:avLst/>
              <a:gdLst/>
              <a:ahLst/>
              <a:cxnLst/>
              <a:rect l="l" t="t" r="r" b="b"/>
              <a:pathLst>
                <a:path w="526956" h="578278" fill="norm" stroke="1" extrusionOk="0">
                  <a:moveTo>
                    <a:pt x="0" y="0"/>
                  </a:moveTo>
                  <a:lnTo>
                    <a:pt x="526956" y="0"/>
                  </a:lnTo>
                  <a:lnTo>
                    <a:pt x="526956" y="578278"/>
                  </a:lnTo>
                  <a:lnTo>
                    <a:pt x="0" y="578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912547" name="AutoShape 84"/>
            <p:cNvSpPr/>
            <p:nvPr/>
          </p:nvSpPr>
          <p:spPr bwMode="auto">
            <a:xfrm flipH="1" flipV="1">
              <a:off x="526953" y="1137911"/>
              <a:ext cx="725286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3641545" name="Freeform 85"/>
            <p:cNvSpPr/>
            <p:nvPr/>
          </p:nvSpPr>
          <p:spPr bwMode="auto">
            <a:xfrm>
              <a:off x="638580" y="904404"/>
              <a:ext cx="294269" cy="163687"/>
            </a:xfrm>
            <a:custGeom>
              <a:avLst/>
              <a:gdLst/>
              <a:ahLst/>
              <a:cxnLst/>
              <a:rect l="l" t="t" r="r" b="b"/>
              <a:pathLst>
                <a:path w="294272" h="163689" fill="norm" stroke="1" extrusionOk="0">
                  <a:moveTo>
                    <a:pt x="0" y="0"/>
                  </a:moveTo>
                  <a:lnTo>
                    <a:pt x="294272" y="0"/>
                  </a:lnTo>
                  <a:lnTo>
                    <a:pt x="294272" y="163689"/>
                  </a:lnTo>
                  <a:lnTo>
                    <a:pt x="0" y="163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575002447" name=""/>
            <p:cNvGrpSpPr/>
            <p:nvPr/>
          </p:nvGrpSpPr>
          <p:grpSpPr bwMode="auto">
            <a:xfrm>
              <a:off x="6485716" y="826025"/>
              <a:ext cx="3839098" cy="3057540"/>
              <a:chOff x="0" y="0"/>
              <a:chExt cx="3839098" cy="3057540"/>
            </a:xfrm>
          </p:grpSpPr>
          <p:sp>
            <p:nvSpPr>
              <p:cNvPr id="377977244" name="AutoShape 28"/>
              <p:cNvSpPr/>
              <p:nvPr/>
            </p:nvSpPr>
            <p:spPr bwMode="auto">
              <a:xfrm flipV="1">
                <a:off x="3448606" y="939921"/>
                <a:ext cx="390492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260751349" name="AutoShape 31"/>
              <p:cNvSpPr/>
              <p:nvPr/>
            </p:nvSpPr>
            <p:spPr bwMode="auto">
              <a:xfrm flipV="1">
                <a:off x="2698749" y="1554728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131754512" name="AutoShape 34"/>
              <p:cNvSpPr/>
              <p:nvPr/>
            </p:nvSpPr>
            <p:spPr bwMode="auto">
              <a:xfrm flipV="1">
                <a:off x="2698749" y="2181414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24549313" name="AutoShape 37"/>
              <p:cNvSpPr/>
              <p:nvPr/>
            </p:nvSpPr>
            <p:spPr bwMode="auto">
              <a:xfrm>
                <a:off x="2698749" y="2796221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727277910" name="AutoShape 40"/>
              <p:cNvSpPr/>
              <p:nvPr/>
            </p:nvSpPr>
            <p:spPr bwMode="auto">
              <a:xfrm flipV="1">
                <a:off x="2698749" y="310686"/>
                <a:ext cx="1140349" cy="0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020076355" name="Freeform 45"/>
              <p:cNvSpPr/>
              <p:nvPr/>
            </p:nvSpPr>
            <p:spPr bwMode="auto">
              <a:xfrm rot="0" flipH="0" flipV="0">
                <a:off x="0" y="9599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7835867" name="TextBox 46"/>
              <p:cNvSpPr txBox="1"/>
              <p:nvPr/>
            </p:nvSpPr>
            <p:spPr bwMode="auto">
              <a:xfrm rot="0" flipH="0" flipV="0">
                <a:off x="0" y="1762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8886103" name="AutoShape 49"/>
              <p:cNvSpPr/>
              <p:nvPr/>
            </p:nvSpPr>
            <p:spPr bwMode="auto">
              <a:xfrm flipH="0" flipV="0">
                <a:off x="1724290" y="71286"/>
                <a:ext cx="0" cy="2986249"/>
              </a:xfrm>
              <a:prstGeom prst="line">
                <a:avLst/>
              </a:prstGeom>
              <a:grpFill/>
              <a:ln w="1905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257283069" name="Freeform 51"/>
              <p:cNvSpPr/>
              <p:nvPr/>
            </p:nvSpPr>
            <p:spPr bwMode="auto">
              <a:xfrm rot="0" flipH="0" flipV="0">
                <a:off x="0" y="724035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2216634" name="TextBox 52"/>
              <p:cNvSpPr txBox="1"/>
              <p:nvPr/>
            </p:nvSpPr>
            <p:spPr bwMode="auto">
              <a:xfrm rot="0" flipH="0" flipV="0">
                <a:off x="0" y="645658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68755445" name="Freeform 56"/>
              <p:cNvSpPr/>
              <p:nvPr/>
            </p:nvSpPr>
            <p:spPr bwMode="auto">
              <a:xfrm rot="0" flipH="0" flipV="0">
                <a:off x="120" y="135207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9203704" name="TextBox 57"/>
              <p:cNvSpPr txBox="1"/>
              <p:nvPr/>
            </p:nvSpPr>
            <p:spPr bwMode="auto">
              <a:xfrm rot="0" flipH="0" flipV="0">
                <a:off x="120" y="127369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522127" name="Freeform 59"/>
              <p:cNvSpPr/>
              <p:nvPr/>
            </p:nvSpPr>
            <p:spPr bwMode="auto">
              <a:xfrm rot="0" flipH="0" flipV="0">
                <a:off x="120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9964222" name="TextBox 60"/>
              <p:cNvSpPr txBox="1"/>
              <p:nvPr/>
            </p:nvSpPr>
            <p:spPr bwMode="auto">
              <a:xfrm rot="0" flipH="0" flipV="0">
                <a:off x="120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2402820" name="Freeform 62"/>
              <p:cNvSpPr/>
              <p:nvPr/>
            </p:nvSpPr>
            <p:spPr bwMode="auto">
              <a:xfrm rot="0" flipH="0" flipV="0">
                <a:off x="120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2559444" name="TextBox 63"/>
              <p:cNvSpPr txBox="1"/>
              <p:nvPr/>
            </p:nvSpPr>
            <p:spPr bwMode="auto">
              <a:xfrm rot="0" flipH="0" flipV="0">
                <a:off x="120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584136" name="Freeform 88"/>
              <p:cNvSpPr/>
              <p:nvPr/>
            </p:nvSpPr>
            <p:spPr bwMode="auto">
              <a:xfrm rot="0" flipH="0" flipV="0">
                <a:off x="194889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1113980" name="TextBox 89"/>
              <p:cNvSpPr txBox="1"/>
              <p:nvPr/>
            </p:nvSpPr>
            <p:spPr bwMode="auto">
              <a:xfrm rot="0" flipH="0" flipV="0">
                <a:off x="194889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2575541" name="Freeform 91"/>
              <p:cNvSpPr/>
              <p:nvPr/>
            </p:nvSpPr>
            <p:spPr bwMode="auto">
              <a:xfrm rot="0" flipH="0" flipV="0">
                <a:off x="1948890" y="706412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07724606" name="TextBox 92"/>
              <p:cNvSpPr txBox="1"/>
              <p:nvPr/>
            </p:nvSpPr>
            <p:spPr bwMode="auto">
              <a:xfrm rot="0" flipH="0" flipV="0">
                <a:off x="1948890" y="628035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3177594" name="Freeform 94"/>
              <p:cNvSpPr/>
              <p:nvPr/>
            </p:nvSpPr>
            <p:spPr bwMode="auto">
              <a:xfrm rot="0" flipH="0" flipV="0">
                <a:off x="1949011" y="1334449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19536561" name="TextBox 95"/>
              <p:cNvSpPr txBox="1"/>
              <p:nvPr/>
            </p:nvSpPr>
            <p:spPr bwMode="auto">
              <a:xfrm rot="0" flipH="0" flipV="0">
                <a:off x="1949011" y="1256072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040316" name="Freeform 97"/>
              <p:cNvSpPr/>
              <p:nvPr/>
            </p:nvSpPr>
            <p:spPr bwMode="auto">
              <a:xfrm rot="0" flipH="0" flipV="0">
                <a:off x="1949011" y="1962486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7031575" name="TextBox 98"/>
              <p:cNvSpPr txBox="1"/>
              <p:nvPr/>
            </p:nvSpPr>
            <p:spPr bwMode="auto">
              <a:xfrm rot="0" flipH="0" flipV="0">
                <a:off x="1949011" y="1884109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832762" name="Freeform 100"/>
              <p:cNvSpPr/>
              <p:nvPr/>
            </p:nvSpPr>
            <p:spPr bwMode="auto">
              <a:xfrm rot="0" flipH="0" flipV="0">
                <a:off x="1949011" y="2590524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01282862" name="TextBox 101"/>
              <p:cNvSpPr txBox="1"/>
              <p:nvPr/>
            </p:nvSpPr>
            <p:spPr bwMode="auto">
              <a:xfrm rot="0" flipH="0" flipV="0">
                <a:off x="1949011" y="2512146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97 500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936521536" name=""/>
            <p:cNvGrpSpPr/>
            <p:nvPr/>
          </p:nvGrpSpPr>
          <p:grpSpPr bwMode="auto">
            <a:xfrm>
              <a:off x="1252240" y="860072"/>
              <a:ext cx="3439774" cy="545393"/>
              <a:chOff x="0" y="0"/>
              <a:chExt cx="3439774" cy="545393"/>
            </a:xfrm>
          </p:grpSpPr>
          <p:sp>
            <p:nvSpPr>
              <p:cNvPr id="530795925" name="Freeform 74"/>
              <p:cNvSpPr/>
              <p:nvPr/>
            </p:nvSpPr>
            <p:spPr bwMode="auto">
              <a:xfrm rot="0" flipH="0" flipV="0">
                <a:off x="0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5939098" name="TextBox 75"/>
              <p:cNvSpPr txBox="1"/>
              <p:nvPr/>
            </p:nvSpPr>
            <p:spPr bwMode="auto">
              <a:xfrm rot="0" flipH="0" flipV="0">
                <a:off x="0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1481144" name="Freeform 80"/>
              <p:cNvSpPr/>
              <p:nvPr/>
            </p:nvSpPr>
            <p:spPr bwMode="auto">
              <a:xfrm rot="0" flipH="0" flipV="0">
                <a:off x="1940059" y="78377"/>
                <a:ext cx="1499715" cy="4670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34493496" name="TextBox 81"/>
              <p:cNvSpPr txBox="1"/>
              <p:nvPr/>
            </p:nvSpPr>
            <p:spPr bwMode="auto">
              <a:xfrm rot="0" flipH="0" flipV="0">
                <a:off x="1940059" y="0"/>
                <a:ext cx="1499715" cy="54539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326"/>
                  </a:lnSpc>
                  <a:defRPr/>
                </a:pPr>
                <a:r>
                  <a:rPr lang="en-US" sz="14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98 000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119865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463352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35674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805346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203760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003030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285269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033372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023658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800847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100574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64628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18397288" name=""/>
          <p:cNvGrpSpPr/>
          <p:nvPr/>
        </p:nvGrpSpPr>
        <p:grpSpPr bwMode="auto">
          <a:xfrm>
            <a:off x="2554785" y="3474531"/>
            <a:ext cx="7758931" cy="2068223"/>
            <a:chOff x="0" y="0"/>
            <a:chExt cx="7758931" cy="2068223"/>
          </a:xfrm>
        </p:grpSpPr>
        <p:sp>
          <p:nvSpPr>
            <p:cNvPr id="381696675" name="AutoShape 35"/>
            <p:cNvSpPr/>
            <p:nvPr/>
          </p:nvSpPr>
          <p:spPr bwMode="auto">
            <a:xfrm>
              <a:off x="0" y="1651506"/>
              <a:ext cx="1752822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8896187" name="Freeform 37"/>
            <p:cNvSpPr/>
            <p:nvPr/>
          </p:nvSpPr>
          <p:spPr bwMode="auto">
            <a:xfrm>
              <a:off x="1752822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755246" name="Freeform 38"/>
            <p:cNvSpPr/>
            <p:nvPr/>
          </p:nvSpPr>
          <p:spPr bwMode="auto">
            <a:xfrm>
              <a:off x="4339161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8905759" name="Freeform 39"/>
            <p:cNvSpPr/>
            <p:nvPr/>
          </p:nvSpPr>
          <p:spPr bwMode="auto">
            <a:xfrm>
              <a:off x="6925495" y="1234787"/>
              <a:ext cx="833436" cy="833436"/>
            </a:xfrm>
            <a:custGeom>
              <a:avLst/>
              <a:gdLst/>
              <a:ahLst/>
              <a:cxnLst/>
              <a:rect l="l" t="t" r="r" b="b"/>
              <a:pathLst>
                <a:path w="833439" h="833439" fill="norm" stroke="1" extrusionOk="0">
                  <a:moveTo>
                    <a:pt x="0" y="0"/>
                  </a:moveTo>
                  <a:lnTo>
                    <a:pt x="833439" y="0"/>
                  </a:lnTo>
                  <a:lnTo>
                    <a:pt x="833439" y="833439"/>
                  </a:lnTo>
                  <a:lnTo>
                    <a:pt x="0" y="833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3236806" name="AutoShape 40"/>
            <p:cNvSpPr/>
            <p:nvPr/>
          </p:nvSpPr>
          <p:spPr bwMode="auto">
            <a:xfrm>
              <a:off x="5172596" y="1651506"/>
              <a:ext cx="175289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2191977" name="AutoShape 43"/>
            <p:cNvSpPr/>
            <p:nvPr/>
          </p:nvSpPr>
          <p:spPr bwMode="auto">
            <a:xfrm>
              <a:off x="3462750" y="375578"/>
              <a:ext cx="0" cy="75730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75861942" name="Freeform 44"/>
            <p:cNvSpPr/>
            <p:nvPr/>
          </p:nvSpPr>
          <p:spPr bwMode="auto">
            <a:xfrm>
              <a:off x="3110418" y="1299177"/>
              <a:ext cx="704655" cy="704655"/>
            </a:xfrm>
            <a:custGeom>
              <a:avLst/>
              <a:gdLst/>
              <a:ahLst/>
              <a:cxnLst/>
              <a:rect l="l" t="t" r="r" b="b"/>
              <a:pathLst>
                <a:path w="704658" h="704658" fill="norm" stroke="1" extrusionOk="0">
                  <a:moveTo>
                    <a:pt x="0" y="0"/>
                  </a:moveTo>
                  <a:lnTo>
                    <a:pt x="704658" y="0"/>
                  </a:lnTo>
                  <a:lnTo>
                    <a:pt x="704658" y="704658"/>
                  </a:lnTo>
                  <a:lnTo>
                    <a:pt x="0" y="70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4988811" name="TextBox 45"/>
            <p:cNvSpPr txBox="1"/>
            <p:nvPr/>
          </p:nvSpPr>
          <p:spPr bwMode="auto">
            <a:xfrm>
              <a:off x="1406520" y="0"/>
              <a:ext cx="4114971" cy="2788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92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8614482" name="Group 26"/>
          <p:cNvGrpSpPr/>
          <p:nvPr/>
        </p:nvGrpSpPr>
        <p:grpSpPr bwMode="auto">
          <a:xfrm>
            <a:off x="1436256" y="2207788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7847372" name="Group 29"/>
          <p:cNvGrpSpPr/>
          <p:nvPr/>
        </p:nvGrpSpPr>
        <p:grpSpPr bwMode="auto">
          <a:xfrm>
            <a:off x="1628879" y="2207788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906928" name="Group 32"/>
          <p:cNvGrpSpPr/>
          <p:nvPr/>
        </p:nvGrpSpPr>
        <p:grpSpPr bwMode="auto">
          <a:xfrm>
            <a:off x="1821504" y="2207788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7806372" name="Group 35"/>
          <p:cNvGrpSpPr/>
          <p:nvPr/>
        </p:nvGrpSpPr>
        <p:grpSpPr bwMode="auto">
          <a:xfrm>
            <a:off x="2013033" y="2207788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484765" name="Group 38"/>
          <p:cNvGrpSpPr/>
          <p:nvPr/>
        </p:nvGrpSpPr>
        <p:grpSpPr bwMode="auto">
          <a:xfrm>
            <a:off x="2205657" y="2207788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000702" name="Group 41"/>
          <p:cNvGrpSpPr/>
          <p:nvPr/>
        </p:nvGrpSpPr>
        <p:grpSpPr bwMode="auto">
          <a:xfrm>
            <a:off x="2398279" y="2207788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1832842" name="Group 44"/>
          <p:cNvGrpSpPr/>
          <p:nvPr/>
        </p:nvGrpSpPr>
        <p:grpSpPr bwMode="auto">
          <a:xfrm>
            <a:off x="2589808" y="2207788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9440284" name="Group 47"/>
          <p:cNvGrpSpPr/>
          <p:nvPr/>
        </p:nvGrpSpPr>
        <p:grpSpPr bwMode="auto">
          <a:xfrm>
            <a:off x="2782433" y="2207788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7815248" name="Group 50"/>
          <p:cNvGrpSpPr/>
          <p:nvPr/>
        </p:nvGrpSpPr>
        <p:grpSpPr bwMode="auto">
          <a:xfrm>
            <a:off x="2975058" y="2207788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982922" name="Group 53"/>
          <p:cNvGrpSpPr/>
          <p:nvPr/>
        </p:nvGrpSpPr>
        <p:grpSpPr bwMode="auto">
          <a:xfrm>
            <a:off x="859482" y="2207788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851676" name="Group 56"/>
          <p:cNvGrpSpPr/>
          <p:nvPr/>
        </p:nvGrpSpPr>
        <p:grpSpPr bwMode="auto">
          <a:xfrm>
            <a:off x="1052103" y="2207788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736273" name="Group 59"/>
          <p:cNvGrpSpPr/>
          <p:nvPr/>
        </p:nvGrpSpPr>
        <p:grpSpPr bwMode="auto">
          <a:xfrm>
            <a:off x="1244730" y="2207788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5604071" name="Group 62"/>
          <p:cNvGrpSpPr/>
          <p:nvPr/>
        </p:nvGrpSpPr>
        <p:grpSpPr bwMode="auto">
          <a:xfrm>
            <a:off x="1436256" y="2397260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6855218" name="Group 65"/>
          <p:cNvGrpSpPr/>
          <p:nvPr/>
        </p:nvGrpSpPr>
        <p:grpSpPr bwMode="auto">
          <a:xfrm>
            <a:off x="1628879" y="2397260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2779374" name="Group 68"/>
          <p:cNvGrpSpPr/>
          <p:nvPr/>
        </p:nvGrpSpPr>
        <p:grpSpPr bwMode="auto">
          <a:xfrm>
            <a:off x="1821504" y="2397260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4802794" name="Group 71"/>
          <p:cNvGrpSpPr/>
          <p:nvPr/>
        </p:nvGrpSpPr>
        <p:grpSpPr bwMode="auto">
          <a:xfrm>
            <a:off x="2013033" y="2397260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509722" name="Group 74"/>
          <p:cNvGrpSpPr/>
          <p:nvPr/>
        </p:nvGrpSpPr>
        <p:grpSpPr bwMode="auto">
          <a:xfrm>
            <a:off x="2205657" y="2397260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6576422" name="Group 77"/>
          <p:cNvGrpSpPr/>
          <p:nvPr/>
        </p:nvGrpSpPr>
        <p:grpSpPr bwMode="auto">
          <a:xfrm>
            <a:off x="2398279" y="2397260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7905588" name="Group 80"/>
          <p:cNvGrpSpPr/>
          <p:nvPr/>
        </p:nvGrpSpPr>
        <p:grpSpPr bwMode="auto">
          <a:xfrm>
            <a:off x="2589808" y="2397260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1201164" name="Group 83"/>
          <p:cNvGrpSpPr/>
          <p:nvPr/>
        </p:nvGrpSpPr>
        <p:grpSpPr bwMode="auto">
          <a:xfrm>
            <a:off x="2782433" y="2397260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7263032" name="Group 86"/>
          <p:cNvGrpSpPr/>
          <p:nvPr/>
        </p:nvGrpSpPr>
        <p:grpSpPr bwMode="auto">
          <a:xfrm>
            <a:off x="2975058" y="2397260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624043" name="Group 89"/>
          <p:cNvGrpSpPr/>
          <p:nvPr/>
        </p:nvGrpSpPr>
        <p:grpSpPr bwMode="auto">
          <a:xfrm>
            <a:off x="859482" y="2397260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2186684" name="Group 92"/>
          <p:cNvGrpSpPr/>
          <p:nvPr/>
        </p:nvGrpSpPr>
        <p:grpSpPr bwMode="auto">
          <a:xfrm>
            <a:off x="1052103" y="2397260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684394" name="Group 95"/>
          <p:cNvGrpSpPr/>
          <p:nvPr/>
        </p:nvGrpSpPr>
        <p:grpSpPr bwMode="auto">
          <a:xfrm>
            <a:off x="1244730" y="2397260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52861" name="Group 98"/>
          <p:cNvGrpSpPr/>
          <p:nvPr/>
        </p:nvGrpSpPr>
        <p:grpSpPr bwMode="auto">
          <a:xfrm>
            <a:off x="1436256" y="2588788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228586" name="Group 101"/>
          <p:cNvGrpSpPr/>
          <p:nvPr/>
        </p:nvGrpSpPr>
        <p:grpSpPr bwMode="auto">
          <a:xfrm>
            <a:off x="1628879" y="2588788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500355" name="Group 104"/>
          <p:cNvGrpSpPr/>
          <p:nvPr/>
        </p:nvGrpSpPr>
        <p:grpSpPr bwMode="auto">
          <a:xfrm>
            <a:off x="1821504" y="2588788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210087" name="Group 107"/>
          <p:cNvGrpSpPr/>
          <p:nvPr/>
        </p:nvGrpSpPr>
        <p:grpSpPr bwMode="auto">
          <a:xfrm>
            <a:off x="2013033" y="2588788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208635" name="Group 110"/>
          <p:cNvGrpSpPr/>
          <p:nvPr/>
        </p:nvGrpSpPr>
        <p:grpSpPr bwMode="auto">
          <a:xfrm>
            <a:off x="2205657" y="2588788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635994" name="Group 113"/>
          <p:cNvGrpSpPr/>
          <p:nvPr/>
        </p:nvGrpSpPr>
        <p:grpSpPr bwMode="auto">
          <a:xfrm>
            <a:off x="2398279" y="2588788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836920" name="Group 116"/>
          <p:cNvGrpSpPr/>
          <p:nvPr/>
        </p:nvGrpSpPr>
        <p:grpSpPr bwMode="auto">
          <a:xfrm>
            <a:off x="2589808" y="2588788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441101" name="Group 119"/>
          <p:cNvGrpSpPr/>
          <p:nvPr/>
        </p:nvGrpSpPr>
        <p:grpSpPr bwMode="auto">
          <a:xfrm>
            <a:off x="2782433" y="2588788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1144567" name="Group 122"/>
          <p:cNvGrpSpPr/>
          <p:nvPr/>
        </p:nvGrpSpPr>
        <p:grpSpPr bwMode="auto">
          <a:xfrm>
            <a:off x="2975058" y="2588788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904448" name="Group 125"/>
          <p:cNvGrpSpPr/>
          <p:nvPr/>
        </p:nvGrpSpPr>
        <p:grpSpPr bwMode="auto">
          <a:xfrm>
            <a:off x="859482" y="2588788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3991234" name="Group 128"/>
          <p:cNvGrpSpPr/>
          <p:nvPr/>
        </p:nvGrpSpPr>
        <p:grpSpPr bwMode="auto">
          <a:xfrm>
            <a:off x="1052103" y="2588788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1076130" name="Group 131"/>
          <p:cNvGrpSpPr/>
          <p:nvPr/>
        </p:nvGrpSpPr>
        <p:grpSpPr bwMode="auto">
          <a:xfrm>
            <a:off x="1244730" y="2588788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298169" name="Group 134"/>
          <p:cNvGrpSpPr/>
          <p:nvPr/>
        </p:nvGrpSpPr>
        <p:grpSpPr bwMode="auto">
          <a:xfrm>
            <a:off x="1436256" y="2778259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459741" name="Group 137"/>
          <p:cNvGrpSpPr/>
          <p:nvPr/>
        </p:nvGrpSpPr>
        <p:grpSpPr bwMode="auto">
          <a:xfrm>
            <a:off x="1628879" y="2778259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977392" name="Group 140"/>
          <p:cNvGrpSpPr/>
          <p:nvPr/>
        </p:nvGrpSpPr>
        <p:grpSpPr bwMode="auto">
          <a:xfrm>
            <a:off x="1821504" y="2778259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6971577" name="Group 143"/>
          <p:cNvGrpSpPr/>
          <p:nvPr/>
        </p:nvGrpSpPr>
        <p:grpSpPr bwMode="auto">
          <a:xfrm>
            <a:off x="2013033" y="2778259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9602649" name="Group 146"/>
          <p:cNvGrpSpPr/>
          <p:nvPr/>
        </p:nvGrpSpPr>
        <p:grpSpPr bwMode="auto">
          <a:xfrm>
            <a:off x="2205657" y="2778259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9533105" name="Group 149"/>
          <p:cNvGrpSpPr/>
          <p:nvPr/>
        </p:nvGrpSpPr>
        <p:grpSpPr bwMode="auto">
          <a:xfrm>
            <a:off x="2398279" y="2778259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5751483" name="Group 152"/>
          <p:cNvGrpSpPr/>
          <p:nvPr/>
        </p:nvGrpSpPr>
        <p:grpSpPr bwMode="auto">
          <a:xfrm>
            <a:off x="2589808" y="2778259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5768354" name="Group 155"/>
          <p:cNvGrpSpPr/>
          <p:nvPr/>
        </p:nvGrpSpPr>
        <p:grpSpPr bwMode="auto">
          <a:xfrm>
            <a:off x="2782433" y="2778259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440127" name="Group 158"/>
          <p:cNvGrpSpPr/>
          <p:nvPr/>
        </p:nvGrpSpPr>
        <p:grpSpPr bwMode="auto">
          <a:xfrm>
            <a:off x="2975058" y="2778259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082838" name="Group 161"/>
          <p:cNvGrpSpPr/>
          <p:nvPr/>
        </p:nvGrpSpPr>
        <p:grpSpPr bwMode="auto">
          <a:xfrm>
            <a:off x="859482" y="2778259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214825" name="Group 164"/>
          <p:cNvGrpSpPr/>
          <p:nvPr/>
        </p:nvGrpSpPr>
        <p:grpSpPr bwMode="auto">
          <a:xfrm>
            <a:off x="1052103" y="2778259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1274401" name="Group 167"/>
          <p:cNvGrpSpPr/>
          <p:nvPr/>
        </p:nvGrpSpPr>
        <p:grpSpPr bwMode="auto">
          <a:xfrm>
            <a:off x="1244730" y="2778259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525112" name="Group 170"/>
          <p:cNvGrpSpPr/>
          <p:nvPr/>
        </p:nvGrpSpPr>
        <p:grpSpPr bwMode="auto">
          <a:xfrm>
            <a:off x="1436256" y="2969787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4187472" name="Group 173"/>
          <p:cNvGrpSpPr/>
          <p:nvPr/>
        </p:nvGrpSpPr>
        <p:grpSpPr bwMode="auto">
          <a:xfrm>
            <a:off x="1628879" y="2969787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5901045" name="Group 176"/>
          <p:cNvGrpSpPr/>
          <p:nvPr/>
        </p:nvGrpSpPr>
        <p:grpSpPr bwMode="auto">
          <a:xfrm>
            <a:off x="1821504" y="2969787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752457" name="Group 179"/>
          <p:cNvGrpSpPr/>
          <p:nvPr/>
        </p:nvGrpSpPr>
        <p:grpSpPr bwMode="auto">
          <a:xfrm>
            <a:off x="2013033" y="2969787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058296" name="Group 182"/>
          <p:cNvGrpSpPr/>
          <p:nvPr/>
        </p:nvGrpSpPr>
        <p:grpSpPr bwMode="auto">
          <a:xfrm>
            <a:off x="2205657" y="2969787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9978268" name="Group 185"/>
          <p:cNvGrpSpPr/>
          <p:nvPr/>
        </p:nvGrpSpPr>
        <p:grpSpPr bwMode="auto">
          <a:xfrm>
            <a:off x="2398279" y="2969787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482264" name="Group 188"/>
          <p:cNvGrpSpPr/>
          <p:nvPr/>
        </p:nvGrpSpPr>
        <p:grpSpPr bwMode="auto">
          <a:xfrm>
            <a:off x="2589808" y="2969787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932612" name="Group 191"/>
          <p:cNvGrpSpPr/>
          <p:nvPr/>
        </p:nvGrpSpPr>
        <p:grpSpPr bwMode="auto">
          <a:xfrm>
            <a:off x="2782433" y="2969787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583891" name="Group 194"/>
          <p:cNvGrpSpPr/>
          <p:nvPr/>
        </p:nvGrpSpPr>
        <p:grpSpPr bwMode="auto">
          <a:xfrm>
            <a:off x="2975058" y="2969787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8834025" name="Group 197"/>
          <p:cNvGrpSpPr/>
          <p:nvPr/>
        </p:nvGrpSpPr>
        <p:grpSpPr bwMode="auto">
          <a:xfrm>
            <a:off x="859482" y="2969787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765720" name="Group 200"/>
          <p:cNvGrpSpPr/>
          <p:nvPr/>
        </p:nvGrpSpPr>
        <p:grpSpPr bwMode="auto">
          <a:xfrm>
            <a:off x="1052103" y="2969787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6324651" name="Group 203"/>
          <p:cNvGrpSpPr/>
          <p:nvPr/>
        </p:nvGrpSpPr>
        <p:grpSpPr bwMode="auto">
          <a:xfrm>
            <a:off x="1244730" y="2969787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654255" name="Group 206"/>
          <p:cNvGrpSpPr/>
          <p:nvPr/>
        </p:nvGrpSpPr>
        <p:grpSpPr bwMode="auto">
          <a:xfrm>
            <a:off x="1436256" y="3159260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2246917" name="Group 209"/>
          <p:cNvGrpSpPr/>
          <p:nvPr/>
        </p:nvGrpSpPr>
        <p:grpSpPr bwMode="auto">
          <a:xfrm>
            <a:off x="1628879" y="3159260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1227901" name="Group 212"/>
          <p:cNvGrpSpPr/>
          <p:nvPr/>
        </p:nvGrpSpPr>
        <p:grpSpPr bwMode="auto">
          <a:xfrm>
            <a:off x="1821504" y="3159260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415821" name="Group 215"/>
          <p:cNvGrpSpPr/>
          <p:nvPr/>
        </p:nvGrpSpPr>
        <p:grpSpPr bwMode="auto">
          <a:xfrm>
            <a:off x="2013033" y="3159260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2544135" name="Group 218"/>
          <p:cNvGrpSpPr/>
          <p:nvPr/>
        </p:nvGrpSpPr>
        <p:grpSpPr bwMode="auto">
          <a:xfrm>
            <a:off x="2205657" y="3159260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398375" name="Group 221"/>
          <p:cNvGrpSpPr/>
          <p:nvPr/>
        </p:nvGrpSpPr>
        <p:grpSpPr bwMode="auto">
          <a:xfrm>
            <a:off x="2398279" y="3159260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305397" name="Group 224"/>
          <p:cNvGrpSpPr/>
          <p:nvPr/>
        </p:nvGrpSpPr>
        <p:grpSpPr bwMode="auto">
          <a:xfrm>
            <a:off x="2589808" y="3159260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472767" name="Group 227"/>
          <p:cNvGrpSpPr/>
          <p:nvPr/>
        </p:nvGrpSpPr>
        <p:grpSpPr bwMode="auto">
          <a:xfrm>
            <a:off x="2782433" y="3159260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182767" name="Group 230"/>
          <p:cNvGrpSpPr/>
          <p:nvPr/>
        </p:nvGrpSpPr>
        <p:grpSpPr bwMode="auto">
          <a:xfrm>
            <a:off x="2975058" y="3159260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1353359" name="Group 233"/>
          <p:cNvGrpSpPr/>
          <p:nvPr/>
        </p:nvGrpSpPr>
        <p:grpSpPr bwMode="auto">
          <a:xfrm>
            <a:off x="859482" y="3159260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6995632" name="Group 236"/>
          <p:cNvGrpSpPr/>
          <p:nvPr/>
        </p:nvGrpSpPr>
        <p:grpSpPr bwMode="auto">
          <a:xfrm>
            <a:off x="1052103" y="3159260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110876" name="Group 239"/>
          <p:cNvGrpSpPr/>
          <p:nvPr/>
        </p:nvGrpSpPr>
        <p:grpSpPr bwMode="auto">
          <a:xfrm>
            <a:off x="1244730" y="3159260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0500807" name="Group 242"/>
          <p:cNvGrpSpPr/>
          <p:nvPr/>
        </p:nvGrpSpPr>
        <p:grpSpPr bwMode="auto">
          <a:xfrm>
            <a:off x="1436256" y="3352577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85207" name="Group 245"/>
          <p:cNvGrpSpPr/>
          <p:nvPr/>
        </p:nvGrpSpPr>
        <p:grpSpPr bwMode="auto">
          <a:xfrm>
            <a:off x="1628879" y="3352577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9264283" name="Group 248"/>
          <p:cNvGrpSpPr/>
          <p:nvPr/>
        </p:nvGrpSpPr>
        <p:grpSpPr bwMode="auto">
          <a:xfrm>
            <a:off x="1821504" y="3352577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8501240" name="Group 251"/>
          <p:cNvGrpSpPr/>
          <p:nvPr/>
        </p:nvGrpSpPr>
        <p:grpSpPr bwMode="auto">
          <a:xfrm>
            <a:off x="2013033" y="3352577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588953" name="Group 254"/>
          <p:cNvGrpSpPr/>
          <p:nvPr/>
        </p:nvGrpSpPr>
        <p:grpSpPr bwMode="auto">
          <a:xfrm>
            <a:off x="2205657" y="3352577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5741603" name="Group 257"/>
          <p:cNvGrpSpPr/>
          <p:nvPr/>
        </p:nvGrpSpPr>
        <p:grpSpPr bwMode="auto">
          <a:xfrm>
            <a:off x="2398279" y="3352577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5392972" name="Group 260"/>
          <p:cNvGrpSpPr/>
          <p:nvPr/>
        </p:nvGrpSpPr>
        <p:grpSpPr bwMode="auto">
          <a:xfrm>
            <a:off x="2589808" y="3352577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0844298" name="Group 263"/>
          <p:cNvGrpSpPr/>
          <p:nvPr/>
        </p:nvGrpSpPr>
        <p:grpSpPr bwMode="auto">
          <a:xfrm>
            <a:off x="2782433" y="3352577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1524781" name="Group 266"/>
          <p:cNvGrpSpPr/>
          <p:nvPr/>
        </p:nvGrpSpPr>
        <p:grpSpPr bwMode="auto">
          <a:xfrm>
            <a:off x="2975058" y="3352577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72373" name="Group 269"/>
          <p:cNvGrpSpPr/>
          <p:nvPr/>
        </p:nvGrpSpPr>
        <p:grpSpPr bwMode="auto">
          <a:xfrm>
            <a:off x="859482" y="3352577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1132924" name="Group 272"/>
          <p:cNvGrpSpPr/>
          <p:nvPr/>
        </p:nvGrpSpPr>
        <p:grpSpPr bwMode="auto">
          <a:xfrm>
            <a:off x="1052103" y="3352577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6402160" name="Group 275"/>
          <p:cNvGrpSpPr/>
          <p:nvPr/>
        </p:nvGrpSpPr>
        <p:grpSpPr bwMode="auto">
          <a:xfrm>
            <a:off x="1244730" y="3352577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07473" name="Group 278"/>
          <p:cNvGrpSpPr/>
          <p:nvPr/>
        </p:nvGrpSpPr>
        <p:grpSpPr bwMode="auto">
          <a:xfrm>
            <a:off x="1436256" y="3542049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9993773" name="Group 281"/>
          <p:cNvGrpSpPr/>
          <p:nvPr/>
        </p:nvGrpSpPr>
        <p:grpSpPr bwMode="auto">
          <a:xfrm>
            <a:off x="1628879" y="3542049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257455" name="Group 284"/>
          <p:cNvGrpSpPr/>
          <p:nvPr/>
        </p:nvGrpSpPr>
        <p:grpSpPr bwMode="auto">
          <a:xfrm>
            <a:off x="1821504" y="3542049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5846965" name="Group 287"/>
          <p:cNvGrpSpPr/>
          <p:nvPr/>
        </p:nvGrpSpPr>
        <p:grpSpPr bwMode="auto">
          <a:xfrm>
            <a:off x="2013033" y="3542049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01260" name="Group 290"/>
          <p:cNvGrpSpPr/>
          <p:nvPr/>
        </p:nvGrpSpPr>
        <p:grpSpPr bwMode="auto">
          <a:xfrm>
            <a:off x="2205657" y="3542049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572562" name="Group 293"/>
          <p:cNvGrpSpPr/>
          <p:nvPr/>
        </p:nvGrpSpPr>
        <p:grpSpPr bwMode="auto">
          <a:xfrm>
            <a:off x="2398279" y="3542049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4309105" name="Group 296"/>
          <p:cNvGrpSpPr/>
          <p:nvPr/>
        </p:nvGrpSpPr>
        <p:grpSpPr bwMode="auto">
          <a:xfrm>
            <a:off x="2589808" y="3542049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57444" name="Group 299"/>
          <p:cNvGrpSpPr/>
          <p:nvPr/>
        </p:nvGrpSpPr>
        <p:grpSpPr bwMode="auto">
          <a:xfrm>
            <a:off x="2782433" y="3542049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251227" name="Group 302"/>
          <p:cNvGrpSpPr/>
          <p:nvPr/>
        </p:nvGrpSpPr>
        <p:grpSpPr bwMode="auto">
          <a:xfrm>
            <a:off x="2975058" y="3542049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7541386" name="Group 305"/>
          <p:cNvGrpSpPr/>
          <p:nvPr/>
        </p:nvGrpSpPr>
        <p:grpSpPr bwMode="auto">
          <a:xfrm>
            <a:off x="859482" y="3542049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497633" name="Group 308"/>
          <p:cNvGrpSpPr/>
          <p:nvPr/>
        </p:nvGrpSpPr>
        <p:grpSpPr bwMode="auto">
          <a:xfrm>
            <a:off x="1052103" y="3542049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688179" name="Group 311"/>
          <p:cNvGrpSpPr/>
          <p:nvPr/>
        </p:nvGrpSpPr>
        <p:grpSpPr bwMode="auto">
          <a:xfrm>
            <a:off x="1244730" y="3542049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2875685" name="Group 314"/>
          <p:cNvGrpSpPr/>
          <p:nvPr/>
        </p:nvGrpSpPr>
        <p:grpSpPr bwMode="auto">
          <a:xfrm>
            <a:off x="1436256" y="3733577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601578" name="Group 317"/>
          <p:cNvGrpSpPr/>
          <p:nvPr/>
        </p:nvGrpSpPr>
        <p:grpSpPr bwMode="auto">
          <a:xfrm>
            <a:off x="1628879" y="3733577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9553382" name="Group 320"/>
          <p:cNvGrpSpPr/>
          <p:nvPr/>
        </p:nvGrpSpPr>
        <p:grpSpPr bwMode="auto">
          <a:xfrm>
            <a:off x="1821504" y="3733577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38991" name="Group 323"/>
          <p:cNvGrpSpPr/>
          <p:nvPr/>
        </p:nvGrpSpPr>
        <p:grpSpPr bwMode="auto">
          <a:xfrm>
            <a:off x="2013033" y="3733577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61196" name="Group 326"/>
          <p:cNvGrpSpPr/>
          <p:nvPr/>
        </p:nvGrpSpPr>
        <p:grpSpPr bwMode="auto">
          <a:xfrm>
            <a:off x="2205657" y="3733577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6224856" name="Group 329"/>
          <p:cNvGrpSpPr/>
          <p:nvPr/>
        </p:nvGrpSpPr>
        <p:grpSpPr bwMode="auto">
          <a:xfrm>
            <a:off x="2398279" y="3733577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4355773" name="Group 332"/>
          <p:cNvGrpSpPr/>
          <p:nvPr/>
        </p:nvGrpSpPr>
        <p:grpSpPr bwMode="auto">
          <a:xfrm>
            <a:off x="2589808" y="3733577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0240754" name="Group 335"/>
          <p:cNvGrpSpPr/>
          <p:nvPr/>
        </p:nvGrpSpPr>
        <p:grpSpPr bwMode="auto">
          <a:xfrm>
            <a:off x="2782433" y="3733577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6191885" name="Group 338"/>
          <p:cNvGrpSpPr/>
          <p:nvPr/>
        </p:nvGrpSpPr>
        <p:grpSpPr bwMode="auto">
          <a:xfrm>
            <a:off x="2975058" y="3733577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6826241" name="Group 341"/>
          <p:cNvGrpSpPr/>
          <p:nvPr/>
        </p:nvGrpSpPr>
        <p:grpSpPr bwMode="auto">
          <a:xfrm>
            <a:off x="859482" y="3733577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53910" name="Group 344"/>
          <p:cNvGrpSpPr/>
          <p:nvPr/>
        </p:nvGrpSpPr>
        <p:grpSpPr bwMode="auto">
          <a:xfrm>
            <a:off x="1052103" y="3733577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6998422" name="Group 347"/>
          <p:cNvGrpSpPr/>
          <p:nvPr/>
        </p:nvGrpSpPr>
        <p:grpSpPr bwMode="auto">
          <a:xfrm>
            <a:off x="1244730" y="3733577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986416" name="Group 350"/>
          <p:cNvGrpSpPr/>
          <p:nvPr/>
        </p:nvGrpSpPr>
        <p:grpSpPr bwMode="auto">
          <a:xfrm>
            <a:off x="1436256" y="3923049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9741359" name="Group 353"/>
          <p:cNvGrpSpPr/>
          <p:nvPr/>
        </p:nvGrpSpPr>
        <p:grpSpPr bwMode="auto">
          <a:xfrm>
            <a:off x="1628879" y="3923049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2897922" name="Group 356"/>
          <p:cNvGrpSpPr/>
          <p:nvPr/>
        </p:nvGrpSpPr>
        <p:grpSpPr bwMode="auto">
          <a:xfrm>
            <a:off x="1821504" y="3923049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424341" name="Group 359"/>
          <p:cNvGrpSpPr/>
          <p:nvPr/>
        </p:nvGrpSpPr>
        <p:grpSpPr bwMode="auto">
          <a:xfrm>
            <a:off x="2013033" y="3923049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676027" name="Group 362"/>
          <p:cNvGrpSpPr/>
          <p:nvPr/>
        </p:nvGrpSpPr>
        <p:grpSpPr bwMode="auto">
          <a:xfrm>
            <a:off x="2205657" y="3923049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83829" name="Group 365"/>
          <p:cNvGrpSpPr/>
          <p:nvPr/>
        </p:nvGrpSpPr>
        <p:grpSpPr bwMode="auto">
          <a:xfrm>
            <a:off x="2398279" y="3923049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5377380" name="Group 368"/>
          <p:cNvGrpSpPr/>
          <p:nvPr/>
        </p:nvGrpSpPr>
        <p:grpSpPr bwMode="auto">
          <a:xfrm>
            <a:off x="2589808" y="3923049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267715" name="Group 371"/>
          <p:cNvGrpSpPr/>
          <p:nvPr/>
        </p:nvGrpSpPr>
        <p:grpSpPr bwMode="auto">
          <a:xfrm>
            <a:off x="2782433" y="3923049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69351" name="Group 374"/>
          <p:cNvGrpSpPr/>
          <p:nvPr/>
        </p:nvGrpSpPr>
        <p:grpSpPr bwMode="auto">
          <a:xfrm>
            <a:off x="2975058" y="3923049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1263910" name="Group 377"/>
          <p:cNvGrpSpPr/>
          <p:nvPr/>
        </p:nvGrpSpPr>
        <p:grpSpPr bwMode="auto">
          <a:xfrm>
            <a:off x="859482" y="3923049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4166231" name="Group 380"/>
          <p:cNvGrpSpPr/>
          <p:nvPr/>
        </p:nvGrpSpPr>
        <p:grpSpPr bwMode="auto">
          <a:xfrm>
            <a:off x="1052103" y="3923049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38174" name="Group 383"/>
          <p:cNvGrpSpPr/>
          <p:nvPr/>
        </p:nvGrpSpPr>
        <p:grpSpPr bwMode="auto">
          <a:xfrm>
            <a:off x="1244730" y="3923049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022174" name="Group 386"/>
          <p:cNvGrpSpPr/>
          <p:nvPr/>
        </p:nvGrpSpPr>
        <p:grpSpPr bwMode="auto">
          <a:xfrm>
            <a:off x="1436256" y="4114577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7791726" name="Group 389"/>
          <p:cNvGrpSpPr/>
          <p:nvPr/>
        </p:nvGrpSpPr>
        <p:grpSpPr bwMode="auto">
          <a:xfrm>
            <a:off x="1628879" y="4114577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3945318" name="Group 392"/>
          <p:cNvGrpSpPr/>
          <p:nvPr/>
        </p:nvGrpSpPr>
        <p:grpSpPr bwMode="auto">
          <a:xfrm>
            <a:off x="1821504" y="4114577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704508" name="Group 395"/>
          <p:cNvGrpSpPr/>
          <p:nvPr/>
        </p:nvGrpSpPr>
        <p:grpSpPr bwMode="auto">
          <a:xfrm>
            <a:off x="2013033" y="4114577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5349737" name="Group 398"/>
          <p:cNvGrpSpPr/>
          <p:nvPr/>
        </p:nvGrpSpPr>
        <p:grpSpPr bwMode="auto">
          <a:xfrm>
            <a:off x="2205657" y="4114577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635683" name="Group 401"/>
          <p:cNvGrpSpPr/>
          <p:nvPr/>
        </p:nvGrpSpPr>
        <p:grpSpPr bwMode="auto">
          <a:xfrm>
            <a:off x="2398279" y="4114577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7846533" name="Group 404"/>
          <p:cNvGrpSpPr/>
          <p:nvPr/>
        </p:nvGrpSpPr>
        <p:grpSpPr bwMode="auto">
          <a:xfrm>
            <a:off x="2589808" y="4114577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40105" name="Group 407"/>
          <p:cNvGrpSpPr/>
          <p:nvPr/>
        </p:nvGrpSpPr>
        <p:grpSpPr bwMode="auto">
          <a:xfrm>
            <a:off x="2782433" y="4114577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48016" name="Group 410"/>
          <p:cNvGrpSpPr/>
          <p:nvPr/>
        </p:nvGrpSpPr>
        <p:grpSpPr bwMode="auto">
          <a:xfrm>
            <a:off x="2975058" y="4114577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4169436" name="Group 413"/>
          <p:cNvGrpSpPr/>
          <p:nvPr/>
        </p:nvGrpSpPr>
        <p:grpSpPr bwMode="auto">
          <a:xfrm>
            <a:off x="859482" y="4114577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0240338" name="Group 416"/>
          <p:cNvGrpSpPr/>
          <p:nvPr/>
        </p:nvGrpSpPr>
        <p:grpSpPr bwMode="auto">
          <a:xfrm>
            <a:off x="1052103" y="4114577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940044" name="Group 419"/>
          <p:cNvGrpSpPr/>
          <p:nvPr/>
        </p:nvGrpSpPr>
        <p:grpSpPr bwMode="auto">
          <a:xfrm>
            <a:off x="1244730" y="4114577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913705" name="Group 422"/>
          <p:cNvGrpSpPr/>
          <p:nvPr/>
        </p:nvGrpSpPr>
        <p:grpSpPr bwMode="auto">
          <a:xfrm>
            <a:off x="1436256" y="4304050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02657" name="Group 425"/>
          <p:cNvGrpSpPr/>
          <p:nvPr/>
        </p:nvGrpSpPr>
        <p:grpSpPr bwMode="auto">
          <a:xfrm>
            <a:off x="1628879" y="4304050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4255620" name="Group 428"/>
          <p:cNvGrpSpPr/>
          <p:nvPr/>
        </p:nvGrpSpPr>
        <p:grpSpPr bwMode="auto">
          <a:xfrm>
            <a:off x="1821504" y="4304050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617771" name="Group 431"/>
          <p:cNvGrpSpPr/>
          <p:nvPr/>
        </p:nvGrpSpPr>
        <p:grpSpPr bwMode="auto">
          <a:xfrm>
            <a:off x="2013033" y="4304050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0355901" name="Group 434"/>
          <p:cNvGrpSpPr/>
          <p:nvPr/>
        </p:nvGrpSpPr>
        <p:grpSpPr bwMode="auto">
          <a:xfrm>
            <a:off x="2205657" y="4304050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1751" name="Group 437"/>
          <p:cNvGrpSpPr/>
          <p:nvPr/>
        </p:nvGrpSpPr>
        <p:grpSpPr bwMode="auto">
          <a:xfrm>
            <a:off x="2398279" y="4304050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618325" name="Group 440"/>
          <p:cNvGrpSpPr/>
          <p:nvPr/>
        </p:nvGrpSpPr>
        <p:grpSpPr bwMode="auto">
          <a:xfrm>
            <a:off x="2589808" y="4304050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3799619" name="Group 443"/>
          <p:cNvGrpSpPr/>
          <p:nvPr/>
        </p:nvGrpSpPr>
        <p:grpSpPr bwMode="auto">
          <a:xfrm>
            <a:off x="2782433" y="4304050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706617" name="Group 446"/>
          <p:cNvGrpSpPr/>
          <p:nvPr/>
        </p:nvGrpSpPr>
        <p:grpSpPr bwMode="auto">
          <a:xfrm>
            <a:off x="2975058" y="4304050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0290909" name="Group 449"/>
          <p:cNvGrpSpPr/>
          <p:nvPr/>
        </p:nvGrpSpPr>
        <p:grpSpPr bwMode="auto">
          <a:xfrm>
            <a:off x="859482" y="4304050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696310" name="Group 452"/>
          <p:cNvGrpSpPr/>
          <p:nvPr/>
        </p:nvGrpSpPr>
        <p:grpSpPr bwMode="auto">
          <a:xfrm>
            <a:off x="1052103" y="4304050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753717" name="Group 455"/>
          <p:cNvGrpSpPr/>
          <p:nvPr/>
        </p:nvGrpSpPr>
        <p:grpSpPr bwMode="auto">
          <a:xfrm>
            <a:off x="1244730" y="4304050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667179" name="Group 458"/>
          <p:cNvGrpSpPr/>
          <p:nvPr/>
        </p:nvGrpSpPr>
        <p:grpSpPr bwMode="auto">
          <a:xfrm>
            <a:off x="1436256" y="1826787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3810870" name="Group 461"/>
          <p:cNvGrpSpPr/>
          <p:nvPr/>
        </p:nvGrpSpPr>
        <p:grpSpPr bwMode="auto">
          <a:xfrm>
            <a:off x="1628879" y="1826787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23017" name="Group 464"/>
          <p:cNvGrpSpPr/>
          <p:nvPr/>
        </p:nvGrpSpPr>
        <p:grpSpPr bwMode="auto">
          <a:xfrm>
            <a:off x="1821504" y="1826787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919295" name="Group 467"/>
          <p:cNvGrpSpPr/>
          <p:nvPr/>
        </p:nvGrpSpPr>
        <p:grpSpPr bwMode="auto">
          <a:xfrm>
            <a:off x="2013033" y="1826787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0412973" name="Group 470"/>
          <p:cNvGrpSpPr/>
          <p:nvPr/>
        </p:nvGrpSpPr>
        <p:grpSpPr bwMode="auto">
          <a:xfrm>
            <a:off x="2205657" y="1826787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121356" name="Group 473"/>
          <p:cNvGrpSpPr/>
          <p:nvPr/>
        </p:nvGrpSpPr>
        <p:grpSpPr bwMode="auto">
          <a:xfrm>
            <a:off x="2398279" y="1826787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4200658" name="Group 476"/>
          <p:cNvGrpSpPr/>
          <p:nvPr/>
        </p:nvGrpSpPr>
        <p:grpSpPr bwMode="auto">
          <a:xfrm>
            <a:off x="2589808" y="1826787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471039" name="Group 479"/>
          <p:cNvGrpSpPr/>
          <p:nvPr/>
        </p:nvGrpSpPr>
        <p:grpSpPr bwMode="auto">
          <a:xfrm>
            <a:off x="2782433" y="1826787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806102" name="Group 482"/>
          <p:cNvGrpSpPr/>
          <p:nvPr/>
        </p:nvGrpSpPr>
        <p:grpSpPr bwMode="auto">
          <a:xfrm>
            <a:off x="2975058" y="1826787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558693" name="Group 485"/>
          <p:cNvGrpSpPr/>
          <p:nvPr/>
        </p:nvGrpSpPr>
        <p:grpSpPr bwMode="auto">
          <a:xfrm>
            <a:off x="859482" y="1826787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836095" name="Group 488"/>
          <p:cNvGrpSpPr/>
          <p:nvPr/>
        </p:nvGrpSpPr>
        <p:grpSpPr bwMode="auto">
          <a:xfrm>
            <a:off x="1052103" y="1826787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4834439" name="Group 491"/>
          <p:cNvGrpSpPr/>
          <p:nvPr/>
        </p:nvGrpSpPr>
        <p:grpSpPr bwMode="auto">
          <a:xfrm>
            <a:off x="1244730" y="1826787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528748" name="Group 494"/>
          <p:cNvGrpSpPr/>
          <p:nvPr/>
        </p:nvGrpSpPr>
        <p:grpSpPr bwMode="auto">
          <a:xfrm>
            <a:off x="1436256" y="2016260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1487645" name="Group 497"/>
          <p:cNvGrpSpPr/>
          <p:nvPr/>
        </p:nvGrpSpPr>
        <p:grpSpPr bwMode="auto">
          <a:xfrm>
            <a:off x="1628879" y="2016260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2191404" name="Group 500"/>
          <p:cNvGrpSpPr/>
          <p:nvPr/>
        </p:nvGrpSpPr>
        <p:grpSpPr bwMode="auto">
          <a:xfrm>
            <a:off x="1821504" y="2016260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897385" name="Group 503"/>
          <p:cNvGrpSpPr/>
          <p:nvPr/>
        </p:nvGrpSpPr>
        <p:grpSpPr bwMode="auto">
          <a:xfrm>
            <a:off x="2013033" y="2016260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037936" name="Group 506"/>
          <p:cNvGrpSpPr/>
          <p:nvPr/>
        </p:nvGrpSpPr>
        <p:grpSpPr bwMode="auto">
          <a:xfrm>
            <a:off x="2205657" y="2016260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23024" name="Group 509"/>
          <p:cNvGrpSpPr/>
          <p:nvPr/>
        </p:nvGrpSpPr>
        <p:grpSpPr bwMode="auto">
          <a:xfrm>
            <a:off x="2398279" y="2016260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9003036" name="Group 512"/>
          <p:cNvGrpSpPr/>
          <p:nvPr/>
        </p:nvGrpSpPr>
        <p:grpSpPr bwMode="auto">
          <a:xfrm>
            <a:off x="2589808" y="2016260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623380" name="Group 515"/>
          <p:cNvGrpSpPr/>
          <p:nvPr/>
        </p:nvGrpSpPr>
        <p:grpSpPr bwMode="auto">
          <a:xfrm>
            <a:off x="2782433" y="2016260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956704" name="Group 518"/>
          <p:cNvGrpSpPr/>
          <p:nvPr/>
        </p:nvGrpSpPr>
        <p:grpSpPr bwMode="auto">
          <a:xfrm>
            <a:off x="2975058" y="2016260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4863138" name="Group 521"/>
          <p:cNvGrpSpPr/>
          <p:nvPr/>
        </p:nvGrpSpPr>
        <p:grpSpPr bwMode="auto">
          <a:xfrm>
            <a:off x="859482" y="2016260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2828035" name="Group 524"/>
          <p:cNvGrpSpPr/>
          <p:nvPr/>
        </p:nvGrpSpPr>
        <p:grpSpPr bwMode="auto">
          <a:xfrm>
            <a:off x="1052103" y="2016260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3911542" name="Group 527"/>
          <p:cNvGrpSpPr/>
          <p:nvPr/>
        </p:nvGrpSpPr>
        <p:grpSpPr bwMode="auto">
          <a:xfrm>
            <a:off x="1244730" y="2016260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1504660" name="Group 530"/>
          <p:cNvGrpSpPr/>
          <p:nvPr/>
        </p:nvGrpSpPr>
        <p:grpSpPr bwMode="auto">
          <a:xfrm>
            <a:off x="1436256" y="4494549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545233" name="Group 533"/>
          <p:cNvGrpSpPr/>
          <p:nvPr/>
        </p:nvGrpSpPr>
        <p:grpSpPr bwMode="auto">
          <a:xfrm>
            <a:off x="1628879" y="4494549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378828" name="Group 536"/>
          <p:cNvGrpSpPr/>
          <p:nvPr/>
        </p:nvGrpSpPr>
        <p:grpSpPr bwMode="auto">
          <a:xfrm>
            <a:off x="1821504" y="4494549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784633" name="Group 539"/>
          <p:cNvGrpSpPr/>
          <p:nvPr/>
        </p:nvGrpSpPr>
        <p:grpSpPr bwMode="auto">
          <a:xfrm>
            <a:off x="2013033" y="4494549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3293910" name="Group 542"/>
          <p:cNvGrpSpPr/>
          <p:nvPr/>
        </p:nvGrpSpPr>
        <p:grpSpPr bwMode="auto">
          <a:xfrm>
            <a:off x="2205657" y="4494549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5055306" name="Group 545"/>
          <p:cNvGrpSpPr/>
          <p:nvPr/>
        </p:nvGrpSpPr>
        <p:grpSpPr bwMode="auto">
          <a:xfrm>
            <a:off x="2398279" y="4494549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50149" name="Group 548"/>
          <p:cNvGrpSpPr/>
          <p:nvPr/>
        </p:nvGrpSpPr>
        <p:grpSpPr bwMode="auto">
          <a:xfrm>
            <a:off x="2589808" y="4494549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2659936" name="Group 551"/>
          <p:cNvGrpSpPr/>
          <p:nvPr/>
        </p:nvGrpSpPr>
        <p:grpSpPr bwMode="auto">
          <a:xfrm>
            <a:off x="2782433" y="4494549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88405" name="Group 554"/>
          <p:cNvGrpSpPr/>
          <p:nvPr/>
        </p:nvGrpSpPr>
        <p:grpSpPr bwMode="auto">
          <a:xfrm>
            <a:off x="2975058" y="4494549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3696268" name="Group 557"/>
          <p:cNvGrpSpPr/>
          <p:nvPr/>
        </p:nvGrpSpPr>
        <p:grpSpPr bwMode="auto">
          <a:xfrm>
            <a:off x="859482" y="4494549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058159" name="Group 560"/>
          <p:cNvGrpSpPr/>
          <p:nvPr/>
        </p:nvGrpSpPr>
        <p:grpSpPr bwMode="auto">
          <a:xfrm>
            <a:off x="1052103" y="4494549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1110889" name="Group 563"/>
          <p:cNvGrpSpPr/>
          <p:nvPr/>
        </p:nvGrpSpPr>
        <p:grpSpPr bwMode="auto">
          <a:xfrm>
            <a:off x="1244730" y="4494549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8770389" name="Group 566"/>
          <p:cNvGrpSpPr/>
          <p:nvPr/>
        </p:nvGrpSpPr>
        <p:grpSpPr bwMode="auto">
          <a:xfrm>
            <a:off x="1436256" y="4684020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97229" name="Group 569"/>
          <p:cNvGrpSpPr/>
          <p:nvPr/>
        </p:nvGrpSpPr>
        <p:grpSpPr bwMode="auto">
          <a:xfrm>
            <a:off x="1628879" y="4684020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6518101" name="Group 572"/>
          <p:cNvGrpSpPr/>
          <p:nvPr/>
        </p:nvGrpSpPr>
        <p:grpSpPr bwMode="auto">
          <a:xfrm>
            <a:off x="1821504" y="4684020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229197" name="Group 575"/>
          <p:cNvGrpSpPr/>
          <p:nvPr/>
        </p:nvGrpSpPr>
        <p:grpSpPr bwMode="auto">
          <a:xfrm>
            <a:off x="2013033" y="4684020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0030833" name="Group 578"/>
          <p:cNvGrpSpPr/>
          <p:nvPr/>
        </p:nvGrpSpPr>
        <p:grpSpPr bwMode="auto">
          <a:xfrm>
            <a:off x="2205657" y="4684020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151742" name="Group 581"/>
          <p:cNvGrpSpPr/>
          <p:nvPr/>
        </p:nvGrpSpPr>
        <p:grpSpPr bwMode="auto">
          <a:xfrm>
            <a:off x="2398279" y="4684020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2295231" name="Group 584"/>
          <p:cNvGrpSpPr/>
          <p:nvPr/>
        </p:nvGrpSpPr>
        <p:grpSpPr bwMode="auto">
          <a:xfrm>
            <a:off x="2589808" y="4684020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0897689" name="Group 587"/>
          <p:cNvGrpSpPr/>
          <p:nvPr/>
        </p:nvGrpSpPr>
        <p:grpSpPr bwMode="auto">
          <a:xfrm>
            <a:off x="2782433" y="4684020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25779" name="Group 590"/>
          <p:cNvGrpSpPr/>
          <p:nvPr/>
        </p:nvGrpSpPr>
        <p:grpSpPr bwMode="auto">
          <a:xfrm>
            <a:off x="2975058" y="4684020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76758729" name="Group 593"/>
          <p:cNvGrpSpPr/>
          <p:nvPr/>
        </p:nvGrpSpPr>
        <p:grpSpPr bwMode="auto">
          <a:xfrm>
            <a:off x="859482" y="4684020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3565537" name="Group 596"/>
          <p:cNvGrpSpPr/>
          <p:nvPr/>
        </p:nvGrpSpPr>
        <p:grpSpPr bwMode="auto">
          <a:xfrm>
            <a:off x="1052103" y="4684020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1445368" name="Group 599"/>
          <p:cNvGrpSpPr/>
          <p:nvPr/>
        </p:nvGrpSpPr>
        <p:grpSpPr bwMode="auto">
          <a:xfrm>
            <a:off x="1244730" y="4684020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7076072" name="Group 602"/>
          <p:cNvGrpSpPr/>
          <p:nvPr/>
        </p:nvGrpSpPr>
        <p:grpSpPr bwMode="auto">
          <a:xfrm>
            <a:off x="5562624" y="2207788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1424227" name="Group 605"/>
          <p:cNvGrpSpPr/>
          <p:nvPr/>
        </p:nvGrpSpPr>
        <p:grpSpPr bwMode="auto">
          <a:xfrm>
            <a:off x="5755248" y="2207788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9327212" name="Group 608"/>
          <p:cNvGrpSpPr/>
          <p:nvPr/>
        </p:nvGrpSpPr>
        <p:grpSpPr bwMode="auto">
          <a:xfrm>
            <a:off x="5947869" y="2207788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372348" name="Group 611"/>
          <p:cNvGrpSpPr/>
          <p:nvPr/>
        </p:nvGrpSpPr>
        <p:grpSpPr bwMode="auto">
          <a:xfrm>
            <a:off x="6139398" y="2207788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903" name="Group 614"/>
          <p:cNvGrpSpPr/>
          <p:nvPr/>
        </p:nvGrpSpPr>
        <p:grpSpPr bwMode="auto">
          <a:xfrm>
            <a:off x="6332024" y="2207788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2065606" name="Group 617"/>
          <p:cNvGrpSpPr/>
          <p:nvPr/>
        </p:nvGrpSpPr>
        <p:grpSpPr bwMode="auto">
          <a:xfrm>
            <a:off x="6524644" y="2207788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8998880" name="Group 620"/>
          <p:cNvGrpSpPr/>
          <p:nvPr/>
        </p:nvGrpSpPr>
        <p:grpSpPr bwMode="auto">
          <a:xfrm>
            <a:off x="6716174" y="2207788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7730001" name="Group 623"/>
          <p:cNvGrpSpPr/>
          <p:nvPr/>
        </p:nvGrpSpPr>
        <p:grpSpPr bwMode="auto">
          <a:xfrm>
            <a:off x="6908798" y="2207788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583901" name="Group 626"/>
          <p:cNvGrpSpPr/>
          <p:nvPr/>
        </p:nvGrpSpPr>
        <p:grpSpPr bwMode="auto">
          <a:xfrm>
            <a:off x="7101426" y="2207788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6824546" name="Group 629"/>
          <p:cNvGrpSpPr/>
          <p:nvPr/>
        </p:nvGrpSpPr>
        <p:grpSpPr bwMode="auto">
          <a:xfrm>
            <a:off x="4985844" y="2207788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0192850" name="Group 632"/>
          <p:cNvGrpSpPr/>
          <p:nvPr/>
        </p:nvGrpSpPr>
        <p:grpSpPr bwMode="auto">
          <a:xfrm>
            <a:off x="5178467" y="2207788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63508" name="Group 635"/>
          <p:cNvGrpSpPr/>
          <p:nvPr/>
        </p:nvGrpSpPr>
        <p:grpSpPr bwMode="auto">
          <a:xfrm>
            <a:off x="5371095" y="2207788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15314" name="Group 638"/>
          <p:cNvGrpSpPr/>
          <p:nvPr/>
        </p:nvGrpSpPr>
        <p:grpSpPr bwMode="auto">
          <a:xfrm>
            <a:off x="5562624" y="2397260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6121171" name="Group 641"/>
          <p:cNvGrpSpPr/>
          <p:nvPr/>
        </p:nvGrpSpPr>
        <p:grpSpPr bwMode="auto">
          <a:xfrm>
            <a:off x="5755248" y="2397260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6083076" name="Group 644"/>
          <p:cNvGrpSpPr/>
          <p:nvPr/>
        </p:nvGrpSpPr>
        <p:grpSpPr bwMode="auto">
          <a:xfrm>
            <a:off x="5947869" y="2397260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2599274" name="Group 647"/>
          <p:cNvGrpSpPr/>
          <p:nvPr/>
        </p:nvGrpSpPr>
        <p:grpSpPr bwMode="auto">
          <a:xfrm>
            <a:off x="6139398" y="2397260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1518744" name="Group 650"/>
          <p:cNvGrpSpPr/>
          <p:nvPr/>
        </p:nvGrpSpPr>
        <p:grpSpPr bwMode="auto">
          <a:xfrm>
            <a:off x="6332024" y="2397260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3944142" name="Group 653"/>
          <p:cNvGrpSpPr/>
          <p:nvPr/>
        </p:nvGrpSpPr>
        <p:grpSpPr bwMode="auto">
          <a:xfrm>
            <a:off x="6524644" y="2397260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95577" name="Group 656"/>
          <p:cNvGrpSpPr/>
          <p:nvPr/>
        </p:nvGrpSpPr>
        <p:grpSpPr bwMode="auto">
          <a:xfrm>
            <a:off x="6716174" y="2397260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610021" name="Group 659"/>
          <p:cNvGrpSpPr/>
          <p:nvPr/>
        </p:nvGrpSpPr>
        <p:grpSpPr bwMode="auto">
          <a:xfrm>
            <a:off x="6908798" y="2397260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649802" name="Group 662"/>
          <p:cNvGrpSpPr/>
          <p:nvPr/>
        </p:nvGrpSpPr>
        <p:grpSpPr bwMode="auto">
          <a:xfrm>
            <a:off x="7101426" y="2397260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8685406" name="Group 665"/>
          <p:cNvGrpSpPr/>
          <p:nvPr/>
        </p:nvGrpSpPr>
        <p:grpSpPr bwMode="auto">
          <a:xfrm>
            <a:off x="4985844" y="2397260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507437" name="Group 668"/>
          <p:cNvGrpSpPr/>
          <p:nvPr/>
        </p:nvGrpSpPr>
        <p:grpSpPr bwMode="auto">
          <a:xfrm>
            <a:off x="5178467" y="2397260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0831990" name="Group 671"/>
          <p:cNvGrpSpPr/>
          <p:nvPr/>
        </p:nvGrpSpPr>
        <p:grpSpPr bwMode="auto">
          <a:xfrm>
            <a:off x="5371095" y="2397260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2984456" name="Group 674"/>
          <p:cNvGrpSpPr/>
          <p:nvPr/>
        </p:nvGrpSpPr>
        <p:grpSpPr bwMode="auto">
          <a:xfrm>
            <a:off x="5562624" y="2588788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4111916" name="Group 677"/>
          <p:cNvGrpSpPr/>
          <p:nvPr/>
        </p:nvGrpSpPr>
        <p:grpSpPr bwMode="auto">
          <a:xfrm>
            <a:off x="5755248" y="2588788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433589" name="Group 680"/>
          <p:cNvGrpSpPr/>
          <p:nvPr/>
        </p:nvGrpSpPr>
        <p:grpSpPr bwMode="auto">
          <a:xfrm>
            <a:off x="5947869" y="2588788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09870" name="Group 683"/>
          <p:cNvGrpSpPr/>
          <p:nvPr/>
        </p:nvGrpSpPr>
        <p:grpSpPr bwMode="auto">
          <a:xfrm>
            <a:off x="6139398" y="2588788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5624129" name="Group 686"/>
          <p:cNvGrpSpPr/>
          <p:nvPr/>
        </p:nvGrpSpPr>
        <p:grpSpPr bwMode="auto">
          <a:xfrm>
            <a:off x="6332024" y="2588788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690449" name="Group 689"/>
          <p:cNvGrpSpPr/>
          <p:nvPr/>
        </p:nvGrpSpPr>
        <p:grpSpPr bwMode="auto">
          <a:xfrm>
            <a:off x="6524644" y="2588788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7054131" name="Group 692"/>
          <p:cNvGrpSpPr/>
          <p:nvPr/>
        </p:nvGrpSpPr>
        <p:grpSpPr bwMode="auto">
          <a:xfrm>
            <a:off x="6716174" y="2588788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92388" name="Group 695"/>
          <p:cNvGrpSpPr/>
          <p:nvPr/>
        </p:nvGrpSpPr>
        <p:grpSpPr bwMode="auto">
          <a:xfrm>
            <a:off x="6908798" y="2588788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5444779" name="Group 698"/>
          <p:cNvGrpSpPr/>
          <p:nvPr/>
        </p:nvGrpSpPr>
        <p:grpSpPr bwMode="auto">
          <a:xfrm>
            <a:off x="7101426" y="2588788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00560" name="Group 701"/>
          <p:cNvGrpSpPr/>
          <p:nvPr/>
        </p:nvGrpSpPr>
        <p:grpSpPr bwMode="auto">
          <a:xfrm>
            <a:off x="4985844" y="2588788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204477" name="Group 704"/>
          <p:cNvGrpSpPr/>
          <p:nvPr/>
        </p:nvGrpSpPr>
        <p:grpSpPr bwMode="auto">
          <a:xfrm>
            <a:off x="5178467" y="2588788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099089" name="Group 707"/>
          <p:cNvGrpSpPr/>
          <p:nvPr/>
        </p:nvGrpSpPr>
        <p:grpSpPr bwMode="auto">
          <a:xfrm>
            <a:off x="5371095" y="2588788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6075961" name="Group 710"/>
          <p:cNvGrpSpPr/>
          <p:nvPr/>
        </p:nvGrpSpPr>
        <p:grpSpPr bwMode="auto">
          <a:xfrm>
            <a:off x="5562624" y="2778259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321652" name="Group 713"/>
          <p:cNvGrpSpPr/>
          <p:nvPr/>
        </p:nvGrpSpPr>
        <p:grpSpPr bwMode="auto">
          <a:xfrm>
            <a:off x="5755248" y="2778259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3547105" name="Group 716"/>
          <p:cNvGrpSpPr/>
          <p:nvPr/>
        </p:nvGrpSpPr>
        <p:grpSpPr bwMode="auto">
          <a:xfrm>
            <a:off x="5947869" y="2778259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490357" name="Group 719"/>
          <p:cNvGrpSpPr/>
          <p:nvPr/>
        </p:nvGrpSpPr>
        <p:grpSpPr bwMode="auto">
          <a:xfrm>
            <a:off x="6139398" y="2778259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0574897" name="Group 722"/>
          <p:cNvGrpSpPr/>
          <p:nvPr/>
        </p:nvGrpSpPr>
        <p:grpSpPr bwMode="auto">
          <a:xfrm>
            <a:off x="6332024" y="2778259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09501" name="Group 725"/>
          <p:cNvGrpSpPr/>
          <p:nvPr/>
        </p:nvGrpSpPr>
        <p:grpSpPr bwMode="auto">
          <a:xfrm>
            <a:off x="6524644" y="2778259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592234" name="Group 728"/>
          <p:cNvGrpSpPr/>
          <p:nvPr/>
        </p:nvGrpSpPr>
        <p:grpSpPr bwMode="auto">
          <a:xfrm>
            <a:off x="6716174" y="2778259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58037" name="Group 731"/>
          <p:cNvGrpSpPr/>
          <p:nvPr/>
        </p:nvGrpSpPr>
        <p:grpSpPr bwMode="auto">
          <a:xfrm>
            <a:off x="6908798" y="2778259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9623946" name="Group 734"/>
          <p:cNvGrpSpPr/>
          <p:nvPr/>
        </p:nvGrpSpPr>
        <p:grpSpPr bwMode="auto">
          <a:xfrm>
            <a:off x="7101426" y="2778259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9657328" name="Group 737"/>
          <p:cNvGrpSpPr/>
          <p:nvPr/>
        </p:nvGrpSpPr>
        <p:grpSpPr bwMode="auto">
          <a:xfrm>
            <a:off x="4985844" y="2778259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5992642" name="Group 740"/>
          <p:cNvGrpSpPr/>
          <p:nvPr/>
        </p:nvGrpSpPr>
        <p:grpSpPr bwMode="auto">
          <a:xfrm>
            <a:off x="5178467" y="2778259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110665" name="Group 743"/>
          <p:cNvGrpSpPr/>
          <p:nvPr/>
        </p:nvGrpSpPr>
        <p:grpSpPr bwMode="auto">
          <a:xfrm>
            <a:off x="5371095" y="2778259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2367657" name="Group 746"/>
          <p:cNvGrpSpPr/>
          <p:nvPr/>
        </p:nvGrpSpPr>
        <p:grpSpPr bwMode="auto">
          <a:xfrm>
            <a:off x="5562624" y="2969787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8542569" name="Group 749"/>
          <p:cNvGrpSpPr/>
          <p:nvPr/>
        </p:nvGrpSpPr>
        <p:grpSpPr bwMode="auto">
          <a:xfrm>
            <a:off x="5755248" y="2969787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379845" name="Group 752"/>
          <p:cNvGrpSpPr/>
          <p:nvPr/>
        </p:nvGrpSpPr>
        <p:grpSpPr bwMode="auto">
          <a:xfrm>
            <a:off x="5947869" y="2969787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7119800" name="Group 755"/>
          <p:cNvGrpSpPr/>
          <p:nvPr/>
        </p:nvGrpSpPr>
        <p:grpSpPr bwMode="auto">
          <a:xfrm>
            <a:off x="6139398" y="2969787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5163179" name="Group 758"/>
          <p:cNvGrpSpPr/>
          <p:nvPr/>
        </p:nvGrpSpPr>
        <p:grpSpPr bwMode="auto">
          <a:xfrm>
            <a:off x="6332024" y="2969787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7527498" name="Group 761"/>
          <p:cNvGrpSpPr/>
          <p:nvPr/>
        </p:nvGrpSpPr>
        <p:grpSpPr bwMode="auto">
          <a:xfrm>
            <a:off x="6524644" y="2969787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4116138" name="Group 764"/>
          <p:cNvGrpSpPr/>
          <p:nvPr/>
        </p:nvGrpSpPr>
        <p:grpSpPr bwMode="auto">
          <a:xfrm>
            <a:off x="6716174" y="2969787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2059846" name="Group 767"/>
          <p:cNvGrpSpPr/>
          <p:nvPr/>
        </p:nvGrpSpPr>
        <p:grpSpPr bwMode="auto">
          <a:xfrm>
            <a:off x="6908798" y="2969787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59902" name="Group 770"/>
          <p:cNvGrpSpPr/>
          <p:nvPr/>
        </p:nvGrpSpPr>
        <p:grpSpPr bwMode="auto">
          <a:xfrm>
            <a:off x="7101426" y="2969787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5268670" name="Group 773"/>
          <p:cNvGrpSpPr/>
          <p:nvPr/>
        </p:nvGrpSpPr>
        <p:grpSpPr bwMode="auto">
          <a:xfrm>
            <a:off x="4985844" y="2969787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5832363" name="Group 776"/>
          <p:cNvGrpSpPr/>
          <p:nvPr/>
        </p:nvGrpSpPr>
        <p:grpSpPr bwMode="auto">
          <a:xfrm>
            <a:off x="5178467" y="2969787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6594547" name="Group 779"/>
          <p:cNvGrpSpPr/>
          <p:nvPr/>
        </p:nvGrpSpPr>
        <p:grpSpPr bwMode="auto">
          <a:xfrm>
            <a:off x="5371095" y="2969787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7561931" name="Group 782"/>
          <p:cNvGrpSpPr/>
          <p:nvPr/>
        </p:nvGrpSpPr>
        <p:grpSpPr bwMode="auto">
          <a:xfrm>
            <a:off x="5562624" y="3159260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9702980" name="Group 785"/>
          <p:cNvGrpSpPr/>
          <p:nvPr/>
        </p:nvGrpSpPr>
        <p:grpSpPr bwMode="auto">
          <a:xfrm>
            <a:off x="5755248" y="3159260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954900" name="Group 788"/>
          <p:cNvGrpSpPr/>
          <p:nvPr/>
        </p:nvGrpSpPr>
        <p:grpSpPr bwMode="auto">
          <a:xfrm>
            <a:off x="5947869" y="3159260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849938" name="Group 791"/>
          <p:cNvGrpSpPr/>
          <p:nvPr/>
        </p:nvGrpSpPr>
        <p:grpSpPr bwMode="auto">
          <a:xfrm>
            <a:off x="6139398" y="3159260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3599428" name="Group 794"/>
          <p:cNvGrpSpPr/>
          <p:nvPr/>
        </p:nvGrpSpPr>
        <p:grpSpPr bwMode="auto">
          <a:xfrm>
            <a:off x="6332024" y="3159260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1012544" name="Group 797"/>
          <p:cNvGrpSpPr/>
          <p:nvPr/>
        </p:nvGrpSpPr>
        <p:grpSpPr bwMode="auto">
          <a:xfrm>
            <a:off x="6524644" y="3159260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8089659" name="Group 800"/>
          <p:cNvGrpSpPr/>
          <p:nvPr/>
        </p:nvGrpSpPr>
        <p:grpSpPr bwMode="auto">
          <a:xfrm>
            <a:off x="6716174" y="3159260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7158" name="Group 803"/>
          <p:cNvGrpSpPr/>
          <p:nvPr/>
        </p:nvGrpSpPr>
        <p:grpSpPr bwMode="auto">
          <a:xfrm>
            <a:off x="6908798" y="3159260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0976767" name="Group 806"/>
          <p:cNvGrpSpPr/>
          <p:nvPr/>
        </p:nvGrpSpPr>
        <p:grpSpPr bwMode="auto">
          <a:xfrm>
            <a:off x="7101426" y="3159260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3698659" name="Group 809"/>
          <p:cNvGrpSpPr/>
          <p:nvPr/>
        </p:nvGrpSpPr>
        <p:grpSpPr bwMode="auto">
          <a:xfrm>
            <a:off x="4985844" y="3159260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9773197" name="Group 812"/>
          <p:cNvGrpSpPr/>
          <p:nvPr/>
        </p:nvGrpSpPr>
        <p:grpSpPr bwMode="auto">
          <a:xfrm>
            <a:off x="5178467" y="3159260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71819" name="Group 815"/>
          <p:cNvGrpSpPr/>
          <p:nvPr/>
        </p:nvGrpSpPr>
        <p:grpSpPr bwMode="auto">
          <a:xfrm>
            <a:off x="5371095" y="3159260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179451" name="Group 818"/>
          <p:cNvGrpSpPr/>
          <p:nvPr/>
        </p:nvGrpSpPr>
        <p:grpSpPr bwMode="auto">
          <a:xfrm>
            <a:off x="5562624" y="3352577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7428946" name="Group 821"/>
          <p:cNvGrpSpPr/>
          <p:nvPr/>
        </p:nvGrpSpPr>
        <p:grpSpPr bwMode="auto">
          <a:xfrm>
            <a:off x="5755248" y="3352577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662645" name="Group 824"/>
          <p:cNvGrpSpPr/>
          <p:nvPr/>
        </p:nvGrpSpPr>
        <p:grpSpPr bwMode="auto">
          <a:xfrm>
            <a:off x="5947869" y="3352577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9538817" name="Group 827"/>
          <p:cNvGrpSpPr/>
          <p:nvPr/>
        </p:nvGrpSpPr>
        <p:grpSpPr bwMode="auto">
          <a:xfrm>
            <a:off x="6139398" y="3352577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2917684" name="Group 830"/>
          <p:cNvGrpSpPr/>
          <p:nvPr/>
        </p:nvGrpSpPr>
        <p:grpSpPr bwMode="auto">
          <a:xfrm>
            <a:off x="6332024" y="3352577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6637538" name="Group 833"/>
          <p:cNvGrpSpPr/>
          <p:nvPr/>
        </p:nvGrpSpPr>
        <p:grpSpPr bwMode="auto">
          <a:xfrm>
            <a:off x="6524644" y="3352577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2879839" name="Group 836"/>
          <p:cNvGrpSpPr/>
          <p:nvPr/>
        </p:nvGrpSpPr>
        <p:grpSpPr bwMode="auto">
          <a:xfrm>
            <a:off x="6716174" y="3352577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252512" name="Group 839"/>
          <p:cNvGrpSpPr/>
          <p:nvPr/>
        </p:nvGrpSpPr>
        <p:grpSpPr bwMode="auto">
          <a:xfrm>
            <a:off x="6908798" y="3352577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790762" name="Group 842"/>
          <p:cNvGrpSpPr/>
          <p:nvPr/>
        </p:nvGrpSpPr>
        <p:grpSpPr bwMode="auto">
          <a:xfrm>
            <a:off x="7101426" y="3352577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1963975" name="Group 845"/>
          <p:cNvGrpSpPr/>
          <p:nvPr/>
        </p:nvGrpSpPr>
        <p:grpSpPr bwMode="auto">
          <a:xfrm>
            <a:off x="4985844" y="3352577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0916017" name="Group 848"/>
          <p:cNvGrpSpPr/>
          <p:nvPr/>
        </p:nvGrpSpPr>
        <p:grpSpPr bwMode="auto">
          <a:xfrm>
            <a:off x="5178467" y="3352577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4547238" name="Group 851"/>
          <p:cNvGrpSpPr/>
          <p:nvPr/>
        </p:nvGrpSpPr>
        <p:grpSpPr bwMode="auto">
          <a:xfrm>
            <a:off x="5371095" y="3352577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1156606" name="Group 854"/>
          <p:cNvGrpSpPr/>
          <p:nvPr/>
        </p:nvGrpSpPr>
        <p:grpSpPr bwMode="auto">
          <a:xfrm>
            <a:off x="5562624" y="3542049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57985" name="Group 857"/>
          <p:cNvGrpSpPr/>
          <p:nvPr/>
        </p:nvGrpSpPr>
        <p:grpSpPr bwMode="auto">
          <a:xfrm>
            <a:off x="5755248" y="3542049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562979" name="Group 860"/>
          <p:cNvGrpSpPr/>
          <p:nvPr/>
        </p:nvGrpSpPr>
        <p:grpSpPr bwMode="auto">
          <a:xfrm>
            <a:off x="5947869" y="3542049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605123" name="Group 863"/>
          <p:cNvGrpSpPr/>
          <p:nvPr/>
        </p:nvGrpSpPr>
        <p:grpSpPr bwMode="auto">
          <a:xfrm>
            <a:off x="6139398" y="3542049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7580061" name="Group 866"/>
          <p:cNvGrpSpPr/>
          <p:nvPr/>
        </p:nvGrpSpPr>
        <p:grpSpPr bwMode="auto">
          <a:xfrm>
            <a:off x="6332024" y="3542049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9858728" name="Group 869"/>
          <p:cNvGrpSpPr/>
          <p:nvPr/>
        </p:nvGrpSpPr>
        <p:grpSpPr bwMode="auto">
          <a:xfrm>
            <a:off x="6524644" y="3542049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3615308" name="Group 872"/>
          <p:cNvGrpSpPr/>
          <p:nvPr/>
        </p:nvGrpSpPr>
        <p:grpSpPr bwMode="auto">
          <a:xfrm>
            <a:off x="6716174" y="3542049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33974" name="Group 875"/>
          <p:cNvGrpSpPr/>
          <p:nvPr/>
        </p:nvGrpSpPr>
        <p:grpSpPr bwMode="auto">
          <a:xfrm>
            <a:off x="6908798" y="3542049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533322" name="Group 878"/>
          <p:cNvGrpSpPr/>
          <p:nvPr/>
        </p:nvGrpSpPr>
        <p:grpSpPr bwMode="auto">
          <a:xfrm>
            <a:off x="7101426" y="3542049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33110" name="Group 881"/>
          <p:cNvGrpSpPr/>
          <p:nvPr/>
        </p:nvGrpSpPr>
        <p:grpSpPr bwMode="auto">
          <a:xfrm>
            <a:off x="4985844" y="3542049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6273964" name="Group 884"/>
          <p:cNvGrpSpPr/>
          <p:nvPr/>
        </p:nvGrpSpPr>
        <p:grpSpPr bwMode="auto">
          <a:xfrm>
            <a:off x="5178467" y="3542049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2424199" name="Group 887"/>
          <p:cNvGrpSpPr/>
          <p:nvPr/>
        </p:nvGrpSpPr>
        <p:grpSpPr bwMode="auto">
          <a:xfrm>
            <a:off x="5371095" y="3542049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3534870" name="Group 890"/>
          <p:cNvGrpSpPr/>
          <p:nvPr/>
        </p:nvGrpSpPr>
        <p:grpSpPr bwMode="auto">
          <a:xfrm>
            <a:off x="5562624" y="3733577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196278" name="Group 893"/>
          <p:cNvGrpSpPr/>
          <p:nvPr/>
        </p:nvGrpSpPr>
        <p:grpSpPr bwMode="auto">
          <a:xfrm>
            <a:off x="5755248" y="3733577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465456" name="Group 896"/>
          <p:cNvGrpSpPr/>
          <p:nvPr/>
        </p:nvGrpSpPr>
        <p:grpSpPr bwMode="auto">
          <a:xfrm>
            <a:off x="5947869" y="3733577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406818" name="Group 899"/>
          <p:cNvGrpSpPr/>
          <p:nvPr/>
        </p:nvGrpSpPr>
        <p:grpSpPr bwMode="auto">
          <a:xfrm>
            <a:off x="6139398" y="3733577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706612" name="Group 902"/>
          <p:cNvGrpSpPr/>
          <p:nvPr/>
        </p:nvGrpSpPr>
        <p:grpSpPr bwMode="auto">
          <a:xfrm>
            <a:off x="6332024" y="3733577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8434595" name="Group 905"/>
          <p:cNvGrpSpPr/>
          <p:nvPr/>
        </p:nvGrpSpPr>
        <p:grpSpPr bwMode="auto">
          <a:xfrm>
            <a:off x="6524644" y="3733577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1302750" name="Group 908"/>
          <p:cNvGrpSpPr/>
          <p:nvPr/>
        </p:nvGrpSpPr>
        <p:grpSpPr bwMode="auto">
          <a:xfrm>
            <a:off x="6716174" y="3733577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92121" name="Group 911"/>
          <p:cNvGrpSpPr/>
          <p:nvPr/>
        </p:nvGrpSpPr>
        <p:grpSpPr bwMode="auto">
          <a:xfrm>
            <a:off x="6908798" y="3733577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839587" name="Group 914"/>
          <p:cNvGrpSpPr/>
          <p:nvPr/>
        </p:nvGrpSpPr>
        <p:grpSpPr bwMode="auto">
          <a:xfrm>
            <a:off x="7101426" y="3733577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4360340" name="Group 917"/>
          <p:cNvGrpSpPr/>
          <p:nvPr/>
        </p:nvGrpSpPr>
        <p:grpSpPr bwMode="auto">
          <a:xfrm>
            <a:off x="4985844" y="3733577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0264055" name="Group 920"/>
          <p:cNvGrpSpPr/>
          <p:nvPr/>
        </p:nvGrpSpPr>
        <p:grpSpPr bwMode="auto">
          <a:xfrm>
            <a:off x="5178467" y="3733577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6539217" name="Group 923"/>
          <p:cNvGrpSpPr/>
          <p:nvPr/>
        </p:nvGrpSpPr>
        <p:grpSpPr bwMode="auto">
          <a:xfrm>
            <a:off x="5371095" y="3733577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1293823" name="Group 926"/>
          <p:cNvGrpSpPr/>
          <p:nvPr/>
        </p:nvGrpSpPr>
        <p:grpSpPr bwMode="auto">
          <a:xfrm>
            <a:off x="5562624" y="3923049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9371897" name="Group 929"/>
          <p:cNvGrpSpPr/>
          <p:nvPr/>
        </p:nvGrpSpPr>
        <p:grpSpPr bwMode="auto">
          <a:xfrm>
            <a:off x="5755248" y="3923049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337312" name="Group 932"/>
          <p:cNvGrpSpPr/>
          <p:nvPr/>
        </p:nvGrpSpPr>
        <p:grpSpPr bwMode="auto">
          <a:xfrm>
            <a:off x="5947869" y="3923049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96583384" name="Group 935"/>
          <p:cNvGrpSpPr/>
          <p:nvPr/>
        </p:nvGrpSpPr>
        <p:grpSpPr bwMode="auto">
          <a:xfrm>
            <a:off x="6139398" y="3923049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6781816" name="Group 938"/>
          <p:cNvGrpSpPr/>
          <p:nvPr/>
        </p:nvGrpSpPr>
        <p:grpSpPr bwMode="auto">
          <a:xfrm>
            <a:off x="6332024" y="3923049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001154" name="Group 941"/>
          <p:cNvGrpSpPr/>
          <p:nvPr/>
        </p:nvGrpSpPr>
        <p:grpSpPr bwMode="auto">
          <a:xfrm>
            <a:off x="6524644" y="3923049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43235" name="Group 944"/>
          <p:cNvGrpSpPr/>
          <p:nvPr/>
        </p:nvGrpSpPr>
        <p:grpSpPr bwMode="auto">
          <a:xfrm>
            <a:off x="6716174" y="3923049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525881" name="Group 947"/>
          <p:cNvGrpSpPr/>
          <p:nvPr/>
        </p:nvGrpSpPr>
        <p:grpSpPr bwMode="auto">
          <a:xfrm>
            <a:off x="6908798" y="3923049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816353" name="Group 950"/>
          <p:cNvGrpSpPr/>
          <p:nvPr/>
        </p:nvGrpSpPr>
        <p:grpSpPr bwMode="auto">
          <a:xfrm>
            <a:off x="7101426" y="3923049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50705" name="Group 953"/>
          <p:cNvGrpSpPr/>
          <p:nvPr/>
        </p:nvGrpSpPr>
        <p:grpSpPr bwMode="auto">
          <a:xfrm>
            <a:off x="4985844" y="3923049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2343203" name="Group 956"/>
          <p:cNvGrpSpPr/>
          <p:nvPr/>
        </p:nvGrpSpPr>
        <p:grpSpPr bwMode="auto">
          <a:xfrm>
            <a:off x="5178467" y="3923049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042112" name="Group 959"/>
          <p:cNvGrpSpPr/>
          <p:nvPr/>
        </p:nvGrpSpPr>
        <p:grpSpPr bwMode="auto">
          <a:xfrm>
            <a:off x="5371095" y="3923049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478012" name="Group 962"/>
          <p:cNvGrpSpPr/>
          <p:nvPr/>
        </p:nvGrpSpPr>
        <p:grpSpPr bwMode="auto">
          <a:xfrm>
            <a:off x="5562624" y="4114577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209871" name="Group 965"/>
          <p:cNvGrpSpPr/>
          <p:nvPr/>
        </p:nvGrpSpPr>
        <p:grpSpPr bwMode="auto">
          <a:xfrm>
            <a:off x="5755248" y="4114577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849232" name="Group 968"/>
          <p:cNvGrpSpPr/>
          <p:nvPr/>
        </p:nvGrpSpPr>
        <p:grpSpPr bwMode="auto">
          <a:xfrm>
            <a:off x="5947869" y="4114577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278600" name="Group 971"/>
          <p:cNvGrpSpPr/>
          <p:nvPr/>
        </p:nvGrpSpPr>
        <p:grpSpPr bwMode="auto">
          <a:xfrm>
            <a:off x="6139398" y="4114577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5714189" name="Group 974"/>
          <p:cNvGrpSpPr/>
          <p:nvPr/>
        </p:nvGrpSpPr>
        <p:grpSpPr bwMode="auto">
          <a:xfrm>
            <a:off x="6332024" y="4114577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6961198" name="Group 977"/>
          <p:cNvGrpSpPr/>
          <p:nvPr/>
        </p:nvGrpSpPr>
        <p:grpSpPr bwMode="auto">
          <a:xfrm>
            <a:off x="6524644" y="4114577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448981" name="Group 980"/>
          <p:cNvGrpSpPr/>
          <p:nvPr/>
        </p:nvGrpSpPr>
        <p:grpSpPr bwMode="auto">
          <a:xfrm>
            <a:off x="6716174" y="4114577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214446" name="Group 983"/>
          <p:cNvGrpSpPr/>
          <p:nvPr/>
        </p:nvGrpSpPr>
        <p:grpSpPr bwMode="auto">
          <a:xfrm>
            <a:off x="6908798" y="4114577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7582657" name="Group 986"/>
          <p:cNvGrpSpPr/>
          <p:nvPr/>
        </p:nvGrpSpPr>
        <p:grpSpPr bwMode="auto">
          <a:xfrm>
            <a:off x="7101426" y="4114577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0903327" name="Group 989"/>
          <p:cNvGrpSpPr/>
          <p:nvPr/>
        </p:nvGrpSpPr>
        <p:grpSpPr bwMode="auto">
          <a:xfrm>
            <a:off x="4985844" y="4114577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0331190" name="Group 992"/>
          <p:cNvGrpSpPr/>
          <p:nvPr/>
        </p:nvGrpSpPr>
        <p:grpSpPr bwMode="auto">
          <a:xfrm>
            <a:off x="5178467" y="4114577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02421769" name="Group 995"/>
          <p:cNvGrpSpPr/>
          <p:nvPr/>
        </p:nvGrpSpPr>
        <p:grpSpPr bwMode="auto">
          <a:xfrm>
            <a:off x="5371095" y="4114577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8109011" name="Group 998"/>
          <p:cNvGrpSpPr/>
          <p:nvPr/>
        </p:nvGrpSpPr>
        <p:grpSpPr bwMode="auto">
          <a:xfrm>
            <a:off x="5562624" y="4304050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59898" name="Group 1001"/>
          <p:cNvGrpSpPr/>
          <p:nvPr/>
        </p:nvGrpSpPr>
        <p:grpSpPr bwMode="auto">
          <a:xfrm>
            <a:off x="5755248" y="4304050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131723" name="Group 1004"/>
          <p:cNvGrpSpPr/>
          <p:nvPr/>
        </p:nvGrpSpPr>
        <p:grpSpPr bwMode="auto">
          <a:xfrm>
            <a:off x="5947869" y="4304050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672765" name="Group 1007"/>
          <p:cNvGrpSpPr/>
          <p:nvPr/>
        </p:nvGrpSpPr>
        <p:grpSpPr bwMode="auto">
          <a:xfrm>
            <a:off x="6139398" y="4304050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6532607" name="Group 1010"/>
          <p:cNvGrpSpPr/>
          <p:nvPr/>
        </p:nvGrpSpPr>
        <p:grpSpPr bwMode="auto">
          <a:xfrm>
            <a:off x="6332024" y="4304050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9965359" name="Group 1013"/>
          <p:cNvGrpSpPr/>
          <p:nvPr/>
        </p:nvGrpSpPr>
        <p:grpSpPr bwMode="auto">
          <a:xfrm>
            <a:off x="6524644" y="4304050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8731809" name="Group 1016"/>
          <p:cNvGrpSpPr/>
          <p:nvPr/>
        </p:nvGrpSpPr>
        <p:grpSpPr bwMode="auto">
          <a:xfrm>
            <a:off x="6716174" y="4304050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02590" name="Group 1019"/>
          <p:cNvGrpSpPr/>
          <p:nvPr/>
        </p:nvGrpSpPr>
        <p:grpSpPr bwMode="auto">
          <a:xfrm>
            <a:off x="6908798" y="4304050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1731585" name="Group 1022"/>
          <p:cNvGrpSpPr/>
          <p:nvPr/>
        </p:nvGrpSpPr>
        <p:grpSpPr bwMode="auto">
          <a:xfrm>
            <a:off x="7101426" y="4304050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508121" name="Group 1025"/>
          <p:cNvGrpSpPr/>
          <p:nvPr/>
        </p:nvGrpSpPr>
        <p:grpSpPr bwMode="auto">
          <a:xfrm>
            <a:off x="4985844" y="4304050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4542770" name="Group 1028"/>
          <p:cNvGrpSpPr/>
          <p:nvPr/>
        </p:nvGrpSpPr>
        <p:grpSpPr bwMode="auto">
          <a:xfrm>
            <a:off x="5178467" y="4304050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429329" name="Group 1031"/>
          <p:cNvGrpSpPr/>
          <p:nvPr/>
        </p:nvGrpSpPr>
        <p:grpSpPr bwMode="auto">
          <a:xfrm>
            <a:off x="5371095" y="4304050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522958" name="Group 1034"/>
          <p:cNvGrpSpPr/>
          <p:nvPr/>
        </p:nvGrpSpPr>
        <p:grpSpPr bwMode="auto">
          <a:xfrm>
            <a:off x="5562624" y="1826787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283528" name="Group 1037"/>
          <p:cNvGrpSpPr/>
          <p:nvPr/>
        </p:nvGrpSpPr>
        <p:grpSpPr bwMode="auto">
          <a:xfrm>
            <a:off x="5755248" y="1826787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7684977" name="Group 1040"/>
          <p:cNvGrpSpPr/>
          <p:nvPr/>
        </p:nvGrpSpPr>
        <p:grpSpPr bwMode="auto">
          <a:xfrm>
            <a:off x="5947869" y="1826787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3008895" name="Group 1043"/>
          <p:cNvGrpSpPr/>
          <p:nvPr/>
        </p:nvGrpSpPr>
        <p:grpSpPr bwMode="auto">
          <a:xfrm>
            <a:off x="6139398" y="1826787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312118" name="Group 1046"/>
          <p:cNvGrpSpPr/>
          <p:nvPr/>
        </p:nvGrpSpPr>
        <p:grpSpPr bwMode="auto">
          <a:xfrm>
            <a:off x="6332024" y="1826787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6000348" name="Group 1049"/>
          <p:cNvGrpSpPr/>
          <p:nvPr/>
        </p:nvGrpSpPr>
        <p:grpSpPr bwMode="auto">
          <a:xfrm>
            <a:off x="6524644" y="1826787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6058578" name="Group 1052"/>
          <p:cNvGrpSpPr/>
          <p:nvPr/>
        </p:nvGrpSpPr>
        <p:grpSpPr bwMode="auto">
          <a:xfrm>
            <a:off x="6716174" y="1826787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2422953" name="Group 1055"/>
          <p:cNvGrpSpPr/>
          <p:nvPr/>
        </p:nvGrpSpPr>
        <p:grpSpPr bwMode="auto">
          <a:xfrm>
            <a:off x="6908798" y="1826787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3907606" name="Group 1058"/>
          <p:cNvGrpSpPr/>
          <p:nvPr/>
        </p:nvGrpSpPr>
        <p:grpSpPr bwMode="auto">
          <a:xfrm>
            <a:off x="7101426" y="1826787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5634342" name="Group 1061"/>
          <p:cNvGrpSpPr/>
          <p:nvPr/>
        </p:nvGrpSpPr>
        <p:grpSpPr bwMode="auto">
          <a:xfrm>
            <a:off x="4985844" y="1826787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123213" name="Group 1064"/>
          <p:cNvGrpSpPr/>
          <p:nvPr/>
        </p:nvGrpSpPr>
        <p:grpSpPr bwMode="auto">
          <a:xfrm>
            <a:off x="5178467" y="1826787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2036331" name="Group 1067"/>
          <p:cNvGrpSpPr/>
          <p:nvPr/>
        </p:nvGrpSpPr>
        <p:grpSpPr bwMode="auto">
          <a:xfrm>
            <a:off x="5371095" y="1826787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5386323" name="Group 1070"/>
          <p:cNvGrpSpPr/>
          <p:nvPr/>
        </p:nvGrpSpPr>
        <p:grpSpPr bwMode="auto">
          <a:xfrm>
            <a:off x="5562624" y="2016260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1372036" name="Group 1073"/>
          <p:cNvGrpSpPr/>
          <p:nvPr/>
        </p:nvGrpSpPr>
        <p:grpSpPr bwMode="auto">
          <a:xfrm>
            <a:off x="5755248" y="2016260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150958" name="Group 1076"/>
          <p:cNvGrpSpPr/>
          <p:nvPr/>
        </p:nvGrpSpPr>
        <p:grpSpPr bwMode="auto">
          <a:xfrm>
            <a:off x="5947869" y="2016260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2306767" name="Group 1079"/>
          <p:cNvGrpSpPr/>
          <p:nvPr/>
        </p:nvGrpSpPr>
        <p:grpSpPr bwMode="auto">
          <a:xfrm>
            <a:off x="6139398" y="2016260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89308525" name="Group 1082"/>
          <p:cNvGrpSpPr/>
          <p:nvPr/>
        </p:nvGrpSpPr>
        <p:grpSpPr bwMode="auto">
          <a:xfrm>
            <a:off x="6332024" y="2016260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0176938" name="Group 1085"/>
          <p:cNvGrpSpPr/>
          <p:nvPr/>
        </p:nvGrpSpPr>
        <p:grpSpPr bwMode="auto">
          <a:xfrm>
            <a:off x="6524644" y="2016260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8298" name="Group 1088"/>
          <p:cNvGrpSpPr/>
          <p:nvPr/>
        </p:nvGrpSpPr>
        <p:grpSpPr bwMode="auto">
          <a:xfrm>
            <a:off x="6716174" y="2016260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7368739" name="Group 1091"/>
          <p:cNvGrpSpPr/>
          <p:nvPr/>
        </p:nvGrpSpPr>
        <p:grpSpPr bwMode="auto">
          <a:xfrm>
            <a:off x="6908798" y="2016260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5633799" name="Group 1094"/>
          <p:cNvGrpSpPr/>
          <p:nvPr/>
        </p:nvGrpSpPr>
        <p:grpSpPr bwMode="auto">
          <a:xfrm>
            <a:off x="7101426" y="2016260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688404" name="Group 1097"/>
          <p:cNvGrpSpPr/>
          <p:nvPr/>
        </p:nvGrpSpPr>
        <p:grpSpPr bwMode="auto">
          <a:xfrm>
            <a:off x="4985844" y="2016260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5303925" name="Group 1100"/>
          <p:cNvGrpSpPr/>
          <p:nvPr/>
        </p:nvGrpSpPr>
        <p:grpSpPr bwMode="auto">
          <a:xfrm>
            <a:off x="5178467" y="2016260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553231" name="Group 1103"/>
          <p:cNvGrpSpPr/>
          <p:nvPr/>
        </p:nvGrpSpPr>
        <p:grpSpPr bwMode="auto">
          <a:xfrm>
            <a:off x="5371095" y="2016260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700208" name="Group 1106"/>
          <p:cNvGrpSpPr/>
          <p:nvPr/>
        </p:nvGrpSpPr>
        <p:grpSpPr bwMode="auto">
          <a:xfrm>
            <a:off x="5562624" y="4494549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855082" name="Group 1109"/>
          <p:cNvGrpSpPr/>
          <p:nvPr/>
        </p:nvGrpSpPr>
        <p:grpSpPr bwMode="auto">
          <a:xfrm>
            <a:off x="5755248" y="4494549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7975453" name="Group 1112"/>
          <p:cNvGrpSpPr/>
          <p:nvPr/>
        </p:nvGrpSpPr>
        <p:grpSpPr bwMode="auto">
          <a:xfrm>
            <a:off x="5947869" y="4494549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2005" name="Group 1115"/>
          <p:cNvGrpSpPr/>
          <p:nvPr/>
        </p:nvGrpSpPr>
        <p:grpSpPr bwMode="auto">
          <a:xfrm>
            <a:off x="6139398" y="4494549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5785145" name="Group 1118"/>
          <p:cNvGrpSpPr/>
          <p:nvPr/>
        </p:nvGrpSpPr>
        <p:grpSpPr bwMode="auto">
          <a:xfrm>
            <a:off x="6332024" y="4494549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6656843" name="Group 1121"/>
          <p:cNvGrpSpPr/>
          <p:nvPr/>
        </p:nvGrpSpPr>
        <p:grpSpPr bwMode="auto">
          <a:xfrm>
            <a:off x="6524644" y="4494549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5803763" name="Group 1124"/>
          <p:cNvGrpSpPr/>
          <p:nvPr/>
        </p:nvGrpSpPr>
        <p:grpSpPr bwMode="auto">
          <a:xfrm>
            <a:off x="6716174" y="4494549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049394" name="Group 1127"/>
          <p:cNvGrpSpPr/>
          <p:nvPr/>
        </p:nvGrpSpPr>
        <p:grpSpPr bwMode="auto">
          <a:xfrm>
            <a:off x="6908798" y="4494549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414487" name="Group 1130"/>
          <p:cNvGrpSpPr/>
          <p:nvPr/>
        </p:nvGrpSpPr>
        <p:grpSpPr bwMode="auto">
          <a:xfrm>
            <a:off x="7101426" y="4494549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11002" name="Group 1133"/>
          <p:cNvGrpSpPr/>
          <p:nvPr/>
        </p:nvGrpSpPr>
        <p:grpSpPr bwMode="auto">
          <a:xfrm>
            <a:off x="4985844" y="4494549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286673" name="Group 1136"/>
          <p:cNvGrpSpPr/>
          <p:nvPr/>
        </p:nvGrpSpPr>
        <p:grpSpPr bwMode="auto">
          <a:xfrm>
            <a:off x="5178467" y="4494549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2799796" name="Group 1139"/>
          <p:cNvGrpSpPr/>
          <p:nvPr/>
        </p:nvGrpSpPr>
        <p:grpSpPr bwMode="auto">
          <a:xfrm>
            <a:off x="5371095" y="4494549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0045194" name="Group 1142"/>
          <p:cNvGrpSpPr/>
          <p:nvPr/>
        </p:nvGrpSpPr>
        <p:grpSpPr bwMode="auto">
          <a:xfrm>
            <a:off x="5562624" y="4684020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358361" name="Group 1145"/>
          <p:cNvGrpSpPr/>
          <p:nvPr/>
        </p:nvGrpSpPr>
        <p:grpSpPr bwMode="auto">
          <a:xfrm>
            <a:off x="5755248" y="4684020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5297678" name="Group 1148"/>
          <p:cNvGrpSpPr/>
          <p:nvPr/>
        </p:nvGrpSpPr>
        <p:grpSpPr bwMode="auto">
          <a:xfrm>
            <a:off x="5947869" y="4684020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892834" name="Group 1151"/>
          <p:cNvGrpSpPr/>
          <p:nvPr/>
        </p:nvGrpSpPr>
        <p:grpSpPr bwMode="auto">
          <a:xfrm>
            <a:off x="6139398" y="4684020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34886" name="Group 1154"/>
          <p:cNvGrpSpPr/>
          <p:nvPr/>
        </p:nvGrpSpPr>
        <p:grpSpPr bwMode="auto">
          <a:xfrm>
            <a:off x="6332024" y="4684020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6221649" name="Group 1157"/>
          <p:cNvGrpSpPr/>
          <p:nvPr/>
        </p:nvGrpSpPr>
        <p:grpSpPr bwMode="auto">
          <a:xfrm>
            <a:off x="6524644" y="4684020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233107" name="Group 1160"/>
          <p:cNvGrpSpPr/>
          <p:nvPr/>
        </p:nvGrpSpPr>
        <p:grpSpPr bwMode="auto">
          <a:xfrm>
            <a:off x="6716174" y="4684020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3996642" name="Group 1163"/>
          <p:cNvGrpSpPr/>
          <p:nvPr/>
        </p:nvGrpSpPr>
        <p:grpSpPr bwMode="auto">
          <a:xfrm>
            <a:off x="6908798" y="4684020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102480" name="Group 1166"/>
          <p:cNvGrpSpPr/>
          <p:nvPr/>
        </p:nvGrpSpPr>
        <p:grpSpPr bwMode="auto">
          <a:xfrm>
            <a:off x="7101426" y="4684020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712843" name="Group 1169"/>
          <p:cNvGrpSpPr/>
          <p:nvPr/>
        </p:nvGrpSpPr>
        <p:grpSpPr bwMode="auto">
          <a:xfrm>
            <a:off x="4985844" y="4684020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3066371" name="Group 1172"/>
          <p:cNvGrpSpPr/>
          <p:nvPr/>
        </p:nvGrpSpPr>
        <p:grpSpPr bwMode="auto">
          <a:xfrm>
            <a:off x="5178467" y="4684020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9897321" name="Group 1175"/>
          <p:cNvGrpSpPr/>
          <p:nvPr/>
        </p:nvGrpSpPr>
        <p:grpSpPr bwMode="auto">
          <a:xfrm>
            <a:off x="5371095" y="4684020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9105048" name="Group 1178"/>
          <p:cNvGrpSpPr/>
          <p:nvPr/>
        </p:nvGrpSpPr>
        <p:grpSpPr bwMode="auto">
          <a:xfrm>
            <a:off x="4671867" y="584155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1693975" name="Group 1181"/>
          <p:cNvGrpSpPr/>
          <p:nvPr/>
        </p:nvGrpSpPr>
        <p:grpSpPr bwMode="auto">
          <a:xfrm>
            <a:off x="545502" y="584155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7759691" name="Group 1184"/>
          <p:cNvGrpSpPr/>
          <p:nvPr/>
        </p:nvGrpSpPr>
        <p:grpSpPr bwMode="auto">
          <a:xfrm>
            <a:off x="8800275" y="584155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6910746" name="Group 1187"/>
          <p:cNvGrpSpPr/>
          <p:nvPr/>
        </p:nvGrpSpPr>
        <p:grpSpPr bwMode="auto">
          <a:xfrm>
            <a:off x="9691029" y="2207788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243906" name="Group 1190"/>
          <p:cNvGrpSpPr/>
          <p:nvPr/>
        </p:nvGrpSpPr>
        <p:grpSpPr bwMode="auto">
          <a:xfrm>
            <a:off x="9883656" y="2207788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242860" name="Group 1193"/>
          <p:cNvGrpSpPr/>
          <p:nvPr/>
        </p:nvGrpSpPr>
        <p:grpSpPr bwMode="auto">
          <a:xfrm>
            <a:off x="10076277" y="2207788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44299" name="Group 1196"/>
          <p:cNvGrpSpPr/>
          <p:nvPr/>
        </p:nvGrpSpPr>
        <p:grpSpPr bwMode="auto">
          <a:xfrm>
            <a:off x="10267806" y="2207788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3822658" name="Group 1199"/>
          <p:cNvGrpSpPr/>
          <p:nvPr/>
        </p:nvGrpSpPr>
        <p:grpSpPr bwMode="auto">
          <a:xfrm>
            <a:off x="10460430" y="2207788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5505998" name="Group 1202"/>
          <p:cNvGrpSpPr/>
          <p:nvPr/>
        </p:nvGrpSpPr>
        <p:grpSpPr bwMode="auto">
          <a:xfrm>
            <a:off x="10653053" y="2207788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062589" name="Group 1205"/>
          <p:cNvGrpSpPr/>
          <p:nvPr/>
        </p:nvGrpSpPr>
        <p:grpSpPr bwMode="auto">
          <a:xfrm>
            <a:off x="10844581" y="2207788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8897912" name="Group 1208"/>
          <p:cNvGrpSpPr/>
          <p:nvPr/>
        </p:nvGrpSpPr>
        <p:grpSpPr bwMode="auto">
          <a:xfrm>
            <a:off x="11037207" y="2207788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5282101" name="Group 1211"/>
          <p:cNvGrpSpPr/>
          <p:nvPr/>
        </p:nvGrpSpPr>
        <p:grpSpPr bwMode="auto">
          <a:xfrm>
            <a:off x="11229831" y="2207788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2675424" name="Group 1214"/>
          <p:cNvGrpSpPr/>
          <p:nvPr/>
        </p:nvGrpSpPr>
        <p:grpSpPr bwMode="auto">
          <a:xfrm>
            <a:off x="9114255" y="2207788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9799516" name="Group 1217"/>
          <p:cNvGrpSpPr/>
          <p:nvPr/>
        </p:nvGrpSpPr>
        <p:grpSpPr bwMode="auto">
          <a:xfrm>
            <a:off x="9306876" y="2207788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1679710" name="Group 1220"/>
          <p:cNvGrpSpPr/>
          <p:nvPr/>
        </p:nvGrpSpPr>
        <p:grpSpPr bwMode="auto">
          <a:xfrm>
            <a:off x="9499500" y="2207788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1915494" name="Group 1223"/>
          <p:cNvGrpSpPr/>
          <p:nvPr/>
        </p:nvGrpSpPr>
        <p:grpSpPr bwMode="auto">
          <a:xfrm>
            <a:off x="9691029" y="2397260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8554919" name="Group 1226"/>
          <p:cNvGrpSpPr/>
          <p:nvPr/>
        </p:nvGrpSpPr>
        <p:grpSpPr bwMode="auto">
          <a:xfrm>
            <a:off x="9883656" y="2397260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748210" name="Group 1229"/>
          <p:cNvGrpSpPr/>
          <p:nvPr/>
        </p:nvGrpSpPr>
        <p:grpSpPr bwMode="auto">
          <a:xfrm>
            <a:off x="10076277" y="2397260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8841833" name="Group 1232"/>
          <p:cNvGrpSpPr/>
          <p:nvPr/>
        </p:nvGrpSpPr>
        <p:grpSpPr bwMode="auto">
          <a:xfrm>
            <a:off x="10267806" y="2397260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5196830" name="Group 1235"/>
          <p:cNvGrpSpPr/>
          <p:nvPr/>
        </p:nvGrpSpPr>
        <p:grpSpPr bwMode="auto">
          <a:xfrm>
            <a:off x="10460430" y="2397260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787380" name="Group 1238"/>
          <p:cNvGrpSpPr/>
          <p:nvPr/>
        </p:nvGrpSpPr>
        <p:grpSpPr bwMode="auto">
          <a:xfrm>
            <a:off x="10653053" y="2397260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4516677" name="Group 1241"/>
          <p:cNvGrpSpPr/>
          <p:nvPr/>
        </p:nvGrpSpPr>
        <p:grpSpPr bwMode="auto">
          <a:xfrm>
            <a:off x="10844581" y="2397260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416832" name="Group 1244"/>
          <p:cNvGrpSpPr/>
          <p:nvPr/>
        </p:nvGrpSpPr>
        <p:grpSpPr bwMode="auto">
          <a:xfrm>
            <a:off x="11037207" y="2397260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8519547" name="Group 1247"/>
          <p:cNvGrpSpPr/>
          <p:nvPr/>
        </p:nvGrpSpPr>
        <p:grpSpPr bwMode="auto">
          <a:xfrm>
            <a:off x="11229831" y="2397260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9328554" name="Group 1250"/>
          <p:cNvGrpSpPr/>
          <p:nvPr/>
        </p:nvGrpSpPr>
        <p:grpSpPr bwMode="auto">
          <a:xfrm>
            <a:off x="9114255" y="2397260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562417" name="Group 1253"/>
          <p:cNvGrpSpPr/>
          <p:nvPr/>
        </p:nvGrpSpPr>
        <p:grpSpPr bwMode="auto">
          <a:xfrm>
            <a:off x="9306876" y="2397260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2546515" name="Group 1256"/>
          <p:cNvGrpSpPr/>
          <p:nvPr/>
        </p:nvGrpSpPr>
        <p:grpSpPr bwMode="auto">
          <a:xfrm>
            <a:off x="9499500" y="2397260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8023894" name="Group 1259"/>
          <p:cNvGrpSpPr/>
          <p:nvPr/>
        </p:nvGrpSpPr>
        <p:grpSpPr bwMode="auto">
          <a:xfrm>
            <a:off x="9691029" y="2588788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851343" name="Group 1262"/>
          <p:cNvGrpSpPr/>
          <p:nvPr/>
        </p:nvGrpSpPr>
        <p:grpSpPr bwMode="auto">
          <a:xfrm>
            <a:off x="9883656" y="2588788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013560" name="Group 1265"/>
          <p:cNvGrpSpPr/>
          <p:nvPr/>
        </p:nvGrpSpPr>
        <p:grpSpPr bwMode="auto">
          <a:xfrm>
            <a:off x="10076277" y="2588788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5999731" name="Group 1268"/>
          <p:cNvGrpSpPr/>
          <p:nvPr/>
        </p:nvGrpSpPr>
        <p:grpSpPr bwMode="auto">
          <a:xfrm>
            <a:off x="10267806" y="2588788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7635744" name="Group 1271"/>
          <p:cNvGrpSpPr/>
          <p:nvPr/>
        </p:nvGrpSpPr>
        <p:grpSpPr bwMode="auto">
          <a:xfrm>
            <a:off x="10460430" y="2588788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2683569" name="Group 1274"/>
          <p:cNvGrpSpPr/>
          <p:nvPr/>
        </p:nvGrpSpPr>
        <p:grpSpPr bwMode="auto">
          <a:xfrm>
            <a:off x="10653053" y="2588788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449060" name="Group 1277"/>
          <p:cNvGrpSpPr/>
          <p:nvPr/>
        </p:nvGrpSpPr>
        <p:grpSpPr bwMode="auto">
          <a:xfrm>
            <a:off x="10844581" y="2588788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209113" name="Group 1280"/>
          <p:cNvGrpSpPr/>
          <p:nvPr/>
        </p:nvGrpSpPr>
        <p:grpSpPr bwMode="auto">
          <a:xfrm>
            <a:off x="11037207" y="2588788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5016217" name="Group 1283"/>
          <p:cNvGrpSpPr/>
          <p:nvPr/>
        </p:nvGrpSpPr>
        <p:grpSpPr bwMode="auto">
          <a:xfrm>
            <a:off x="11229831" y="2588788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8604792" name="Group 1286"/>
          <p:cNvGrpSpPr/>
          <p:nvPr/>
        </p:nvGrpSpPr>
        <p:grpSpPr bwMode="auto">
          <a:xfrm>
            <a:off x="9114255" y="2588788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9916532" name="Group 1289"/>
          <p:cNvGrpSpPr/>
          <p:nvPr/>
        </p:nvGrpSpPr>
        <p:grpSpPr bwMode="auto">
          <a:xfrm>
            <a:off x="9306876" y="2588788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0188523" name="Group 1292"/>
          <p:cNvGrpSpPr/>
          <p:nvPr/>
        </p:nvGrpSpPr>
        <p:grpSpPr bwMode="auto">
          <a:xfrm>
            <a:off x="9499500" y="2588788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953333" name="Group 1295"/>
          <p:cNvGrpSpPr/>
          <p:nvPr/>
        </p:nvGrpSpPr>
        <p:grpSpPr bwMode="auto">
          <a:xfrm>
            <a:off x="9691029" y="2778259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852218" name="Group 1298"/>
          <p:cNvGrpSpPr/>
          <p:nvPr/>
        </p:nvGrpSpPr>
        <p:grpSpPr bwMode="auto">
          <a:xfrm>
            <a:off x="9883656" y="2778259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7147359" name="Group 1301"/>
          <p:cNvGrpSpPr/>
          <p:nvPr/>
        </p:nvGrpSpPr>
        <p:grpSpPr bwMode="auto">
          <a:xfrm>
            <a:off x="10076277" y="2778259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057542" name="Group 1304"/>
          <p:cNvGrpSpPr/>
          <p:nvPr/>
        </p:nvGrpSpPr>
        <p:grpSpPr bwMode="auto">
          <a:xfrm>
            <a:off x="10267806" y="2778259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0755091" name="Group 1307"/>
          <p:cNvGrpSpPr/>
          <p:nvPr/>
        </p:nvGrpSpPr>
        <p:grpSpPr bwMode="auto">
          <a:xfrm>
            <a:off x="10460430" y="2778259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18041889" name="Group 1310"/>
          <p:cNvGrpSpPr/>
          <p:nvPr/>
        </p:nvGrpSpPr>
        <p:grpSpPr bwMode="auto">
          <a:xfrm>
            <a:off x="10653053" y="2778259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690128" name="Group 1313"/>
          <p:cNvGrpSpPr/>
          <p:nvPr/>
        </p:nvGrpSpPr>
        <p:grpSpPr bwMode="auto">
          <a:xfrm>
            <a:off x="10844581" y="2778259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7925884" name="Group 1316"/>
          <p:cNvGrpSpPr/>
          <p:nvPr/>
        </p:nvGrpSpPr>
        <p:grpSpPr bwMode="auto">
          <a:xfrm>
            <a:off x="11037207" y="2778259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357256" name="Group 1319"/>
          <p:cNvGrpSpPr/>
          <p:nvPr/>
        </p:nvGrpSpPr>
        <p:grpSpPr bwMode="auto">
          <a:xfrm>
            <a:off x="11229831" y="2778259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7353242" name="Group 1322"/>
          <p:cNvGrpSpPr/>
          <p:nvPr/>
        </p:nvGrpSpPr>
        <p:grpSpPr bwMode="auto">
          <a:xfrm>
            <a:off x="9114255" y="2778259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8545920" name="Group 1325"/>
          <p:cNvGrpSpPr/>
          <p:nvPr/>
        </p:nvGrpSpPr>
        <p:grpSpPr bwMode="auto">
          <a:xfrm>
            <a:off x="9306876" y="2778259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6118197" name="Group 1328"/>
          <p:cNvGrpSpPr/>
          <p:nvPr/>
        </p:nvGrpSpPr>
        <p:grpSpPr bwMode="auto">
          <a:xfrm>
            <a:off x="9499500" y="2778259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006851" name="Group 1331"/>
          <p:cNvGrpSpPr/>
          <p:nvPr/>
        </p:nvGrpSpPr>
        <p:grpSpPr bwMode="auto">
          <a:xfrm>
            <a:off x="9691029" y="2969787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8432289" name="Group 1334"/>
          <p:cNvGrpSpPr/>
          <p:nvPr/>
        </p:nvGrpSpPr>
        <p:grpSpPr bwMode="auto">
          <a:xfrm>
            <a:off x="9883656" y="2969787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516746" name="Group 1337"/>
          <p:cNvGrpSpPr/>
          <p:nvPr/>
        </p:nvGrpSpPr>
        <p:grpSpPr bwMode="auto">
          <a:xfrm>
            <a:off x="10076277" y="2969787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144773" name="Group 1340"/>
          <p:cNvGrpSpPr/>
          <p:nvPr/>
        </p:nvGrpSpPr>
        <p:grpSpPr bwMode="auto">
          <a:xfrm>
            <a:off x="10267806" y="2969787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905004" name="Group 1343"/>
          <p:cNvGrpSpPr/>
          <p:nvPr/>
        </p:nvGrpSpPr>
        <p:grpSpPr bwMode="auto">
          <a:xfrm>
            <a:off x="10460430" y="2969787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4503743" name="Group 1346"/>
          <p:cNvGrpSpPr/>
          <p:nvPr/>
        </p:nvGrpSpPr>
        <p:grpSpPr bwMode="auto">
          <a:xfrm>
            <a:off x="10653053" y="2969787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19733" name="Group 1349"/>
          <p:cNvGrpSpPr/>
          <p:nvPr/>
        </p:nvGrpSpPr>
        <p:grpSpPr bwMode="auto">
          <a:xfrm>
            <a:off x="10844581" y="2969787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0999773" name="Group 1352"/>
          <p:cNvGrpSpPr/>
          <p:nvPr/>
        </p:nvGrpSpPr>
        <p:grpSpPr bwMode="auto">
          <a:xfrm>
            <a:off x="11037207" y="2969787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1406435" name="Group 1355"/>
          <p:cNvGrpSpPr/>
          <p:nvPr/>
        </p:nvGrpSpPr>
        <p:grpSpPr bwMode="auto">
          <a:xfrm>
            <a:off x="11229831" y="2969787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0100512" name="Group 1358"/>
          <p:cNvGrpSpPr/>
          <p:nvPr/>
        </p:nvGrpSpPr>
        <p:grpSpPr bwMode="auto">
          <a:xfrm>
            <a:off x="9114255" y="2969787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0573" name="Group 1361"/>
          <p:cNvGrpSpPr/>
          <p:nvPr/>
        </p:nvGrpSpPr>
        <p:grpSpPr bwMode="auto">
          <a:xfrm>
            <a:off x="9306876" y="2969787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9868278" name="Group 1364"/>
          <p:cNvGrpSpPr/>
          <p:nvPr/>
        </p:nvGrpSpPr>
        <p:grpSpPr bwMode="auto">
          <a:xfrm>
            <a:off x="9499500" y="2969787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9976730" name="Group 1367"/>
          <p:cNvGrpSpPr/>
          <p:nvPr/>
        </p:nvGrpSpPr>
        <p:grpSpPr bwMode="auto">
          <a:xfrm>
            <a:off x="9691029" y="3159260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229204" name="Group 1370"/>
          <p:cNvGrpSpPr/>
          <p:nvPr/>
        </p:nvGrpSpPr>
        <p:grpSpPr bwMode="auto">
          <a:xfrm>
            <a:off x="9883656" y="3159260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0881100" name="Group 1373"/>
          <p:cNvGrpSpPr/>
          <p:nvPr/>
        </p:nvGrpSpPr>
        <p:grpSpPr bwMode="auto">
          <a:xfrm>
            <a:off x="10076277" y="3159260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76002" name="Group 1376"/>
          <p:cNvGrpSpPr/>
          <p:nvPr/>
        </p:nvGrpSpPr>
        <p:grpSpPr bwMode="auto">
          <a:xfrm>
            <a:off x="10267806" y="3159260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2921401" name="Group 1379"/>
          <p:cNvGrpSpPr/>
          <p:nvPr/>
        </p:nvGrpSpPr>
        <p:grpSpPr bwMode="auto">
          <a:xfrm>
            <a:off x="10460430" y="3159260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616850" name="Group 1382"/>
          <p:cNvGrpSpPr/>
          <p:nvPr/>
        </p:nvGrpSpPr>
        <p:grpSpPr bwMode="auto">
          <a:xfrm>
            <a:off x="10653053" y="3159260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1253291" name="Group 1385"/>
          <p:cNvGrpSpPr/>
          <p:nvPr/>
        </p:nvGrpSpPr>
        <p:grpSpPr bwMode="auto">
          <a:xfrm>
            <a:off x="10844581" y="3159260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298104" name="Group 1388"/>
          <p:cNvGrpSpPr/>
          <p:nvPr/>
        </p:nvGrpSpPr>
        <p:grpSpPr bwMode="auto">
          <a:xfrm>
            <a:off x="11037207" y="3159260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796933" name="Group 1391"/>
          <p:cNvGrpSpPr/>
          <p:nvPr/>
        </p:nvGrpSpPr>
        <p:grpSpPr bwMode="auto">
          <a:xfrm>
            <a:off x="11229831" y="3159260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4955290" name="Group 1394"/>
          <p:cNvGrpSpPr/>
          <p:nvPr/>
        </p:nvGrpSpPr>
        <p:grpSpPr bwMode="auto">
          <a:xfrm>
            <a:off x="9114255" y="3159260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8788645" name="Group 1397"/>
          <p:cNvGrpSpPr/>
          <p:nvPr/>
        </p:nvGrpSpPr>
        <p:grpSpPr bwMode="auto">
          <a:xfrm>
            <a:off x="9306876" y="3159260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4529588" name="Group 1400"/>
          <p:cNvGrpSpPr/>
          <p:nvPr/>
        </p:nvGrpSpPr>
        <p:grpSpPr bwMode="auto">
          <a:xfrm>
            <a:off x="9499500" y="3159260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7591605" name="Group 1403"/>
          <p:cNvGrpSpPr/>
          <p:nvPr/>
        </p:nvGrpSpPr>
        <p:grpSpPr bwMode="auto">
          <a:xfrm>
            <a:off x="9691029" y="3352577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434780" name="Group 1406"/>
          <p:cNvGrpSpPr/>
          <p:nvPr/>
        </p:nvGrpSpPr>
        <p:grpSpPr bwMode="auto">
          <a:xfrm>
            <a:off x="9883656" y="3352577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688071" name="Group 1409"/>
          <p:cNvGrpSpPr/>
          <p:nvPr/>
        </p:nvGrpSpPr>
        <p:grpSpPr bwMode="auto">
          <a:xfrm>
            <a:off x="10076277" y="3352577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5959796" name="Group 1412"/>
          <p:cNvGrpSpPr/>
          <p:nvPr/>
        </p:nvGrpSpPr>
        <p:grpSpPr bwMode="auto">
          <a:xfrm>
            <a:off x="10267806" y="3352577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40187" name="Group 1415"/>
          <p:cNvGrpSpPr/>
          <p:nvPr/>
        </p:nvGrpSpPr>
        <p:grpSpPr bwMode="auto">
          <a:xfrm>
            <a:off x="10460430" y="3352577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8486742" name="Group 1418"/>
          <p:cNvGrpSpPr/>
          <p:nvPr/>
        </p:nvGrpSpPr>
        <p:grpSpPr bwMode="auto">
          <a:xfrm>
            <a:off x="10653053" y="3352577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4316359" name="Group 1421"/>
          <p:cNvGrpSpPr/>
          <p:nvPr/>
        </p:nvGrpSpPr>
        <p:grpSpPr bwMode="auto">
          <a:xfrm>
            <a:off x="10844581" y="3352577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4562067" name="Group 1424"/>
          <p:cNvGrpSpPr/>
          <p:nvPr/>
        </p:nvGrpSpPr>
        <p:grpSpPr bwMode="auto">
          <a:xfrm>
            <a:off x="11037207" y="3352577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076603" name="Group 1427"/>
          <p:cNvGrpSpPr/>
          <p:nvPr/>
        </p:nvGrpSpPr>
        <p:grpSpPr bwMode="auto">
          <a:xfrm>
            <a:off x="11229831" y="3352577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5217415" name="Group 1430"/>
          <p:cNvGrpSpPr/>
          <p:nvPr/>
        </p:nvGrpSpPr>
        <p:grpSpPr bwMode="auto">
          <a:xfrm>
            <a:off x="9114255" y="3352577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90236" name="Group 1433"/>
          <p:cNvGrpSpPr/>
          <p:nvPr/>
        </p:nvGrpSpPr>
        <p:grpSpPr bwMode="auto">
          <a:xfrm>
            <a:off x="9306876" y="3352577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7118847" name="Group 1436"/>
          <p:cNvGrpSpPr/>
          <p:nvPr/>
        </p:nvGrpSpPr>
        <p:grpSpPr bwMode="auto">
          <a:xfrm>
            <a:off x="9499500" y="3352577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7337167" name="Group 1439"/>
          <p:cNvGrpSpPr/>
          <p:nvPr/>
        </p:nvGrpSpPr>
        <p:grpSpPr bwMode="auto">
          <a:xfrm>
            <a:off x="9691029" y="3542049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407377" name="Group 1442"/>
          <p:cNvGrpSpPr/>
          <p:nvPr/>
        </p:nvGrpSpPr>
        <p:grpSpPr bwMode="auto">
          <a:xfrm>
            <a:off x="9883656" y="3542049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7596440" name="Group 1445"/>
          <p:cNvGrpSpPr/>
          <p:nvPr/>
        </p:nvGrpSpPr>
        <p:grpSpPr bwMode="auto">
          <a:xfrm>
            <a:off x="10076277" y="3542049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7031648" name="Group 1448"/>
          <p:cNvGrpSpPr/>
          <p:nvPr/>
        </p:nvGrpSpPr>
        <p:grpSpPr bwMode="auto">
          <a:xfrm>
            <a:off x="10267806" y="3542049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8256763" name="Group 1451"/>
          <p:cNvGrpSpPr/>
          <p:nvPr/>
        </p:nvGrpSpPr>
        <p:grpSpPr bwMode="auto">
          <a:xfrm>
            <a:off x="10460430" y="3542049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053128" name="Group 1454"/>
          <p:cNvGrpSpPr/>
          <p:nvPr/>
        </p:nvGrpSpPr>
        <p:grpSpPr bwMode="auto">
          <a:xfrm>
            <a:off x="10653053" y="3542049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32936" name="Group 1457"/>
          <p:cNvGrpSpPr/>
          <p:nvPr/>
        </p:nvGrpSpPr>
        <p:grpSpPr bwMode="auto">
          <a:xfrm>
            <a:off x="10844581" y="3542049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0216312" name="Group 1460"/>
          <p:cNvGrpSpPr/>
          <p:nvPr/>
        </p:nvGrpSpPr>
        <p:grpSpPr bwMode="auto">
          <a:xfrm>
            <a:off x="11037207" y="3542049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549117" name="Group 1463"/>
          <p:cNvGrpSpPr/>
          <p:nvPr/>
        </p:nvGrpSpPr>
        <p:grpSpPr bwMode="auto">
          <a:xfrm>
            <a:off x="11229831" y="3542049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989382" name="Group 1466"/>
          <p:cNvGrpSpPr/>
          <p:nvPr/>
        </p:nvGrpSpPr>
        <p:grpSpPr bwMode="auto">
          <a:xfrm>
            <a:off x="9114255" y="3542049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4885474" name="Group 1469"/>
          <p:cNvGrpSpPr/>
          <p:nvPr/>
        </p:nvGrpSpPr>
        <p:grpSpPr bwMode="auto">
          <a:xfrm>
            <a:off x="9306876" y="3542049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129443" name="Group 1472"/>
          <p:cNvGrpSpPr/>
          <p:nvPr/>
        </p:nvGrpSpPr>
        <p:grpSpPr bwMode="auto">
          <a:xfrm>
            <a:off x="9499500" y="3542049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8598208" name="Group 1475"/>
          <p:cNvGrpSpPr/>
          <p:nvPr/>
        </p:nvGrpSpPr>
        <p:grpSpPr bwMode="auto">
          <a:xfrm>
            <a:off x="9691029" y="3733577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361830" name="Group 1478"/>
          <p:cNvGrpSpPr/>
          <p:nvPr/>
        </p:nvGrpSpPr>
        <p:grpSpPr bwMode="auto">
          <a:xfrm>
            <a:off x="9883656" y="3733577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3637761" name="Group 1481"/>
          <p:cNvGrpSpPr/>
          <p:nvPr/>
        </p:nvGrpSpPr>
        <p:grpSpPr bwMode="auto">
          <a:xfrm>
            <a:off x="10076277" y="3733577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3753444" name="Group 1484"/>
          <p:cNvGrpSpPr/>
          <p:nvPr/>
        </p:nvGrpSpPr>
        <p:grpSpPr bwMode="auto">
          <a:xfrm>
            <a:off x="10267806" y="3733577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9466896" name="Group 1487"/>
          <p:cNvGrpSpPr/>
          <p:nvPr/>
        </p:nvGrpSpPr>
        <p:grpSpPr bwMode="auto">
          <a:xfrm>
            <a:off x="10460430" y="3733577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5248391" name="Group 1490"/>
          <p:cNvGrpSpPr/>
          <p:nvPr/>
        </p:nvGrpSpPr>
        <p:grpSpPr bwMode="auto">
          <a:xfrm>
            <a:off x="10653053" y="3733577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1536915" name="Group 1493"/>
          <p:cNvGrpSpPr/>
          <p:nvPr/>
        </p:nvGrpSpPr>
        <p:grpSpPr bwMode="auto">
          <a:xfrm>
            <a:off x="10844581" y="3733577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658891" name="Group 1496"/>
          <p:cNvGrpSpPr/>
          <p:nvPr/>
        </p:nvGrpSpPr>
        <p:grpSpPr bwMode="auto">
          <a:xfrm>
            <a:off x="11037207" y="3733577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8357252" name="Group 1499"/>
          <p:cNvGrpSpPr/>
          <p:nvPr/>
        </p:nvGrpSpPr>
        <p:grpSpPr bwMode="auto">
          <a:xfrm>
            <a:off x="11229831" y="3733577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417355" name="Group 1502"/>
          <p:cNvGrpSpPr/>
          <p:nvPr/>
        </p:nvGrpSpPr>
        <p:grpSpPr bwMode="auto">
          <a:xfrm>
            <a:off x="9114255" y="3733577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421152" name="Group 1505"/>
          <p:cNvGrpSpPr/>
          <p:nvPr/>
        </p:nvGrpSpPr>
        <p:grpSpPr bwMode="auto">
          <a:xfrm>
            <a:off x="9306876" y="3733577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0582327" name="Group 1508"/>
          <p:cNvGrpSpPr/>
          <p:nvPr/>
        </p:nvGrpSpPr>
        <p:grpSpPr bwMode="auto">
          <a:xfrm>
            <a:off x="9499500" y="3733577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4297672" name="Group 1511"/>
          <p:cNvGrpSpPr/>
          <p:nvPr/>
        </p:nvGrpSpPr>
        <p:grpSpPr bwMode="auto">
          <a:xfrm>
            <a:off x="9691029" y="3923049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534333" name="Group 1514"/>
          <p:cNvGrpSpPr/>
          <p:nvPr/>
        </p:nvGrpSpPr>
        <p:grpSpPr bwMode="auto">
          <a:xfrm>
            <a:off x="9883656" y="3923049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2133371" name="Group 1517"/>
          <p:cNvGrpSpPr/>
          <p:nvPr/>
        </p:nvGrpSpPr>
        <p:grpSpPr bwMode="auto">
          <a:xfrm>
            <a:off x="10076277" y="3923049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5362757" name="Group 1520"/>
          <p:cNvGrpSpPr/>
          <p:nvPr/>
        </p:nvGrpSpPr>
        <p:grpSpPr bwMode="auto">
          <a:xfrm>
            <a:off x="10267806" y="3923049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126666" name="Group 1523"/>
          <p:cNvGrpSpPr/>
          <p:nvPr/>
        </p:nvGrpSpPr>
        <p:grpSpPr bwMode="auto">
          <a:xfrm>
            <a:off x="10460430" y="3923049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4470184" name="Group 1526"/>
          <p:cNvGrpSpPr/>
          <p:nvPr/>
        </p:nvGrpSpPr>
        <p:grpSpPr bwMode="auto">
          <a:xfrm>
            <a:off x="10653053" y="3923049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282656" name="Group 1529"/>
          <p:cNvGrpSpPr/>
          <p:nvPr/>
        </p:nvGrpSpPr>
        <p:grpSpPr bwMode="auto">
          <a:xfrm>
            <a:off x="10844581" y="3923049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285096" name="Group 1532"/>
          <p:cNvGrpSpPr/>
          <p:nvPr/>
        </p:nvGrpSpPr>
        <p:grpSpPr bwMode="auto">
          <a:xfrm>
            <a:off x="11037207" y="3923049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890196" name="Group 1535"/>
          <p:cNvGrpSpPr/>
          <p:nvPr/>
        </p:nvGrpSpPr>
        <p:grpSpPr bwMode="auto">
          <a:xfrm>
            <a:off x="11229831" y="3923049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7743194" name="Group 1538"/>
          <p:cNvGrpSpPr/>
          <p:nvPr/>
        </p:nvGrpSpPr>
        <p:grpSpPr bwMode="auto">
          <a:xfrm>
            <a:off x="9114255" y="3923049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6013265" name="Group 1541"/>
          <p:cNvGrpSpPr/>
          <p:nvPr/>
        </p:nvGrpSpPr>
        <p:grpSpPr bwMode="auto">
          <a:xfrm>
            <a:off x="9306876" y="3923049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6919292" name="Group 1544"/>
          <p:cNvGrpSpPr/>
          <p:nvPr/>
        </p:nvGrpSpPr>
        <p:grpSpPr bwMode="auto">
          <a:xfrm>
            <a:off x="9499500" y="3923049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1901278" name="Group 1547"/>
          <p:cNvGrpSpPr/>
          <p:nvPr/>
        </p:nvGrpSpPr>
        <p:grpSpPr bwMode="auto">
          <a:xfrm>
            <a:off x="9691029" y="4114577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495795" name="Group 1550"/>
          <p:cNvGrpSpPr/>
          <p:nvPr/>
        </p:nvGrpSpPr>
        <p:grpSpPr bwMode="auto">
          <a:xfrm>
            <a:off x="9883656" y="4114577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7608505" name="Group 1553"/>
          <p:cNvGrpSpPr/>
          <p:nvPr/>
        </p:nvGrpSpPr>
        <p:grpSpPr bwMode="auto">
          <a:xfrm>
            <a:off x="10076277" y="4114577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717034" name="Group 1556"/>
          <p:cNvGrpSpPr/>
          <p:nvPr/>
        </p:nvGrpSpPr>
        <p:grpSpPr bwMode="auto">
          <a:xfrm>
            <a:off x="10267806" y="4114577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052374" name="Group 1559"/>
          <p:cNvGrpSpPr/>
          <p:nvPr/>
        </p:nvGrpSpPr>
        <p:grpSpPr bwMode="auto">
          <a:xfrm>
            <a:off x="10460430" y="4114577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6552878" name="Group 1562"/>
          <p:cNvGrpSpPr/>
          <p:nvPr/>
        </p:nvGrpSpPr>
        <p:grpSpPr bwMode="auto">
          <a:xfrm>
            <a:off x="10653053" y="4114577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137455" name="Group 1565"/>
          <p:cNvGrpSpPr/>
          <p:nvPr/>
        </p:nvGrpSpPr>
        <p:grpSpPr bwMode="auto">
          <a:xfrm>
            <a:off x="10844581" y="4114577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682524" name="Group 1568"/>
          <p:cNvGrpSpPr/>
          <p:nvPr/>
        </p:nvGrpSpPr>
        <p:grpSpPr bwMode="auto">
          <a:xfrm>
            <a:off x="11037207" y="4114577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149062" name="Group 1571"/>
          <p:cNvGrpSpPr/>
          <p:nvPr/>
        </p:nvGrpSpPr>
        <p:grpSpPr bwMode="auto">
          <a:xfrm>
            <a:off x="11229831" y="4114577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7984818" name="Group 1574"/>
          <p:cNvGrpSpPr/>
          <p:nvPr/>
        </p:nvGrpSpPr>
        <p:grpSpPr bwMode="auto">
          <a:xfrm>
            <a:off x="9114255" y="4114577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824178" name="Group 1577"/>
          <p:cNvGrpSpPr/>
          <p:nvPr/>
        </p:nvGrpSpPr>
        <p:grpSpPr bwMode="auto">
          <a:xfrm>
            <a:off x="9306876" y="4114577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6229" name="Group 1580"/>
          <p:cNvGrpSpPr/>
          <p:nvPr/>
        </p:nvGrpSpPr>
        <p:grpSpPr bwMode="auto">
          <a:xfrm>
            <a:off x="9499500" y="4114577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4640244" name="Group 1583"/>
          <p:cNvGrpSpPr/>
          <p:nvPr/>
        </p:nvGrpSpPr>
        <p:grpSpPr bwMode="auto">
          <a:xfrm>
            <a:off x="9691029" y="4304050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1609452" name="Group 1586"/>
          <p:cNvGrpSpPr/>
          <p:nvPr/>
        </p:nvGrpSpPr>
        <p:grpSpPr bwMode="auto">
          <a:xfrm>
            <a:off x="9883656" y="4304050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2754433" name="Group 1589"/>
          <p:cNvGrpSpPr/>
          <p:nvPr/>
        </p:nvGrpSpPr>
        <p:grpSpPr bwMode="auto">
          <a:xfrm>
            <a:off x="10076277" y="4304050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3218781" name="Group 1592"/>
          <p:cNvGrpSpPr/>
          <p:nvPr/>
        </p:nvGrpSpPr>
        <p:grpSpPr bwMode="auto">
          <a:xfrm>
            <a:off x="10267806" y="4304050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8042974" name="Group 1595"/>
          <p:cNvGrpSpPr/>
          <p:nvPr/>
        </p:nvGrpSpPr>
        <p:grpSpPr bwMode="auto">
          <a:xfrm>
            <a:off x="10460430" y="4304050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527552" name="Group 1598"/>
          <p:cNvGrpSpPr/>
          <p:nvPr/>
        </p:nvGrpSpPr>
        <p:grpSpPr bwMode="auto">
          <a:xfrm>
            <a:off x="10653053" y="4304050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0203528" name="Group 1601"/>
          <p:cNvGrpSpPr/>
          <p:nvPr/>
        </p:nvGrpSpPr>
        <p:grpSpPr bwMode="auto">
          <a:xfrm>
            <a:off x="10844581" y="4304050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164068" name="Group 1604"/>
          <p:cNvGrpSpPr/>
          <p:nvPr/>
        </p:nvGrpSpPr>
        <p:grpSpPr bwMode="auto">
          <a:xfrm>
            <a:off x="11037207" y="4304050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55757" name="Group 1607"/>
          <p:cNvGrpSpPr/>
          <p:nvPr/>
        </p:nvGrpSpPr>
        <p:grpSpPr bwMode="auto">
          <a:xfrm>
            <a:off x="11229831" y="4304050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9129559" name="Group 1610"/>
          <p:cNvGrpSpPr/>
          <p:nvPr/>
        </p:nvGrpSpPr>
        <p:grpSpPr bwMode="auto">
          <a:xfrm>
            <a:off x="9114255" y="4304050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556075" name="Group 1613"/>
          <p:cNvGrpSpPr/>
          <p:nvPr/>
        </p:nvGrpSpPr>
        <p:grpSpPr bwMode="auto">
          <a:xfrm>
            <a:off x="9306876" y="4304050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90780" name="Group 1616"/>
          <p:cNvGrpSpPr/>
          <p:nvPr/>
        </p:nvGrpSpPr>
        <p:grpSpPr bwMode="auto">
          <a:xfrm>
            <a:off x="9499500" y="4304050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1658068" name="Group 1619"/>
          <p:cNvGrpSpPr/>
          <p:nvPr/>
        </p:nvGrpSpPr>
        <p:grpSpPr bwMode="auto">
          <a:xfrm>
            <a:off x="9691029" y="1826787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72083" name="Group 1622"/>
          <p:cNvGrpSpPr/>
          <p:nvPr/>
        </p:nvGrpSpPr>
        <p:grpSpPr bwMode="auto">
          <a:xfrm>
            <a:off x="9883656" y="1826787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9690805" name="Group 1625"/>
          <p:cNvGrpSpPr/>
          <p:nvPr/>
        </p:nvGrpSpPr>
        <p:grpSpPr bwMode="auto">
          <a:xfrm>
            <a:off x="10076277" y="1826787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911578" name="Group 1628"/>
          <p:cNvGrpSpPr/>
          <p:nvPr/>
        </p:nvGrpSpPr>
        <p:grpSpPr bwMode="auto">
          <a:xfrm>
            <a:off x="10267806" y="1826787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0807491" name="Group 1631"/>
          <p:cNvGrpSpPr/>
          <p:nvPr/>
        </p:nvGrpSpPr>
        <p:grpSpPr bwMode="auto">
          <a:xfrm>
            <a:off x="10460430" y="1826787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1892682" name="Group 1634"/>
          <p:cNvGrpSpPr/>
          <p:nvPr/>
        </p:nvGrpSpPr>
        <p:grpSpPr bwMode="auto">
          <a:xfrm>
            <a:off x="10653053" y="1826787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62553" name="Group 1637"/>
          <p:cNvGrpSpPr/>
          <p:nvPr/>
        </p:nvGrpSpPr>
        <p:grpSpPr bwMode="auto">
          <a:xfrm>
            <a:off x="10844581" y="1826787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1613473" name="Group 1640"/>
          <p:cNvGrpSpPr/>
          <p:nvPr/>
        </p:nvGrpSpPr>
        <p:grpSpPr bwMode="auto">
          <a:xfrm>
            <a:off x="11037207" y="1826787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1110516" name="Group 1643"/>
          <p:cNvGrpSpPr/>
          <p:nvPr/>
        </p:nvGrpSpPr>
        <p:grpSpPr bwMode="auto">
          <a:xfrm>
            <a:off x="11229831" y="1826787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4741581" name="Group 1646"/>
          <p:cNvGrpSpPr/>
          <p:nvPr/>
        </p:nvGrpSpPr>
        <p:grpSpPr bwMode="auto">
          <a:xfrm>
            <a:off x="9114255" y="1826787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800241" name="Group 1649"/>
          <p:cNvGrpSpPr/>
          <p:nvPr/>
        </p:nvGrpSpPr>
        <p:grpSpPr bwMode="auto">
          <a:xfrm>
            <a:off x="9306876" y="1826787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2214066" name="Group 1652"/>
          <p:cNvGrpSpPr/>
          <p:nvPr/>
        </p:nvGrpSpPr>
        <p:grpSpPr bwMode="auto">
          <a:xfrm>
            <a:off x="9499500" y="1826787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661798" name="Group 1655"/>
          <p:cNvGrpSpPr/>
          <p:nvPr/>
        </p:nvGrpSpPr>
        <p:grpSpPr bwMode="auto">
          <a:xfrm>
            <a:off x="9691029" y="2016260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1595399" name="Group 1658"/>
          <p:cNvGrpSpPr/>
          <p:nvPr/>
        </p:nvGrpSpPr>
        <p:grpSpPr bwMode="auto">
          <a:xfrm>
            <a:off x="9883656" y="2016260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2433600" name="Group 1661"/>
          <p:cNvGrpSpPr/>
          <p:nvPr/>
        </p:nvGrpSpPr>
        <p:grpSpPr bwMode="auto">
          <a:xfrm>
            <a:off x="10076277" y="2016260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38026015" name="Group 1664"/>
          <p:cNvGrpSpPr/>
          <p:nvPr/>
        </p:nvGrpSpPr>
        <p:grpSpPr bwMode="auto">
          <a:xfrm>
            <a:off x="10267806" y="2016260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220666" name="Group 1667"/>
          <p:cNvGrpSpPr/>
          <p:nvPr/>
        </p:nvGrpSpPr>
        <p:grpSpPr bwMode="auto">
          <a:xfrm>
            <a:off x="10460430" y="2016260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7815572" name="Group 1670"/>
          <p:cNvGrpSpPr/>
          <p:nvPr/>
        </p:nvGrpSpPr>
        <p:grpSpPr bwMode="auto">
          <a:xfrm>
            <a:off x="10653053" y="2016260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7163899" name="Group 1673"/>
          <p:cNvGrpSpPr/>
          <p:nvPr/>
        </p:nvGrpSpPr>
        <p:grpSpPr bwMode="auto">
          <a:xfrm>
            <a:off x="10844581" y="2016260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214476" name="Group 1676"/>
          <p:cNvGrpSpPr/>
          <p:nvPr/>
        </p:nvGrpSpPr>
        <p:grpSpPr bwMode="auto">
          <a:xfrm>
            <a:off x="11037207" y="2016260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9153681" name="Group 1679"/>
          <p:cNvGrpSpPr/>
          <p:nvPr/>
        </p:nvGrpSpPr>
        <p:grpSpPr bwMode="auto">
          <a:xfrm>
            <a:off x="11229831" y="2016260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038970" name="Group 1682"/>
          <p:cNvGrpSpPr/>
          <p:nvPr/>
        </p:nvGrpSpPr>
        <p:grpSpPr bwMode="auto">
          <a:xfrm>
            <a:off x="9114255" y="2016260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3221253" name="Group 1685"/>
          <p:cNvGrpSpPr/>
          <p:nvPr/>
        </p:nvGrpSpPr>
        <p:grpSpPr bwMode="auto">
          <a:xfrm>
            <a:off x="9306876" y="2016260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337717" name="Group 1688"/>
          <p:cNvGrpSpPr/>
          <p:nvPr/>
        </p:nvGrpSpPr>
        <p:grpSpPr bwMode="auto">
          <a:xfrm>
            <a:off x="9499500" y="2016260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990126" name="Group 1691"/>
          <p:cNvGrpSpPr/>
          <p:nvPr/>
        </p:nvGrpSpPr>
        <p:grpSpPr bwMode="auto">
          <a:xfrm>
            <a:off x="9691029" y="4494549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2653497" name="Group 1694"/>
          <p:cNvGrpSpPr/>
          <p:nvPr/>
        </p:nvGrpSpPr>
        <p:grpSpPr bwMode="auto">
          <a:xfrm>
            <a:off x="9883656" y="4494549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230146" name="Group 1697"/>
          <p:cNvGrpSpPr/>
          <p:nvPr/>
        </p:nvGrpSpPr>
        <p:grpSpPr bwMode="auto">
          <a:xfrm>
            <a:off x="10076277" y="4494549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867456" name="Group 1700"/>
          <p:cNvGrpSpPr/>
          <p:nvPr/>
        </p:nvGrpSpPr>
        <p:grpSpPr bwMode="auto">
          <a:xfrm>
            <a:off x="10267806" y="4494549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0011854" name="Group 1703"/>
          <p:cNvGrpSpPr/>
          <p:nvPr/>
        </p:nvGrpSpPr>
        <p:grpSpPr bwMode="auto">
          <a:xfrm>
            <a:off x="10460430" y="4494549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028110" name="Group 1706"/>
          <p:cNvGrpSpPr/>
          <p:nvPr/>
        </p:nvGrpSpPr>
        <p:grpSpPr bwMode="auto">
          <a:xfrm>
            <a:off x="10653053" y="4494549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60297387" name="Group 1709"/>
          <p:cNvGrpSpPr/>
          <p:nvPr/>
        </p:nvGrpSpPr>
        <p:grpSpPr bwMode="auto">
          <a:xfrm>
            <a:off x="10844581" y="4494549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4106302" name="Group 1712"/>
          <p:cNvGrpSpPr/>
          <p:nvPr/>
        </p:nvGrpSpPr>
        <p:grpSpPr bwMode="auto">
          <a:xfrm>
            <a:off x="11037207" y="4494549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7512814" name="Group 1715"/>
          <p:cNvGrpSpPr/>
          <p:nvPr/>
        </p:nvGrpSpPr>
        <p:grpSpPr bwMode="auto">
          <a:xfrm>
            <a:off x="11229831" y="4494549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8372766" name="Group 1718"/>
          <p:cNvGrpSpPr/>
          <p:nvPr/>
        </p:nvGrpSpPr>
        <p:grpSpPr bwMode="auto">
          <a:xfrm>
            <a:off x="9114255" y="4494549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2810866" name="Group 1721"/>
          <p:cNvGrpSpPr/>
          <p:nvPr/>
        </p:nvGrpSpPr>
        <p:grpSpPr bwMode="auto">
          <a:xfrm>
            <a:off x="9306876" y="4494549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1658792" name="Group 1724"/>
          <p:cNvGrpSpPr/>
          <p:nvPr/>
        </p:nvGrpSpPr>
        <p:grpSpPr bwMode="auto">
          <a:xfrm>
            <a:off x="9499500" y="4494549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1175166" name="Group 1727"/>
          <p:cNvGrpSpPr/>
          <p:nvPr/>
        </p:nvGrpSpPr>
        <p:grpSpPr bwMode="auto">
          <a:xfrm>
            <a:off x="9691029" y="4684020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0130754" name="Group 1730"/>
          <p:cNvGrpSpPr/>
          <p:nvPr/>
        </p:nvGrpSpPr>
        <p:grpSpPr bwMode="auto">
          <a:xfrm>
            <a:off x="9883656" y="4684020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5744531" name="Group 1733"/>
          <p:cNvGrpSpPr/>
          <p:nvPr/>
        </p:nvGrpSpPr>
        <p:grpSpPr bwMode="auto">
          <a:xfrm>
            <a:off x="10076277" y="4684020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69646315" name="Group 1736"/>
          <p:cNvGrpSpPr/>
          <p:nvPr/>
        </p:nvGrpSpPr>
        <p:grpSpPr bwMode="auto">
          <a:xfrm>
            <a:off x="10267806" y="4684020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8151849" name="Group 1739"/>
          <p:cNvGrpSpPr/>
          <p:nvPr/>
        </p:nvGrpSpPr>
        <p:grpSpPr bwMode="auto">
          <a:xfrm>
            <a:off x="10460430" y="4684020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5218253" name="Group 1742"/>
          <p:cNvGrpSpPr/>
          <p:nvPr/>
        </p:nvGrpSpPr>
        <p:grpSpPr bwMode="auto">
          <a:xfrm>
            <a:off x="10653053" y="4684020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1092651" name="Group 1745"/>
          <p:cNvGrpSpPr/>
          <p:nvPr/>
        </p:nvGrpSpPr>
        <p:grpSpPr bwMode="auto">
          <a:xfrm>
            <a:off x="10844581" y="4684020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099593" name="Group 1748"/>
          <p:cNvGrpSpPr/>
          <p:nvPr/>
        </p:nvGrpSpPr>
        <p:grpSpPr bwMode="auto">
          <a:xfrm>
            <a:off x="11037207" y="4684020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532534" name="Group 1751"/>
          <p:cNvGrpSpPr/>
          <p:nvPr/>
        </p:nvGrpSpPr>
        <p:grpSpPr bwMode="auto">
          <a:xfrm>
            <a:off x="11229831" y="4684020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9090104" name="Group 1754"/>
          <p:cNvGrpSpPr/>
          <p:nvPr/>
        </p:nvGrpSpPr>
        <p:grpSpPr bwMode="auto">
          <a:xfrm>
            <a:off x="9114255" y="4684020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654676" name="Group 1757"/>
          <p:cNvGrpSpPr/>
          <p:nvPr/>
        </p:nvGrpSpPr>
        <p:grpSpPr bwMode="auto">
          <a:xfrm>
            <a:off x="9306876" y="4684020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1326862" name="Group 1760"/>
          <p:cNvGrpSpPr/>
          <p:nvPr/>
        </p:nvGrpSpPr>
        <p:grpSpPr bwMode="auto">
          <a:xfrm>
            <a:off x="9499500" y="4684020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648711419" name="AutoShape 1763"/>
          <p:cNvSpPr/>
          <p:nvPr/>
        </p:nvSpPr>
        <p:spPr bwMode="auto">
          <a:xfrm flipH="1">
            <a:off x="3432937" y="3327356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95353" name="AutoShape 1764"/>
          <p:cNvSpPr/>
          <p:nvPr/>
        </p:nvSpPr>
        <p:spPr bwMode="auto">
          <a:xfrm flipH="1">
            <a:off x="7559303" y="3327356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54160" name="AutoShape 26"/>
          <p:cNvSpPr/>
          <p:nvPr/>
        </p:nvSpPr>
        <p:spPr bwMode="auto">
          <a:xfrm flipH="1" flipV="1">
            <a:off x="1847466" y="1068224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361511" name="AutoShape 27"/>
          <p:cNvSpPr/>
          <p:nvPr/>
        </p:nvSpPr>
        <p:spPr bwMode="auto">
          <a:xfrm flipH="1" flipV="1">
            <a:off x="1847466" y="2231410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5191" name="AutoShape 28"/>
          <p:cNvSpPr/>
          <p:nvPr/>
        </p:nvSpPr>
        <p:spPr bwMode="auto">
          <a:xfrm flipH="1" flipV="1">
            <a:off x="1847466" y="3394594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619787" name="AutoShape 29"/>
          <p:cNvSpPr/>
          <p:nvPr/>
        </p:nvSpPr>
        <p:spPr bwMode="auto">
          <a:xfrm flipH="1">
            <a:off x="1847466" y="3658444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264004" name="AutoShape 30"/>
          <p:cNvSpPr/>
          <p:nvPr/>
        </p:nvSpPr>
        <p:spPr bwMode="auto">
          <a:xfrm flipH="1">
            <a:off x="1847466" y="3914791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69630" name="Freeform 31"/>
          <p:cNvSpPr/>
          <p:nvPr/>
        </p:nvSpPr>
        <p:spPr bwMode="auto">
          <a:xfrm>
            <a:off x="1047906" y="6295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370123" name="Freeform 32"/>
          <p:cNvSpPr/>
          <p:nvPr/>
        </p:nvSpPr>
        <p:spPr bwMode="auto">
          <a:xfrm>
            <a:off x="1047906" y="2955877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5337407" name="Freeform 33"/>
          <p:cNvSpPr/>
          <p:nvPr/>
        </p:nvSpPr>
        <p:spPr bwMode="auto">
          <a:xfrm>
            <a:off x="1047906" y="17926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94495" name="Freeform 34"/>
          <p:cNvSpPr/>
          <p:nvPr/>
        </p:nvSpPr>
        <p:spPr bwMode="auto">
          <a:xfrm>
            <a:off x="1047906" y="527943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193515" name="Freeform 35"/>
          <p:cNvSpPr/>
          <p:nvPr/>
        </p:nvSpPr>
        <p:spPr bwMode="auto">
          <a:xfrm>
            <a:off x="1047906" y="4119062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9633980" name="AutoShape 36"/>
          <p:cNvSpPr/>
          <p:nvPr/>
        </p:nvSpPr>
        <p:spPr bwMode="auto">
          <a:xfrm flipH="1" flipV="1">
            <a:off x="6968889" y="3919315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480890" name="AutoShape 37"/>
          <p:cNvSpPr/>
          <p:nvPr/>
        </p:nvSpPr>
        <p:spPr bwMode="auto">
          <a:xfrm flipH="1" flipV="1">
            <a:off x="6968889" y="3662968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436737" name="AutoShape 38"/>
          <p:cNvSpPr/>
          <p:nvPr/>
        </p:nvSpPr>
        <p:spPr bwMode="auto">
          <a:xfrm flipH="1" flipV="1">
            <a:off x="6968889" y="3405998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13117" name="AutoShape 39"/>
          <p:cNvSpPr/>
          <p:nvPr/>
        </p:nvSpPr>
        <p:spPr bwMode="auto">
          <a:xfrm flipH="1">
            <a:off x="6968889" y="225188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315819" name="AutoShape 40"/>
          <p:cNvSpPr/>
          <p:nvPr/>
        </p:nvSpPr>
        <p:spPr bwMode="auto">
          <a:xfrm flipH="1">
            <a:off x="6968889" y="108870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470258" name="Freeform 41"/>
          <p:cNvSpPr/>
          <p:nvPr/>
        </p:nvSpPr>
        <p:spPr bwMode="auto">
          <a:xfrm>
            <a:off x="10236921" y="64998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267357" name="Freeform 42"/>
          <p:cNvSpPr/>
          <p:nvPr/>
        </p:nvSpPr>
        <p:spPr bwMode="auto">
          <a:xfrm>
            <a:off x="10236921" y="297635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156535" name="Freeform 43"/>
          <p:cNvSpPr/>
          <p:nvPr/>
        </p:nvSpPr>
        <p:spPr bwMode="auto">
          <a:xfrm>
            <a:off x="10236921" y="18131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8333843" name="Freeform 44"/>
          <p:cNvSpPr/>
          <p:nvPr/>
        </p:nvSpPr>
        <p:spPr bwMode="auto">
          <a:xfrm>
            <a:off x="10236921" y="529990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3910" name="Freeform 45"/>
          <p:cNvSpPr/>
          <p:nvPr/>
        </p:nvSpPr>
        <p:spPr bwMode="auto">
          <a:xfrm>
            <a:off x="10236921" y="41395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847363" name="Freeform 46"/>
          <p:cNvSpPr/>
          <p:nvPr/>
        </p:nvSpPr>
        <p:spPr bwMode="auto">
          <a:xfrm>
            <a:off x="5115501" y="2517168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440692" name="Freeform 47"/>
          <p:cNvSpPr/>
          <p:nvPr/>
        </p:nvSpPr>
        <p:spPr bwMode="auto">
          <a:xfrm>
            <a:off x="3267788" y="17666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149899" name="Freeform 48"/>
          <p:cNvSpPr/>
          <p:nvPr/>
        </p:nvSpPr>
        <p:spPr bwMode="auto">
          <a:xfrm>
            <a:off x="3267788" y="2467759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357727" name="Freeform 49"/>
          <p:cNvSpPr/>
          <p:nvPr/>
        </p:nvSpPr>
        <p:spPr bwMode="auto">
          <a:xfrm>
            <a:off x="3267788" y="318089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472746" name="Freeform 50"/>
          <p:cNvSpPr/>
          <p:nvPr/>
        </p:nvSpPr>
        <p:spPr bwMode="auto">
          <a:xfrm>
            <a:off x="3267788" y="389404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162139" name="Freeform 51"/>
          <p:cNvSpPr/>
          <p:nvPr/>
        </p:nvSpPr>
        <p:spPr bwMode="auto">
          <a:xfrm>
            <a:off x="3267788" y="460472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90771" name="Freeform 52"/>
          <p:cNvSpPr/>
          <p:nvPr/>
        </p:nvSpPr>
        <p:spPr bwMode="auto">
          <a:xfrm>
            <a:off x="8388113" y="173100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607280" name="Freeform 53"/>
          <p:cNvSpPr/>
          <p:nvPr/>
        </p:nvSpPr>
        <p:spPr bwMode="auto">
          <a:xfrm>
            <a:off x="8388113" y="243214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38550" name="Freeform 54"/>
          <p:cNvSpPr/>
          <p:nvPr/>
        </p:nvSpPr>
        <p:spPr bwMode="auto">
          <a:xfrm>
            <a:off x="8388113" y="31452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0506619" name="Freeform 55"/>
          <p:cNvSpPr/>
          <p:nvPr/>
        </p:nvSpPr>
        <p:spPr bwMode="auto">
          <a:xfrm>
            <a:off x="8388113" y="385842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150592" name="Freeform 56"/>
          <p:cNvSpPr/>
          <p:nvPr/>
        </p:nvSpPr>
        <p:spPr bwMode="auto">
          <a:xfrm>
            <a:off x="8388113" y="456910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54270088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538773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185728" name="Freeform 27"/>
          <p:cNvSpPr/>
          <p:nvPr/>
        </p:nvSpPr>
        <p:spPr bwMode="auto">
          <a:xfrm rot="0" flipH="0" flipV="0">
            <a:off x="479007" y="634966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635659157" name="Group 28"/>
          <p:cNvGrpSpPr/>
          <p:nvPr/>
        </p:nvGrpSpPr>
        <p:grpSpPr bwMode="auto">
          <a:xfrm rot="0" flipH="0" flipV="0">
            <a:off x="479007" y="633483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6310723" name="AutoShape 31"/>
          <p:cNvSpPr/>
          <p:nvPr/>
        </p:nvSpPr>
        <p:spPr bwMode="auto">
          <a:xfrm flipH="1" flipV="1">
            <a:off x="4643717" y="2445675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011953" name="AutoShape 32"/>
          <p:cNvSpPr/>
          <p:nvPr/>
        </p:nvSpPr>
        <p:spPr bwMode="auto">
          <a:xfrm flipH="1" flipV="1">
            <a:off x="2818913" y="1184544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5425633" name="AutoShape 33"/>
          <p:cNvSpPr/>
          <p:nvPr/>
        </p:nvSpPr>
        <p:spPr bwMode="auto">
          <a:xfrm flipH="1" flipV="1">
            <a:off x="1088105" y="2831192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171606" name="AutoShape 34"/>
          <p:cNvSpPr/>
          <p:nvPr/>
        </p:nvSpPr>
        <p:spPr bwMode="auto">
          <a:xfrm flipH="1">
            <a:off x="3900074" y="3531662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145442" name="AutoShape 35"/>
          <p:cNvSpPr/>
          <p:nvPr/>
        </p:nvSpPr>
        <p:spPr bwMode="auto">
          <a:xfrm flipH="1">
            <a:off x="2015239" y="3699537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183987" name="Freeform 36"/>
          <p:cNvSpPr/>
          <p:nvPr/>
        </p:nvSpPr>
        <p:spPr bwMode="auto">
          <a:xfrm>
            <a:off x="2395377" y="95215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836524" name="Freeform 38"/>
          <p:cNvSpPr/>
          <p:nvPr/>
        </p:nvSpPr>
        <p:spPr bwMode="auto">
          <a:xfrm>
            <a:off x="4220181" y="221328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668935" name="Freeform 39"/>
          <p:cNvSpPr/>
          <p:nvPr/>
        </p:nvSpPr>
        <p:spPr bwMode="auto">
          <a:xfrm>
            <a:off x="664568" y="2578078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685756" name="Freeform 40"/>
          <p:cNvSpPr/>
          <p:nvPr/>
        </p:nvSpPr>
        <p:spPr bwMode="auto">
          <a:xfrm>
            <a:off x="3476539" y="355827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31262" name="Freeform 41"/>
          <p:cNvSpPr/>
          <p:nvPr/>
        </p:nvSpPr>
        <p:spPr bwMode="auto">
          <a:xfrm>
            <a:off x="1591700" y="4910501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946713" name="Freeform 42"/>
          <p:cNvSpPr/>
          <p:nvPr/>
        </p:nvSpPr>
        <p:spPr bwMode="auto">
          <a:xfrm>
            <a:off x="6736333" y="2819150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424212" name="AutoShape 43"/>
          <p:cNvSpPr/>
          <p:nvPr/>
        </p:nvSpPr>
        <p:spPr bwMode="auto">
          <a:xfrm flipH="1">
            <a:off x="8353426" y="3462956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317844" name="Freeform 45"/>
          <p:cNvSpPr/>
          <p:nvPr/>
        </p:nvSpPr>
        <p:spPr bwMode="auto">
          <a:xfrm rot="0" flipH="0" flipV="0">
            <a:off x="9313200" y="2601016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17763152" name="TextBox 46"/>
          <p:cNvSpPr txBox="1"/>
          <p:nvPr/>
        </p:nvSpPr>
        <p:spPr bwMode="auto">
          <a:xfrm rot="0" flipH="0" flipV="0">
            <a:off x="9313200" y="2592849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83497026" name="Freeform 48"/>
          <p:cNvSpPr/>
          <p:nvPr/>
        </p:nvSpPr>
        <p:spPr bwMode="auto">
          <a:xfrm rot="0" flipH="0" flipV="0">
            <a:off x="9529317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5882794" name="TextBox 49"/>
          <p:cNvSpPr txBox="1"/>
          <p:nvPr/>
        </p:nvSpPr>
        <p:spPr bwMode="auto">
          <a:xfrm rot="0" flipH="0" flipV="0">
            <a:off x="9529317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55914124" name="AutoShape 50"/>
          <p:cNvSpPr/>
          <p:nvPr/>
        </p:nvSpPr>
        <p:spPr bwMode="auto">
          <a:xfrm>
            <a:off x="10533704" y="2688282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8359381" name="Freeform 52"/>
          <p:cNvSpPr/>
          <p:nvPr/>
        </p:nvSpPr>
        <p:spPr bwMode="auto">
          <a:xfrm rot="0" flipH="0" flipV="0">
            <a:off x="9529317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7489458" name="TextBox 53"/>
          <p:cNvSpPr txBox="1"/>
          <p:nvPr/>
        </p:nvSpPr>
        <p:spPr bwMode="auto">
          <a:xfrm rot="0" flipH="0" flipV="0">
            <a:off x="9529317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30212921" name="Freeform 55"/>
          <p:cNvSpPr/>
          <p:nvPr/>
        </p:nvSpPr>
        <p:spPr bwMode="auto">
          <a:xfrm rot="0" flipH="0" flipV="0">
            <a:off x="9529380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7077493" name="TextBox 56"/>
          <p:cNvSpPr txBox="1"/>
          <p:nvPr/>
        </p:nvSpPr>
        <p:spPr bwMode="auto">
          <a:xfrm rot="0" flipH="0" flipV="0">
            <a:off x="9529380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12195313" name="Freeform 58"/>
          <p:cNvSpPr/>
          <p:nvPr/>
        </p:nvSpPr>
        <p:spPr bwMode="auto">
          <a:xfrm rot="0" flipH="0" flipV="0">
            <a:off x="9529380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334375" name="TextBox 59"/>
          <p:cNvSpPr txBox="1"/>
          <p:nvPr/>
        </p:nvSpPr>
        <p:spPr bwMode="auto">
          <a:xfrm rot="0" flipH="0" flipV="0">
            <a:off x="9529380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9087172" name="Freeform 61"/>
          <p:cNvSpPr/>
          <p:nvPr/>
        </p:nvSpPr>
        <p:spPr bwMode="auto">
          <a:xfrm rot="0" flipH="0" flipV="0">
            <a:off x="9529380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4566530" name="TextBox 62"/>
          <p:cNvSpPr txBox="1"/>
          <p:nvPr/>
        </p:nvSpPr>
        <p:spPr bwMode="auto">
          <a:xfrm rot="0" flipH="0" flipV="0">
            <a:off x="9529380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257995301" name="Freeform 64"/>
          <p:cNvSpPr/>
          <p:nvPr/>
        </p:nvSpPr>
        <p:spPr bwMode="auto">
          <a:xfrm rot="0" flipH="0" flipV="0">
            <a:off x="10756416" y="268828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4082138" name="TextBox 65"/>
          <p:cNvSpPr txBox="1"/>
          <p:nvPr/>
        </p:nvSpPr>
        <p:spPr bwMode="auto">
          <a:xfrm rot="0" flipH="0" flipV="0">
            <a:off x="10756416" y="268011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520572884" name="Freeform 67"/>
          <p:cNvSpPr/>
          <p:nvPr/>
        </p:nvSpPr>
        <p:spPr bwMode="auto">
          <a:xfrm rot="0" flipH="0" flipV="0">
            <a:off x="10756416" y="301559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788183" name="TextBox 68"/>
          <p:cNvSpPr txBox="1"/>
          <p:nvPr/>
        </p:nvSpPr>
        <p:spPr bwMode="auto">
          <a:xfrm rot="0" flipH="0" flipV="0">
            <a:off x="10756416" y="300743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69605060" name="Freeform 70"/>
          <p:cNvSpPr/>
          <p:nvPr/>
        </p:nvSpPr>
        <p:spPr bwMode="auto">
          <a:xfrm rot="0" flipH="0" flipV="0">
            <a:off x="10756479" y="334291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889579" name="TextBox 71"/>
          <p:cNvSpPr txBox="1"/>
          <p:nvPr/>
        </p:nvSpPr>
        <p:spPr bwMode="auto">
          <a:xfrm rot="0" flipH="0" flipV="0">
            <a:off x="10756479" y="333474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605576162" name="Freeform 73"/>
          <p:cNvSpPr/>
          <p:nvPr/>
        </p:nvSpPr>
        <p:spPr bwMode="auto">
          <a:xfrm rot="0" flipH="0" flipV="0">
            <a:off x="10756479" y="3670232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9383131" name="TextBox 74"/>
          <p:cNvSpPr txBox="1"/>
          <p:nvPr/>
        </p:nvSpPr>
        <p:spPr bwMode="auto">
          <a:xfrm rot="0" flipH="0" flipV="0">
            <a:off x="10756479" y="3662065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5645689" name="Freeform 76"/>
          <p:cNvSpPr/>
          <p:nvPr/>
        </p:nvSpPr>
        <p:spPr bwMode="auto">
          <a:xfrm rot="0" flipH="0" flipV="0">
            <a:off x="10756479" y="3997547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092667" name="TextBox 77"/>
          <p:cNvSpPr txBox="1"/>
          <p:nvPr/>
        </p:nvSpPr>
        <p:spPr bwMode="auto">
          <a:xfrm rot="0" flipH="0" flipV="0">
            <a:off x="10756479" y="3989380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268211279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291379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139550" name="Freeform 26"/>
          <p:cNvSpPr/>
          <p:nvPr/>
        </p:nvSpPr>
        <p:spPr bwMode="auto">
          <a:xfrm>
            <a:off x="5660086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019320" name="AutoShape 28"/>
          <p:cNvSpPr/>
          <p:nvPr/>
        </p:nvSpPr>
        <p:spPr bwMode="auto">
          <a:xfrm flipH="1">
            <a:off x="2754160" y="2002745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246441" name="Freeform 29"/>
          <p:cNvSpPr/>
          <p:nvPr/>
        </p:nvSpPr>
        <p:spPr bwMode="auto">
          <a:xfrm>
            <a:off x="7928894" y="1049573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17357" name="Freeform 30"/>
          <p:cNvSpPr/>
          <p:nvPr/>
        </p:nvSpPr>
        <p:spPr bwMode="auto">
          <a:xfrm>
            <a:off x="3930400" y="1104055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098760" name="AutoShape 31"/>
          <p:cNvSpPr/>
          <p:nvPr/>
        </p:nvSpPr>
        <p:spPr bwMode="auto">
          <a:xfrm flipH="1">
            <a:off x="6971806" y="2002745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710976" name="Freeform 32"/>
          <p:cNvSpPr/>
          <p:nvPr/>
        </p:nvSpPr>
        <p:spPr bwMode="auto">
          <a:xfrm>
            <a:off x="9876931" y="1535295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782442" name="Freeform 34"/>
          <p:cNvSpPr/>
          <p:nvPr/>
        </p:nvSpPr>
        <p:spPr bwMode="auto">
          <a:xfrm>
            <a:off x="5562664" y="4520928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219278" name="AutoShape 35"/>
          <p:cNvSpPr/>
          <p:nvPr/>
        </p:nvSpPr>
        <p:spPr bwMode="auto">
          <a:xfrm flipH="1">
            <a:off x="2754160" y="5161221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374127" name="Freeform 36"/>
          <p:cNvSpPr/>
          <p:nvPr/>
        </p:nvSpPr>
        <p:spPr bwMode="auto">
          <a:xfrm>
            <a:off x="9876931" y="4501434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6838672" name="AutoShape 37"/>
          <p:cNvSpPr/>
          <p:nvPr/>
        </p:nvSpPr>
        <p:spPr bwMode="auto">
          <a:xfrm flipH="1">
            <a:off x="7069227" y="5144178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185566" name="Freeform 38"/>
          <p:cNvSpPr/>
          <p:nvPr/>
        </p:nvSpPr>
        <p:spPr bwMode="auto">
          <a:xfrm>
            <a:off x="8604846" y="1049573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40718097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697302" y="841134"/>
            <a:ext cx="1885511" cy="2056855"/>
          </a:xfrm>
          <a:prstGeom prst="rect">
            <a:avLst/>
          </a:prstGeom>
        </p:spPr>
      </p:pic>
      <p:pic>
        <p:nvPicPr>
          <p:cNvPr id="730846941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748373" y="3932098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581076" name=""/>
          <p:cNvGrpSpPr/>
          <p:nvPr/>
        </p:nvGrpSpPr>
        <p:grpSpPr bwMode="auto">
          <a:xfrm>
            <a:off x="3131767" y="537979"/>
            <a:ext cx="5889528" cy="6041695"/>
            <a:chOff x="0" y="0"/>
            <a:chExt cx="5889528" cy="6041695"/>
          </a:xfrm>
        </p:grpSpPr>
        <p:sp>
          <p:nvSpPr>
            <p:cNvPr id="376929691" name="Freeform 26"/>
            <p:cNvSpPr/>
            <p:nvPr/>
          </p:nvSpPr>
          <p:spPr bwMode="auto">
            <a:xfrm>
              <a:off x="0" y="0"/>
              <a:ext cx="604289" cy="663143"/>
            </a:xfrm>
            <a:custGeom>
              <a:avLst/>
              <a:gdLst/>
              <a:ahLst/>
              <a:cxnLst/>
              <a:rect l="l" t="t" r="r" b="b"/>
              <a:pathLst>
                <a:path w="604291" h="663145" fill="norm" stroke="1" extrusionOk="0">
                  <a:moveTo>
                    <a:pt x="0" y="0"/>
                  </a:moveTo>
                  <a:lnTo>
                    <a:pt x="604291" y="0"/>
                  </a:lnTo>
                  <a:lnTo>
                    <a:pt x="604291" y="663145"/>
                  </a:lnTo>
                  <a:lnTo>
                    <a:pt x="0" y="663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307797" name="Freeform 27"/>
            <p:cNvSpPr/>
            <p:nvPr/>
          </p:nvSpPr>
          <p:spPr bwMode="auto">
            <a:xfrm>
              <a:off x="5163908" y="85367"/>
              <a:ext cx="725620" cy="577775"/>
            </a:xfrm>
            <a:custGeom>
              <a:avLst/>
              <a:gdLst/>
              <a:ahLst/>
              <a:cxnLst/>
              <a:rect l="l" t="t" r="r" b="b"/>
              <a:pathLst>
                <a:path w="725622" h="577777" fill="norm" stroke="1" extrusionOk="0">
                  <a:moveTo>
                    <a:pt x="0" y="0"/>
                  </a:moveTo>
                  <a:lnTo>
                    <a:pt x="725622" y="0"/>
                  </a:lnTo>
                  <a:lnTo>
                    <a:pt x="725622" y="577777"/>
                  </a:lnTo>
                  <a:lnTo>
                    <a:pt x="0" y="577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823545" name="AutoShape 28"/>
            <p:cNvSpPr/>
            <p:nvPr/>
          </p:nvSpPr>
          <p:spPr bwMode="auto">
            <a:xfrm flipV="1">
              <a:off x="302145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4419744" name="AutoShape 29"/>
            <p:cNvSpPr/>
            <p:nvPr/>
          </p:nvSpPr>
          <p:spPr bwMode="auto">
            <a:xfrm flipH="1" flipV="1">
              <a:off x="5526720" y="663144"/>
              <a:ext cx="0" cy="537855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4521539" name="AutoShape 30"/>
            <p:cNvSpPr/>
            <p:nvPr/>
          </p:nvSpPr>
          <p:spPr bwMode="auto">
            <a:xfrm>
              <a:off x="302145" y="1494207"/>
              <a:ext cx="522457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5635553" name="TextBox 31"/>
            <p:cNvSpPr txBox="1"/>
            <p:nvPr/>
          </p:nvSpPr>
          <p:spPr bwMode="auto">
            <a:xfrm flipH="0" flipV="0">
              <a:off x="302145" y="1088031"/>
              <a:ext cx="5226011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7848284" name=""/>
          <p:cNvGrpSpPr/>
          <p:nvPr/>
        </p:nvGrpSpPr>
        <p:grpSpPr bwMode="auto">
          <a:xfrm>
            <a:off x="3048298" y="426701"/>
            <a:ext cx="5890546" cy="6042742"/>
            <a:chOff x="0" y="0"/>
            <a:chExt cx="5890546" cy="6042742"/>
          </a:xfrm>
        </p:grpSpPr>
        <p:sp>
          <p:nvSpPr>
            <p:cNvPr id="191874669" name="Freeform 26"/>
            <p:cNvSpPr/>
            <p:nvPr/>
          </p:nvSpPr>
          <p:spPr bwMode="auto">
            <a:xfrm>
              <a:off x="0" y="0"/>
              <a:ext cx="604395" cy="663258"/>
            </a:xfrm>
            <a:custGeom>
              <a:avLst/>
              <a:gdLst/>
              <a:ahLst/>
              <a:cxnLst/>
              <a:rect l="l" t="t" r="r" b="b"/>
              <a:pathLst>
                <a:path w="604395" h="663260" fill="norm" stroke="1" extrusionOk="0">
                  <a:moveTo>
                    <a:pt x="0" y="0"/>
                  </a:moveTo>
                  <a:lnTo>
                    <a:pt x="604395" y="0"/>
                  </a:lnTo>
                  <a:lnTo>
                    <a:pt x="604395" y="663260"/>
                  </a:lnTo>
                  <a:lnTo>
                    <a:pt x="0" y="663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149098" name="Freeform 27"/>
            <p:cNvSpPr/>
            <p:nvPr/>
          </p:nvSpPr>
          <p:spPr bwMode="auto">
            <a:xfrm>
              <a:off x="5164800" y="85383"/>
              <a:ext cx="725746" cy="577874"/>
            </a:xfrm>
            <a:custGeom>
              <a:avLst/>
              <a:gdLst/>
              <a:ahLst/>
              <a:cxnLst/>
              <a:rect l="l" t="t" r="r" b="b"/>
              <a:pathLst>
                <a:path w="725748" h="577877" fill="norm" stroke="1" extrusionOk="0">
                  <a:moveTo>
                    <a:pt x="0" y="0"/>
                  </a:moveTo>
                  <a:lnTo>
                    <a:pt x="725748" y="0"/>
                  </a:lnTo>
                  <a:lnTo>
                    <a:pt x="725748" y="577877"/>
                  </a:lnTo>
                  <a:lnTo>
                    <a:pt x="0" y="577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3712841" name="AutoShape 28"/>
            <p:cNvSpPr/>
            <p:nvPr/>
          </p:nvSpPr>
          <p:spPr bwMode="auto">
            <a:xfrm flipV="1">
              <a:off x="302196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755688" name="AutoShape 29"/>
            <p:cNvSpPr/>
            <p:nvPr/>
          </p:nvSpPr>
          <p:spPr bwMode="auto">
            <a:xfrm flipV="1">
              <a:off x="5527673" y="663261"/>
              <a:ext cx="0" cy="53794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4535335" name="AutoShape 30"/>
            <p:cNvSpPr/>
            <p:nvPr/>
          </p:nvSpPr>
          <p:spPr bwMode="auto">
            <a:xfrm>
              <a:off x="302196" y="1494466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7702838" name="TextBox 31"/>
            <p:cNvSpPr txBox="1"/>
            <p:nvPr/>
          </p:nvSpPr>
          <p:spPr bwMode="auto">
            <a:xfrm flipH="0" flipV="0">
              <a:off x="302196" y="1088226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280231" name="AutoShape 32"/>
            <p:cNvSpPr/>
            <p:nvPr/>
          </p:nvSpPr>
          <p:spPr bwMode="auto">
            <a:xfrm flipH="1">
              <a:off x="302196" y="2134870"/>
              <a:ext cx="522547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6362180" name="TextBox 33"/>
            <p:cNvSpPr txBox="1"/>
            <p:nvPr/>
          </p:nvSpPr>
          <p:spPr bwMode="auto">
            <a:xfrm flipH="0" flipV="0">
              <a:off x="302196" y="1728478"/>
              <a:ext cx="52269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94307" name=""/>
          <p:cNvGrpSpPr/>
          <p:nvPr/>
        </p:nvGrpSpPr>
        <p:grpSpPr bwMode="auto">
          <a:xfrm>
            <a:off x="593392" y="503986"/>
            <a:ext cx="11046426" cy="6036999"/>
            <a:chOff x="0" y="0"/>
            <a:chExt cx="11046426" cy="6036999"/>
          </a:xfrm>
        </p:grpSpPr>
        <p:sp>
          <p:nvSpPr>
            <p:cNvPr id="1281832548" name="Freeform 26"/>
            <p:cNvSpPr/>
            <p:nvPr/>
          </p:nvSpPr>
          <p:spPr bwMode="auto">
            <a:xfrm>
              <a:off x="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2" y="0"/>
                  </a:lnTo>
                  <a:lnTo>
                    <a:pt x="603822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92904" name="Freeform 27"/>
            <p:cNvSpPr/>
            <p:nvPr/>
          </p:nvSpPr>
          <p:spPr bwMode="auto">
            <a:xfrm>
              <a:off x="5159894" y="85301"/>
              <a:ext cx="725058" cy="577326"/>
            </a:xfrm>
            <a:custGeom>
              <a:avLst/>
              <a:gdLst/>
              <a:ahLst/>
              <a:cxnLst/>
              <a:rect l="l" t="t" r="r" b="b"/>
              <a:pathLst>
                <a:path w="725058" h="577328" fill="norm" stroke="1" extrusionOk="0">
                  <a:moveTo>
                    <a:pt x="0" y="0"/>
                  </a:moveTo>
                  <a:lnTo>
                    <a:pt x="725058" y="0"/>
                  </a:lnTo>
                  <a:lnTo>
                    <a:pt x="725058" y="577328"/>
                  </a:lnTo>
                  <a:lnTo>
                    <a:pt x="0" y="57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8850197" name="AutoShape 28"/>
            <p:cNvSpPr/>
            <p:nvPr/>
          </p:nvSpPr>
          <p:spPr bwMode="auto">
            <a:xfrm flipV="1">
              <a:off x="301914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351268" name="AutoShape 29"/>
            <p:cNvSpPr/>
            <p:nvPr/>
          </p:nvSpPr>
          <p:spPr bwMode="auto">
            <a:xfrm flipV="1">
              <a:off x="5522423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98562" name="AutoShape 30"/>
            <p:cNvSpPr/>
            <p:nvPr/>
          </p:nvSpPr>
          <p:spPr bwMode="auto">
            <a:xfrm>
              <a:off x="301914" y="1493046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5935596" name="TextBox 31"/>
            <p:cNvSpPr txBox="1"/>
            <p:nvPr/>
          </p:nvSpPr>
          <p:spPr bwMode="auto">
            <a:xfrm flipH="0" flipV="0">
              <a:off x="301912" y="1087149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396010" name="AutoShape 32"/>
            <p:cNvSpPr/>
            <p:nvPr/>
          </p:nvSpPr>
          <p:spPr bwMode="auto">
            <a:xfrm flipH="1">
              <a:off x="301914" y="2132842"/>
              <a:ext cx="5220510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8503076" name="TextBox 33"/>
            <p:cNvSpPr txBox="1"/>
            <p:nvPr/>
          </p:nvSpPr>
          <p:spPr bwMode="auto">
            <a:xfrm flipH="0" flipV="0">
              <a:off x="301912" y="1726791"/>
              <a:ext cx="520213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76100" name="Freeform 34"/>
            <p:cNvSpPr/>
            <p:nvPr/>
          </p:nvSpPr>
          <p:spPr bwMode="auto">
            <a:xfrm>
              <a:off x="10442610" y="0"/>
              <a:ext cx="603818" cy="662628"/>
            </a:xfrm>
            <a:custGeom>
              <a:avLst/>
              <a:gdLst/>
              <a:ahLst/>
              <a:cxnLst/>
              <a:rect l="l" t="t" r="r" b="b"/>
              <a:pathLst>
                <a:path w="603821" h="662630" fill="norm" stroke="1" extrusionOk="0">
                  <a:moveTo>
                    <a:pt x="0" y="0"/>
                  </a:moveTo>
                  <a:lnTo>
                    <a:pt x="603821" y="0"/>
                  </a:lnTo>
                  <a:lnTo>
                    <a:pt x="603821" y="662630"/>
                  </a:lnTo>
                  <a:lnTo>
                    <a:pt x="0" y="66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1874443" name="AutoShape 35"/>
            <p:cNvSpPr/>
            <p:nvPr/>
          </p:nvSpPr>
          <p:spPr bwMode="auto">
            <a:xfrm flipH="1" flipV="1">
              <a:off x="10744518" y="662628"/>
              <a:ext cx="0" cy="5374371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6194948" name=""/>
          <p:cNvGrpSpPr/>
          <p:nvPr/>
        </p:nvGrpSpPr>
        <p:grpSpPr bwMode="auto">
          <a:xfrm>
            <a:off x="593101" y="503826"/>
            <a:ext cx="11047012" cy="6037320"/>
            <a:chOff x="0" y="0"/>
            <a:chExt cx="11047012" cy="6037320"/>
          </a:xfrm>
        </p:grpSpPr>
        <p:sp>
          <p:nvSpPr>
            <p:cNvPr id="2135961055" name="Freeform 26"/>
            <p:cNvSpPr/>
            <p:nvPr/>
          </p:nvSpPr>
          <p:spPr bwMode="auto">
            <a:xfrm>
              <a:off x="0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4" y="0"/>
                  </a:lnTo>
                  <a:lnTo>
                    <a:pt x="603854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970879" name="Freeform 27"/>
            <p:cNvSpPr/>
            <p:nvPr/>
          </p:nvSpPr>
          <p:spPr bwMode="auto">
            <a:xfrm>
              <a:off x="5160166" y="85305"/>
              <a:ext cx="725095" cy="577356"/>
            </a:xfrm>
            <a:custGeom>
              <a:avLst/>
              <a:gdLst/>
              <a:ahLst/>
              <a:cxnLst/>
              <a:rect l="l" t="t" r="r" b="b"/>
              <a:pathLst>
                <a:path w="725097" h="577358" fill="norm" stroke="1" extrusionOk="0">
                  <a:moveTo>
                    <a:pt x="0" y="0"/>
                  </a:moveTo>
                  <a:lnTo>
                    <a:pt x="725097" y="0"/>
                  </a:lnTo>
                  <a:lnTo>
                    <a:pt x="725097" y="577358"/>
                  </a:lnTo>
                  <a:lnTo>
                    <a:pt x="0" y="577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8058442" name="AutoShape 28"/>
            <p:cNvSpPr/>
            <p:nvPr/>
          </p:nvSpPr>
          <p:spPr bwMode="auto">
            <a:xfrm flipV="1">
              <a:off x="30192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0586264" name="AutoShape 29"/>
            <p:cNvSpPr/>
            <p:nvPr/>
          </p:nvSpPr>
          <p:spPr bwMode="auto">
            <a:xfrm flipV="1">
              <a:off x="552271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2848171" name="AutoShape 30"/>
            <p:cNvSpPr/>
            <p:nvPr/>
          </p:nvSpPr>
          <p:spPr bwMode="auto">
            <a:xfrm>
              <a:off x="301925" y="149312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12256" name="TextBox 31"/>
            <p:cNvSpPr txBox="1"/>
            <p:nvPr/>
          </p:nvSpPr>
          <p:spPr bwMode="auto">
            <a:xfrm flipH="0" flipV="0">
              <a:off x="301924" y="1087209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2959430" name="AutoShape 32"/>
            <p:cNvSpPr/>
            <p:nvPr/>
          </p:nvSpPr>
          <p:spPr bwMode="auto">
            <a:xfrm flipH="1">
              <a:off x="301925" y="2132955"/>
              <a:ext cx="522078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1284988" name="TextBox 33"/>
            <p:cNvSpPr txBox="1"/>
            <p:nvPr/>
          </p:nvSpPr>
          <p:spPr bwMode="auto">
            <a:xfrm flipH="0" flipV="0">
              <a:off x="301924" y="1726884"/>
              <a:ext cx="522222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93682838" name="Freeform 34"/>
            <p:cNvSpPr/>
            <p:nvPr/>
          </p:nvSpPr>
          <p:spPr bwMode="auto">
            <a:xfrm>
              <a:off x="10443161" y="0"/>
              <a:ext cx="603851" cy="662663"/>
            </a:xfrm>
            <a:custGeom>
              <a:avLst/>
              <a:gdLst/>
              <a:ahLst/>
              <a:cxnLst/>
              <a:rect l="l" t="t" r="r" b="b"/>
              <a:pathLst>
                <a:path w="603853" h="662665" fill="norm" stroke="1" extrusionOk="0">
                  <a:moveTo>
                    <a:pt x="0" y="0"/>
                  </a:moveTo>
                  <a:lnTo>
                    <a:pt x="603853" y="0"/>
                  </a:lnTo>
                  <a:lnTo>
                    <a:pt x="603853" y="662664"/>
                  </a:lnTo>
                  <a:lnTo>
                    <a:pt x="0" y="662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16501" name="AutoShape 35"/>
            <p:cNvSpPr/>
            <p:nvPr/>
          </p:nvSpPr>
          <p:spPr bwMode="auto">
            <a:xfrm flipV="1">
              <a:off x="10745085" y="662664"/>
              <a:ext cx="0" cy="537465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7290236" name="TextBox 36"/>
            <p:cNvSpPr txBox="1"/>
            <p:nvPr/>
          </p:nvSpPr>
          <p:spPr bwMode="auto">
            <a:xfrm flipH="0" flipV="0">
              <a:off x="5524153" y="3022805"/>
              <a:ext cx="5222372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68948622" name="AutoShape 37"/>
            <p:cNvSpPr/>
            <p:nvPr/>
          </p:nvSpPr>
          <p:spPr bwMode="auto">
            <a:xfrm flipH="1">
              <a:off x="5522715" y="3429321"/>
              <a:ext cx="522236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0588059" name=""/>
          <p:cNvGrpSpPr/>
          <p:nvPr/>
        </p:nvGrpSpPr>
        <p:grpSpPr bwMode="auto">
          <a:xfrm>
            <a:off x="594172" y="504411"/>
            <a:ext cx="11044869" cy="6036149"/>
            <a:chOff x="0" y="0"/>
            <a:chExt cx="11044869" cy="6036149"/>
          </a:xfrm>
        </p:grpSpPr>
        <p:sp>
          <p:nvSpPr>
            <p:cNvPr id="1176078969" name="Freeform 26"/>
            <p:cNvSpPr/>
            <p:nvPr/>
          </p:nvSpPr>
          <p:spPr bwMode="auto">
            <a:xfrm>
              <a:off x="0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9687035" name="Freeform 27"/>
            <p:cNvSpPr/>
            <p:nvPr/>
          </p:nvSpPr>
          <p:spPr bwMode="auto">
            <a:xfrm>
              <a:off x="5159166" y="85290"/>
              <a:ext cx="724953" cy="577244"/>
            </a:xfrm>
            <a:custGeom>
              <a:avLst/>
              <a:gdLst/>
              <a:ahLst/>
              <a:cxnLst/>
              <a:rect l="l" t="t" r="r" b="b"/>
              <a:pathLst>
                <a:path w="724956" h="577246" fill="norm" stroke="1" extrusionOk="0">
                  <a:moveTo>
                    <a:pt x="0" y="0"/>
                  </a:moveTo>
                  <a:lnTo>
                    <a:pt x="724957" y="0"/>
                  </a:lnTo>
                  <a:lnTo>
                    <a:pt x="724957" y="577246"/>
                  </a:lnTo>
                  <a:lnTo>
                    <a:pt x="0" y="577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868735" name="AutoShape 28"/>
            <p:cNvSpPr/>
            <p:nvPr/>
          </p:nvSpPr>
          <p:spPr bwMode="auto">
            <a:xfrm flipV="1">
              <a:off x="301867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61915" name="AutoShape 29"/>
            <p:cNvSpPr/>
            <p:nvPr/>
          </p:nvSpPr>
          <p:spPr bwMode="auto">
            <a:xfrm flipV="1">
              <a:off x="5521644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4218894" name="AutoShape 30"/>
            <p:cNvSpPr/>
            <p:nvPr/>
          </p:nvSpPr>
          <p:spPr bwMode="auto">
            <a:xfrm>
              <a:off x="301867" y="1492836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7278036" name="TextBox 31"/>
            <p:cNvSpPr txBox="1"/>
            <p:nvPr/>
          </p:nvSpPr>
          <p:spPr bwMode="auto">
            <a:xfrm flipH="0" flipV="0">
              <a:off x="301866" y="1086989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3828408" name="AutoShape 32"/>
            <p:cNvSpPr/>
            <p:nvPr/>
          </p:nvSpPr>
          <p:spPr bwMode="auto">
            <a:xfrm flipH="1">
              <a:off x="301867" y="2132542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82434" name="TextBox 33"/>
            <p:cNvSpPr txBox="1"/>
            <p:nvPr/>
          </p:nvSpPr>
          <p:spPr bwMode="auto">
            <a:xfrm flipH="0" flipV="0">
              <a:off x="301866" y="1726542"/>
              <a:ext cx="5201398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5738625" name="Freeform 34"/>
            <p:cNvSpPr/>
            <p:nvPr/>
          </p:nvSpPr>
          <p:spPr bwMode="auto">
            <a:xfrm>
              <a:off x="10441136" y="0"/>
              <a:ext cx="603734" cy="662534"/>
            </a:xfrm>
            <a:custGeom>
              <a:avLst/>
              <a:gdLst/>
              <a:ahLst/>
              <a:cxnLst/>
              <a:rect l="l" t="t" r="r" b="b"/>
              <a:pathLst>
                <a:path w="603736" h="662536" fill="norm" stroke="1" extrusionOk="0">
                  <a:moveTo>
                    <a:pt x="0" y="0"/>
                  </a:moveTo>
                  <a:lnTo>
                    <a:pt x="603736" y="0"/>
                  </a:lnTo>
                  <a:lnTo>
                    <a:pt x="603736" y="662536"/>
                  </a:lnTo>
                  <a:lnTo>
                    <a:pt x="0" y="6625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3545903" name="AutoShape 35"/>
            <p:cNvSpPr/>
            <p:nvPr/>
          </p:nvSpPr>
          <p:spPr bwMode="auto">
            <a:xfrm flipV="1">
              <a:off x="10743001" y="662536"/>
              <a:ext cx="0" cy="53736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11399" name="TextBox 36"/>
            <p:cNvSpPr txBox="1"/>
            <p:nvPr/>
          </p:nvSpPr>
          <p:spPr bwMode="auto">
            <a:xfrm flipH="0" flipV="0">
              <a:off x="5523082" y="3022211"/>
              <a:ext cx="5220636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02422" name="AutoShape 37"/>
            <p:cNvSpPr/>
            <p:nvPr/>
          </p:nvSpPr>
          <p:spPr bwMode="auto">
            <a:xfrm flipH="1">
              <a:off x="5521644" y="3428658"/>
              <a:ext cx="522135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3162901" name="AutoShape 38"/>
            <p:cNvSpPr/>
            <p:nvPr/>
          </p:nvSpPr>
          <p:spPr bwMode="auto">
            <a:xfrm flipH="1">
              <a:off x="301867" y="4723031"/>
              <a:ext cx="521977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8342252" name="TextBox 39"/>
            <p:cNvSpPr txBox="1"/>
            <p:nvPr/>
          </p:nvSpPr>
          <p:spPr bwMode="auto">
            <a:xfrm flipH="0" flipV="0">
              <a:off x="301866" y="4317183"/>
              <a:ext cx="5221215" cy="3181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2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907387" name=""/>
          <p:cNvGrpSpPr/>
          <p:nvPr/>
        </p:nvGrpSpPr>
        <p:grpSpPr bwMode="auto">
          <a:xfrm>
            <a:off x="515665" y="502175"/>
            <a:ext cx="11053054" cy="6040622"/>
            <a:chOff x="0" y="0"/>
            <a:chExt cx="11053054" cy="6040622"/>
          </a:xfrm>
        </p:grpSpPr>
        <p:sp>
          <p:nvSpPr>
            <p:cNvPr id="1255186603" name="Freeform 26"/>
            <p:cNvSpPr/>
            <p:nvPr/>
          </p:nvSpPr>
          <p:spPr bwMode="auto">
            <a:xfrm>
              <a:off x="0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4" y="0"/>
                  </a:lnTo>
                  <a:lnTo>
                    <a:pt x="604184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1748477" name="Freeform 27"/>
            <p:cNvSpPr/>
            <p:nvPr/>
          </p:nvSpPr>
          <p:spPr bwMode="auto">
            <a:xfrm>
              <a:off x="5162989" y="85352"/>
              <a:ext cx="725491" cy="577674"/>
            </a:xfrm>
            <a:custGeom>
              <a:avLst/>
              <a:gdLst/>
              <a:ahLst/>
              <a:cxnLst/>
              <a:rect l="l" t="t" r="r" b="b"/>
              <a:pathLst>
                <a:path w="725493" h="577674" fill="norm" stroke="1" extrusionOk="0">
                  <a:moveTo>
                    <a:pt x="0" y="0"/>
                  </a:moveTo>
                  <a:lnTo>
                    <a:pt x="725494" y="0"/>
                  </a:lnTo>
                  <a:lnTo>
                    <a:pt x="725494" y="577674"/>
                  </a:lnTo>
                  <a:lnTo>
                    <a:pt x="0" y="577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3075439" name="AutoShape 28"/>
            <p:cNvSpPr/>
            <p:nvPr/>
          </p:nvSpPr>
          <p:spPr bwMode="auto">
            <a:xfrm flipV="1">
              <a:off x="302091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37137037" name="AutoShape 29"/>
            <p:cNvSpPr/>
            <p:nvPr/>
          </p:nvSpPr>
          <p:spPr bwMode="auto">
            <a:xfrm flipV="1">
              <a:off x="5525736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669560" name="AutoShape 30"/>
            <p:cNvSpPr/>
            <p:nvPr/>
          </p:nvSpPr>
          <p:spPr bwMode="auto">
            <a:xfrm>
              <a:off x="302091" y="149394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1251743" name="TextBox 31"/>
            <p:cNvSpPr txBox="1"/>
            <p:nvPr/>
          </p:nvSpPr>
          <p:spPr bwMode="auto">
            <a:xfrm flipH="0" flipV="0">
              <a:off x="349059" y="1087828"/>
              <a:ext cx="5178116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 + blinded output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5735611" name="AutoShape 32"/>
            <p:cNvSpPr/>
            <p:nvPr/>
          </p:nvSpPr>
          <p:spPr bwMode="auto">
            <a:xfrm flipH="1">
              <a:off x="302091" y="2134122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297072" name="TextBox 33"/>
            <p:cNvSpPr txBox="1"/>
            <p:nvPr/>
          </p:nvSpPr>
          <p:spPr bwMode="auto">
            <a:xfrm flipH="0" flipV="0">
              <a:off x="302090" y="1727856"/>
              <a:ext cx="5224363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blind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9008916" name="Freeform 34"/>
            <p:cNvSpPr/>
            <p:nvPr/>
          </p:nvSpPr>
          <p:spPr bwMode="auto">
            <a:xfrm>
              <a:off x="10448872" y="0"/>
              <a:ext cx="604182" cy="663025"/>
            </a:xfrm>
            <a:custGeom>
              <a:avLst/>
              <a:gdLst/>
              <a:ahLst/>
              <a:cxnLst/>
              <a:rect l="l" t="t" r="r" b="b"/>
              <a:pathLst>
                <a:path w="604184" h="663027" fill="norm" stroke="1" extrusionOk="0">
                  <a:moveTo>
                    <a:pt x="0" y="0"/>
                  </a:moveTo>
                  <a:lnTo>
                    <a:pt x="604183" y="0"/>
                  </a:lnTo>
                  <a:lnTo>
                    <a:pt x="604183" y="663027"/>
                  </a:lnTo>
                  <a:lnTo>
                    <a:pt x="0" y="663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915916" name="AutoShape 35"/>
            <p:cNvSpPr/>
            <p:nvPr/>
          </p:nvSpPr>
          <p:spPr bwMode="auto">
            <a:xfrm flipV="1">
              <a:off x="10750964" y="663026"/>
              <a:ext cx="0" cy="537759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8658713" name="TextBox 36"/>
            <p:cNvSpPr txBox="1"/>
            <p:nvPr/>
          </p:nvSpPr>
          <p:spPr bwMode="auto">
            <a:xfrm flipH="0" flipV="0">
              <a:off x="5647339" y="3024485"/>
              <a:ext cx="5001345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unblinded output + signature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8630836" name="AutoShape 37"/>
            <p:cNvSpPr/>
            <p:nvPr/>
          </p:nvSpPr>
          <p:spPr bwMode="auto">
            <a:xfrm flipH="1">
              <a:off x="5525736" y="3431197"/>
              <a:ext cx="5225229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2220457" name="AutoShape 38"/>
            <p:cNvSpPr/>
            <p:nvPr/>
          </p:nvSpPr>
          <p:spPr bwMode="auto">
            <a:xfrm flipH="1">
              <a:off x="302091" y="4726530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146347" name="AutoShape 39"/>
            <p:cNvSpPr/>
            <p:nvPr/>
          </p:nvSpPr>
          <p:spPr bwMode="auto">
            <a:xfrm flipH="1">
              <a:off x="302091" y="5361284"/>
              <a:ext cx="522364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284047" name="TextBox 40"/>
            <p:cNvSpPr txBox="1"/>
            <p:nvPr/>
          </p:nvSpPr>
          <p:spPr bwMode="auto">
            <a:xfrm flipH="0" flipV="0">
              <a:off x="349059" y="4320417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unsigned 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0916532" name="TextBox 41"/>
            <p:cNvSpPr txBox="1"/>
            <p:nvPr/>
          </p:nvSpPr>
          <p:spPr bwMode="auto">
            <a:xfrm flipH="0" flipV="0">
              <a:off x="349059" y="4957196"/>
              <a:ext cx="5178834" cy="3183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04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signature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671373" name="Freeform 27"/>
          <p:cNvSpPr/>
          <p:nvPr/>
        </p:nvSpPr>
        <p:spPr bwMode="auto">
          <a:xfrm rot="0" flipH="0" flipV="0">
            <a:off x="207458" y="823935"/>
            <a:ext cx="12202583" cy="4785970"/>
          </a:xfrm>
          <a:prstGeom prst="rect">
            <a:avLst/>
          </a:prstGeom>
          <a:blipFill>
            <a:blip r:embed="rId3"/>
            <a:srcRect l="-73779" t="0" r="-81186" b="0"/>
            <a:stretch/>
          </a:blipFill>
          <a:ln/>
        </p:spPr>
        <p:txBody>
          <a:bodyPr/>
          <a:p/>
        </p:txBody>
      </p:sp>
      <p:sp>
        <p:nvSpPr>
          <p:cNvPr id="1438222183" name="TextBox 28"/>
          <p:cNvSpPr txBox="1"/>
          <p:nvPr/>
        </p:nvSpPr>
        <p:spPr bwMode="auto">
          <a:xfrm flipH="0" flipV="0">
            <a:off x="3738503" y="5639670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ग्रेगरी मैक्सवेल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649" name="TextBox 28"/>
          <p:cNvSpPr txBox="1"/>
          <p:nvPr/>
        </p:nvSpPr>
        <p:spPr bwMode="auto">
          <a:xfrm flipH="0" flipV="0">
            <a:off x="3685810" y="5713957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पीटर टॉड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21246036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85813" y="714152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003921" name="TextBox 28"/>
          <p:cNvSpPr txBox="1"/>
          <p:nvPr/>
        </p:nvSpPr>
        <p:spPr bwMode="auto">
          <a:xfrm flipH="0" flipV="0">
            <a:off x="730208" y="5769236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नोपारा73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1313548741" name="Group 29"/>
          <p:cNvGrpSpPr/>
          <p:nvPr/>
        </p:nvGrpSpPr>
        <p:grpSpPr bwMode="auto">
          <a:xfrm>
            <a:off x="6550589" y="880159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761821178" name="TextBox 31"/>
          <p:cNvSpPr txBox="1"/>
          <p:nvPr/>
        </p:nvSpPr>
        <p:spPr bwMode="auto">
          <a:xfrm flipH="0" flipV="0">
            <a:off x="6652036" y="5769236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टीदेवडी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6772167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0208" y="806695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0538096" name=""/>
          <p:cNvGrpSpPr/>
          <p:nvPr/>
        </p:nvGrpSpPr>
        <p:grpSpPr bwMode="auto">
          <a:xfrm>
            <a:off x="2514729" y="228201"/>
            <a:ext cx="6911163" cy="6429375"/>
            <a:chOff x="0" y="0"/>
            <a:chExt cx="6911163" cy="6429375"/>
          </a:xfrm>
        </p:grpSpPr>
        <p:sp>
          <p:nvSpPr>
            <p:cNvPr id="209124603" name="TextBox 32"/>
            <p:cNvSpPr txBox="1"/>
            <p:nvPr/>
          </p:nvSpPr>
          <p:spPr bwMode="auto">
            <a:xfrm>
              <a:off x="301099" y="23625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Zerolink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2111552" name="TextBox 33"/>
            <p:cNvSpPr txBox="1"/>
            <p:nvPr/>
          </p:nvSpPr>
          <p:spPr bwMode="auto">
            <a:xfrm>
              <a:off x="475767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1510113" name="TextBox 38"/>
            <p:cNvSpPr txBox="1"/>
            <p:nvPr/>
          </p:nvSpPr>
          <p:spPr bwMode="auto">
            <a:xfrm>
              <a:off x="4096944" y="868518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3684037" name="Rectangle: Rounded Corners 12"/>
            <p:cNvSpPr/>
            <p:nvPr/>
          </p:nvSpPr>
          <p:spPr bwMode="auto">
            <a:xfrm flipH="0" flipV="0">
              <a:off x="0" y="0"/>
              <a:ext cx="6911163" cy="642937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969071106" name=""/>
            <p:cNvGrpSpPr/>
            <p:nvPr/>
          </p:nvGrpSpPr>
          <p:grpSpPr bwMode="auto">
            <a:xfrm>
              <a:off x="434445" y="1331028"/>
              <a:ext cx="5927904" cy="4796321"/>
              <a:chOff x="0" y="0"/>
              <a:chExt cx="5927904" cy="4796321"/>
            </a:xfrm>
          </p:grpSpPr>
          <p:sp>
            <p:nvSpPr>
              <p:cNvPr id="301498128" name="Freeform 30"/>
              <p:cNvSpPr/>
              <p:nvPr/>
            </p:nvSpPr>
            <p:spPr bwMode="auto">
              <a:xfrm rot="0" flipH="0" flipV="0">
                <a:off x="0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8810422" name="TextBox 31"/>
              <p:cNvSpPr txBox="1"/>
              <p:nvPr/>
            </p:nvSpPr>
            <p:spPr bwMode="auto">
              <a:xfrm rot="0" flipH="0" flipV="0">
                <a:off x="0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15229402" name="AutoShape 34"/>
              <p:cNvSpPr/>
              <p:nvPr/>
            </p:nvSpPr>
            <p:spPr bwMode="auto">
              <a:xfrm flipH="0" flipV="0">
                <a:off x="2963952" y="0"/>
                <a:ext cx="0" cy="479631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165150491" name="Freeform 36"/>
              <p:cNvSpPr/>
              <p:nvPr/>
            </p:nvSpPr>
            <p:spPr bwMode="auto">
              <a:xfrm rot="0" flipH="0" flipV="0">
                <a:off x="0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55075824" name="TextBox 37"/>
              <p:cNvSpPr txBox="1"/>
              <p:nvPr/>
            </p:nvSpPr>
            <p:spPr bwMode="auto">
              <a:xfrm rot="0" flipH="0" flipV="0">
                <a:off x="0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72064862" name="Freeform 40"/>
              <p:cNvSpPr/>
              <p:nvPr/>
            </p:nvSpPr>
            <p:spPr bwMode="auto">
              <a:xfrm rot="0" flipH="0" flipV="0">
                <a:off x="187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20475749" name="TextBox 41"/>
              <p:cNvSpPr txBox="1"/>
              <p:nvPr/>
            </p:nvSpPr>
            <p:spPr bwMode="auto">
              <a:xfrm rot="0" flipH="0" flipV="0">
                <a:off x="187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07853794" name="Freeform 43"/>
              <p:cNvSpPr/>
              <p:nvPr/>
            </p:nvSpPr>
            <p:spPr bwMode="auto">
              <a:xfrm rot="0" flipH="0" flipV="0">
                <a:off x="187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16466384" name="TextBox 44"/>
              <p:cNvSpPr txBox="1"/>
              <p:nvPr/>
            </p:nvSpPr>
            <p:spPr bwMode="auto">
              <a:xfrm rot="0" flipH="0" flipV="0">
                <a:off x="187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28338751" name="Freeform 46"/>
              <p:cNvSpPr/>
              <p:nvPr/>
            </p:nvSpPr>
            <p:spPr bwMode="auto">
              <a:xfrm rot="0" flipH="0" flipV="0">
                <a:off x="187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51321298" name="TextBox 47"/>
              <p:cNvSpPr txBox="1"/>
              <p:nvPr/>
            </p:nvSpPr>
            <p:spPr bwMode="auto">
              <a:xfrm rot="0" flipH="0" flipV="0">
                <a:off x="187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55711115" name="Freeform 49"/>
              <p:cNvSpPr/>
              <p:nvPr/>
            </p:nvSpPr>
            <p:spPr bwMode="auto">
              <a:xfrm rot="0" flipH="0" flipV="0">
                <a:off x="3621178" y="214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6754709" name="TextBox 50"/>
              <p:cNvSpPr txBox="1"/>
              <p:nvPr/>
            </p:nvSpPr>
            <p:spPr bwMode="auto">
              <a:xfrm rot="0" flipH="0" flipV="0">
                <a:off x="3621178" y="45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47613779" name="Freeform 52"/>
              <p:cNvSpPr/>
              <p:nvPr/>
            </p:nvSpPr>
            <p:spPr bwMode="auto">
              <a:xfrm rot="0" flipH="0" flipV="0">
                <a:off x="3621178" y="118032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34195062" name="TextBox 53"/>
              <p:cNvSpPr txBox="1"/>
              <p:nvPr/>
            </p:nvSpPr>
            <p:spPr bwMode="auto">
              <a:xfrm rot="0" flipH="0" flipV="0">
                <a:off x="3621178" y="101155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57533596" name="Freeform 55"/>
              <p:cNvSpPr/>
              <p:nvPr/>
            </p:nvSpPr>
            <p:spPr bwMode="auto">
              <a:xfrm rot="0" flipH="0" flipV="0">
                <a:off x="3621364" y="214623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81087326" name="TextBox 56"/>
              <p:cNvSpPr txBox="1"/>
              <p:nvPr/>
            </p:nvSpPr>
            <p:spPr bwMode="auto">
              <a:xfrm rot="0" flipH="0" flipV="0">
                <a:off x="3621364" y="197746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301404" name="Freeform 58"/>
              <p:cNvSpPr/>
              <p:nvPr/>
            </p:nvSpPr>
            <p:spPr bwMode="auto">
              <a:xfrm rot="0" flipH="0" flipV="0">
                <a:off x="3621364" y="311214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31529651" name="TextBox 59"/>
              <p:cNvSpPr txBox="1"/>
              <p:nvPr/>
            </p:nvSpPr>
            <p:spPr bwMode="auto">
              <a:xfrm rot="0" flipH="0" flipV="0">
                <a:off x="3621364" y="2943377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01798928" name="Freeform 61"/>
              <p:cNvSpPr/>
              <p:nvPr/>
            </p:nvSpPr>
            <p:spPr bwMode="auto">
              <a:xfrm rot="0" flipH="0" flipV="0">
                <a:off x="3621364" y="407805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525755623" name="TextBox 62"/>
              <p:cNvSpPr txBox="1"/>
              <p:nvPr/>
            </p:nvSpPr>
            <p:spPr bwMode="auto">
              <a:xfrm rot="0" flipH="0" flipV="0">
                <a:off x="3621364" y="390929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533107" name=""/>
          <p:cNvGrpSpPr/>
          <p:nvPr/>
        </p:nvGrpSpPr>
        <p:grpSpPr bwMode="auto">
          <a:xfrm>
            <a:off x="702104" y="397334"/>
            <a:ext cx="10767243" cy="5977998"/>
            <a:chOff x="0" y="0"/>
            <a:chExt cx="10767243" cy="5977998"/>
          </a:xfrm>
        </p:grpSpPr>
        <p:sp>
          <p:nvSpPr>
            <p:cNvPr id="1284365017" name="Freeform 32"/>
            <p:cNvSpPr/>
            <p:nvPr/>
          </p:nvSpPr>
          <p:spPr bwMode="auto">
            <a:xfrm>
              <a:off x="531136" y="198154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665992" name="Freeform 33"/>
            <p:cNvSpPr/>
            <p:nvPr/>
          </p:nvSpPr>
          <p:spPr bwMode="auto">
            <a:xfrm>
              <a:off x="2384590" y="1311188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4" y="0"/>
                  </a:lnTo>
                  <a:lnTo>
                    <a:pt x="755174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2102800" name="Freeform 34"/>
            <p:cNvSpPr/>
            <p:nvPr/>
          </p:nvSpPr>
          <p:spPr bwMode="auto">
            <a:xfrm>
              <a:off x="1521865" y="2955517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5698511" name="Freeform 35"/>
            <p:cNvSpPr/>
            <p:nvPr/>
          </p:nvSpPr>
          <p:spPr bwMode="auto">
            <a:xfrm>
              <a:off x="531136" y="316880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1459833" name="Freeform 36"/>
            <p:cNvSpPr/>
            <p:nvPr/>
          </p:nvSpPr>
          <p:spPr bwMode="auto">
            <a:xfrm>
              <a:off x="1361160" y="3926198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8"/>
                  </a:lnTo>
                  <a:lnTo>
                    <a:pt x="0" y="426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0448271" name="Freeform 37"/>
            <p:cNvSpPr/>
            <p:nvPr/>
          </p:nvSpPr>
          <p:spPr bwMode="auto">
            <a:xfrm>
              <a:off x="2384590" y="3728169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3074449" name="Freeform 38"/>
            <p:cNvSpPr/>
            <p:nvPr/>
          </p:nvSpPr>
          <p:spPr bwMode="auto">
            <a:xfrm>
              <a:off x="317851" y="4581300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6783647" name="Freeform 39"/>
            <p:cNvSpPr/>
            <p:nvPr/>
          </p:nvSpPr>
          <p:spPr bwMode="auto">
            <a:xfrm>
              <a:off x="1134847" y="4896880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296291" name="Freeform 40"/>
            <p:cNvSpPr/>
            <p:nvPr/>
          </p:nvSpPr>
          <p:spPr bwMode="auto">
            <a:xfrm>
              <a:off x="1457863" y="171568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2751857" name="Freeform 41"/>
            <p:cNvSpPr/>
            <p:nvPr/>
          </p:nvSpPr>
          <p:spPr bwMode="auto">
            <a:xfrm>
              <a:off x="2762178" y="4794586"/>
              <a:ext cx="600300" cy="600300"/>
            </a:xfrm>
            <a:custGeom>
              <a:avLst/>
              <a:gdLst/>
              <a:ahLst/>
              <a:cxnLst/>
              <a:rect l="l" t="t" r="r" b="b"/>
              <a:pathLst>
                <a:path w="600302" h="600302" fill="norm" stroke="1" extrusionOk="0">
                  <a:moveTo>
                    <a:pt x="0" y="0"/>
                  </a:moveTo>
                  <a:lnTo>
                    <a:pt x="600303" y="0"/>
                  </a:lnTo>
                  <a:lnTo>
                    <a:pt x="600303" y="600302"/>
                  </a:lnTo>
                  <a:lnTo>
                    <a:pt x="0" y="60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6807308" name="Freeform 42"/>
            <p:cNvSpPr/>
            <p:nvPr/>
          </p:nvSpPr>
          <p:spPr bwMode="auto">
            <a:xfrm>
              <a:off x="2307156" y="2738637"/>
              <a:ext cx="755172" cy="755172"/>
            </a:xfrm>
            <a:custGeom>
              <a:avLst/>
              <a:gdLst/>
              <a:ahLst/>
              <a:cxnLst/>
              <a:rect l="l" t="t" r="r" b="b"/>
              <a:pathLst>
                <a:path w="755174" h="755174" fill="norm" stroke="1" extrusionOk="0">
                  <a:moveTo>
                    <a:pt x="0" y="0"/>
                  </a:moveTo>
                  <a:lnTo>
                    <a:pt x="755173" y="0"/>
                  </a:lnTo>
                  <a:lnTo>
                    <a:pt x="755173" y="755173"/>
                  </a:lnTo>
                  <a:lnTo>
                    <a:pt x="0" y="755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448052" name="Freeform 43"/>
            <p:cNvSpPr/>
            <p:nvPr/>
          </p:nvSpPr>
          <p:spPr bwMode="auto">
            <a:xfrm>
              <a:off x="531136" y="1218981"/>
              <a:ext cx="426565" cy="426565"/>
            </a:xfrm>
            <a:custGeom>
              <a:avLst/>
              <a:gdLst/>
              <a:ahLst/>
              <a:cxnLst/>
              <a:rect l="l" t="t" r="r" b="b"/>
              <a:pathLst>
                <a:path w="426567" h="426567" fill="norm" stroke="1" extrusionOk="0">
                  <a:moveTo>
                    <a:pt x="0" y="0"/>
                  </a:moveTo>
                  <a:lnTo>
                    <a:pt x="426567" y="0"/>
                  </a:lnTo>
                  <a:lnTo>
                    <a:pt x="426567" y="426567"/>
                  </a:lnTo>
                  <a:lnTo>
                    <a:pt x="0" y="426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1708346" name="Freeform 44"/>
            <p:cNvSpPr/>
            <p:nvPr/>
          </p:nvSpPr>
          <p:spPr bwMode="auto">
            <a:xfrm>
              <a:off x="7998985" y="121898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27014339" name="Freeform 45"/>
            <p:cNvSpPr/>
            <p:nvPr/>
          </p:nvSpPr>
          <p:spPr bwMode="auto">
            <a:xfrm>
              <a:off x="9944449" y="2046207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381110" name="Freeform 46"/>
            <p:cNvSpPr/>
            <p:nvPr/>
          </p:nvSpPr>
          <p:spPr bwMode="auto">
            <a:xfrm>
              <a:off x="7851422" y="224740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3738226" name="Freeform 47"/>
            <p:cNvSpPr/>
            <p:nvPr/>
          </p:nvSpPr>
          <p:spPr bwMode="auto">
            <a:xfrm>
              <a:off x="9944449" y="3067243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1296129" name="Freeform 48"/>
            <p:cNvSpPr/>
            <p:nvPr/>
          </p:nvSpPr>
          <p:spPr bwMode="auto">
            <a:xfrm>
              <a:off x="9180726" y="1422914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595313" name="Freeform 49"/>
            <p:cNvSpPr/>
            <p:nvPr/>
          </p:nvSpPr>
          <p:spPr bwMode="auto">
            <a:xfrm>
              <a:off x="8649004" y="285036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9996898" name="Freeform 50"/>
            <p:cNvSpPr/>
            <p:nvPr/>
          </p:nvSpPr>
          <p:spPr bwMode="auto">
            <a:xfrm>
              <a:off x="7585562" y="4049580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097255" name="Freeform 51"/>
            <p:cNvSpPr/>
            <p:nvPr/>
          </p:nvSpPr>
          <p:spPr bwMode="auto">
            <a:xfrm>
              <a:off x="9816921" y="3949641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2"/>
                  </a:lnTo>
                  <a:lnTo>
                    <a:pt x="0" y="531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2000817" name="Freeform 52"/>
            <p:cNvSpPr/>
            <p:nvPr/>
          </p:nvSpPr>
          <p:spPr bwMode="auto">
            <a:xfrm>
              <a:off x="8117282" y="5129028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8892997" name="Freeform 53"/>
            <p:cNvSpPr/>
            <p:nvPr/>
          </p:nvSpPr>
          <p:spPr bwMode="auto">
            <a:xfrm>
              <a:off x="8732268" y="4215502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1" y="0"/>
                  </a:lnTo>
                  <a:lnTo>
                    <a:pt x="531721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6003887" name="Freeform 54"/>
            <p:cNvSpPr/>
            <p:nvPr/>
          </p:nvSpPr>
          <p:spPr bwMode="auto">
            <a:xfrm>
              <a:off x="10036671" y="5236535"/>
              <a:ext cx="531720" cy="531720"/>
            </a:xfrm>
            <a:custGeom>
              <a:avLst/>
              <a:gdLst/>
              <a:ahLst/>
              <a:cxnLst/>
              <a:rect l="l" t="t" r="r" b="b"/>
              <a:pathLst>
                <a:path w="531721" h="531721" fill="norm" stroke="1" extrusionOk="0">
                  <a:moveTo>
                    <a:pt x="0" y="0"/>
                  </a:moveTo>
                  <a:lnTo>
                    <a:pt x="531722" y="0"/>
                  </a:lnTo>
                  <a:lnTo>
                    <a:pt x="531722" y="531721"/>
                  </a:lnTo>
                  <a:lnTo>
                    <a:pt x="0" y="531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59784" name="TextBox 55"/>
            <p:cNvSpPr txBox="1"/>
            <p:nvPr/>
          </p:nvSpPr>
          <p:spPr bwMode="auto">
            <a:xfrm flipH="0" flipV="0">
              <a:off x="39344" y="463956"/>
              <a:ext cx="3594883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354716193" name="TextBox 56"/>
            <p:cNvSpPr txBox="1"/>
            <p:nvPr/>
          </p:nvSpPr>
          <p:spPr bwMode="auto">
            <a:xfrm flipH="0" flipV="0">
              <a:off x="7398487" y="463956"/>
              <a:ext cx="3368756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post-mix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780308820" name="Freeform 58"/>
            <p:cNvSpPr/>
            <p:nvPr/>
          </p:nvSpPr>
          <p:spPr bwMode="auto">
            <a:xfrm rot="0" flipH="0" flipV="0">
              <a:off x="3859016" y="2143649"/>
              <a:ext cx="3208488" cy="1945145"/>
            </a:xfrm>
            <a:custGeom>
              <a:avLst/>
              <a:gdLst/>
              <a:ahLst/>
              <a:cxnLst/>
              <a:rect l="l" t="t" r="r" b="b"/>
              <a:pathLst>
                <a:path w="4277986" h="2593529" fill="norm" stroke="1" extrusionOk="0">
                  <a:moveTo>
                    <a:pt x="0" y="0"/>
                  </a:moveTo>
                  <a:lnTo>
                    <a:pt x="4277986" y="0"/>
                  </a:lnTo>
                  <a:lnTo>
                    <a:pt x="4277986" y="2593529"/>
                  </a:lnTo>
                  <a:lnTo>
                    <a:pt x="0" y="259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</p:sp>
        <p:sp>
          <p:nvSpPr>
            <p:cNvPr id="1767246651" name="TextBox 59"/>
            <p:cNvSpPr txBox="1"/>
            <p:nvPr/>
          </p:nvSpPr>
          <p:spPr bwMode="auto">
            <a:xfrm rot="0" flipH="0" flipV="0">
              <a:off x="4314925" y="3031664"/>
              <a:ext cx="2367807" cy="43901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54"/>
                </a:lnSpc>
                <a:defRPr/>
              </a:pPr>
              <a:r>
                <a:rPr lang="en-US" sz="2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coinjoins</a:t>
              </a:r>
              <a:endParaRPr/>
            </a:p>
          </p:txBody>
        </p:sp>
        <p:sp>
          <p:nvSpPr>
            <p:cNvPr id="386031795" name="AutoShape 60"/>
            <p:cNvSpPr/>
            <p:nvPr/>
          </p:nvSpPr>
          <p:spPr bwMode="auto">
            <a:xfrm>
              <a:off x="1989585" y="2062215"/>
              <a:ext cx="1869431" cy="56723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3804922" name="AutoShape 61"/>
            <p:cNvSpPr/>
            <p:nvPr/>
          </p:nvSpPr>
          <p:spPr bwMode="auto">
            <a:xfrm>
              <a:off x="3062329" y="3116223"/>
              <a:ext cx="796686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2103253" name="AutoShape 62"/>
            <p:cNvSpPr/>
            <p:nvPr/>
          </p:nvSpPr>
          <p:spPr bwMode="auto">
            <a:xfrm flipV="1">
              <a:off x="1735149" y="3944899"/>
              <a:ext cx="2123866" cy="10970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5937900" name="AutoShape 63"/>
            <p:cNvSpPr/>
            <p:nvPr/>
          </p:nvSpPr>
          <p:spPr bwMode="auto">
            <a:xfrm>
              <a:off x="7067506" y="3921797"/>
              <a:ext cx="518053" cy="2601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1357999" name="AutoShape 64"/>
            <p:cNvSpPr/>
            <p:nvPr/>
          </p:nvSpPr>
          <p:spPr bwMode="auto">
            <a:xfrm>
              <a:off x="7067506" y="3116223"/>
              <a:ext cx="1581495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8662283" name="AutoShape 65"/>
            <p:cNvSpPr/>
            <p:nvPr/>
          </p:nvSpPr>
          <p:spPr bwMode="auto">
            <a:xfrm flipV="1">
              <a:off x="7067506" y="2573667"/>
              <a:ext cx="783914" cy="17809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9411176" name="AutoShape 66"/>
            <p:cNvSpPr/>
            <p:nvPr/>
          </p:nvSpPr>
          <p:spPr bwMode="auto">
            <a:xfrm flipV="1">
              <a:off x="8383142" y="2337626"/>
              <a:ext cx="1561304" cy="15008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2636650" name="AutoShape 67"/>
            <p:cNvSpPr/>
            <p:nvPr/>
          </p:nvSpPr>
          <p:spPr bwMode="auto">
            <a:xfrm>
              <a:off x="9180726" y="3160733"/>
              <a:ext cx="763722" cy="12785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9035104" name="AutoShape 68"/>
            <p:cNvSpPr/>
            <p:nvPr/>
          </p:nvSpPr>
          <p:spPr bwMode="auto">
            <a:xfrm flipV="1">
              <a:off x="9263986" y="4280667"/>
              <a:ext cx="552929" cy="13552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8966934" name="AutoShape 69"/>
            <p:cNvSpPr/>
            <p:nvPr/>
          </p:nvSpPr>
          <p:spPr bwMode="auto">
            <a:xfrm>
              <a:off x="8117282" y="4353910"/>
              <a:ext cx="614983" cy="8898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1770051" name="Freeform 70"/>
            <p:cNvSpPr/>
            <p:nvPr/>
          </p:nvSpPr>
          <p:spPr bwMode="auto">
            <a:xfrm>
              <a:off x="5162345" y="4280667"/>
              <a:ext cx="601830" cy="551426"/>
            </a:xfrm>
            <a:custGeom>
              <a:avLst/>
              <a:gdLst/>
              <a:ahLst/>
              <a:cxnLst/>
              <a:rect l="l" t="t" r="r" b="b"/>
              <a:pathLst>
                <a:path w="601831" h="551428" fill="norm" stroke="1" extrusionOk="0">
                  <a:moveTo>
                    <a:pt x="0" y="0"/>
                  </a:moveTo>
                  <a:lnTo>
                    <a:pt x="601831" y="0"/>
                  </a:lnTo>
                  <a:lnTo>
                    <a:pt x="601831" y="551428"/>
                  </a:lnTo>
                  <a:lnTo>
                    <a:pt x="0" y="551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2021549" name="Rectangle: Rounded Corners 12"/>
            <p:cNvSpPr/>
            <p:nvPr/>
          </p:nvSpPr>
          <p:spPr bwMode="auto">
            <a:xfrm>
              <a:off x="0" y="88604"/>
              <a:ext cx="3632789" cy="588939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27425332" name="Rectangle: Rounded Corners 12"/>
            <p:cNvSpPr/>
            <p:nvPr/>
          </p:nvSpPr>
          <p:spPr bwMode="auto">
            <a:xfrm>
              <a:off x="7398487" y="0"/>
              <a:ext cx="3367676" cy="597799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872125" name=""/>
          <p:cNvGrpSpPr/>
          <p:nvPr/>
        </p:nvGrpSpPr>
        <p:grpSpPr bwMode="auto">
          <a:xfrm>
            <a:off x="627688" y="439559"/>
            <a:ext cx="10854067" cy="5889391"/>
            <a:chOff x="0" y="0"/>
            <a:chExt cx="10854067" cy="5889391"/>
          </a:xfrm>
        </p:grpSpPr>
        <p:sp>
          <p:nvSpPr>
            <p:cNvPr id="1880644315" name="Freeform 29"/>
            <p:cNvSpPr/>
            <p:nvPr/>
          </p:nvSpPr>
          <p:spPr bwMode="auto">
            <a:xfrm>
              <a:off x="488417" y="1992069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2381760" name="Freeform 30"/>
            <p:cNvSpPr/>
            <p:nvPr/>
          </p:nvSpPr>
          <p:spPr bwMode="auto">
            <a:xfrm>
              <a:off x="2440471" y="1286050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6"/>
                  </a:lnTo>
                  <a:lnTo>
                    <a:pt x="0" y="795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964358" name="Freeform 31"/>
            <p:cNvSpPr/>
            <p:nvPr/>
          </p:nvSpPr>
          <p:spPr bwMode="auto">
            <a:xfrm>
              <a:off x="1531849" y="3017853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60" y="0"/>
                  </a:lnTo>
                  <a:lnTo>
                    <a:pt x="449260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698192" name="Freeform 32"/>
            <p:cNvSpPr/>
            <p:nvPr/>
          </p:nvSpPr>
          <p:spPr bwMode="auto">
            <a:xfrm>
              <a:off x="488417" y="324248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664044" name="Freeform 33"/>
            <p:cNvSpPr/>
            <p:nvPr/>
          </p:nvSpPr>
          <p:spPr bwMode="auto">
            <a:xfrm>
              <a:off x="1362595" y="4040172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5976632" name="Freeform 34"/>
            <p:cNvSpPr/>
            <p:nvPr/>
          </p:nvSpPr>
          <p:spPr bwMode="auto">
            <a:xfrm>
              <a:off x="2440471" y="3831606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3516357" name="Freeform 35"/>
            <p:cNvSpPr/>
            <p:nvPr/>
          </p:nvSpPr>
          <p:spPr bwMode="auto">
            <a:xfrm>
              <a:off x="263787" y="4730124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60"/>
                  </a:lnTo>
                  <a:lnTo>
                    <a:pt x="0" y="449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3485527" name="Freeform 36"/>
            <p:cNvSpPr/>
            <p:nvPr/>
          </p:nvSpPr>
          <p:spPr bwMode="auto">
            <a:xfrm>
              <a:off x="1124244" y="5062491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7" y="0"/>
                  </a:lnTo>
                  <a:lnTo>
                    <a:pt x="632237" y="632236"/>
                  </a:lnTo>
                  <a:lnTo>
                    <a:pt x="0" y="632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3495555" name="Freeform 37"/>
            <p:cNvSpPr/>
            <p:nvPr/>
          </p:nvSpPr>
          <p:spPr bwMode="auto">
            <a:xfrm>
              <a:off x="1464444" y="1712065"/>
              <a:ext cx="560007" cy="560007"/>
            </a:xfrm>
            <a:custGeom>
              <a:avLst/>
              <a:gdLst/>
              <a:ahLst/>
              <a:cxnLst/>
              <a:rect l="l" t="t" r="r" b="b"/>
              <a:pathLst>
                <a:path w="560007" h="560007" fill="norm" stroke="1" extrusionOk="0">
                  <a:moveTo>
                    <a:pt x="0" y="0"/>
                  </a:moveTo>
                  <a:lnTo>
                    <a:pt x="560007" y="0"/>
                  </a:lnTo>
                  <a:lnTo>
                    <a:pt x="560007" y="560007"/>
                  </a:lnTo>
                  <a:lnTo>
                    <a:pt x="0" y="560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8499911" name="Freeform 38"/>
            <p:cNvSpPr/>
            <p:nvPr/>
          </p:nvSpPr>
          <p:spPr bwMode="auto">
            <a:xfrm>
              <a:off x="2838143" y="4954752"/>
              <a:ext cx="632235" cy="632235"/>
            </a:xfrm>
            <a:custGeom>
              <a:avLst/>
              <a:gdLst/>
              <a:ahLst/>
              <a:cxnLst/>
              <a:rect l="l" t="t" r="r" b="b"/>
              <a:pathLst>
                <a:path w="632237" h="632237" fill="norm" stroke="1" extrusionOk="0">
                  <a:moveTo>
                    <a:pt x="0" y="0"/>
                  </a:moveTo>
                  <a:lnTo>
                    <a:pt x="632236" y="0"/>
                  </a:lnTo>
                  <a:lnTo>
                    <a:pt x="632236" y="632237"/>
                  </a:lnTo>
                  <a:lnTo>
                    <a:pt x="0" y="632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6474706" name="Freeform 39"/>
            <p:cNvSpPr/>
            <p:nvPr/>
          </p:nvSpPr>
          <p:spPr bwMode="auto">
            <a:xfrm>
              <a:off x="2358915" y="2789434"/>
              <a:ext cx="795344" cy="795344"/>
            </a:xfrm>
            <a:custGeom>
              <a:avLst/>
              <a:gdLst/>
              <a:ahLst/>
              <a:cxnLst/>
              <a:rect l="l" t="t" r="r" b="b"/>
              <a:pathLst>
                <a:path w="795346" h="795346" fill="norm" stroke="1" extrusionOk="0">
                  <a:moveTo>
                    <a:pt x="0" y="0"/>
                  </a:moveTo>
                  <a:lnTo>
                    <a:pt x="795346" y="0"/>
                  </a:lnTo>
                  <a:lnTo>
                    <a:pt x="795346" y="795347"/>
                  </a:lnTo>
                  <a:lnTo>
                    <a:pt x="0" y="795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6328746" name="Freeform 40"/>
            <p:cNvSpPr/>
            <p:nvPr/>
          </p:nvSpPr>
          <p:spPr bwMode="auto">
            <a:xfrm>
              <a:off x="488417" y="1188939"/>
              <a:ext cx="449257" cy="449257"/>
            </a:xfrm>
            <a:custGeom>
              <a:avLst/>
              <a:gdLst/>
              <a:ahLst/>
              <a:cxnLst/>
              <a:rect l="l" t="t" r="r" b="b"/>
              <a:pathLst>
                <a:path w="449259" h="449259" fill="norm" stroke="1" extrusionOk="0">
                  <a:moveTo>
                    <a:pt x="0" y="0"/>
                  </a:moveTo>
                  <a:lnTo>
                    <a:pt x="449259" y="0"/>
                  </a:lnTo>
                  <a:lnTo>
                    <a:pt x="449259" y="449259"/>
                  </a:lnTo>
                  <a:lnTo>
                    <a:pt x="0" y="449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7536176" name="AutoShape 41"/>
            <p:cNvSpPr/>
            <p:nvPr/>
          </p:nvSpPr>
          <p:spPr bwMode="auto">
            <a:xfrm>
              <a:off x="2024451" y="2042199"/>
              <a:ext cx="4345617" cy="7780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96525513" name="AutoShape 42"/>
            <p:cNvSpPr/>
            <p:nvPr/>
          </p:nvSpPr>
          <p:spPr bwMode="auto">
            <a:xfrm flipV="1">
              <a:off x="3470379" y="4286188"/>
              <a:ext cx="2899818" cy="88789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962706" name="AutoShape 43"/>
            <p:cNvSpPr/>
            <p:nvPr/>
          </p:nvSpPr>
          <p:spPr bwMode="auto">
            <a:xfrm flipV="1">
              <a:off x="1756480" y="3553218"/>
              <a:ext cx="4613715" cy="170833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205682" name="AutoShape 66"/>
            <p:cNvSpPr/>
            <p:nvPr/>
          </p:nvSpPr>
          <p:spPr bwMode="auto">
            <a:xfrm>
              <a:off x="3235816" y="1729161"/>
              <a:ext cx="3134251" cy="35811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1454638" name="TextBox 68"/>
            <p:cNvSpPr txBox="1"/>
            <p:nvPr/>
          </p:nvSpPr>
          <p:spPr bwMode="auto">
            <a:xfrm flipH="0" flipV="0">
              <a:off x="0" y="386757"/>
              <a:ext cx="3634227" cy="46238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/>
            </a:p>
          </p:txBody>
        </p:sp>
        <p:sp>
          <p:nvSpPr>
            <p:cNvPr id="1052275959" name="Rectangle: Rounded Corners 12"/>
            <p:cNvSpPr/>
            <p:nvPr/>
          </p:nvSpPr>
          <p:spPr bwMode="auto">
            <a:xfrm>
              <a:off x="0" y="0"/>
              <a:ext cx="3632788" cy="588939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53315336" name=""/>
            <p:cNvGrpSpPr/>
            <p:nvPr/>
          </p:nvGrpSpPr>
          <p:grpSpPr bwMode="auto">
            <a:xfrm>
              <a:off x="3794028" y="487327"/>
              <a:ext cx="7060038" cy="5180552"/>
              <a:chOff x="0" y="0"/>
              <a:chExt cx="7060038" cy="5180552"/>
            </a:xfrm>
          </p:grpSpPr>
          <p:sp>
            <p:nvSpPr>
              <p:cNvPr id="35271022" name="Freeform 48"/>
              <p:cNvSpPr/>
              <p:nvPr/>
            </p:nvSpPr>
            <p:spPr bwMode="auto">
              <a:xfrm rot="0" flipH="0" flipV="0">
                <a:off x="2576040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487489128" name="TextBox 49"/>
              <p:cNvSpPr txBox="1"/>
              <p:nvPr/>
            </p:nvSpPr>
            <p:spPr bwMode="auto">
              <a:xfrm rot="0" flipH="0" flipV="0">
                <a:off x="2576040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13093027" name="AutoShape 50"/>
              <p:cNvSpPr/>
              <p:nvPr/>
            </p:nvSpPr>
            <p:spPr bwMode="auto">
              <a:xfrm>
                <a:off x="4617479" y="868392"/>
                <a:ext cx="0" cy="3935961"/>
              </a:xfrm>
              <a:prstGeom prst="line">
                <a:avLst/>
              </a:prstGeom>
              <a:grpFill/>
              <a:ln w="28575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437348510" name="Freeform 52"/>
              <p:cNvSpPr/>
              <p:nvPr/>
            </p:nvSpPr>
            <p:spPr bwMode="auto">
              <a:xfrm rot="0" flipH="0" flipV="0">
                <a:off x="2576040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69320756" name="TextBox 53"/>
              <p:cNvSpPr txBox="1"/>
              <p:nvPr/>
            </p:nvSpPr>
            <p:spPr bwMode="auto">
              <a:xfrm rot="0" flipH="0" flipV="0">
                <a:off x="2576040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234942740" name="Freeform 55"/>
              <p:cNvSpPr/>
              <p:nvPr/>
            </p:nvSpPr>
            <p:spPr bwMode="auto">
              <a:xfrm rot="0" flipH="0" flipV="0">
                <a:off x="2576170" y="2793368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103307560" name="TextBox 56"/>
              <p:cNvSpPr txBox="1"/>
              <p:nvPr/>
            </p:nvSpPr>
            <p:spPr bwMode="auto">
              <a:xfrm rot="0" flipH="0" flipV="0">
                <a:off x="2576170" y="2720189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266668935" name="Freeform 58"/>
              <p:cNvSpPr/>
              <p:nvPr/>
            </p:nvSpPr>
            <p:spPr bwMode="auto">
              <a:xfrm rot="0" flipH="0" flipV="0">
                <a:off x="2576170" y="3526337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19260420" name="TextBox 59"/>
              <p:cNvSpPr txBox="1"/>
              <p:nvPr/>
            </p:nvSpPr>
            <p:spPr bwMode="auto">
              <a:xfrm rot="0" flipH="0" flipV="0">
                <a:off x="2576170" y="3453158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401795646" name="Freeform 61"/>
              <p:cNvSpPr/>
              <p:nvPr/>
            </p:nvSpPr>
            <p:spPr bwMode="auto">
              <a:xfrm rot="0" flipH="0" flipV="0">
                <a:off x="5070143" y="1327430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95652179" name="TextBox 62"/>
              <p:cNvSpPr txBox="1"/>
              <p:nvPr/>
            </p:nvSpPr>
            <p:spPr bwMode="auto">
              <a:xfrm rot="0" flipH="0" flipV="0">
                <a:off x="5070143" y="1254251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797284983" name="Freeform 64"/>
              <p:cNvSpPr/>
              <p:nvPr/>
            </p:nvSpPr>
            <p:spPr bwMode="auto">
              <a:xfrm rot="0" flipH="0" flipV="0">
                <a:off x="5070143" y="2060399"/>
                <a:ext cx="1588638" cy="545040"/>
              </a:xfrm>
              <a:custGeom>
                <a:avLst/>
                <a:gdLst/>
                <a:ahLst/>
                <a:cxnLst/>
                <a:rect l="l" t="t" r="r" b="b"/>
                <a:pathLst>
                  <a:path w="827070" h="283758" fill="norm" stroke="1" extrusionOk="0">
                    <a:moveTo>
                      <a:pt x="141879" y="0"/>
                    </a:moveTo>
                    <a:lnTo>
                      <a:pt x="685191" y="0"/>
                    </a:lnTo>
                    <a:cubicBezTo>
                      <a:pt x="763549" y="0"/>
                      <a:pt x="827070" y="63521"/>
                      <a:pt x="827070" y="141879"/>
                    </a:cubicBezTo>
                    <a:lnTo>
                      <a:pt x="827070" y="141879"/>
                    </a:lnTo>
                    <a:cubicBezTo>
                      <a:pt x="827070" y="220236"/>
                      <a:pt x="763549" y="283758"/>
                      <a:pt x="685191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602285585" name="TextBox 65"/>
              <p:cNvSpPr txBox="1"/>
              <p:nvPr/>
            </p:nvSpPr>
            <p:spPr bwMode="auto">
              <a:xfrm rot="0" flipH="0" flipV="0">
                <a:off x="5070143" y="1987220"/>
                <a:ext cx="1588638" cy="61822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endParaRPr/>
              </a:p>
            </p:txBody>
          </p:sp>
          <p:sp>
            <p:nvSpPr>
              <p:cNvPr id="1899625497" name="Freeform 67"/>
              <p:cNvSpPr/>
              <p:nvPr/>
            </p:nvSpPr>
            <p:spPr bwMode="auto">
              <a:xfrm>
                <a:off x="665541" y="65302"/>
                <a:ext cx="787869" cy="600750"/>
              </a:xfrm>
              <a:custGeom>
                <a:avLst/>
                <a:gdLst/>
                <a:ahLst/>
                <a:cxnLst/>
                <a:rect l="l" t="t" r="r" b="b"/>
                <a:pathLst>
                  <a:path w="787869" h="600750" fill="norm" stroke="1" extrusionOk="0">
                    <a:moveTo>
                      <a:pt x="0" y="0"/>
                    </a:moveTo>
                    <a:lnTo>
                      <a:pt x="787870" y="0"/>
                    </a:lnTo>
                    <a:lnTo>
                      <a:pt x="787870" y="600750"/>
                    </a:lnTo>
                    <a:lnTo>
                      <a:pt x="0" y="60075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2078498275" name="TextBox 69"/>
              <p:cNvSpPr txBox="1"/>
              <p:nvPr/>
            </p:nvSpPr>
            <p:spPr bwMode="auto">
              <a:xfrm>
                <a:off x="2484195" y="293826"/>
                <a:ext cx="4268002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TX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468567440" name="TextBox 70"/>
              <p:cNvSpPr txBox="1"/>
              <p:nvPr/>
            </p:nvSpPr>
            <p:spPr bwMode="auto">
              <a:xfrm>
                <a:off x="2604498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inputs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994158332" name="TextBox 71"/>
              <p:cNvSpPr txBox="1"/>
              <p:nvPr/>
            </p:nvSpPr>
            <p:spPr bwMode="auto">
              <a:xfrm>
                <a:off x="5098602" y="820303"/>
                <a:ext cx="1533163" cy="351006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outputs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453666731" name="TextBox 72"/>
              <p:cNvSpPr txBox="1"/>
              <p:nvPr/>
            </p:nvSpPr>
            <p:spPr bwMode="auto">
              <a:xfrm flipH="0" flipV="0">
                <a:off x="0" y="719273"/>
                <a:ext cx="2040383" cy="350879"/>
              </a:xfrm>
              <a:prstGeom prst="rect">
                <a:avLst/>
              </a:prstGeom>
              <a:grpFill/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2760"/>
                  </a:lnSpc>
                  <a:defRPr/>
                </a:pPr>
                <a:r>
                  <a:rPr lang="en-US" sz="2000" b="1" i="1">
                    <a:solidFill>
                      <a:srgbClr val="FF5C00"/>
                    </a:solidFill>
                    <a:latin typeface="IBM Plex Sans"/>
                    <a:ea typeface="IBM Plex Sans"/>
                    <a:cs typeface="IBM Plex Sans"/>
                  </a:rPr>
                  <a:t>CIOH</a:t>
                </a:r>
                <a:r>
                  <a:rPr lang="en-US" sz="1950" b="1" i="1">
                    <a:solidFill>
                      <a:srgbClr val="FF5C00"/>
                    </a:solidFill>
                    <a:latin typeface="Rubik Bold Italics"/>
                    <a:ea typeface="Rubik Bold Italics"/>
                    <a:cs typeface="Rubik Bold Italics"/>
                  </a:rPr>
                  <a:t>!</a:t>
                </a:r>
                <a:endParaRPr/>
              </a:p>
            </p:txBody>
          </p:sp>
          <p:sp>
            <p:nvSpPr>
              <p:cNvPr id="486371886" name="Rectangle: Rounded Corners 12"/>
              <p:cNvSpPr/>
              <p:nvPr/>
            </p:nvSpPr>
            <p:spPr bwMode="auto">
              <a:xfrm>
                <a:off x="2186784" y="0"/>
                <a:ext cx="4873254" cy="5180553"/>
              </a:xfrm>
              <a:prstGeom prst="roundRect">
                <a:avLst>
                  <a:gd name="adj" fmla="val 7239"/>
                </a:avLst>
              </a:prstGeom>
              <a:noFill/>
              <a:ln w="19049" cap="flat" cmpd="sng" algn="ctr">
                <a:solidFill>
                  <a:srgbClr val="FF5C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9752246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104384" y="1313915"/>
            <a:ext cx="6491230" cy="40185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73513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09426" y="211695"/>
            <a:ext cx="7082708" cy="6339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382018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289179" y="1688229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717080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1749" y="332876"/>
            <a:ext cx="11583561" cy="6359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849453" name=""/>
          <p:cNvGrpSpPr/>
          <p:nvPr/>
        </p:nvGrpSpPr>
        <p:grpSpPr bwMode="auto">
          <a:xfrm>
            <a:off x="1748181" y="272850"/>
            <a:ext cx="8069892" cy="6340077"/>
            <a:chOff x="0" y="0"/>
            <a:chExt cx="8069892" cy="6340077"/>
          </a:xfrm>
        </p:grpSpPr>
        <p:sp>
          <p:nvSpPr>
            <p:cNvPr id="723927520" name="TextBox 32"/>
            <p:cNvSpPr txBox="1"/>
            <p:nvPr/>
          </p:nvSpPr>
          <p:spPr bwMode="auto">
            <a:xfrm>
              <a:off x="1671840" y="38100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Wasabi 1.0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88626504" name="TextBox 33"/>
            <p:cNvSpPr txBox="1"/>
            <p:nvPr/>
          </p:nvSpPr>
          <p:spPr bwMode="auto">
            <a:xfrm>
              <a:off x="1846509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2714948" name="TextBox 38"/>
            <p:cNvSpPr txBox="1"/>
            <p:nvPr/>
          </p:nvSpPr>
          <p:spPr bwMode="auto">
            <a:xfrm>
              <a:off x="5467687" y="1236505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31525740" name="Freeform 54"/>
            <p:cNvSpPr/>
            <p:nvPr/>
          </p:nvSpPr>
          <p:spPr bwMode="auto">
            <a:xfrm>
              <a:off x="0" y="199522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817366" name="Freeform 56"/>
            <p:cNvSpPr/>
            <p:nvPr/>
          </p:nvSpPr>
          <p:spPr bwMode="auto">
            <a:xfrm>
              <a:off x="0" y="2961138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1"/>
                  </a:lnTo>
                  <a:lnTo>
                    <a:pt x="0" y="703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321433" name="AutoShape 58"/>
            <p:cNvSpPr/>
            <p:nvPr/>
          </p:nvSpPr>
          <p:spPr bwMode="auto">
            <a:xfrm flipH="1">
              <a:off x="641055" y="331288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411280" name="AutoShape 59"/>
            <p:cNvSpPr/>
            <p:nvPr/>
          </p:nvSpPr>
          <p:spPr bwMode="auto">
            <a:xfrm flipH="1">
              <a:off x="641055" y="2346972"/>
              <a:ext cx="1164134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357837" name="Rectangle: Rounded Corners 12"/>
            <p:cNvSpPr/>
            <p:nvPr/>
          </p:nvSpPr>
          <p:spPr bwMode="auto">
            <a:xfrm flipH="0" flipV="0">
              <a:off x="1497591" y="0"/>
              <a:ext cx="6572301" cy="63400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615609112" name=""/>
            <p:cNvGrpSpPr/>
            <p:nvPr/>
          </p:nvGrpSpPr>
          <p:grpSpPr bwMode="auto">
            <a:xfrm>
              <a:off x="1805190" y="1828480"/>
              <a:ext cx="5927902" cy="4155364"/>
              <a:chOff x="0" y="0"/>
              <a:chExt cx="5927902" cy="4155364"/>
            </a:xfrm>
          </p:grpSpPr>
          <p:sp>
            <p:nvSpPr>
              <p:cNvPr id="1674812895" name="Freeform 30"/>
              <p:cNvSpPr/>
              <p:nvPr/>
            </p:nvSpPr>
            <p:spPr bwMode="auto">
              <a:xfrm rot="0" flipH="0" flipV="0">
                <a:off x="0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69586367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53288946" name="AutoShape 34"/>
              <p:cNvSpPr/>
              <p:nvPr/>
            </p:nvSpPr>
            <p:spPr bwMode="auto">
              <a:xfrm flipH="0" flipV="0">
                <a:off x="2963952" y="46751"/>
                <a:ext cx="0" cy="4099201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40116530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98227460" name="TextBox 37"/>
              <p:cNvSpPr txBox="1"/>
              <p:nvPr/>
            </p:nvSpPr>
            <p:spPr bwMode="auto">
              <a:xfrm rot="0" flipH="0" flipV="0">
                <a:off x="0" y="96591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76762817" name="Freeform 40"/>
              <p:cNvSpPr/>
              <p:nvPr/>
            </p:nvSpPr>
            <p:spPr bwMode="auto">
              <a:xfrm rot="0" flipH="0" flipV="0">
                <a:off x="3621177" y="16876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1903859" name="TextBox 41"/>
              <p:cNvSpPr txBox="1"/>
              <p:nvPr/>
            </p:nvSpPr>
            <p:spPr bwMode="auto">
              <a:xfrm rot="0" flipH="0" flipV="0">
                <a:off x="3621177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44154909" name="Freeform 43"/>
              <p:cNvSpPr/>
              <p:nvPr/>
            </p:nvSpPr>
            <p:spPr bwMode="auto">
              <a:xfrm rot="0" flipH="0" flipV="0">
                <a:off x="3621177" y="985849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92286149" name="TextBox 44"/>
              <p:cNvSpPr txBox="1"/>
              <p:nvPr/>
            </p:nvSpPr>
            <p:spPr bwMode="auto">
              <a:xfrm rot="0" flipH="0" flipV="0">
                <a:off x="3621177" y="81708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17477535" name="Freeform 46"/>
              <p:cNvSpPr/>
              <p:nvPr/>
            </p:nvSpPr>
            <p:spPr bwMode="auto">
              <a:xfrm rot="0" flipH="0" flipV="0">
                <a:off x="3621363" y="180293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76398" name="TextBox 47"/>
              <p:cNvSpPr txBox="1"/>
              <p:nvPr/>
            </p:nvSpPr>
            <p:spPr bwMode="auto">
              <a:xfrm rot="0" flipH="0" flipV="0">
                <a:off x="3621363" y="1634166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8789363" name="Freeform 49"/>
              <p:cNvSpPr/>
              <p:nvPr/>
            </p:nvSpPr>
            <p:spPr bwMode="auto">
              <a:xfrm rot="0" flipH="0" flipV="0">
                <a:off x="3621363" y="262001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1866959" name="TextBox 50"/>
              <p:cNvSpPr txBox="1"/>
              <p:nvPr/>
            </p:nvSpPr>
            <p:spPr bwMode="auto">
              <a:xfrm rot="0" flipH="0" flipV="0">
                <a:off x="3621363" y="2451249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01987719" name="Freeform 52"/>
              <p:cNvSpPr/>
              <p:nvPr/>
            </p:nvSpPr>
            <p:spPr bwMode="auto">
              <a:xfrm rot="0" flipH="0" flipV="0">
                <a:off x="3621363" y="34371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44239116" name="TextBox 53"/>
              <p:cNvSpPr txBox="1"/>
              <p:nvPr/>
            </p:nvSpPr>
            <p:spPr bwMode="auto">
              <a:xfrm rot="0" flipH="0" flipV="0">
                <a:off x="3621363" y="326833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08522943" name=""/>
          <p:cNvGrpSpPr/>
          <p:nvPr/>
        </p:nvGrpSpPr>
        <p:grpSpPr bwMode="auto">
          <a:xfrm>
            <a:off x="650702" y="185207"/>
            <a:ext cx="9430839" cy="6518670"/>
            <a:chOff x="0" y="0"/>
            <a:chExt cx="9430839" cy="6518670"/>
          </a:xfrm>
        </p:grpSpPr>
        <p:sp>
          <p:nvSpPr>
            <p:cNvPr id="1468288132" name="TextBox 32"/>
            <p:cNvSpPr txBox="1"/>
            <p:nvPr/>
          </p:nvSpPr>
          <p:spPr bwMode="auto">
            <a:xfrm>
              <a:off x="2868870" y="132644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Wabisabi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2009652" name="TextBox 33"/>
            <p:cNvSpPr txBox="1"/>
            <p:nvPr/>
          </p:nvSpPr>
          <p:spPr bwMode="auto">
            <a:xfrm>
              <a:off x="3043540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5610427" name="TextBox 38"/>
            <p:cNvSpPr txBox="1"/>
            <p:nvPr/>
          </p:nvSpPr>
          <p:spPr bwMode="auto">
            <a:xfrm>
              <a:off x="6664718" y="613971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24573822" name="Freeform 54"/>
            <p:cNvSpPr/>
            <p:nvPr/>
          </p:nvSpPr>
          <p:spPr bwMode="auto">
            <a:xfrm>
              <a:off x="1197030" y="878836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0733957" name="TextBox 55"/>
            <p:cNvSpPr txBox="1"/>
            <p:nvPr/>
          </p:nvSpPr>
          <p:spPr bwMode="auto">
            <a:xfrm>
              <a:off x="0" y="948204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9999846" name="Freeform 56"/>
            <p:cNvSpPr/>
            <p:nvPr/>
          </p:nvSpPr>
          <p:spPr bwMode="auto">
            <a:xfrm>
              <a:off x="1197030" y="1942069"/>
              <a:ext cx="641054" cy="703488"/>
            </a:xfrm>
            <a:custGeom>
              <a:avLst/>
              <a:gdLst/>
              <a:ahLst/>
              <a:cxnLst/>
              <a:rect l="l" t="t" r="r" b="b"/>
              <a:pathLst>
                <a:path w="641056" h="703490" fill="norm" stroke="1" extrusionOk="0">
                  <a:moveTo>
                    <a:pt x="0" y="0"/>
                  </a:moveTo>
                  <a:lnTo>
                    <a:pt x="641056" y="0"/>
                  </a:lnTo>
                  <a:lnTo>
                    <a:pt x="641056" y="703490"/>
                  </a:lnTo>
                  <a:lnTo>
                    <a:pt x="0" y="703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7643367" name="TextBox 57"/>
            <p:cNvSpPr txBox="1"/>
            <p:nvPr/>
          </p:nvSpPr>
          <p:spPr bwMode="auto">
            <a:xfrm>
              <a:off x="0" y="2011440"/>
              <a:ext cx="1113031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79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59860" name="AutoShape 58"/>
            <p:cNvSpPr/>
            <p:nvPr/>
          </p:nvSpPr>
          <p:spPr bwMode="auto">
            <a:xfrm flipH="1">
              <a:off x="1838086" y="2085968"/>
              <a:ext cx="1164134" cy="207846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4826289" name="AutoShape 59"/>
            <p:cNvSpPr/>
            <p:nvPr/>
          </p:nvSpPr>
          <p:spPr bwMode="auto">
            <a:xfrm flipH="1" flipV="1">
              <a:off x="1838086" y="1230579"/>
              <a:ext cx="1164134" cy="19510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342827" name="Rectangle: Rounded Corners 12"/>
            <p:cNvSpPr/>
            <p:nvPr/>
          </p:nvSpPr>
          <p:spPr bwMode="auto">
            <a:xfrm flipH="0" flipV="0">
              <a:off x="2614876" y="0"/>
              <a:ext cx="6815963" cy="651867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548650544" name=""/>
            <p:cNvGrpSpPr/>
            <p:nvPr/>
          </p:nvGrpSpPr>
          <p:grpSpPr bwMode="auto">
            <a:xfrm>
              <a:off x="3002220" y="1023698"/>
              <a:ext cx="5927904" cy="5278527"/>
              <a:chOff x="0" y="0"/>
              <a:chExt cx="5927904" cy="5278527"/>
            </a:xfrm>
          </p:grpSpPr>
          <p:sp>
            <p:nvSpPr>
              <p:cNvPr id="1146239601" name="Freeform 30"/>
              <p:cNvSpPr/>
              <p:nvPr/>
            </p:nvSpPr>
            <p:spPr bwMode="auto">
              <a:xfrm rot="0" flipH="0" flipV="0">
                <a:off x="0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13875258" name="TextBox 31"/>
              <p:cNvSpPr txBox="1"/>
              <p:nvPr/>
            </p:nvSpPr>
            <p:spPr bwMode="auto">
              <a:xfrm rot="0" flipH="0" flipV="0">
                <a:off x="0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1707798" name="AutoShape 34"/>
              <p:cNvSpPr/>
              <p:nvPr/>
            </p:nvSpPr>
            <p:spPr bwMode="auto">
              <a:xfrm flipH="1">
                <a:off x="2963954" y="144661"/>
                <a:ext cx="0" cy="5133866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595985722" name="Freeform 36"/>
              <p:cNvSpPr/>
              <p:nvPr/>
            </p:nvSpPr>
            <p:spPr bwMode="auto">
              <a:xfrm rot="0" flipH="0" flipV="0">
                <a:off x="0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777412" name="TextBox 37"/>
              <p:cNvSpPr txBox="1"/>
              <p:nvPr/>
            </p:nvSpPr>
            <p:spPr bwMode="auto">
              <a:xfrm rot="0" flipH="0" flipV="0">
                <a:off x="0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20128520" name="Freeform 40"/>
              <p:cNvSpPr/>
              <p:nvPr/>
            </p:nvSpPr>
            <p:spPr bwMode="auto">
              <a:xfrm rot="0" flipH="0" flipV="0">
                <a:off x="3621178" y="144660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2447781" name="TextBox 41"/>
              <p:cNvSpPr txBox="1"/>
              <p:nvPr/>
            </p:nvSpPr>
            <p:spPr bwMode="auto">
              <a:xfrm rot="0" flipH="0" flipV="0">
                <a:off x="3621178" y="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5524277" name="Freeform 43"/>
              <p:cNvSpPr/>
              <p:nvPr/>
            </p:nvSpPr>
            <p:spPr bwMode="auto">
              <a:xfrm rot="0" flipH="0" flipV="0">
                <a:off x="3621178" y="80494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91834" name="TextBox 44"/>
              <p:cNvSpPr txBox="1"/>
              <p:nvPr/>
            </p:nvSpPr>
            <p:spPr bwMode="auto">
              <a:xfrm rot="0" flipH="0" flipV="0">
                <a:off x="3621178" y="660279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31786232" name="Freeform 46"/>
              <p:cNvSpPr/>
              <p:nvPr/>
            </p:nvSpPr>
            <p:spPr bwMode="auto">
              <a:xfrm rot="0" flipH="0" flipV="0">
                <a:off x="3621364" y="146522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2794972" name="TextBox 47"/>
              <p:cNvSpPr txBox="1"/>
              <p:nvPr/>
            </p:nvSpPr>
            <p:spPr bwMode="auto">
              <a:xfrm rot="0" flipH="0" flipV="0">
                <a:off x="3621364" y="132056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9928316" name="Freeform 49"/>
              <p:cNvSpPr/>
              <p:nvPr/>
            </p:nvSpPr>
            <p:spPr bwMode="auto">
              <a:xfrm rot="0" flipH="0" flipV="0">
                <a:off x="3621364" y="2125503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6441431" name="TextBox 50"/>
              <p:cNvSpPr txBox="1"/>
              <p:nvPr/>
            </p:nvSpPr>
            <p:spPr bwMode="auto">
              <a:xfrm rot="0" flipH="0" flipV="0">
                <a:off x="3621364" y="198084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8958005" name="Freeform 52"/>
              <p:cNvSpPr/>
              <p:nvPr/>
            </p:nvSpPr>
            <p:spPr bwMode="auto">
              <a:xfrm rot="0" flipH="0" flipV="0">
                <a:off x="3621364" y="2785782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4368516" name="TextBox 53"/>
              <p:cNvSpPr txBox="1"/>
              <p:nvPr/>
            </p:nvSpPr>
            <p:spPr bwMode="auto">
              <a:xfrm rot="0" flipH="0" flipV="0">
                <a:off x="3621364" y="264112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629587" name="Freeform 61"/>
              <p:cNvSpPr/>
              <p:nvPr/>
            </p:nvSpPr>
            <p:spPr bwMode="auto">
              <a:xfrm rot="0" flipH="0" flipV="0">
                <a:off x="3621364" y="344331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3459768" name="TextBox 62"/>
              <p:cNvSpPr txBox="1"/>
              <p:nvPr/>
            </p:nvSpPr>
            <p:spPr bwMode="auto">
              <a:xfrm rot="0" flipH="0" flipV="0">
                <a:off x="3621364" y="3298650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3668759" name="Freeform 64"/>
              <p:cNvSpPr/>
              <p:nvPr/>
            </p:nvSpPr>
            <p:spPr bwMode="auto">
              <a:xfrm rot="0" flipH="0" flipV="0">
                <a:off x="3621364" y="4103595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64354501" name="TextBox 65"/>
              <p:cNvSpPr txBox="1"/>
              <p:nvPr/>
            </p:nvSpPr>
            <p:spPr bwMode="auto">
              <a:xfrm rot="0" flipH="0" flipV="0">
                <a:off x="3621364" y="3958932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19729948" name="Freeform 67"/>
              <p:cNvSpPr/>
              <p:nvPr/>
            </p:nvSpPr>
            <p:spPr bwMode="auto">
              <a:xfrm rot="0" flipH="0" flipV="0">
                <a:off x="3621364" y="4763871"/>
                <a:ext cx="2306539" cy="514652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28622"/>
                      <a:pt x="900516" y="154480"/>
                      <a:pt x="881451" y="173545"/>
                    </a:cubicBezTo>
                    <a:cubicBezTo>
                      <a:pt x="862386" y="192610"/>
                      <a:pt x="836528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6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38519380" name="TextBox 68"/>
              <p:cNvSpPr txBox="1"/>
              <p:nvPr/>
            </p:nvSpPr>
            <p:spPr bwMode="auto">
              <a:xfrm rot="0" flipH="0" flipV="0">
                <a:off x="3621364" y="4619211"/>
                <a:ext cx="2306539" cy="6593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620369" name="AutoShape 26"/>
          <p:cNvSpPr/>
          <p:nvPr/>
        </p:nvSpPr>
        <p:spPr bwMode="auto">
          <a:xfrm flipH="1" flipV="1">
            <a:off x="1853766" y="111178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959574" name="AutoShape 27"/>
          <p:cNvSpPr/>
          <p:nvPr/>
        </p:nvSpPr>
        <p:spPr bwMode="auto">
          <a:xfrm flipH="1" flipV="1">
            <a:off x="1853766" y="2274966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308533" name="AutoShape 28"/>
          <p:cNvSpPr/>
          <p:nvPr/>
        </p:nvSpPr>
        <p:spPr bwMode="auto">
          <a:xfrm flipH="1">
            <a:off x="1853766" y="3438150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903708" name="AutoShape 29"/>
          <p:cNvSpPr/>
          <p:nvPr/>
        </p:nvSpPr>
        <p:spPr bwMode="auto">
          <a:xfrm flipH="1">
            <a:off x="1834716" y="3693169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811679" name="AutoShape 30"/>
          <p:cNvSpPr/>
          <p:nvPr/>
        </p:nvSpPr>
        <p:spPr bwMode="auto">
          <a:xfrm flipH="1">
            <a:off x="1853766" y="3954434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01496" name="AutoShape 31"/>
          <p:cNvSpPr/>
          <p:nvPr/>
        </p:nvSpPr>
        <p:spPr bwMode="auto">
          <a:xfrm flipH="1" flipV="1">
            <a:off x="6956138" y="3954041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679063" name="AutoShape 32"/>
          <p:cNvSpPr/>
          <p:nvPr/>
        </p:nvSpPr>
        <p:spPr bwMode="auto">
          <a:xfrm flipH="1" flipV="1">
            <a:off x="6956138" y="3697694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210182" name="AutoShape 33"/>
          <p:cNvSpPr/>
          <p:nvPr/>
        </p:nvSpPr>
        <p:spPr bwMode="auto">
          <a:xfrm flipH="1" flipV="1">
            <a:off x="6956138" y="3440723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97332" name="AutoShape 34"/>
          <p:cNvSpPr/>
          <p:nvPr/>
        </p:nvSpPr>
        <p:spPr bwMode="auto">
          <a:xfrm flipH="1">
            <a:off x="6956138" y="2286613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2405400" name="AutoShape 35"/>
          <p:cNvSpPr/>
          <p:nvPr/>
        </p:nvSpPr>
        <p:spPr bwMode="auto">
          <a:xfrm flipH="1">
            <a:off x="6956138" y="1123429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34395" name="Freeform 36"/>
          <p:cNvSpPr/>
          <p:nvPr/>
        </p:nvSpPr>
        <p:spPr bwMode="auto">
          <a:xfrm>
            <a:off x="976332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009702" name="Group 37"/>
          <p:cNvGrpSpPr/>
          <p:nvPr/>
        </p:nvGrpSpPr>
        <p:grpSpPr bwMode="auto">
          <a:xfrm>
            <a:off x="5179851" y="2588558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965033798" name="Freeform 41"/>
          <p:cNvSpPr/>
          <p:nvPr/>
        </p:nvSpPr>
        <p:spPr bwMode="auto">
          <a:xfrm>
            <a:off x="976332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7964202" name="Freeform 42"/>
          <p:cNvSpPr/>
          <p:nvPr/>
        </p:nvSpPr>
        <p:spPr bwMode="auto">
          <a:xfrm>
            <a:off x="976332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961838" name="Freeform 43"/>
          <p:cNvSpPr/>
          <p:nvPr/>
        </p:nvSpPr>
        <p:spPr bwMode="auto">
          <a:xfrm>
            <a:off x="976332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91542" name="Freeform 44"/>
          <p:cNvSpPr/>
          <p:nvPr/>
        </p:nvSpPr>
        <p:spPr bwMode="auto">
          <a:xfrm>
            <a:off x="976332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9986208" name="Freeform 45"/>
          <p:cNvSpPr/>
          <p:nvPr/>
        </p:nvSpPr>
        <p:spPr bwMode="auto">
          <a:xfrm>
            <a:off x="10204163" y="67306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211681" name="Freeform 46"/>
          <p:cNvSpPr/>
          <p:nvPr/>
        </p:nvSpPr>
        <p:spPr bwMode="auto">
          <a:xfrm>
            <a:off x="10204163" y="183624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94647" name="Freeform 47"/>
          <p:cNvSpPr/>
          <p:nvPr/>
        </p:nvSpPr>
        <p:spPr bwMode="auto">
          <a:xfrm>
            <a:off x="10204163" y="2999433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442323" name="Freeform 48"/>
          <p:cNvSpPr/>
          <p:nvPr/>
        </p:nvSpPr>
        <p:spPr bwMode="auto">
          <a:xfrm>
            <a:off x="10204163" y="416261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1159" name="Freeform 49"/>
          <p:cNvSpPr/>
          <p:nvPr/>
        </p:nvSpPr>
        <p:spPr bwMode="auto">
          <a:xfrm>
            <a:off x="10204163" y="53258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730677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39398" y="2921447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5380820" name=""/>
          <p:cNvGrpSpPr/>
          <p:nvPr/>
        </p:nvGrpSpPr>
        <p:grpSpPr bwMode="auto">
          <a:xfrm>
            <a:off x="2677149" y="147173"/>
            <a:ext cx="6727359" cy="6503787"/>
            <a:chOff x="0" y="0"/>
            <a:chExt cx="6727359" cy="6503787"/>
          </a:xfrm>
        </p:grpSpPr>
        <p:sp>
          <p:nvSpPr>
            <p:cNvPr id="2143070051" name="TextBox 32"/>
            <p:cNvSpPr txBox="1"/>
            <p:nvPr/>
          </p:nvSpPr>
          <p:spPr bwMode="auto">
            <a:xfrm>
              <a:off x="228054" y="297660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5x5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8664478" name="TextBox 33"/>
            <p:cNvSpPr txBox="1"/>
            <p:nvPr/>
          </p:nvSpPr>
          <p:spPr bwMode="auto">
            <a:xfrm>
              <a:off x="402721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47951712" name="AutoShape 34"/>
            <p:cNvSpPr/>
            <p:nvPr/>
          </p:nvSpPr>
          <p:spPr bwMode="auto">
            <a:xfrm>
              <a:off x="3325356" y="94833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377555" name="TextBox 38"/>
            <p:cNvSpPr txBox="1"/>
            <p:nvPr/>
          </p:nvSpPr>
          <p:spPr bwMode="auto">
            <a:xfrm>
              <a:off x="4023900" y="78109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3979721" name="Rectangle: Rounded Corners 12"/>
            <p:cNvSpPr/>
            <p:nvPr/>
          </p:nvSpPr>
          <p:spPr bwMode="auto">
            <a:xfrm flipH="0" flipV="0">
              <a:off x="0" y="0"/>
              <a:ext cx="6727360" cy="650378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51932437" name=""/>
            <p:cNvGrpSpPr/>
            <p:nvPr/>
          </p:nvGrpSpPr>
          <p:grpSpPr bwMode="auto">
            <a:xfrm>
              <a:off x="361400" y="1384495"/>
              <a:ext cx="5927902" cy="4750675"/>
              <a:chOff x="0" y="0"/>
              <a:chExt cx="5927902" cy="4750675"/>
            </a:xfrm>
          </p:grpSpPr>
          <p:sp>
            <p:nvSpPr>
              <p:cNvPr id="1283118363" name="Freeform 30"/>
              <p:cNvSpPr/>
              <p:nvPr/>
            </p:nvSpPr>
            <p:spPr bwMode="auto">
              <a:xfrm rot="0" flipH="0" flipV="0">
                <a:off x="0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076571969" name="TextBox 31"/>
              <p:cNvSpPr txBox="1"/>
              <p:nvPr/>
            </p:nvSpPr>
            <p:spPr bwMode="auto">
              <a:xfrm rot="0" flipH="0" flipV="0">
                <a:off x="0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02936932" name="Freeform 36"/>
              <p:cNvSpPr/>
              <p:nvPr/>
            </p:nvSpPr>
            <p:spPr bwMode="auto">
              <a:xfrm rot="0" flipH="0" flipV="0">
                <a:off x="0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752405" name="TextBox 37"/>
              <p:cNvSpPr txBox="1"/>
              <p:nvPr/>
            </p:nvSpPr>
            <p:spPr bwMode="auto">
              <a:xfrm rot="0" flipH="0" flipV="0">
                <a:off x="0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35791110" name="Freeform 40"/>
              <p:cNvSpPr/>
              <p:nvPr/>
            </p:nvSpPr>
            <p:spPr bwMode="auto">
              <a:xfrm rot="0" flipH="0" flipV="0">
                <a:off x="186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93486985" name="TextBox 41"/>
              <p:cNvSpPr txBox="1"/>
              <p:nvPr/>
            </p:nvSpPr>
            <p:spPr bwMode="auto">
              <a:xfrm rot="0" flipH="0" flipV="0">
                <a:off x="186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131751029" name="Freeform 43"/>
              <p:cNvSpPr/>
              <p:nvPr/>
            </p:nvSpPr>
            <p:spPr bwMode="auto">
              <a:xfrm rot="0" flipH="0" flipV="0">
                <a:off x="186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08311066" name="TextBox 44"/>
              <p:cNvSpPr txBox="1"/>
              <p:nvPr/>
            </p:nvSpPr>
            <p:spPr bwMode="auto">
              <a:xfrm rot="0" flipH="0" flipV="0">
                <a:off x="186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48046821" name="Freeform 46"/>
              <p:cNvSpPr/>
              <p:nvPr/>
            </p:nvSpPr>
            <p:spPr bwMode="auto">
              <a:xfrm rot="0" flipH="0" flipV="0">
                <a:off x="186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33850198" name="TextBox 47"/>
              <p:cNvSpPr txBox="1"/>
              <p:nvPr/>
            </p:nvSpPr>
            <p:spPr bwMode="auto">
              <a:xfrm rot="0" flipH="0" flipV="0">
                <a:off x="186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681736618" name="Freeform 49"/>
              <p:cNvSpPr/>
              <p:nvPr/>
            </p:nvSpPr>
            <p:spPr bwMode="auto">
              <a:xfrm rot="0" flipH="0" flipV="0">
                <a:off x="3621179" y="168765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051752625" name="TextBox 50"/>
              <p:cNvSpPr txBox="1"/>
              <p:nvPr/>
            </p:nvSpPr>
            <p:spPr bwMode="auto">
              <a:xfrm rot="0" flipH="0" flipV="0">
                <a:off x="3621179" y="0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39404464" name="Freeform 52"/>
              <p:cNvSpPr/>
              <p:nvPr/>
            </p:nvSpPr>
            <p:spPr bwMode="auto">
              <a:xfrm rot="0" flipH="0" flipV="0">
                <a:off x="3621179" y="1134677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7524191" name="TextBox 53"/>
              <p:cNvSpPr txBox="1"/>
              <p:nvPr/>
            </p:nvSpPr>
            <p:spPr bwMode="auto">
              <a:xfrm rot="0" flipH="0" flipV="0">
                <a:off x="3621179" y="965911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66219339" name="Freeform 55"/>
              <p:cNvSpPr/>
              <p:nvPr/>
            </p:nvSpPr>
            <p:spPr bwMode="auto">
              <a:xfrm rot="0" flipH="0" flipV="0">
                <a:off x="3621363" y="210058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442646" name="TextBox 56"/>
              <p:cNvSpPr txBox="1"/>
              <p:nvPr/>
            </p:nvSpPr>
            <p:spPr bwMode="auto">
              <a:xfrm rot="0" flipH="0" flipV="0">
                <a:off x="3621363" y="1931823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42210211" name="Freeform 58"/>
              <p:cNvSpPr/>
              <p:nvPr/>
            </p:nvSpPr>
            <p:spPr bwMode="auto">
              <a:xfrm rot="0" flipH="0" flipV="0">
                <a:off x="3621363" y="306650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7205807" name="TextBox 59"/>
              <p:cNvSpPr txBox="1"/>
              <p:nvPr/>
            </p:nvSpPr>
            <p:spPr bwMode="auto">
              <a:xfrm rot="0" flipH="0" flipV="0">
                <a:off x="3621363" y="289773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69416448" name="Freeform 61"/>
              <p:cNvSpPr/>
              <p:nvPr/>
            </p:nvSpPr>
            <p:spPr bwMode="auto">
              <a:xfrm rot="0" flipH="0" flipV="0">
                <a:off x="3621363" y="403241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25051581" name="TextBox 62"/>
              <p:cNvSpPr txBox="1"/>
              <p:nvPr/>
            </p:nvSpPr>
            <p:spPr bwMode="auto">
              <a:xfrm rot="0" flipH="0" flipV="0">
                <a:off x="3621363" y="3863644"/>
                <a:ext cx="2306539" cy="88703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89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2121565" name=""/>
          <p:cNvGrpSpPr/>
          <p:nvPr/>
        </p:nvGrpSpPr>
        <p:grpSpPr bwMode="auto">
          <a:xfrm>
            <a:off x="2586197" y="213319"/>
            <a:ext cx="6660904" cy="6369841"/>
            <a:chOff x="0" y="0"/>
            <a:chExt cx="6660904" cy="6369841"/>
          </a:xfrm>
        </p:grpSpPr>
        <p:sp>
          <p:nvSpPr>
            <p:cNvPr id="1090902521" name="TextBox 32"/>
            <p:cNvSpPr txBox="1"/>
            <p:nvPr/>
          </p:nvSpPr>
          <p:spPr bwMode="auto">
            <a:xfrm>
              <a:off x="228055" y="22026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6x6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3658642" name="TextBox 33"/>
            <p:cNvSpPr txBox="1"/>
            <p:nvPr/>
          </p:nvSpPr>
          <p:spPr bwMode="auto">
            <a:xfrm>
              <a:off x="402723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08448444" name="AutoShape 34"/>
            <p:cNvSpPr/>
            <p:nvPr/>
          </p:nvSpPr>
          <p:spPr bwMode="auto">
            <a:xfrm>
              <a:off x="3325357" y="87094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220894" name="TextBox 38"/>
            <p:cNvSpPr txBox="1"/>
            <p:nvPr/>
          </p:nvSpPr>
          <p:spPr bwMode="auto">
            <a:xfrm>
              <a:off x="4023900" y="70370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3424853" name="Rectangle: Rounded Corners 12"/>
            <p:cNvSpPr/>
            <p:nvPr/>
          </p:nvSpPr>
          <p:spPr bwMode="auto">
            <a:xfrm flipH="0" flipV="0">
              <a:off x="0" y="0"/>
              <a:ext cx="6660906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7923592" name=""/>
            <p:cNvGrpSpPr/>
            <p:nvPr/>
          </p:nvGrpSpPr>
          <p:grpSpPr bwMode="auto">
            <a:xfrm>
              <a:off x="361404" y="1307106"/>
              <a:ext cx="5927901" cy="4758644"/>
              <a:chOff x="0" y="0"/>
              <a:chExt cx="5927901" cy="4758644"/>
            </a:xfrm>
          </p:grpSpPr>
          <p:sp>
            <p:nvSpPr>
              <p:cNvPr id="1792812786" name="Freeform 30"/>
              <p:cNvSpPr/>
              <p:nvPr/>
            </p:nvSpPr>
            <p:spPr bwMode="auto">
              <a:xfrm rot="0" flipH="0" flipV="0">
                <a:off x="0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91002921" name="TextBox 31"/>
              <p:cNvSpPr txBox="1"/>
              <p:nvPr/>
            </p:nvSpPr>
            <p:spPr bwMode="auto">
              <a:xfrm rot="0" flipH="0" flipV="0">
                <a:off x="0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65636003" name="Freeform 36"/>
              <p:cNvSpPr/>
              <p:nvPr/>
            </p:nvSpPr>
            <p:spPr bwMode="auto">
              <a:xfrm rot="0" flipH="0" flipV="0">
                <a:off x="0" y="963227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722799106" name="TextBox 37"/>
              <p:cNvSpPr txBox="1"/>
              <p:nvPr/>
            </p:nvSpPr>
            <p:spPr bwMode="auto">
              <a:xfrm rot="0" flipH="0" flipV="0">
                <a:off x="0" y="794461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92002631" name="Freeform 40"/>
              <p:cNvSpPr/>
              <p:nvPr/>
            </p:nvSpPr>
            <p:spPr bwMode="auto">
              <a:xfrm rot="0" flipH="0" flipV="0">
                <a:off x="185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34118117" name="TextBox 41"/>
              <p:cNvSpPr txBox="1"/>
              <p:nvPr/>
            </p:nvSpPr>
            <p:spPr bwMode="auto">
              <a:xfrm rot="0" flipH="0" flipV="0">
                <a:off x="185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68170098" name="Freeform 43"/>
              <p:cNvSpPr/>
              <p:nvPr/>
            </p:nvSpPr>
            <p:spPr bwMode="auto">
              <a:xfrm rot="0" flipH="0" flipV="0">
                <a:off x="185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49698567" name="TextBox 44"/>
              <p:cNvSpPr txBox="1"/>
              <p:nvPr/>
            </p:nvSpPr>
            <p:spPr bwMode="auto">
              <a:xfrm rot="0" flipH="0" flipV="0">
                <a:off x="185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10864195" name="Freeform 46"/>
              <p:cNvSpPr/>
              <p:nvPr/>
            </p:nvSpPr>
            <p:spPr bwMode="auto">
              <a:xfrm rot="0" flipH="0" flipV="0">
                <a:off x="185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81448195" name="TextBox 47"/>
              <p:cNvSpPr txBox="1"/>
              <p:nvPr/>
            </p:nvSpPr>
            <p:spPr bwMode="auto">
              <a:xfrm rot="0" flipH="0" flipV="0">
                <a:off x="185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67680218" name="Freeform 49"/>
              <p:cNvSpPr/>
              <p:nvPr/>
            </p:nvSpPr>
            <p:spPr bwMode="auto">
              <a:xfrm rot="0" flipH="0" flipV="0">
                <a:off x="3621177" y="16876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75785526" name="TextBox 50"/>
              <p:cNvSpPr txBox="1"/>
              <p:nvPr/>
            </p:nvSpPr>
            <p:spPr bwMode="auto">
              <a:xfrm rot="0" flipH="0" flipV="0">
                <a:off x="3621177" y="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525172489" name="Freeform 52"/>
              <p:cNvSpPr/>
              <p:nvPr/>
            </p:nvSpPr>
            <p:spPr bwMode="auto">
              <a:xfrm rot="0" flipH="0" flipV="0">
                <a:off x="3621362" y="1753318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4722117" name="TextBox 53"/>
              <p:cNvSpPr txBox="1"/>
              <p:nvPr/>
            </p:nvSpPr>
            <p:spPr bwMode="auto">
              <a:xfrm rot="0" flipH="0" flipV="0">
                <a:off x="3621362" y="1584553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47256485" name="Freeform 55"/>
              <p:cNvSpPr/>
              <p:nvPr/>
            </p:nvSpPr>
            <p:spPr bwMode="auto">
              <a:xfrm rot="0" flipH="0" flipV="0">
                <a:off x="3621362" y="2543411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485205114" name="TextBox 56"/>
              <p:cNvSpPr txBox="1"/>
              <p:nvPr/>
            </p:nvSpPr>
            <p:spPr bwMode="auto">
              <a:xfrm rot="0" flipH="0" flipV="0">
                <a:off x="3621362" y="2374644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498872435" name="Freeform 58"/>
              <p:cNvSpPr/>
              <p:nvPr/>
            </p:nvSpPr>
            <p:spPr bwMode="auto">
              <a:xfrm rot="0" flipH="0" flipV="0">
                <a:off x="185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835111699" name="TextBox 59"/>
              <p:cNvSpPr txBox="1"/>
              <p:nvPr/>
            </p:nvSpPr>
            <p:spPr bwMode="auto">
              <a:xfrm rot="0" flipH="0" flipV="0">
                <a:off x="185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80138877" name="Freeform 61"/>
              <p:cNvSpPr/>
              <p:nvPr/>
            </p:nvSpPr>
            <p:spPr bwMode="auto">
              <a:xfrm rot="0" flipH="0" flipV="0">
                <a:off x="3621362" y="958856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44434345" name="TextBox 62"/>
              <p:cNvSpPr txBox="1"/>
              <p:nvPr/>
            </p:nvSpPr>
            <p:spPr bwMode="auto">
              <a:xfrm rot="0" flipH="0" flipV="0">
                <a:off x="3621362" y="790092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669390349" name="Freeform 64"/>
              <p:cNvSpPr/>
              <p:nvPr/>
            </p:nvSpPr>
            <p:spPr bwMode="auto">
              <a:xfrm rot="0" flipH="0" flipV="0">
                <a:off x="3621177" y="3333503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95903857" name="TextBox 65"/>
              <p:cNvSpPr txBox="1"/>
              <p:nvPr/>
            </p:nvSpPr>
            <p:spPr bwMode="auto">
              <a:xfrm rot="0" flipH="0" flipV="0">
                <a:off x="3621177" y="3164738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875081661" name="Freeform 67"/>
              <p:cNvSpPr/>
              <p:nvPr/>
            </p:nvSpPr>
            <p:spPr bwMode="auto">
              <a:xfrm rot="0" flipH="0" flipV="0">
                <a:off x="3621177" y="4123595"/>
                <a:ext cx="2306539" cy="63504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50884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36763"/>
                    </a:lnTo>
                    <a:cubicBezTo>
                      <a:pt x="911226" y="167030"/>
                      <a:pt x="899203" y="196057"/>
                      <a:pt x="877801" y="217459"/>
                    </a:cubicBezTo>
                    <a:cubicBezTo>
                      <a:pt x="856399" y="238861"/>
                      <a:pt x="827372" y="250884"/>
                      <a:pt x="797105" y="250884"/>
                    </a:cubicBezTo>
                    <a:lnTo>
                      <a:pt x="114121" y="250884"/>
                    </a:lnTo>
                    <a:cubicBezTo>
                      <a:pt x="83854" y="250884"/>
                      <a:pt x="54827" y="238861"/>
                      <a:pt x="33425" y="217459"/>
                    </a:cubicBezTo>
                    <a:cubicBezTo>
                      <a:pt x="12023" y="196057"/>
                      <a:pt x="0" y="167030"/>
                      <a:pt x="0" y="136763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720010201" name="TextBox 68"/>
              <p:cNvSpPr txBox="1"/>
              <p:nvPr/>
            </p:nvSpPr>
            <p:spPr bwMode="auto">
              <a:xfrm rot="0" flipH="0" flipV="0">
                <a:off x="3621177" y="3954830"/>
                <a:ext cx="2306539" cy="80381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490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762988" name=""/>
          <p:cNvGrpSpPr/>
          <p:nvPr/>
        </p:nvGrpSpPr>
        <p:grpSpPr bwMode="auto">
          <a:xfrm>
            <a:off x="2662265" y="236470"/>
            <a:ext cx="6727358" cy="6474022"/>
            <a:chOff x="0" y="0"/>
            <a:chExt cx="6727358" cy="6474022"/>
          </a:xfrm>
        </p:grpSpPr>
        <p:sp>
          <p:nvSpPr>
            <p:cNvPr id="1252476722" name="TextBox 32"/>
            <p:cNvSpPr txBox="1"/>
            <p:nvPr/>
          </p:nvSpPr>
          <p:spPr bwMode="auto">
            <a:xfrm>
              <a:off x="228054" y="288731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7x7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07041131" name="TextBox 33"/>
            <p:cNvSpPr txBox="1"/>
            <p:nvPr/>
          </p:nvSpPr>
          <p:spPr bwMode="auto">
            <a:xfrm>
              <a:off x="402723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2181941" name="AutoShape 34"/>
            <p:cNvSpPr/>
            <p:nvPr/>
          </p:nvSpPr>
          <p:spPr bwMode="auto">
            <a:xfrm>
              <a:off x="3325356" y="1034658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411948" name="TextBox 38"/>
            <p:cNvSpPr txBox="1"/>
            <p:nvPr/>
          </p:nvSpPr>
          <p:spPr bwMode="auto">
            <a:xfrm>
              <a:off x="4023900" y="772160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2424913" name="Rectangle: Rounded Corners 12"/>
            <p:cNvSpPr/>
            <p:nvPr/>
          </p:nvSpPr>
          <p:spPr bwMode="auto">
            <a:xfrm flipH="0" flipV="0">
              <a:off x="0" y="0"/>
              <a:ext cx="6727359" cy="647402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478467139" name=""/>
            <p:cNvGrpSpPr/>
            <p:nvPr/>
          </p:nvGrpSpPr>
          <p:grpSpPr bwMode="auto">
            <a:xfrm>
              <a:off x="361401" y="1469685"/>
              <a:ext cx="5927902" cy="4599680"/>
              <a:chOff x="0" y="0"/>
              <a:chExt cx="5927902" cy="4599680"/>
            </a:xfrm>
          </p:grpSpPr>
          <p:sp>
            <p:nvSpPr>
              <p:cNvPr id="2083217307" name="Freeform 30"/>
              <p:cNvSpPr/>
              <p:nvPr/>
            </p:nvSpPr>
            <p:spPr bwMode="auto">
              <a:xfrm rot="0" flipH="0" flipV="0">
                <a:off x="0" y="16989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2932514" name="TextBox 31"/>
              <p:cNvSpPr txBox="1"/>
              <p:nvPr/>
            </p:nvSpPr>
            <p:spPr bwMode="auto">
              <a:xfrm rot="0" flipH="0" flipV="0">
                <a:off x="0" y="113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49818349" name="Freeform 36"/>
              <p:cNvSpPr/>
              <p:nvPr/>
            </p:nvSpPr>
            <p:spPr bwMode="auto">
              <a:xfrm rot="0" flipH="0" flipV="0">
                <a:off x="0" y="81652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759931" name="TextBox 37"/>
              <p:cNvSpPr txBox="1"/>
              <p:nvPr/>
            </p:nvSpPr>
            <p:spPr bwMode="auto">
              <a:xfrm rot="0" flipH="0" flipV="0">
                <a:off x="0" y="64775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4284252" name="Freeform 40"/>
              <p:cNvSpPr/>
              <p:nvPr/>
            </p:nvSpPr>
            <p:spPr bwMode="auto">
              <a:xfrm rot="0" flipH="0" flipV="0">
                <a:off x="186" y="1465404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6351426" name="TextBox 41"/>
              <p:cNvSpPr txBox="1"/>
              <p:nvPr/>
            </p:nvSpPr>
            <p:spPr bwMode="auto">
              <a:xfrm rot="0" flipH="0" flipV="0">
                <a:off x="186" y="1296639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5158599" name="Freeform 43"/>
              <p:cNvSpPr/>
              <p:nvPr/>
            </p:nvSpPr>
            <p:spPr bwMode="auto">
              <a:xfrm rot="0" flipH="0" flipV="0">
                <a:off x="186" y="2114292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41030179" name="TextBox 44"/>
              <p:cNvSpPr txBox="1"/>
              <p:nvPr/>
            </p:nvSpPr>
            <p:spPr bwMode="auto">
              <a:xfrm rot="0" flipH="0" flipV="0">
                <a:off x="186" y="1945526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50323" name="Freeform 46"/>
              <p:cNvSpPr/>
              <p:nvPr/>
            </p:nvSpPr>
            <p:spPr bwMode="auto">
              <a:xfrm rot="0" flipH="0" flipV="0">
                <a:off x="186" y="276317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6137121" name="TextBox 47"/>
              <p:cNvSpPr txBox="1"/>
              <p:nvPr/>
            </p:nvSpPr>
            <p:spPr bwMode="auto">
              <a:xfrm rot="0" flipH="0" flipV="0">
                <a:off x="186" y="25944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478581" name="Freeform 49"/>
              <p:cNvSpPr/>
              <p:nvPr/>
            </p:nvSpPr>
            <p:spPr bwMode="auto">
              <a:xfrm rot="0" flipH="0" flipV="0">
                <a:off x="186" y="34120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3168605" name="TextBox 50"/>
              <p:cNvSpPr txBox="1"/>
              <p:nvPr/>
            </p:nvSpPr>
            <p:spPr bwMode="auto">
              <a:xfrm rot="0" flipH="0" flipV="0">
                <a:off x="186" y="3243295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472801" name="Freeform 52"/>
              <p:cNvSpPr/>
              <p:nvPr/>
            </p:nvSpPr>
            <p:spPr bwMode="auto">
              <a:xfrm rot="0" flipH="0" flipV="0">
                <a:off x="0" y="40609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4031951" name="TextBox 53"/>
              <p:cNvSpPr txBox="1"/>
              <p:nvPr/>
            </p:nvSpPr>
            <p:spPr bwMode="auto">
              <a:xfrm rot="0" flipH="0" flipV="0">
                <a:off x="0" y="38921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6628763" name="Freeform 55"/>
              <p:cNvSpPr/>
              <p:nvPr/>
            </p:nvSpPr>
            <p:spPr bwMode="auto">
              <a:xfrm rot="0" flipH="0" flipV="0">
                <a:off x="3621178" y="168765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4112505" name="TextBox 56"/>
              <p:cNvSpPr txBox="1"/>
              <p:nvPr/>
            </p:nvSpPr>
            <p:spPr bwMode="auto">
              <a:xfrm rot="0" flipH="0" flipV="0">
                <a:off x="3621178" y="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565787" name="Freeform 58"/>
              <p:cNvSpPr/>
              <p:nvPr/>
            </p:nvSpPr>
            <p:spPr bwMode="auto">
              <a:xfrm rot="0" flipH="0" flipV="0">
                <a:off x="3621178" y="815389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923961" name="TextBox 59"/>
              <p:cNvSpPr txBox="1"/>
              <p:nvPr/>
            </p:nvSpPr>
            <p:spPr bwMode="auto">
              <a:xfrm rot="0" flipH="0" flipV="0">
                <a:off x="3621178" y="646623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7669934" name="Freeform 61"/>
              <p:cNvSpPr/>
              <p:nvPr/>
            </p:nvSpPr>
            <p:spPr bwMode="auto">
              <a:xfrm rot="0" flipH="0" flipV="0">
                <a:off x="3621363" y="146427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7540080" name="TextBox 62"/>
              <p:cNvSpPr txBox="1"/>
              <p:nvPr/>
            </p:nvSpPr>
            <p:spPr bwMode="auto">
              <a:xfrm rot="0" flipH="0" flipV="0">
                <a:off x="3621363" y="1295510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196113" name="Freeform 64"/>
              <p:cNvSpPr/>
              <p:nvPr/>
            </p:nvSpPr>
            <p:spPr bwMode="auto">
              <a:xfrm rot="0" flipH="0" flipV="0">
                <a:off x="3621363" y="2113161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6766539" name="TextBox 65"/>
              <p:cNvSpPr txBox="1"/>
              <p:nvPr/>
            </p:nvSpPr>
            <p:spPr bwMode="auto">
              <a:xfrm rot="0" flipH="0" flipV="0">
                <a:off x="3621363" y="194439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25230604" name="Freeform 67"/>
              <p:cNvSpPr/>
              <p:nvPr/>
            </p:nvSpPr>
            <p:spPr bwMode="auto">
              <a:xfrm rot="0" flipH="0" flipV="0">
                <a:off x="3621363" y="2762047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8081906" name="TextBox 68"/>
              <p:cNvSpPr txBox="1"/>
              <p:nvPr/>
            </p:nvSpPr>
            <p:spPr bwMode="auto">
              <a:xfrm rot="0" flipH="0" flipV="0">
                <a:off x="3621363" y="259328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5061290" name="Freeform 70"/>
              <p:cNvSpPr/>
              <p:nvPr/>
            </p:nvSpPr>
            <p:spPr bwMode="auto">
              <a:xfrm rot="0" flipH="0" flipV="0">
                <a:off x="3621363" y="3410930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92647273" name="TextBox 71"/>
              <p:cNvSpPr txBox="1"/>
              <p:nvPr/>
            </p:nvSpPr>
            <p:spPr bwMode="auto">
              <a:xfrm rot="0" flipH="0" flipV="0">
                <a:off x="3621363" y="3242164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83010498" name="Freeform 73"/>
              <p:cNvSpPr/>
              <p:nvPr/>
            </p:nvSpPr>
            <p:spPr bwMode="auto">
              <a:xfrm rot="0" flipH="0" flipV="0">
                <a:off x="3621178" y="4059816"/>
                <a:ext cx="2306539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12833" fill="norm" stroke="1" extrusionOk="0">
                    <a:moveTo>
                      <a:pt x="106416" y="0"/>
                    </a:moveTo>
                    <a:lnTo>
                      <a:pt x="804810" y="0"/>
                    </a:lnTo>
                    <a:cubicBezTo>
                      <a:pt x="833033" y="0"/>
                      <a:pt x="860101" y="11212"/>
                      <a:pt x="880058" y="31169"/>
                    </a:cubicBezTo>
                    <a:cubicBezTo>
                      <a:pt x="900015" y="51126"/>
                      <a:pt x="911226" y="78193"/>
                      <a:pt x="911226" y="106416"/>
                    </a:cubicBezTo>
                    <a:lnTo>
                      <a:pt x="911226" y="106416"/>
                    </a:lnTo>
                    <a:cubicBezTo>
                      <a:pt x="911226" y="134640"/>
                      <a:pt x="900015" y="161707"/>
                      <a:pt x="880058" y="181664"/>
                    </a:cubicBezTo>
                    <a:cubicBezTo>
                      <a:pt x="860101" y="201621"/>
                      <a:pt x="833033" y="212833"/>
                      <a:pt x="804810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3996810" name="TextBox 74"/>
              <p:cNvSpPr txBox="1"/>
              <p:nvPr/>
            </p:nvSpPr>
            <p:spPr bwMode="auto">
              <a:xfrm rot="0" flipH="0" flipV="0">
                <a:off x="3621178" y="3891051"/>
                <a:ext cx="2306539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34668003" name=""/>
          <p:cNvGrpSpPr/>
          <p:nvPr/>
        </p:nvGrpSpPr>
        <p:grpSpPr bwMode="auto">
          <a:xfrm>
            <a:off x="2824323" y="221587"/>
            <a:ext cx="6638754" cy="6488905"/>
            <a:chOff x="0" y="0"/>
            <a:chExt cx="6638754" cy="6488905"/>
          </a:xfrm>
        </p:grpSpPr>
        <p:sp>
          <p:nvSpPr>
            <p:cNvPr id="1462372750" name="TextBox 32"/>
            <p:cNvSpPr txBox="1"/>
            <p:nvPr/>
          </p:nvSpPr>
          <p:spPr bwMode="auto">
            <a:xfrm>
              <a:off x="228055" y="28277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8x8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97001895" name="TextBox 33"/>
            <p:cNvSpPr txBox="1"/>
            <p:nvPr/>
          </p:nvSpPr>
          <p:spPr bwMode="auto">
            <a:xfrm>
              <a:off x="402723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70897259" name="TextBox 38"/>
            <p:cNvSpPr txBox="1"/>
            <p:nvPr/>
          </p:nvSpPr>
          <p:spPr bwMode="auto">
            <a:xfrm>
              <a:off x="4023900" y="766207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33553967" name="Rectangle: Rounded Corners 12"/>
            <p:cNvSpPr/>
            <p:nvPr/>
          </p:nvSpPr>
          <p:spPr bwMode="auto">
            <a:xfrm flipH="0" flipV="0">
              <a:off x="0" y="0"/>
              <a:ext cx="6638755" cy="6488906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18054359" name=""/>
            <p:cNvGrpSpPr/>
            <p:nvPr/>
          </p:nvGrpSpPr>
          <p:grpSpPr bwMode="auto">
            <a:xfrm>
              <a:off x="342155" y="1123956"/>
              <a:ext cx="5947148" cy="4952982"/>
              <a:chOff x="0" y="0"/>
              <a:chExt cx="5947148" cy="4952982"/>
            </a:xfrm>
          </p:grpSpPr>
          <p:sp>
            <p:nvSpPr>
              <p:cNvPr id="1822653411" name="Freeform 30"/>
              <p:cNvSpPr/>
              <p:nvPr/>
            </p:nvSpPr>
            <p:spPr bwMode="auto">
              <a:xfrm rot="0" flipH="0" flipV="0">
                <a:off x="0" y="418299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35199954" name="TextBox 31"/>
              <p:cNvSpPr txBox="1"/>
              <p:nvPr/>
            </p:nvSpPr>
            <p:spPr bwMode="auto">
              <a:xfrm rot="0" flipH="0" flipV="0">
                <a:off x="0" y="2736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9536932" name="AutoShape 34"/>
              <p:cNvSpPr/>
              <p:nvPr/>
            </p:nvSpPr>
            <p:spPr bwMode="auto">
              <a:xfrm>
                <a:off x="2983199" y="0"/>
                <a:ext cx="0" cy="4948852"/>
              </a:xfrm>
              <a:prstGeom prst="line">
                <a:avLst/>
              </a:prstGeom>
              <a:grpFill/>
              <a:ln w="38100" cap="flat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197171662" name="Freeform 36"/>
              <p:cNvSpPr/>
              <p:nvPr/>
            </p:nvSpPr>
            <p:spPr bwMode="auto">
              <a:xfrm rot="0" flipH="0" flipV="0">
                <a:off x="0" y="98981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1035804" name="TextBox 37"/>
              <p:cNvSpPr txBox="1"/>
              <p:nvPr/>
            </p:nvSpPr>
            <p:spPr bwMode="auto">
              <a:xfrm rot="0" flipH="0" flipV="0">
                <a:off x="0" y="845157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0793180" name="Freeform 40"/>
              <p:cNvSpPr/>
              <p:nvPr/>
            </p:nvSpPr>
            <p:spPr bwMode="auto">
              <a:xfrm rot="0" flipH="0" flipV="0">
                <a:off x="185" y="156457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5497736" name="TextBox 41"/>
              <p:cNvSpPr txBox="1"/>
              <p:nvPr/>
            </p:nvSpPr>
            <p:spPr bwMode="auto">
              <a:xfrm rot="0" flipH="0" flipV="0">
                <a:off x="185" y="141991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5078658" name="Freeform 43"/>
              <p:cNvSpPr/>
              <p:nvPr/>
            </p:nvSpPr>
            <p:spPr bwMode="auto">
              <a:xfrm rot="0" flipH="0" flipV="0">
                <a:off x="185" y="213932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28587656" name="TextBox 44"/>
              <p:cNvSpPr txBox="1"/>
              <p:nvPr/>
            </p:nvSpPr>
            <p:spPr bwMode="auto">
              <a:xfrm rot="0" flipH="0" flipV="0">
                <a:off x="185" y="199465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8246255" name="Freeform 46"/>
              <p:cNvSpPr/>
              <p:nvPr/>
            </p:nvSpPr>
            <p:spPr bwMode="auto">
              <a:xfrm rot="0" flipH="0" flipV="0">
                <a:off x="185" y="2714074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4644443" name="TextBox 47"/>
              <p:cNvSpPr txBox="1"/>
              <p:nvPr/>
            </p:nvSpPr>
            <p:spPr bwMode="auto">
              <a:xfrm rot="0" flipH="0" flipV="0">
                <a:off x="185" y="2569413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7461420" name="Freeform 49"/>
              <p:cNvSpPr/>
              <p:nvPr/>
            </p:nvSpPr>
            <p:spPr bwMode="auto">
              <a:xfrm rot="0" flipH="0" flipV="0">
                <a:off x="185" y="3288827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520049" name="TextBox 50"/>
              <p:cNvSpPr txBox="1"/>
              <p:nvPr/>
            </p:nvSpPr>
            <p:spPr bwMode="auto">
              <a:xfrm rot="0" flipH="0" flipV="0">
                <a:off x="185" y="3144166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511399" name="Freeform 52"/>
              <p:cNvSpPr/>
              <p:nvPr/>
            </p:nvSpPr>
            <p:spPr bwMode="auto">
              <a:xfrm rot="0" flipH="0" flipV="0">
                <a:off x="0" y="386358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51757457" name="TextBox 53"/>
              <p:cNvSpPr txBox="1"/>
              <p:nvPr/>
            </p:nvSpPr>
            <p:spPr bwMode="auto">
              <a:xfrm rot="0" flipH="0" flipV="0">
                <a:off x="0" y="3718920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1697884" name="Freeform 55"/>
              <p:cNvSpPr/>
              <p:nvPr/>
            </p:nvSpPr>
            <p:spPr bwMode="auto">
              <a:xfrm rot="0" flipH="0" flipV="0">
                <a:off x="3640424" y="41722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1296636" name="TextBox 56"/>
              <p:cNvSpPr txBox="1"/>
              <p:nvPr/>
            </p:nvSpPr>
            <p:spPr bwMode="auto">
              <a:xfrm rot="0" flipH="0" flipV="0">
                <a:off x="3640424" y="27256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6740951" name="Freeform 58"/>
              <p:cNvSpPr/>
              <p:nvPr/>
            </p:nvSpPr>
            <p:spPr bwMode="auto">
              <a:xfrm rot="0" flipH="0" flipV="0">
                <a:off x="3640424" y="988740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678942" name="TextBox 59"/>
              <p:cNvSpPr txBox="1"/>
              <p:nvPr/>
            </p:nvSpPr>
            <p:spPr bwMode="auto">
              <a:xfrm rot="0" flipH="0" flipV="0">
                <a:off x="3640424" y="84407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32302361" name="Freeform 61"/>
              <p:cNvSpPr/>
              <p:nvPr/>
            </p:nvSpPr>
            <p:spPr bwMode="auto">
              <a:xfrm rot="0" flipH="0" flipV="0">
                <a:off x="3640609" y="156349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04721931" name="TextBox 62"/>
              <p:cNvSpPr txBox="1"/>
              <p:nvPr/>
            </p:nvSpPr>
            <p:spPr bwMode="auto">
              <a:xfrm rot="0" flipH="0" flipV="0">
                <a:off x="3640609" y="141883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4775324" name="Freeform 64"/>
              <p:cNvSpPr/>
              <p:nvPr/>
            </p:nvSpPr>
            <p:spPr bwMode="auto">
              <a:xfrm rot="0" flipH="0" flipV="0">
                <a:off x="3640609" y="2138245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37489111" name="TextBox 65"/>
              <p:cNvSpPr txBox="1"/>
              <p:nvPr/>
            </p:nvSpPr>
            <p:spPr bwMode="auto">
              <a:xfrm rot="0" flipH="0" flipV="0">
                <a:off x="3640609" y="1993584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2576605" name="Freeform 67"/>
              <p:cNvSpPr/>
              <p:nvPr/>
            </p:nvSpPr>
            <p:spPr bwMode="auto">
              <a:xfrm rot="0" flipH="0" flipV="0">
                <a:off x="3640609" y="2712996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94478797" name="TextBox 68"/>
              <p:cNvSpPr txBox="1"/>
              <p:nvPr/>
            </p:nvSpPr>
            <p:spPr bwMode="auto">
              <a:xfrm rot="0" flipH="0" flipV="0">
                <a:off x="3640609" y="2568335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5741555" name="Freeform 70"/>
              <p:cNvSpPr/>
              <p:nvPr/>
            </p:nvSpPr>
            <p:spPr bwMode="auto">
              <a:xfrm rot="0" flipH="0" flipV="0">
                <a:off x="3621366" y="3287748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1390983" name="TextBox 71"/>
              <p:cNvSpPr txBox="1"/>
              <p:nvPr/>
            </p:nvSpPr>
            <p:spPr bwMode="auto">
              <a:xfrm rot="0" flipH="0" flipV="0">
                <a:off x="3621366" y="3143088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89746898" name="Freeform 73"/>
              <p:cNvSpPr/>
              <p:nvPr/>
            </p:nvSpPr>
            <p:spPr bwMode="auto">
              <a:xfrm rot="0" flipH="0" flipV="0">
                <a:off x="3621177" y="3862501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14401" name="TextBox 74"/>
              <p:cNvSpPr txBox="1"/>
              <p:nvPr/>
            </p:nvSpPr>
            <p:spPr bwMode="auto">
              <a:xfrm rot="0" flipH="0" flipV="0">
                <a:off x="3621177" y="371783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9887718" name="Freeform 76"/>
              <p:cNvSpPr/>
              <p:nvPr/>
            </p:nvSpPr>
            <p:spPr bwMode="auto">
              <a:xfrm rot="0" flipH="0" flipV="0">
                <a:off x="185" y="443833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12068844" name="TextBox 77"/>
              <p:cNvSpPr txBox="1"/>
              <p:nvPr/>
            </p:nvSpPr>
            <p:spPr bwMode="auto">
              <a:xfrm rot="0" flipH="0" flipV="0">
                <a:off x="185" y="4293669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4425773" name="Freeform 79"/>
              <p:cNvSpPr/>
              <p:nvPr/>
            </p:nvSpPr>
            <p:spPr bwMode="auto">
              <a:xfrm rot="0" flipH="0" flipV="0">
                <a:off x="3621366" y="4437252"/>
                <a:ext cx="2306539" cy="51465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03320" fill="norm" stroke="1" extrusionOk="0">
                    <a:moveTo>
                      <a:pt x="101660" y="0"/>
                    </a:moveTo>
                    <a:lnTo>
                      <a:pt x="809566" y="0"/>
                    </a:lnTo>
                    <a:cubicBezTo>
                      <a:pt x="865712" y="0"/>
                      <a:pt x="911226" y="45515"/>
                      <a:pt x="911226" y="101660"/>
                    </a:cubicBezTo>
                    <a:lnTo>
                      <a:pt x="911226" y="101660"/>
                    </a:lnTo>
                    <a:cubicBezTo>
                      <a:pt x="911226" y="157805"/>
                      <a:pt x="865712" y="203320"/>
                      <a:pt x="809566" y="203320"/>
                    </a:cubicBezTo>
                    <a:lnTo>
                      <a:pt x="101660" y="203320"/>
                    </a:lnTo>
                    <a:cubicBezTo>
                      <a:pt x="45515" y="203320"/>
                      <a:pt x="0" y="157805"/>
                      <a:pt x="0" y="101660"/>
                    </a:cubicBezTo>
                    <a:lnTo>
                      <a:pt x="0" y="101660"/>
                    </a:lnTo>
                    <a:cubicBezTo>
                      <a:pt x="0" y="45515"/>
                      <a:pt x="45515" y="0"/>
                      <a:pt x="10166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26945689" name="TextBox 80"/>
              <p:cNvSpPr txBox="1"/>
              <p:nvPr/>
            </p:nvSpPr>
            <p:spPr bwMode="auto">
              <a:xfrm rot="0" flipH="0" flipV="0">
                <a:off x="3621366" y="4292591"/>
                <a:ext cx="2306539" cy="65931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072955" name="AutoShape 26"/>
          <p:cNvSpPr/>
          <p:nvPr/>
        </p:nvSpPr>
        <p:spPr bwMode="auto">
          <a:xfrm flipH="1">
            <a:off x="1278095" y="2747750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900420" name="Freeform 27"/>
          <p:cNvSpPr/>
          <p:nvPr/>
        </p:nvSpPr>
        <p:spPr bwMode="auto">
          <a:xfrm>
            <a:off x="837991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88315" name="Freeform 28"/>
          <p:cNvSpPr/>
          <p:nvPr/>
        </p:nvSpPr>
        <p:spPr bwMode="auto">
          <a:xfrm>
            <a:off x="2839832" y="331115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2354" name="Freeform 29"/>
          <p:cNvSpPr/>
          <p:nvPr/>
        </p:nvSpPr>
        <p:spPr bwMode="auto">
          <a:xfrm>
            <a:off x="2839832" y="375125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494060" name="Freeform 30"/>
          <p:cNvSpPr/>
          <p:nvPr/>
        </p:nvSpPr>
        <p:spPr bwMode="auto">
          <a:xfrm>
            <a:off x="2839832" y="419136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651688" name="Freeform 31"/>
          <p:cNvSpPr/>
          <p:nvPr/>
        </p:nvSpPr>
        <p:spPr bwMode="auto">
          <a:xfrm>
            <a:off x="2839832" y="243094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832454" name="Freeform 32"/>
          <p:cNvSpPr/>
          <p:nvPr/>
        </p:nvSpPr>
        <p:spPr bwMode="auto">
          <a:xfrm>
            <a:off x="2839832" y="287104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89129" name="AutoShape 33"/>
          <p:cNvSpPr/>
          <p:nvPr/>
        </p:nvSpPr>
        <p:spPr bwMode="auto">
          <a:xfrm flipH="1">
            <a:off x="1278095" y="3139479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640241" name="AutoShape 34"/>
          <p:cNvSpPr/>
          <p:nvPr/>
        </p:nvSpPr>
        <p:spPr bwMode="auto">
          <a:xfrm flipH="1">
            <a:off x="1278095" y="3531205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55513" name="AutoShape 35"/>
          <p:cNvSpPr/>
          <p:nvPr/>
        </p:nvSpPr>
        <p:spPr bwMode="auto">
          <a:xfrm flipH="1" flipV="1">
            <a:off x="1278095" y="3585559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29182" name="AutoShape 36"/>
          <p:cNvSpPr/>
          <p:nvPr/>
        </p:nvSpPr>
        <p:spPr bwMode="auto">
          <a:xfrm flipH="1" flipV="1">
            <a:off x="1278095" y="3627963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888449" name="Freeform 37"/>
          <p:cNvSpPr/>
          <p:nvPr/>
        </p:nvSpPr>
        <p:spPr bwMode="auto">
          <a:xfrm>
            <a:off x="5084541" y="13390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275775" name="Freeform 38"/>
          <p:cNvSpPr/>
          <p:nvPr/>
        </p:nvSpPr>
        <p:spPr bwMode="auto">
          <a:xfrm>
            <a:off x="5084541" y="17791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003689" name="Freeform 39"/>
          <p:cNvSpPr/>
          <p:nvPr/>
        </p:nvSpPr>
        <p:spPr bwMode="auto">
          <a:xfrm>
            <a:off x="5084541" y="221928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938451" name="Freeform 40"/>
          <p:cNvSpPr/>
          <p:nvPr/>
        </p:nvSpPr>
        <p:spPr bwMode="auto">
          <a:xfrm>
            <a:off x="5084541" y="45887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50482" name="Freeform 41"/>
          <p:cNvSpPr/>
          <p:nvPr/>
        </p:nvSpPr>
        <p:spPr bwMode="auto">
          <a:xfrm>
            <a:off x="5084541" y="89897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114953" name="Freeform 42"/>
          <p:cNvSpPr/>
          <p:nvPr/>
        </p:nvSpPr>
        <p:spPr bwMode="auto">
          <a:xfrm>
            <a:off x="5972240" y="52824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1547" name="Freeform 43"/>
          <p:cNvSpPr/>
          <p:nvPr/>
        </p:nvSpPr>
        <p:spPr bwMode="auto">
          <a:xfrm>
            <a:off x="5972240" y="57225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309346" name="Freeform 44"/>
          <p:cNvSpPr/>
          <p:nvPr/>
        </p:nvSpPr>
        <p:spPr bwMode="auto">
          <a:xfrm>
            <a:off x="5972240" y="616261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249318" name="Freeform 45"/>
          <p:cNvSpPr/>
          <p:nvPr/>
        </p:nvSpPr>
        <p:spPr bwMode="auto">
          <a:xfrm>
            <a:off x="5972240" y="44021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722626" name="Freeform 46"/>
          <p:cNvSpPr/>
          <p:nvPr/>
        </p:nvSpPr>
        <p:spPr bwMode="auto">
          <a:xfrm>
            <a:off x="5972240" y="48422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860476" name="Freeform 47"/>
          <p:cNvSpPr/>
          <p:nvPr/>
        </p:nvSpPr>
        <p:spPr bwMode="auto">
          <a:xfrm>
            <a:off x="7424673" y="275129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705539" name="Freeform 48"/>
          <p:cNvSpPr/>
          <p:nvPr/>
        </p:nvSpPr>
        <p:spPr bwMode="auto">
          <a:xfrm>
            <a:off x="7424673" y="319139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738247" name="Freeform 49"/>
          <p:cNvSpPr/>
          <p:nvPr/>
        </p:nvSpPr>
        <p:spPr bwMode="auto">
          <a:xfrm>
            <a:off x="7424673" y="36315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629081" name="Freeform 50"/>
          <p:cNvSpPr/>
          <p:nvPr/>
        </p:nvSpPr>
        <p:spPr bwMode="auto">
          <a:xfrm>
            <a:off x="7424673" y="187108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17061" name="Freeform 51"/>
          <p:cNvSpPr/>
          <p:nvPr/>
        </p:nvSpPr>
        <p:spPr bwMode="auto">
          <a:xfrm>
            <a:off x="7424673" y="23111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906854" name="Freeform 52"/>
          <p:cNvSpPr/>
          <p:nvPr/>
        </p:nvSpPr>
        <p:spPr bwMode="auto">
          <a:xfrm>
            <a:off x="10659955" y="151668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88943" name="Freeform 53"/>
          <p:cNvSpPr/>
          <p:nvPr/>
        </p:nvSpPr>
        <p:spPr bwMode="auto">
          <a:xfrm>
            <a:off x="10659955" y="195679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012484" name="Freeform 54"/>
          <p:cNvSpPr/>
          <p:nvPr/>
        </p:nvSpPr>
        <p:spPr bwMode="auto">
          <a:xfrm>
            <a:off x="10659955" y="23968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77252" name="Freeform 55"/>
          <p:cNvSpPr/>
          <p:nvPr/>
        </p:nvSpPr>
        <p:spPr bwMode="auto">
          <a:xfrm>
            <a:off x="10659955" y="63647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912724" name="Freeform 56"/>
          <p:cNvSpPr/>
          <p:nvPr/>
        </p:nvSpPr>
        <p:spPr bwMode="auto">
          <a:xfrm>
            <a:off x="10659955" y="107658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157951" name="Freeform 57"/>
          <p:cNvSpPr/>
          <p:nvPr/>
        </p:nvSpPr>
        <p:spPr bwMode="auto">
          <a:xfrm>
            <a:off x="9988600" y="432369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1384447" name="Freeform 58"/>
          <p:cNvSpPr/>
          <p:nvPr/>
        </p:nvSpPr>
        <p:spPr bwMode="auto">
          <a:xfrm>
            <a:off x="9988600" y="476379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681884" name="Freeform 59"/>
          <p:cNvSpPr/>
          <p:nvPr/>
        </p:nvSpPr>
        <p:spPr bwMode="auto">
          <a:xfrm>
            <a:off x="9988600" y="5203904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11400" name="Freeform 60"/>
          <p:cNvSpPr/>
          <p:nvPr/>
        </p:nvSpPr>
        <p:spPr bwMode="auto">
          <a:xfrm>
            <a:off x="9988600" y="34434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44351" name="Freeform 61"/>
          <p:cNvSpPr/>
          <p:nvPr/>
        </p:nvSpPr>
        <p:spPr bwMode="auto">
          <a:xfrm>
            <a:off x="9988600" y="38835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371284" name="AutoShape 62"/>
          <p:cNvSpPr/>
          <p:nvPr/>
        </p:nvSpPr>
        <p:spPr bwMode="auto">
          <a:xfrm flipH="1">
            <a:off x="3264660" y="898974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848934" name="AutoShape 63"/>
          <p:cNvSpPr/>
          <p:nvPr/>
        </p:nvSpPr>
        <p:spPr bwMode="auto">
          <a:xfrm flipH="1">
            <a:off x="3279938" y="1312353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1929073" name="AutoShape 64"/>
          <p:cNvSpPr/>
          <p:nvPr/>
        </p:nvSpPr>
        <p:spPr bwMode="auto">
          <a:xfrm flipH="1">
            <a:off x="3279938" y="1709313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677212" name="AutoShape 65"/>
          <p:cNvSpPr/>
          <p:nvPr/>
        </p:nvSpPr>
        <p:spPr bwMode="auto">
          <a:xfrm flipH="1">
            <a:off x="3279938" y="2106274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13910" name="AutoShape 66"/>
          <p:cNvSpPr/>
          <p:nvPr/>
        </p:nvSpPr>
        <p:spPr bwMode="auto">
          <a:xfrm flipH="1">
            <a:off x="3279938" y="2503234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7319382" name="AutoShape 67"/>
          <p:cNvSpPr/>
          <p:nvPr/>
        </p:nvSpPr>
        <p:spPr bwMode="auto">
          <a:xfrm flipH="1">
            <a:off x="3279938" y="2160253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877763" name="AutoShape 68"/>
          <p:cNvSpPr/>
          <p:nvPr/>
        </p:nvSpPr>
        <p:spPr bwMode="auto">
          <a:xfrm flipH="1">
            <a:off x="3279938" y="2579235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930375" name="AutoShape 69"/>
          <p:cNvSpPr/>
          <p:nvPr/>
        </p:nvSpPr>
        <p:spPr bwMode="auto">
          <a:xfrm flipH="1">
            <a:off x="3279938" y="2998216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73057" name="AutoShape 70"/>
          <p:cNvSpPr/>
          <p:nvPr/>
        </p:nvSpPr>
        <p:spPr bwMode="auto">
          <a:xfrm flipH="1">
            <a:off x="3279938" y="3417198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71027" name="AutoShape 71"/>
          <p:cNvSpPr/>
          <p:nvPr/>
        </p:nvSpPr>
        <p:spPr bwMode="auto">
          <a:xfrm flipH="1" flipV="1">
            <a:off x="3279938" y="3546581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93756" name="AutoShape 72"/>
          <p:cNvSpPr/>
          <p:nvPr/>
        </p:nvSpPr>
        <p:spPr bwMode="auto">
          <a:xfrm flipH="1" flipV="1">
            <a:off x="3279938" y="4426225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137452" name="AutoShape 73"/>
          <p:cNvSpPr/>
          <p:nvPr/>
        </p:nvSpPr>
        <p:spPr bwMode="auto">
          <a:xfrm flipH="1" flipV="1">
            <a:off x="3279938" y="4457143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14794" name="AutoShape 74"/>
          <p:cNvSpPr/>
          <p:nvPr/>
        </p:nvSpPr>
        <p:spPr bwMode="auto">
          <a:xfrm flipH="1" flipV="1">
            <a:off x="3279938" y="4488059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2562701" name="AutoShape 75"/>
          <p:cNvSpPr/>
          <p:nvPr/>
        </p:nvSpPr>
        <p:spPr bwMode="auto">
          <a:xfrm flipH="1" flipV="1">
            <a:off x="3279938" y="4518978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033543" name="AutoShape 76"/>
          <p:cNvSpPr/>
          <p:nvPr/>
        </p:nvSpPr>
        <p:spPr bwMode="auto">
          <a:xfrm flipH="1" flipV="1">
            <a:off x="3279938" y="4549896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74132" name="AutoShape 77"/>
          <p:cNvSpPr/>
          <p:nvPr/>
        </p:nvSpPr>
        <p:spPr bwMode="auto">
          <a:xfrm flipH="1">
            <a:off x="6412345" y="3788403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8702" name="AutoShape 78"/>
          <p:cNvSpPr/>
          <p:nvPr/>
        </p:nvSpPr>
        <p:spPr bwMode="auto">
          <a:xfrm flipH="1">
            <a:off x="6412345" y="4204395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0371144" name="AutoShape 79"/>
          <p:cNvSpPr/>
          <p:nvPr/>
        </p:nvSpPr>
        <p:spPr bwMode="auto">
          <a:xfrm flipH="1">
            <a:off x="6412345" y="4620385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167683" name="AutoShape 80"/>
          <p:cNvSpPr/>
          <p:nvPr/>
        </p:nvSpPr>
        <p:spPr bwMode="auto">
          <a:xfrm flipH="1">
            <a:off x="6412345" y="5036379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21971" name="AutoShape 81"/>
          <p:cNvSpPr/>
          <p:nvPr/>
        </p:nvSpPr>
        <p:spPr bwMode="auto">
          <a:xfrm flipH="1">
            <a:off x="6412345" y="5452371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508202" name="AutoShape 82"/>
          <p:cNvSpPr/>
          <p:nvPr/>
        </p:nvSpPr>
        <p:spPr bwMode="auto">
          <a:xfrm flipH="1">
            <a:off x="7864778" y="940505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007901" name="AutoShape 83"/>
          <p:cNvSpPr/>
          <p:nvPr/>
        </p:nvSpPr>
        <p:spPr bwMode="auto">
          <a:xfrm flipH="1">
            <a:off x="7864778" y="1350676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31570" name="AutoShape 84"/>
          <p:cNvSpPr/>
          <p:nvPr/>
        </p:nvSpPr>
        <p:spPr bwMode="auto">
          <a:xfrm flipH="1">
            <a:off x="7864778" y="1760846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676934" name="AutoShape 85"/>
          <p:cNvSpPr/>
          <p:nvPr/>
        </p:nvSpPr>
        <p:spPr bwMode="auto">
          <a:xfrm flipH="1" flipV="1">
            <a:off x="7864778" y="2096966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502958" name="AutoShape 86"/>
          <p:cNvSpPr/>
          <p:nvPr/>
        </p:nvSpPr>
        <p:spPr bwMode="auto">
          <a:xfrm flipH="1" flipV="1">
            <a:off x="7864778" y="2126900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0197613" name=""/>
          <p:cNvGrpSpPr/>
          <p:nvPr/>
        </p:nvGrpSpPr>
        <p:grpSpPr bwMode="auto">
          <a:xfrm>
            <a:off x="2547226" y="208359"/>
            <a:ext cx="6822554" cy="6533553"/>
            <a:chOff x="0" y="0"/>
            <a:chExt cx="6822554" cy="6533553"/>
          </a:xfrm>
        </p:grpSpPr>
        <p:sp>
          <p:nvSpPr>
            <p:cNvPr id="297429255" name="Freeform 30"/>
            <p:cNvSpPr/>
            <p:nvPr/>
          </p:nvSpPr>
          <p:spPr bwMode="auto">
            <a:xfrm rot="0" flipH="0" flipV="0">
              <a:off x="305524" y="1580051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539201" name="TextBox 31"/>
            <p:cNvSpPr txBox="1"/>
            <p:nvPr/>
          </p:nvSpPr>
          <p:spPr bwMode="auto">
            <a:xfrm rot="0" flipH="0" flipV="0">
              <a:off x="305524" y="1411285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158666" name="TextBox 32"/>
            <p:cNvSpPr txBox="1"/>
            <p:nvPr/>
          </p:nvSpPr>
          <p:spPr bwMode="auto">
            <a:xfrm>
              <a:off x="323250" y="229199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2309904" name="TextBox 33"/>
            <p:cNvSpPr txBox="1"/>
            <p:nvPr/>
          </p:nvSpPr>
          <p:spPr bwMode="auto">
            <a:xfrm>
              <a:off x="497918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4133246" name="AutoShape 34"/>
            <p:cNvSpPr/>
            <p:nvPr/>
          </p:nvSpPr>
          <p:spPr bwMode="auto">
            <a:xfrm>
              <a:off x="3420553" y="975127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2744548" name="Freeform 36"/>
            <p:cNvSpPr/>
            <p:nvPr/>
          </p:nvSpPr>
          <p:spPr bwMode="auto">
            <a:xfrm rot="0" flipH="0" flipV="0">
              <a:off x="305524" y="2545965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9905058" name="TextBox 37"/>
            <p:cNvSpPr txBox="1"/>
            <p:nvPr/>
          </p:nvSpPr>
          <p:spPr bwMode="auto">
            <a:xfrm rot="0" flipH="0" flipV="0">
              <a:off x="305524" y="2377196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74285296" name="TextBox 38"/>
            <p:cNvSpPr txBox="1"/>
            <p:nvPr/>
          </p:nvSpPr>
          <p:spPr bwMode="auto">
            <a:xfrm>
              <a:off x="4119096" y="712629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57097319" name="Freeform 40"/>
            <p:cNvSpPr/>
            <p:nvPr/>
          </p:nvSpPr>
          <p:spPr bwMode="auto">
            <a:xfrm rot="0" flipH="0" flipV="0">
              <a:off x="305524" y="3511874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7879874" name="TextBox 41"/>
            <p:cNvSpPr txBox="1"/>
            <p:nvPr/>
          </p:nvSpPr>
          <p:spPr bwMode="auto">
            <a:xfrm rot="0" flipH="0" flipV="0">
              <a:off x="305524" y="3343108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Incoming </a:t>
              </a: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0932345" name="Freeform 43"/>
            <p:cNvSpPr/>
            <p:nvPr/>
          </p:nvSpPr>
          <p:spPr bwMode="auto">
            <a:xfrm rot="0" flipH="0" flipV="0">
              <a:off x="305524" y="4477786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425283" name="TextBox 44"/>
            <p:cNvSpPr txBox="1"/>
            <p:nvPr/>
          </p:nvSpPr>
          <p:spPr bwMode="auto">
            <a:xfrm rot="0" flipH="0" flipV="0">
              <a:off x="305524" y="4309020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29846" name="Freeform 46"/>
            <p:cNvSpPr/>
            <p:nvPr/>
          </p:nvSpPr>
          <p:spPr bwMode="auto">
            <a:xfrm rot="0" flipH="0" flipV="0">
              <a:off x="305524" y="5443697"/>
              <a:ext cx="2816246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4726808" name="TextBox 47"/>
            <p:cNvSpPr txBox="1"/>
            <p:nvPr/>
          </p:nvSpPr>
          <p:spPr bwMode="auto">
            <a:xfrm rot="0" flipH="0" flipV="0">
              <a:off x="305524" y="5274931"/>
              <a:ext cx="2816246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6877921" name="Freeform 49"/>
            <p:cNvSpPr/>
            <p:nvPr/>
          </p:nvSpPr>
          <p:spPr bwMode="auto">
            <a:xfrm rot="0" flipH="0" flipV="0">
              <a:off x="3709146" y="1580051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876398" name="TextBox 50"/>
            <p:cNvSpPr txBox="1"/>
            <p:nvPr/>
          </p:nvSpPr>
          <p:spPr bwMode="auto">
            <a:xfrm rot="0" flipH="0" flipV="0">
              <a:off x="3709146" y="1411285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3241675" name="Freeform 52"/>
            <p:cNvSpPr/>
            <p:nvPr/>
          </p:nvSpPr>
          <p:spPr bwMode="auto">
            <a:xfrm rot="0" flipH="0" flipV="0">
              <a:off x="3709146" y="2545965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6858019" name="TextBox 53"/>
            <p:cNvSpPr txBox="1"/>
            <p:nvPr/>
          </p:nvSpPr>
          <p:spPr bwMode="auto">
            <a:xfrm rot="0" flipH="0" flipV="0">
              <a:off x="3709146" y="2377196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8201806" name="Freeform 55"/>
            <p:cNvSpPr/>
            <p:nvPr/>
          </p:nvSpPr>
          <p:spPr bwMode="auto">
            <a:xfrm rot="0" flipH="0" flipV="0">
              <a:off x="3709146" y="3511874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3731815" name="TextBox 56"/>
            <p:cNvSpPr txBox="1"/>
            <p:nvPr/>
          </p:nvSpPr>
          <p:spPr bwMode="auto">
            <a:xfrm rot="0" flipH="0" flipV="0">
              <a:off x="3709146" y="3343108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59234492" name="Freeform 58"/>
            <p:cNvSpPr/>
            <p:nvPr/>
          </p:nvSpPr>
          <p:spPr bwMode="auto">
            <a:xfrm rot="0" flipH="0" flipV="0">
              <a:off x="3709146" y="4477788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0785127" name="TextBox 59"/>
            <p:cNvSpPr txBox="1"/>
            <p:nvPr/>
          </p:nvSpPr>
          <p:spPr bwMode="auto">
            <a:xfrm rot="0" flipH="0" flipV="0">
              <a:off x="3709146" y="4309020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1280982" name="Freeform 61"/>
            <p:cNvSpPr/>
            <p:nvPr/>
          </p:nvSpPr>
          <p:spPr bwMode="auto">
            <a:xfrm rot="0" flipH="0" flipV="0">
              <a:off x="3709146" y="5443697"/>
              <a:ext cx="2826428" cy="718257"/>
            </a:xfrm>
            <a:custGeom>
              <a:avLst/>
              <a:gdLst/>
              <a:ahLst/>
              <a:cxnLst/>
              <a:rect l="l" t="t" r="r" b="b"/>
              <a:pathLst>
                <a:path w="1030593" h="283758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82854"/>
                  </a:lnTo>
                  <a:cubicBezTo>
                    <a:pt x="1030593" y="238582"/>
                    <a:pt x="985417" y="283758"/>
                    <a:pt x="929690" y="283758"/>
                  </a:cubicBezTo>
                  <a:lnTo>
                    <a:pt x="100903" y="283758"/>
                  </a:lnTo>
                  <a:cubicBezTo>
                    <a:pt x="45176" y="283758"/>
                    <a:pt x="0" y="238582"/>
                    <a:pt x="0" y="182854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754905" name="TextBox 62"/>
            <p:cNvSpPr txBox="1"/>
            <p:nvPr/>
          </p:nvSpPr>
          <p:spPr bwMode="auto">
            <a:xfrm rot="0" flipH="0" flipV="0">
              <a:off x="3709146" y="5274931"/>
              <a:ext cx="2826428" cy="88703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54996786" name="Rectangle: Rounded Corners 12"/>
            <p:cNvSpPr/>
            <p:nvPr/>
          </p:nvSpPr>
          <p:spPr bwMode="auto">
            <a:xfrm flipH="0" flipV="0">
              <a:off x="0" y="0"/>
              <a:ext cx="6822556" cy="65335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3067851" name=""/>
          <p:cNvGrpSpPr/>
          <p:nvPr/>
        </p:nvGrpSpPr>
        <p:grpSpPr bwMode="auto">
          <a:xfrm>
            <a:off x="1143554" y="505463"/>
            <a:ext cx="8569461" cy="6187787"/>
            <a:chOff x="0" y="0"/>
            <a:chExt cx="8569461" cy="6187787"/>
          </a:xfrm>
        </p:grpSpPr>
        <p:sp>
          <p:nvSpPr>
            <p:cNvPr id="1830001121" name="Freeform 27"/>
            <p:cNvSpPr/>
            <p:nvPr/>
          </p:nvSpPr>
          <p:spPr bwMode="auto">
            <a:xfrm rot="0" flipH="0" flipV="0">
              <a:off x="6624195" y="0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4316347" name="Freeform 28"/>
            <p:cNvSpPr/>
            <p:nvPr/>
          </p:nvSpPr>
          <p:spPr bwMode="auto">
            <a:xfrm>
              <a:off x="6694535" y="3850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0231719" name="Freeform 29"/>
            <p:cNvSpPr/>
            <p:nvPr/>
          </p:nvSpPr>
          <p:spPr bwMode="auto">
            <a:xfrm>
              <a:off x="7116822" y="582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6668687" name="AutoShape 30"/>
            <p:cNvSpPr/>
            <p:nvPr/>
          </p:nvSpPr>
          <p:spPr bwMode="auto">
            <a:xfrm flipV="1">
              <a:off x="1186387" y="662611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122320" name="AutoShape 31"/>
            <p:cNvSpPr/>
            <p:nvPr/>
          </p:nvSpPr>
          <p:spPr bwMode="auto">
            <a:xfrm>
              <a:off x="7043005" y="548716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9753396" name="Freeform 33"/>
            <p:cNvSpPr/>
            <p:nvPr/>
          </p:nvSpPr>
          <p:spPr bwMode="auto">
            <a:xfrm rot="0" flipH="0" flipV="0">
              <a:off x="6624195" y="93588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6285985" name="Freeform 34"/>
            <p:cNvSpPr/>
            <p:nvPr/>
          </p:nvSpPr>
          <p:spPr bwMode="auto">
            <a:xfrm>
              <a:off x="6694535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3572382" name="Freeform 35"/>
            <p:cNvSpPr/>
            <p:nvPr/>
          </p:nvSpPr>
          <p:spPr bwMode="auto">
            <a:xfrm>
              <a:off x="6811031" y="974394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1350686" name="Freeform 36"/>
            <p:cNvSpPr/>
            <p:nvPr/>
          </p:nvSpPr>
          <p:spPr bwMode="auto">
            <a:xfrm>
              <a:off x="7116822" y="994149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28000671" name="AutoShape 37"/>
            <p:cNvSpPr/>
            <p:nvPr/>
          </p:nvSpPr>
          <p:spPr bwMode="auto">
            <a:xfrm>
              <a:off x="1186387" y="158334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3366593" name="AutoShape 38"/>
            <p:cNvSpPr/>
            <p:nvPr/>
          </p:nvSpPr>
          <p:spPr bwMode="auto">
            <a:xfrm>
              <a:off x="7043005" y="1469449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32414123" name="Freeform 40"/>
            <p:cNvSpPr/>
            <p:nvPr/>
          </p:nvSpPr>
          <p:spPr bwMode="auto">
            <a:xfrm rot="0" flipH="0" flipV="0">
              <a:off x="6624195" y="1856625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3701053" name="Freeform 41"/>
            <p:cNvSpPr/>
            <p:nvPr/>
          </p:nvSpPr>
          <p:spPr bwMode="auto">
            <a:xfrm>
              <a:off x="6694535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0646981" name="Freeform 42"/>
            <p:cNvSpPr/>
            <p:nvPr/>
          </p:nvSpPr>
          <p:spPr bwMode="auto">
            <a:xfrm>
              <a:off x="6811031" y="1895128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6451540" name="Freeform 43"/>
            <p:cNvSpPr/>
            <p:nvPr/>
          </p:nvSpPr>
          <p:spPr bwMode="auto">
            <a:xfrm>
              <a:off x="7116822" y="1914883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8051610" name="AutoShape 44"/>
            <p:cNvSpPr/>
            <p:nvPr/>
          </p:nvSpPr>
          <p:spPr bwMode="auto">
            <a:xfrm>
              <a:off x="1186387" y="2504077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8332405" name="AutoShape 45"/>
            <p:cNvSpPr/>
            <p:nvPr/>
          </p:nvSpPr>
          <p:spPr bwMode="auto">
            <a:xfrm>
              <a:off x="7043005" y="2390184"/>
              <a:ext cx="0" cy="35440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8206994" name="Freeform 47"/>
            <p:cNvSpPr/>
            <p:nvPr/>
          </p:nvSpPr>
          <p:spPr bwMode="auto">
            <a:xfrm rot="0" flipH="0" flipV="0">
              <a:off x="479077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14137365" name="Freeform 48"/>
            <p:cNvSpPr/>
            <p:nvPr/>
          </p:nvSpPr>
          <p:spPr bwMode="auto">
            <a:xfrm>
              <a:off x="486111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157128" name="Freeform 49"/>
            <p:cNvSpPr/>
            <p:nvPr/>
          </p:nvSpPr>
          <p:spPr bwMode="auto">
            <a:xfrm>
              <a:off x="497761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538715" name="Freeform 50"/>
            <p:cNvSpPr/>
            <p:nvPr/>
          </p:nvSpPr>
          <p:spPr bwMode="auto">
            <a:xfrm>
              <a:off x="5283405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059928" name="TextBox 51"/>
            <p:cNvSpPr txBox="1"/>
            <p:nvPr/>
          </p:nvSpPr>
          <p:spPr bwMode="auto">
            <a:xfrm>
              <a:off x="469332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/>
            </a:p>
          </p:txBody>
        </p:sp>
        <p:sp>
          <p:nvSpPr>
            <p:cNvPr id="1734399109" name="Freeform 53"/>
            <p:cNvSpPr/>
            <p:nvPr/>
          </p:nvSpPr>
          <p:spPr bwMode="auto">
            <a:xfrm rot="0" flipH="0" flipV="0">
              <a:off x="5707789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8499035" name="Freeform 54"/>
            <p:cNvSpPr/>
            <p:nvPr/>
          </p:nvSpPr>
          <p:spPr bwMode="auto">
            <a:xfrm>
              <a:off x="5778129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734897" name="Freeform 55"/>
            <p:cNvSpPr/>
            <p:nvPr/>
          </p:nvSpPr>
          <p:spPr bwMode="auto">
            <a:xfrm>
              <a:off x="5894627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4401262" name="Freeform 56"/>
            <p:cNvSpPr/>
            <p:nvPr/>
          </p:nvSpPr>
          <p:spPr bwMode="auto">
            <a:xfrm>
              <a:off x="6200414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7" y="0"/>
                  </a:lnTo>
                  <a:lnTo>
                    <a:pt x="274657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375657" name="TextBox 57"/>
            <p:cNvSpPr txBox="1"/>
            <p:nvPr/>
          </p:nvSpPr>
          <p:spPr bwMode="auto">
            <a:xfrm>
              <a:off x="5610333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635505113" name="Freeform 59"/>
            <p:cNvSpPr/>
            <p:nvPr/>
          </p:nvSpPr>
          <p:spPr bwMode="auto">
            <a:xfrm rot="0" flipH="0" flipV="0">
              <a:off x="6624195" y="2778199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4194462" name="Freeform 60"/>
            <p:cNvSpPr/>
            <p:nvPr/>
          </p:nvSpPr>
          <p:spPr bwMode="auto">
            <a:xfrm>
              <a:off x="6694535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6378557" name="Freeform 61"/>
            <p:cNvSpPr/>
            <p:nvPr/>
          </p:nvSpPr>
          <p:spPr bwMode="auto">
            <a:xfrm>
              <a:off x="6811031" y="2816705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0"/>
                  </a:lnTo>
                  <a:lnTo>
                    <a:pt x="0" y="309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2359" name="Freeform 62"/>
            <p:cNvSpPr/>
            <p:nvPr/>
          </p:nvSpPr>
          <p:spPr bwMode="auto">
            <a:xfrm>
              <a:off x="7116822" y="2836458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2"/>
                  </a:lnTo>
                  <a:lnTo>
                    <a:pt x="0" y="270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1311529" name="TextBox 63"/>
            <p:cNvSpPr txBox="1"/>
            <p:nvPr/>
          </p:nvSpPr>
          <p:spPr bwMode="auto">
            <a:xfrm>
              <a:off x="6526740" y="3179995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1903014697" name="AutoShape 64"/>
            <p:cNvSpPr/>
            <p:nvPr/>
          </p:nvSpPr>
          <p:spPr bwMode="auto">
            <a:xfrm flipV="1">
              <a:off x="1186387" y="3425654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3199605" name="AutoShape 65"/>
            <p:cNvSpPr/>
            <p:nvPr/>
          </p:nvSpPr>
          <p:spPr bwMode="auto">
            <a:xfrm>
              <a:off x="7043005" y="3311759"/>
              <a:ext cx="136812" cy="331605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051846" name="Freeform 67"/>
            <p:cNvSpPr/>
            <p:nvPr/>
          </p:nvSpPr>
          <p:spPr bwMode="auto">
            <a:xfrm rot="0" flipH="0" flipV="0">
              <a:off x="473472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6426042" name="Freeform 68"/>
            <p:cNvSpPr/>
            <p:nvPr/>
          </p:nvSpPr>
          <p:spPr bwMode="auto">
            <a:xfrm>
              <a:off x="4805063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1935683" name="Freeform 69"/>
            <p:cNvSpPr/>
            <p:nvPr/>
          </p:nvSpPr>
          <p:spPr bwMode="auto">
            <a:xfrm>
              <a:off x="492156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6660047" name="Freeform 70"/>
            <p:cNvSpPr/>
            <p:nvPr/>
          </p:nvSpPr>
          <p:spPr bwMode="auto">
            <a:xfrm>
              <a:off x="522735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789807" name="Freeform 72"/>
            <p:cNvSpPr/>
            <p:nvPr/>
          </p:nvSpPr>
          <p:spPr bwMode="auto">
            <a:xfrm rot="0" flipH="0" flipV="0">
              <a:off x="5651735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8527941" name="Freeform 73"/>
            <p:cNvSpPr/>
            <p:nvPr/>
          </p:nvSpPr>
          <p:spPr bwMode="auto">
            <a:xfrm>
              <a:off x="572207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265266" name="Freeform 74"/>
            <p:cNvSpPr/>
            <p:nvPr/>
          </p:nvSpPr>
          <p:spPr bwMode="auto">
            <a:xfrm>
              <a:off x="5838571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37343250" name="Freeform 75"/>
            <p:cNvSpPr/>
            <p:nvPr/>
          </p:nvSpPr>
          <p:spPr bwMode="auto">
            <a:xfrm>
              <a:off x="6144360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58371" name="Freeform 77"/>
            <p:cNvSpPr/>
            <p:nvPr/>
          </p:nvSpPr>
          <p:spPr bwMode="auto">
            <a:xfrm rot="0" flipH="0" flipV="0">
              <a:off x="6743449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4924813" name="Freeform 78"/>
            <p:cNvSpPr/>
            <p:nvPr/>
          </p:nvSpPr>
          <p:spPr bwMode="auto">
            <a:xfrm>
              <a:off x="6813792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1317950" name="Freeform 79"/>
            <p:cNvSpPr/>
            <p:nvPr/>
          </p:nvSpPr>
          <p:spPr bwMode="auto">
            <a:xfrm>
              <a:off x="6930287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2978950" name="Freeform 80"/>
            <p:cNvSpPr/>
            <p:nvPr/>
          </p:nvSpPr>
          <p:spPr bwMode="auto">
            <a:xfrm>
              <a:off x="7236077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4368816" name="Freeform 82"/>
            <p:cNvSpPr/>
            <p:nvPr/>
          </p:nvSpPr>
          <p:spPr bwMode="auto">
            <a:xfrm rot="0" flipH="0" flipV="0">
              <a:off x="7660888" y="3699776"/>
              <a:ext cx="837616" cy="386676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7681872" name="Freeform 83"/>
            <p:cNvSpPr/>
            <p:nvPr/>
          </p:nvSpPr>
          <p:spPr bwMode="auto">
            <a:xfrm>
              <a:off x="7731228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4" y="0"/>
                  </a:lnTo>
                  <a:lnTo>
                    <a:pt x="232994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063930" name="Freeform 84"/>
            <p:cNvSpPr/>
            <p:nvPr/>
          </p:nvSpPr>
          <p:spPr bwMode="auto">
            <a:xfrm>
              <a:off x="7847724" y="3738279"/>
              <a:ext cx="232993" cy="309668"/>
            </a:xfrm>
            <a:custGeom>
              <a:avLst/>
              <a:gdLst/>
              <a:ahLst/>
              <a:cxnLst/>
              <a:rect l="l" t="t" r="r" b="b"/>
              <a:pathLst>
                <a:path w="232995" h="309670" fill="norm" stroke="1" extrusionOk="0">
                  <a:moveTo>
                    <a:pt x="0" y="0"/>
                  </a:moveTo>
                  <a:lnTo>
                    <a:pt x="232995" y="0"/>
                  </a:lnTo>
                  <a:lnTo>
                    <a:pt x="232995" y="309671"/>
                  </a:lnTo>
                  <a:lnTo>
                    <a:pt x="0" y="309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6993310" name="Freeform 85"/>
            <p:cNvSpPr/>
            <p:nvPr/>
          </p:nvSpPr>
          <p:spPr bwMode="auto">
            <a:xfrm>
              <a:off x="8153513" y="3758035"/>
              <a:ext cx="274654" cy="270162"/>
            </a:xfrm>
            <a:custGeom>
              <a:avLst/>
              <a:gdLst/>
              <a:ahLst/>
              <a:cxnLst/>
              <a:rect l="l" t="t" r="r" b="b"/>
              <a:pathLst>
                <a:path w="274656" h="270162" fill="norm" stroke="1" extrusionOk="0">
                  <a:moveTo>
                    <a:pt x="0" y="0"/>
                  </a:moveTo>
                  <a:lnTo>
                    <a:pt x="274656" y="0"/>
                  </a:lnTo>
                  <a:lnTo>
                    <a:pt x="274656" y="270161"/>
                  </a:lnTo>
                  <a:lnTo>
                    <a:pt x="0" y="270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2861255" name="AutoShape 86"/>
            <p:cNvSpPr/>
            <p:nvPr/>
          </p:nvSpPr>
          <p:spPr bwMode="auto">
            <a:xfrm>
              <a:off x="7043005" y="3318858"/>
              <a:ext cx="777839" cy="330393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350284" name="AutoShape 87"/>
            <p:cNvSpPr/>
            <p:nvPr/>
          </p:nvSpPr>
          <p:spPr bwMode="auto">
            <a:xfrm flipH="1">
              <a:off x="6089988" y="3320462"/>
              <a:ext cx="37631" cy="342997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2401627" name="AutoShape 88"/>
            <p:cNvSpPr/>
            <p:nvPr/>
          </p:nvSpPr>
          <p:spPr bwMode="auto">
            <a:xfrm flipH="1">
              <a:off x="5504704" y="3328074"/>
              <a:ext cx="627332" cy="321178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0366966" name="AutoShape 89"/>
            <p:cNvSpPr/>
            <p:nvPr/>
          </p:nvSpPr>
          <p:spPr bwMode="auto">
            <a:xfrm flipV="1">
              <a:off x="1186387" y="4501219"/>
              <a:ext cx="7379703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8828388" name="Freeform 91"/>
            <p:cNvSpPr/>
            <p:nvPr/>
          </p:nvSpPr>
          <p:spPr bwMode="auto">
            <a:xfrm rot="0" flipH="0" flipV="0">
              <a:off x="5336971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7893003" name="Freeform 92"/>
            <p:cNvSpPr/>
            <p:nvPr/>
          </p:nvSpPr>
          <p:spPr bwMode="auto">
            <a:xfrm>
              <a:off x="5394456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6581268" name="Freeform 93"/>
            <p:cNvSpPr/>
            <p:nvPr/>
          </p:nvSpPr>
          <p:spPr bwMode="auto">
            <a:xfrm>
              <a:off x="5489660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0085806" name="Freeform 94"/>
            <p:cNvSpPr/>
            <p:nvPr/>
          </p:nvSpPr>
          <p:spPr bwMode="auto">
            <a:xfrm>
              <a:off x="5739562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33774512" name="AutoShape 95"/>
            <p:cNvSpPr/>
            <p:nvPr/>
          </p:nvSpPr>
          <p:spPr bwMode="auto">
            <a:xfrm>
              <a:off x="5103412" y="5888960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9959646" name="Freeform 97"/>
            <p:cNvSpPr/>
            <p:nvPr/>
          </p:nvSpPr>
          <p:spPr bwMode="auto">
            <a:xfrm rot="0" flipH="0" flipV="0">
              <a:off x="5336971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1038401" name="Freeform 98"/>
            <p:cNvSpPr/>
            <p:nvPr/>
          </p:nvSpPr>
          <p:spPr bwMode="auto">
            <a:xfrm>
              <a:off x="5394456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96057177" name="Freeform 99"/>
            <p:cNvSpPr/>
            <p:nvPr/>
          </p:nvSpPr>
          <p:spPr bwMode="auto">
            <a:xfrm>
              <a:off x="5489660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5628089" name="Freeform 100"/>
            <p:cNvSpPr/>
            <p:nvPr/>
          </p:nvSpPr>
          <p:spPr bwMode="auto">
            <a:xfrm>
              <a:off x="5739562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24111554" name="Freeform 102"/>
            <p:cNvSpPr/>
            <p:nvPr/>
          </p:nvSpPr>
          <p:spPr bwMode="auto">
            <a:xfrm rot="0" flipH="0" flipV="0">
              <a:off x="5336971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4853371" name="Freeform 103"/>
            <p:cNvSpPr/>
            <p:nvPr/>
          </p:nvSpPr>
          <p:spPr bwMode="auto">
            <a:xfrm>
              <a:off x="5394456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2947377" name="Freeform 104"/>
            <p:cNvSpPr/>
            <p:nvPr/>
          </p:nvSpPr>
          <p:spPr bwMode="auto">
            <a:xfrm>
              <a:off x="5489660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2594589" name="Freeform 105"/>
            <p:cNvSpPr/>
            <p:nvPr/>
          </p:nvSpPr>
          <p:spPr bwMode="auto">
            <a:xfrm>
              <a:off x="5739562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39238346" name="Freeform 107"/>
            <p:cNvSpPr/>
            <p:nvPr/>
          </p:nvSpPr>
          <p:spPr bwMode="auto">
            <a:xfrm rot="0" flipH="0" flipV="0">
              <a:off x="6367938" y="4737120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341027" name="Freeform 108"/>
            <p:cNvSpPr/>
            <p:nvPr/>
          </p:nvSpPr>
          <p:spPr bwMode="auto">
            <a:xfrm>
              <a:off x="6425422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238072" name="Freeform 109"/>
            <p:cNvSpPr/>
            <p:nvPr/>
          </p:nvSpPr>
          <p:spPr bwMode="auto">
            <a:xfrm>
              <a:off x="6520628" y="4768589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1371038" name="Freeform 110"/>
            <p:cNvSpPr/>
            <p:nvPr/>
          </p:nvSpPr>
          <p:spPr bwMode="auto">
            <a:xfrm>
              <a:off x="6770529" y="478473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1906622" name="Freeform 112"/>
            <p:cNvSpPr/>
            <p:nvPr/>
          </p:nvSpPr>
          <p:spPr bwMode="auto">
            <a:xfrm rot="0" flipH="0" flipV="0">
              <a:off x="6367938" y="5233461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9986292" name="Freeform 113"/>
            <p:cNvSpPr/>
            <p:nvPr/>
          </p:nvSpPr>
          <p:spPr bwMode="auto">
            <a:xfrm>
              <a:off x="6425422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12515873" name="Freeform 114"/>
            <p:cNvSpPr/>
            <p:nvPr/>
          </p:nvSpPr>
          <p:spPr bwMode="auto">
            <a:xfrm>
              <a:off x="6520628" y="5264927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3"/>
                  </a:lnTo>
                  <a:lnTo>
                    <a:pt x="0" y="253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36328485" name="Freeform 115"/>
            <p:cNvSpPr/>
            <p:nvPr/>
          </p:nvSpPr>
          <p:spPr bwMode="auto">
            <a:xfrm>
              <a:off x="6770529" y="5281072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5"/>
                  </a:lnTo>
                  <a:lnTo>
                    <a:pt x="0" y="22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78592" name="Freeform 117"/>
            <p:cNvSpPr/>
            <p:nvPr/>
          </p:nvSpPr>
          <p:spPr bwMode="auto">
            <a:xfrm rot="0" flipH="0" flipV="0">
              <a:off x="6367938" y="5730956"/>
              <a:ext cx="684526" cy="316002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75396849" name="Freeform 118"/>
            <p:cNvSpPr/>
            <p:nvPr/>
          </p:nvSpPr>
          <p:spPr bwMode="auto">
            <a:xfrm>
              <a:off x="6425422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1" y="0"/>
                  </a:lnTo>
                  <a:lnTo>
                    <a:pt x="190411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4466951" name="Freeform 119"/>
            <p:cNvSpPr/>
            <p:nvPr/>
          </p:nvSpPr>
          <p:spPr bwMode="auto">
            <a:xfrm>
              <a:off x="6520628" y="5762424"/>
              <a:ext cx="190409" cy="253071"/>
            </a:xfrm>
            <a:custGeom>
              <a:avLst/>
              <a:gdLst/>
              <a:ahLst/>
              <a:cxnLst/>
              <a:rect l="l" t="t" r="r" b="b"/>
              <a:pathLst>
                <a:path w="190411" h="253072" fill="norm" stroke="1" extrusionOk="0">
                  <a:moveTo>
                    <a:pt x="0" y="0"/>
                  </a:moveTo>
                  <a:lnTo>
                    <a:pt x="190410" y="0"/>
                  </a:lnTo>
                  <a:lnTo>
                    <a:pt x="190410" y="253072"/>
                  </a:lnTo>
                  <a:lnTo>
                    <a:pt x="0" y="2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7558728" name="Freeform 120"/>
            <p:cNvSpPr/>
            <p:nvPr/>
          </p:nvSpPr>
          <p:spPr bwMode="auto">
            <a:xfrm>
              <a:off x="6770529" y="5778569"/>
              <a:ext cx="224455" cy="220783"/>
            </a:xfrm>
            <a:custGeom>
              <a:avLst/>
              <a:gdLst/>
              <a:ahLst/>
              <a:cxnLst/>
              <a:rect l="l" t="t" r="r" b="b"/>
              <a:pathLst>
                <a:path w="224458" h="220785" fill="norm" stroke="1" extrusionOk="0">
                  <a:moveTo>
                    <a:pt x="0" y="0"/>
                  </a:moveTo>
                  <a:lnTo>
                    <a:pt x="224457" y="0"/>
                  </a:lnTo>
                  <a:lnTo>
                    <a:pt x="224457" y="220784"/>
                  </a:lnTo>
                  <a:lnTo>
                    <a:pt x="0" y="22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7118598" name="Freeform 121"/>
            <p:cNvSpPr/>
            <p:nvPr/>
          </p:nvSpPr>
          <p:spPr bwMode="auto">
            <a:xfrm>
              <a:off x="8290842" y="4967838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8919263" name="TextBox 122"/>
            <p:cNvSpPr txBox="1"/>
            <p:nvPr/>
          </p:nvSpPr>
          <p:spPr bwMode="auto">
            <a:xfrm flipH="0" flipV="0">
              <a:off x="1186385" y="17403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2533964" name="TextBox 123"/>
            <p:cNvSpPr txBox="1"/>
            <p:nvPr/>
          </p:nvSpPr>
          <p:spPr bwMode="auto">
            <a:xfrm flipH="0" flipV="0">
              <a:off x="1186387" y="938135"/>
              <a:ext cx="347109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7269298" name="TextBox 124"/>
            <p:cNvSpPr txBox="1"/>
            <p:nvPr/>
          </p:nvSpPr>
          <p:spPr bwMode="auto">
            <a:xfrm>
              <a:off x="6541677" y="394518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1042852688" name="TextBox 125"/>
            <p:cNvSpPr txBox="1"/>
            <p:nvPr/>
          </p:nvSpPr>
          <p:spPr bwMode="auto">
            <a:xfrm>
              <a:off x="6526740" y="1337686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2131525070" name="TextBox 126"/>
            <p:cNvSpPr txBox="1"/>
            <p:nvPr/>
          </p:nvSpPr>
          <p:spPr bwMode="auto">
            <a:xfrm flipH="0" flipV="0">
              <a:off x="1186385" y="1858412"/>
              <a:ext cx="3470291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629192" name="TextBox 127"/>
            <p:cNvSpPr txBox="1"/>
            <p:nvPr/>
          </p:nvSpPr>
          <p:spPr bwMode="auto">
            <a:xfrm>
              <a:off x="6526740" y="2258419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1818277017" name="TextBox 128"/>
            <p:cNvSpPr txBox="1"/>
            <p:nvPr/>
          </p:nvSpPr>
          <p:spPr bwMode="auto">
            <a:xfrm flipH="0" flipV="0">
              <a:off x="1186385" y="2779148"/>
              <a:ext cx="3468277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124017" name="TextBox 129"/>
            <p:cNvSpPr txBox="1"/>
            <p:nvPr/>
          </p:nvSpPr>
          <p:spPr bwMode="auto">
            <a:xfrm flipH="0" flipV="0">
              <a:off x="1186385" y="3773886"/>
              <a:ext cx="3470694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Chains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3457818" name="TextBox 130"/>
            <p:cNvSpPr txBox="1"/>
            <p:nvPr/>
          </p:nvSpPr>
          <p:spPr bwMode="auto">
            <a:xfrm>
              <a:off x="4637267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/>
            </a:p>
          </p:txBody>
        </p:sp>
        <p:sp>
          <p:nvSpPr>
            <p:cNvPr id="196587746" name="TextBox 131"/>
            <p:cNvSpPr txBox="1"/>
            <p:nvPr/>
          </p:nvSpPr>
          <p:spPr bwMode="auto">
            <a:xfrm>
              <a:off x="5554278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1352197921" name="TextBox 132"/>
            <p:cNvSpPr txBox="1"/>
            <p:nvPr/>
          </p:nvSpPr>
          <p:spPr bwMode="auto">
            <a:xfrm>
              <a:off x="6645996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861447721" name="TextBox 133"/>
            <p:cNvSpPr txBox="1"/>
            <p:nvPr/>
          </p:nvSpPr>
          <p:spPr bwMode="auto">
            <a:xfrm>
              <a:off x="7563432" y="410157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649054678" name="TextBox 134"/>
            <p:cNvSpPr txBox="1"/>
            <p:nvPr/>
          </p:nvSpPr>
          <p:spPr bwMode="auto">
            <a:xfrm>
              <a:off x="4653225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1732036172" name="TextBox 135"/>
            <p:cNvSpPr txBox="1"/>
            <p:nvPr/>
          </p:nvSpPr>
          <p:spPr bwMode="auto">
            <a:xfrm>
              <a:off x="557331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333489341" name="TextBox 136"/>
            <p:cNvSpPr txBox="1"/>
            <p:nvPr/>
          </p:nvSpPr>
          <p:spPr bwMode="auto">
            <a:xfrm>
              <a:off x="6645996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ext.</a:t>
              </a:r>
              <a:endParaRPr/>
            </a:p>
          </p:txBody>
        </p:sp>
        <p:sp>
          <p:nvSpPr>
            <p:cNvPr id="561321723" name="TextBox 137"/>
            <p:cNvSpPr txBox="1"/>
            <p:nvPr/>
          </p:nvSpPr>
          <p:spPr bwMode="auto">
            <a:xfrm>
              <a:off x="7566084" y="4248452"/>
              <a:ext cx="1003378" cy="1575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37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int.</a:t>
              </a:r>
              <a:endParaRPr/>
            </a:p>
          </p:txBody>
        </p:sp>
        <p:sp>
          <p:nvSpPr>
            <p:cNvPr id="1017904203" name="TextBox 138"/>
            <p:cNvSpPr txBox="1"/>
            <p:nvPr/>
          </p:nvSpPr>
          <p:spPr bwMode="auto">
            <a:xfrm flipH="0" flipV="0">
              <a:off x="1186385" y="5098982"/>
              <a:ext cx="3468679" cy="3501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54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46546740" name="TextBox 139"/>
            <p:cNvSpPr txBox="1"/>
            <p:nvPr/>
          </p:nvSpPr>
          <p:spPr bwMode="auto">
            <a:xfrm>
              <a:off x="5257328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335057812" name="TextBox 140"/>
            <p:cNvSpPr txBox="1"/>
            <p:nvPr/>
          </p:nvSpPr>
          <p:spPr bwMode="auto">
            <a:xfrm>
              <a:off x="5257328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982413720" name="TextBox 141"/>
            <p:cNvSpPr txBox="1"/>
            <p:nvPr/>
          </p:nvSpPr>
          <p:spPr bwMode="auto">
            <a:xfrm>
              <a:off x="5257328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736863545" name="TextBox 142"/>
            <p:cNvSpPr txBox="1"/>
            <p:nvPr/>
          </p:nvSpPr>
          <p:spPr bwMode="auto">
            <a:xfrm>
              <a:off x="6288294" y="5068244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1913137487" name="TextBox 143"/>
            <p:cNvSpPr txBox="1"/>
            <p:nvPr/>
          </p:nvSpPr>
          <p:spPr bwMode="auto">
            <a:xfrm>
              <a:off x="6288294" y="5564583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54430488" name="TextBox 144"/>
            <p:cNvSpPr txBox="1"/>
            <p:nvPr/>
          </p:nvSpPr>
          <p:spPr bwMode="auto">
            <a:xfrm>
              <a:off x="6288294" y="6062079"/>
              <a:ext cx="820125" cy="1257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86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1091944792" name="Freeform 145"/>
            <p:cNvSpPr/>
            <p:nvPr/>
          </p:nvSpPr>
          <p:spPr bwMode="auto">
            <a:xfrm>
              <a:off x="8290842" y="5232360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4"/>
                  </a:lnTo>
                  <a:lnTo>
                    <a:pt x="0" y="185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6721923" name="Freeform 146"/>
            <p:cNvSpPr/>
            <p:nvPr/>
          </p:nvSpPr>
          <p:spPr bwMode="auto">
            <a:xfrm>
              <a:off x="8290842" y="5496753"/>
              <a:ext cx="185442" cy="185442"/>
            </a:xfrm>
            <a:custGeom>
              <a:avLst/>
              <a:gdLst/>
              <a:ahLst/>
              <a:cxnLst/>
              <a:rect l="l" t="t" r="r" b="b"/>
              <a:pathLst>
                <a:path w="185444" h="185444" fill="norm" stroke="1" extrusionOk="0">
                  <a:moveTo>
                    <a:pt x="0" y="0"/>
                  </a:moveTo>
                  <a:lnTo>
                    <a:pt x="185444" y="0"/>
                  </a:lnTo>
                  <a:lnTo>
                    <a:pt x="185444" y="185445"/>
                  </a:lnTo>
                  <a:lnTo>
                    <a:pt x="0" y="185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2481764" name="AutoShape 147"/>
            <p:cNvSpPr/>
            <p:nvPr/>
          </p:nvSpPr>
          <p:spPr bwMode="auto">
            <a:xfrm>
              <a:off x="5118368" y="4417866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7676506" name="AutoShape 148"/>
            <p:cNvSpPr/>
            <p:nvPr/>
          </p:nvSpPr>
          <p:spPr bwMode="auto">
            <a:xfrm>
              <a:off x="5102934" y="540689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68262628" name="AutoShape 149"/>
            <p:cNvSpPr/>
            <p:nvPr/>
          </p:nvSpPr>
          <p:spPr bwMode="auto">
            <a:xfrm>
              <a:off x="5102934" y="4895125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818036" name="AutoShape 150"/>
            <p:cNvSpPr/>
            <p:nvPr/>
          </p:nvSpPr>
          <p:spPr bwMode="auto">
            <a:xfrm>
              <a:off x="6132221" y="5892172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2635169" name="AutoShape 151"/>
            <p:cNvSpPr/>
            <p:nvPr/>
          </p:nvSpPr>
          <p:spPr bwMode="auto">
            <a:xfrm>
              <a:off x="6147180" y="4421079"/>
              <a:ext cx="0" cy="1486526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81623" name="AutoShape 152"/>
            <p:cNvSpPr/>
            <p:nvPr/>
          </p:nvSpPr>
          <p:spPr bwMode="auto">
            <a:xfrm>
              <a:off x="6131745" y="5410111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1379051" name="AutoShape 153"/>
            <p:cNvSpPr/>
            <p:nvPr/>
          </p:nvSpPr>
          <p:spPr bwMode="auto">
            <a:xfrm>
              <a:off x="6131745" y="4898338"/>
              <a:ext cx="216558" cy="0"/>
            </a:xfrm>
            <a:prstGeom prst="line">
              <a:avLst/>
            </a:prstGeom>
            <a:grpFill/>
            <a:ln w="28575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765521" name="Freeform 154"/>
            <p:cNvSpPr/>
            <p:nvPr/>
          </p:nvSpPr>
          <p:spPr bwMode="auto">
            <a:xfrm rot="-8534550" flipH="1">
              <a:off x="0" y="2600505"/>
              <a:ext cx="994096" cy="355387"/>
            </a:xfrm>
            <a:custGeom>
              <a:avLst/>
              <a:gdLst/>
              <a:ahLst/>
              <a:cxnLst/>
              <a:rect l="l" t="t" r="r" b="b"/>
              <a:pathLst>
                <a:path w="994098" h="355390" fill="norm" stroke="1" extrusionOk="0">
                  <a:moveTo>
                    <a:pt x="994098" y="0"/>
                  </a:moveTo>
                  <a:lnTo>
                    <a:pt x="0" y="0"/>
                  </a:lnTo>
                  <a:lnTo>
                    <a:pt x="0" y="355391"/>
                  </a:lnTo>
                  <a:lnTo>
                    <a:pt x="994098" y="355391"/>
                  </a:lnTo>
                  <a:lnTo>
                    <a:pt x="994098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978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043625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152046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4362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591785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का उपयोग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कॉइनजॉइन चक्रों के लिए किया जाता है</a:t>
            </a:r>
          </a:p>
        </p:txBody>
      </p:sp>
      <p:sp>
        <p:nvSpPr>
          <p:cNvPr id="1514942708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खनन लागत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5006706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मिश्रण के लिए तैयार समतुल्य UTXOs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11361273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डॉक्सिक परिवर्तन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7669004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275978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सेवा शुल्क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949269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28590035" name=""/>
          <p:cNvGrpSpPr/>
          <p:nvPr/>
        </p:nvGrpSpPr>
        <p:grpSpPr bwMode="auto">
          <a:xfrm>
            <a:off x="3101175" y="634185"/>
            <a:ext cx="5706140" cy="5748760"/>
            <a:chOff x="0" y="0"/>
            <a:chExt cx="5706140" cy="5748760"/>
          </a:xfrm>
        </p:grpSpPr>
        <p:sp>
          <p:nvSpPr>
            <p:cNvPr id="1501566873" name="AutoShape 32"/>
            <p:cNvSpPr/>
            <p:nvPr/>
          </p:nvSpPr>
          <p:spPr bwMode="auto">
            <a:xfrm>
              <a:off x="2853072" y="694500"/>
              <a:ext cx="0" cy="404648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1378411" name="TextBox 55"/>
            <p:cNvSpPr txBox="1"/>
            <p:nvPr/>
          </p:nvSpPr>
          <p:spPr bwMode="auto">
            <a:xfrm>
              <a:off x="16233" y="0"/>
              <a:ext cx="567475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283482" name="TextBox 56"/>
            <p:cNvSpPr txBox="1"/>
            <p:nvPr/>
          </p:nvSpPr>
          <p:spPr bwMode="auto">
            <a:xfrm>
              <a:off x="15531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5663086" name="TextBox 57"/>
            <p:cNvSpPr txBox="1"/>
            <p:nvPr/>
          </p:nvSpPr>
          <p:spPr bwMode="auto">
            <a:xfrm>
              <a:off x="3492873" y="442775"/>
              <a:ext cx="2037966" cy="35811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6"/>
                </a:lnSpc>
                <a:defRPr/>
              </a:pPr>
              <a:r>
                <a:rPr lang="en-US" sz="2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grpSp>
          <p:nvGrpSpPr>
            <p:cNvPr id="1513461909" name=""/>
            <p:cNvGrpSpPr/>
            <p:nvPr/>
          </p:nvGrpSpPr>
          <p:grpSpPr bwMode="auto">
            <a:xfrm>
              <a:off x="0" y="1116055"/>
              <a:ext cx="5706141" cy="4632705"/>
              <a:chOff x="0" y="0"/>
              <a:chExt cx="5706141" cy="4632705"/>
            </a:xfrm>
          </p:grpSpPr>
          <p:sp>
            <p:nvSpPr>
              <p:cNvPr id="1166447117" name="Freeform 30"/>
              <p:cNvSpPr/>
              <p:nvPr/>
            </p:nvSpPr>
            <p:spPr bwMode="auto">
              <a:xfrm rot="0" flipH="0" flipV="0">
                <a:off x="0" y="132495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056638858" name="TextBox 31"/>
              <p:cNvSpPr txBox="1"/>
              <p:nvPr/>
            </p:nvSpPr>
            <p:spPr bwMode="auto">
              <a:xfrm rot="0" flipH="0" flipV="0">
                <a:off x="0" y="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838014811" name="Freeform 34"/>
              <p:cNvSpPr/>
              <p:nvPr/>
            </p:nvSpPr>
            <p:spPr bwMode="auto">
              <a:xfrm rot="0" flipH="0" flipV="0">
                <a:off x="3316829" y="132495"/>
                <a:ext cx="2389312" cy="493427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7" y="0"/>
                    </a:moveTo>
                    <a:lnTo>
                      <a:pt x="924177" y="0"/>
                    </a:lnTo>
                    <a:cubicBezTo>
                      <a:pt x="982949" y="0"/>
                      <a:pt x="1030593" y="47644"/>
                      <a:pt x="1030593" y="106417"/>
                    </a:cubicBezTo>
                    <a:lnTo>
                      <a:pt x="1030593" y="106417"/>
                    </a:lnTo>
                    <a:cubicBezTo>
                      <a:pt x="1030593" y="165189"/>
                      <a:pt x="982949" y="212833"/>
                      <a:pt x="924177" y="212833"/>
                    </a:cubicBezTo>
                    <a:lnTo>
                      <a:pt x="106417" y="212833"/>
                    </a:lnTo>
                    <a:cubicBezTo>
                      <a:pt x="47644" y="212833"/>
                      <a:pt x="0" y="165189"/>
                      <a:pt x="0" y="106417"/>
                    </a:cubicBezTo>
                    <a:lnTo>
                      <a:pt x="0" y="106417"/>
                    </a:lnTo>
                    <a:cubicBezTo>
                      <a:pt x="0" y="47644"/>
                      <a:pt x="47644" y="0"/>
                      <a:pt x="1064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365373124" name="TextBox 35"/>
              <p:cNvSpPr txBox="1"/>
              <p:nvPr/>
            </p:nvSpPr>
            <p:spPr bwMode="auto">
              <a:xfrm rot="0" flipH="0" flipV="0">
                <a:off x="3316829" y="0"/>
                <a:ext cx="2389312" cy="625924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6597715" name="Freeform 37"/>
              <p:cNvSpPr/>
              <p:nvPr/>
            </p:nvSpPr>
            <p:spPr bwMode="auto">
              <a:xfrm rot="0" flipH="0" flipV="0">
                <a:off x="3316829" y="860653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742368552" name="TextBox 38"/>
              <p:cNvSpPr txBox="1"/>
              <p:nvPr/>
            </p:nvSpPr>
            <p:spPr bwMode="auto">
              <a:xfrm rot="0" flipH="0" flipV="0">
                <a:off x="3316829" y="728158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900598727" name="Freeform 40"/>
              <p:cNvSpPr/>
              <p:nvPr/>
            </p:nvSpPr>
            <p:spPr bwMode="auto">
              <a:xfrm rot="0" flipH="0" flipV="0">
                <a:off x="3316829" y="158943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75829258" name="TextBox 41"/>
              <p:cNvSpPr txBox="1"/>
              <p:nvPr/>
            </p:nvSpPr>
            <p:spPr bwMode="auto">
              <a:xfrm rot="0" flipH="0" flipV="0">
                <a:off x="3316829" y="145693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326094574" name="Freeform 43"/>
              <p:cNvSpPr/>
              <p:nvPr/>
            </p:nvSpPr>
            <p:spPr bwMode="auto">
              <a:xfrm rot="0" flipH="0" flipV="0">
                <a:off x="3316829" y="2318206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08692257" name="TextBox 44"/>
              <p:cNvSpPr txBox="1"/>
              <p:nvPr/>
            </p:nvSpPr>
            <p:spPr bwMode="auto">
              <a:xfrm rot="0" flipH="0" flipV="0">
                <a:off x="3316829" y="2185710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785400514" name="Freeform 46"/>
              <p:cNvSpPr/>
              <p:nvPr/>
            </p:nvSpPr>
            <p:spPr bwMode="auto">
              <a:xfrm rot="0" flipH="0" flipV="0">
                <a:off x="3316829" y="3046981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2140518244" name="TextBox 47"/>
              <p:cNvSpPr txBox="1"/>
              <p:nvPr/>
            </p:nvSpPr>
            <p:spPr bwMode="auto">
              <a:xfrm rot="0" flipH="0" flipV="0">
                <a:off x="3316829" y="2914485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009773823" name="Freeform 49"/>
              <p:cNvSpPr/>
              <p:nvPr/>
            </p:nvSpPr>
            <p:spPr bwMode="auto">
              <a:xfrm rot="0" flipH="0" flipV="0">
                <a:off x="3316829" y="4139277"/>
                <a:ext cx="2389312" cy="493426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6416" y="0"/>
                    </a:moveTo>
                    <a:lnTo>
                      <a:pt x="924177" y="0"/>
                    </a:lnTo>
                    <a:cubicBezTo>
                      <a:pt x="952400" y="0"/>
                      <a:pt x="979468" y="11212"/>
                      <a:pt x="999425" y="31169"/>
                    </a:cubicBezTo>
                    <a:cubicBezTo>
                      <a:pt x="1019382" y="51126"/>
                      <a:pt x="1030593" y="78193"/>
                      <a:pt x="1030593" y="106416"/>
                    </a:cubicBezTo>
                    <a:lnTo>
                      <a:pt x="1030593" y="106416"/>
                    </a:lnTo>
                    <a:cubicBezTo>
                      <a:pt x="1030593" y="134640"/>
                      <a:pt x="1019382" y="161707"/>
                      <a:pt x="999425" y="181664"/>
                    </a:cubicBezTo>
                    <a:cubicBezTo>
                      <a:pt x="979468" y="201621"/>
                      <a:pt x="952400" y="212833"/>
                      <a:pt x="924177" y="212833"/>
                    </a:cubicBezTo>
                    <a:lnTo>
                      <a:pt x="106416" y="212833"/>
                    </a:lnTo>
                    <a:cubicBezTo>
                      <a:pt x="78193" y="212833"/>
                      <a:pt x="51126" y="201621"/>
                      <a:pt x="31169" y="181664"/>
                    </a:cubicBezTo>
                    <a:cubicBezTo>
                      <a:pt x="11212" y="161707"/>
                      <a:pt x="0" y="134640"/>
                      <a:pt x="0" y="106416"/>
                    </a:cubicBezTo>
                    <a:lnTo>
                      <a:pt x="0" y="106416"/>
                    </a:lnTo>
                    <a:cubicBezTo>
                      <a:pt x="0" y="78193"/>
                      <a:pt x="11212" y="51126"/>
                      <a:pt x="31169" y="31169"/>
                    </a:cubicBezTo>
                    <a:cubicBezTo>
                      <a:pt x="51126" y="11212"/>
                      <a:pt x="78193" y="0"/>
                      <a:pt x="1064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52968636" name="TextBox 50"/>
              <p:cNvSpPr txBox="1"/>
              <p:nvPr/>
            </p:nvSpPr>
            <p:spPr bwMode="auto">
              <a:xfrm rot="0" flipH="0" flipV="0">
                <a:off x="3316829" y="4006782"/>
                <a:ext cx="2389312" cy="625922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61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13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439" y="426155"/>
            <a:ext cx="11629121" cy="6005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4184516" name=""/>
          <p:cNvGrpSpPr/>
          <p:nvPr/>
        </p:nvGrpSpPr>
        <p:grpSpPr bwMode="auto">
          <a:xfrm>
            <a:off x="2420280" y="167859"/>
            <a:ext cx="7088369" cy="6480680"/>
            <a:chOff x="0" y="0"/>
            <a:chExt cx="7088369" cy="6480680"/>
          </a:xfrm>
        </p:grpSpPr>
        <p:sp>
          <p:nvSpPr>
            <p:cNvPr id="338651577" name="AutoShape 32"/>
            <p:cNvSpPr/>
            <p:nvPr/>
          </p:nvSpPr>
          <p:spPr bwMode="auto">
            <a:xfrm>
              <a:off x="3480361" y="1011256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579444" name="TextBox 51"/>
            <p:cNvSpPr txBox="1"/>
            <p:nvPr/>
          </p:nvSpPr>
          <p:spPr bwMode="auto">
            <a:xfrm>
              <a:off x="383058" y="265329"/>
              <a:ext cx="6195685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79987352" name="TextBox 52"/>
            <p:cNvSpPr txBox="1"/>
            <p:nvPr/>
          </p:nvSpPr>
          <p:spPr bwMode="auto">
            <a:xfrm>
              <a:off x="557726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7986004" name="TextBox 53"/>
            <p:cNvSpPr txBox="1"/>
            <p:nvPr/>
          </p:nvSpPr>
          <p:spPr bwMode="auto">
            <a:xfrm>
              <a:off x="4178904" y="748758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8226544" name="Rectangle: Rounded Corners 12"/>
            <p:cNvSpPr/>
            <p:nvPr/>
          </p:nvSpPr>
          <p:spPr bwMode="auto">
            <a:xfrm>
              <a:off x="0" y="0"/>
              <a:ext cx="7088370" cy="5759303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772336976" name=""/>
            <p:cNvGrpSpPr/>
            <p:nvPr/>
          </p:nvGrpSpPr>
          <p:grpSpPr bwMode="auto">
            <a:xfrm>
              <a:off x="365332" y="1472931"/>
              <a:ext cx="6230050" cy="5007749"/>
              <a:chOff x="0" y="0"/>
              <a:chExt cx="6230050" cy="5007749"/>
            </a:xfrm>
          </p:grpSpPr>
          <p:sp>
            <p:nvSpPr>
              <p:cNvPr id="2103758371" name="Freeform 30"/>
              <p:cNvSpPr/>
              <p:nvPr/>
            </p:nvSpPr>
            <p:spPr bwMode="auto">
              <a:xfrm rot="0" flipH="0" flipV="0">
                <a:off x="0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85417513" name="TextBox 31"/>
              <p:cNvSpPr txBox="1"/>
              <p:nvPr/>
            </p:nvSpPr>
            <p:spPr bwMode="auto">
              <a:xfrm rot="0" flipH="0" flipV="0">
                <a:off x="0" y="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2916101" name="Freeform 34"/>
              <p:cNvSpPr/>
              <p:nvPr/>
            </p:nvSpPr>
            <p:spPr bwMode="auto">
              <a:xfrm rot="0" flipH="0" flipV="0">
                <a:off x="3621363" y="168765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67657"/>
                      <a:pt x="985417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74142" y="212833"/>
                      <a:pt x="48477" y="202202"/>
                      <a:pt x="29554" y="183279"/>
                    </a:cubicBezTo>
                    <a:cubicBezTo>
                      <a:pt x="10631" y="164356"/>
                      <a:pt x="0" y="138691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5925773" name="TextBox 35"/>
              <p:cNvSpPr txBox="1"/>
              <p:nvPr/>
            </p:nvSpPr>
            <p:spPr bwMode="auto">
              <a:xfrm rot="0" flipH="0" flipV="0">
                <a:off x="3621363" y="0"/>
                <a:ext cx="2608687" cy="70750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7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44109531" name="Freeform 37"/>
              <p:cNvSpPr/>
              <p:nvPr/>
            </p:nvSpPr>
            <p:spPr bwMode="auto">
              <a:xfrm rot="0" flipH="0" flipV="0">
                <a:off x="3621363" y="96377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13054402" name="TextBox 38"/>
              <p:cNvSpPr txBox="1"/>
              <p:nvPr/>
            </p:nvSpPr>
            <p:spPr bwMode="auto">
              <a:xfrm rot="0" flipH="0" flipV="0">
                <a:off x="3621363" y="79501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48135707" name="Freeform 40"/>
              <p:cNvSpPr/>
              <p:nvPr/>
            </p:nvSpPr>
            <p:spPr bwMode="auto">
              <a:xfrm rot="0" flipH="0" flipV="0">
                <a:off x="3621363" y="1759469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72473593" name="TextBox 41"/>
              <p:cNvSpPr txBox="1"/>
              <p:nvPr/>
            </p:nvSpPr>
            <p:spPr bwMode="auto">
              <a:xfrm rot="0" flipH="0" flipV="0">
                <a:off x="3621363" y="1590703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3366778" name="Freeform 43"/>
              <p:cNvSpPr/>
              <p:nvPr/>
            </p:nvSpPr>
            <p:spPr bwMode="auto">
              <a:xfrm rot="0" flipH="0" flipV="0">
                <a:off x="3621363" y="2555158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04781190" name="TextBox 44"/>
              <p:cNvSpPr txBox="1"/>
              <p:nvPr/>
            </p:nvSpPr>
            <p:spPr bwMode="auto">
              <a:xfrm rot="0" flipH="0" flipV="0">
                <a:off x="3621363" y="2386392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10045538" name="Freeform 46"/>
              <p:cNvSpPr/>
              <p:nvPr/>
            </p:nvSpPr>
            <p:spPr bwMode="auto">
              <a:xfrm rot="0" flipH="0" flipV="0">
                <a:off x="3621363" y="335084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91208606" name="TextBox 47"/>
              <p:cNvSpPr txBox="1"/>
              <p:nvPr/>
            </p:nvSpPr>
            <p:spPr bwMode="auto">
              <a:xfrm rot="0" flipH="0" flipV="0">
                <a:off x="3621363" y="3182081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6275293" name="Freeform 49"/>
              <p:cNvSpPr/>
              <p:nvPr/>
            </p:nvSpPr>
            <p:spPr bwMode="auto">
              <a:xfrm rot="0" flipH="0" flipV="0">
                <a:off x="3621363" y="4469017"/>
                <a:ext cx="2608687" cy="538731"/>
              </a:xfrm>
              <a:custGeom>
                <a:avLst/>
                <a:gdLst/>
                <a:ahLst/>
                <a:cxnLst/>
                <a:rect l="l" t="t" r="r" b="b"/>
                <a:pathLst>
                  <a:path w="1030593" h="212833" fill="norm" stroke="1" extrusionOk="0">
                    <a:moveTo>
                      <a:pt x="100903" y="0"/>
                    </a:moveTo>
                    <a:lnTo>
                      <a:pt x="929690" y="0"/>
                    </a:lnTo>
                    <a:cubicBezTo>
                      <a:pt x="956451" y="0"/>
                      <a:pt x="982117" y="10631"/>
                      <a:pt x="1001039" y="29554"/>
                    </a:cubicBezTo>
                    <a:cubicBezTo>
                      <a:pt x="1019963" y="48477"/>
                      <a:pt x="1030593" y="74142"/>
                      <a:pt x="1030593" y="100903"/>
                    </a:cubicBezTo>
                    <a:lnTo>
                      <a:pt x="1030593" y="111930"/>
                    </a:lnTo>
                    <a:cubicBezTo>
                      <a:pt x="1030593" y="138691"/>
                      <a:pt x="1019963" y="164356"/>
                      <a:pt x="1001039" y="183279"/>
                    </a:cubicBezTo>
                    <a:cubicBezTo>
                      <a:pt x="982117" y="202202"/>
                      <a:pt x="956451" y="212833"/>
                      <a:pt x="929690" y="212833"/>
                    </a:cubicBezTo>
                    <a:lnTo>
                      <a:pt x="100903" y="212833"/>
                    </a:lnTo>
                    <a:cubicBezTo>
                      <a:pt x="45176" y="212833"/>
                      <a:pt x="0" y="167657"/>
                      <a:pt x="0" y="111930"/>
                    </a:cubicBezTo>
                    <a:lnTo>
                      <a:pt x="0" y="100903"/>
                    </a:lnTo>
                    <a:cubicBezTo>
                      <a:pt x="0" y="45176"/>
                      <a:pt x="45176" y="0"/>
                      <a:pt x="100903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421036" name="TextBox 50"/>
              <p:cNvSpPr txBox="1"/>
              <p:nvPr/>
            </p:nvSpPr>
            <p:spPr bwMode="auto">
              <a:xfrm rot="0" flipH="0" flipV="0">
                <a:off x="3621363" y="4300250"/>
                <a:ext cx="2608687" cy="70749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906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94898645" name="AutoShape 54"/>
              <p:cNvSpPr/>
              <p:nvPr/>
            </p:nvSpPr>
            <p:spPr bwMode="auto">
              <a:xfrm>
                <a:off x="2608689" y="412615"/>
                <a:ext cx="1012673" cy="3182079"/>
              </a:xfrm>
              <a:prstGeom prst="line">
                <a:avLst/>
              </a:prstGeom>
              <a:grpFill/>
              <a:ln w="38100" cap="flat">
                <a:solidFill>
                  <a:srgbClr val="FF5C00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1289611" name=""/>
          <p:cNvGrpSpPr/>
          <p:nvPr/>
        </p:nvGrpSpPr>
        <p:grpSpPr bwMode="auto">
          <a:xfrm>
            <a:off x="273618" y="343341"/>
            <a:ext cx="11562904" cy="6189717"/>
            <a:chOff x="0" y="0"/>
            <a:chExt cx="11562904" cy="6189717"/>
          </a:xfrm>
        </p:grpSpPr>
        <p:sp>
          <p:nvSpPr>
            <p:cNvPr id="1507841979" name="AutoShape 32"/>
            <p:cNvSpPr/>
            <p:nvPr/>
          </p:nvSpPr>
          <p:spPr bwMode="auto">
            <a:xfrm>
              <a:off x="2605793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949217" name="TextBox 42"/>
            <p:cNvSpPr txBox="1"/>
            <p:nvPr/>
          </p:nvSpPr>
          <p:spPr bwMode="auto">
            <a:xfrm>
              <a:off x="150103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4852008" name="TextBox 43"/>
            <p:cNvSpPr txBox="1"/>
            <p:nvPr/>
          </p:nvSpPr>
          <p:spPr bwMode="auto">
            <a:xfrm>
              <a:off x="23560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2492470" name="TextBox 44"/>
            <p:cNvSpPr txBox="1"/>
            <p:nvPr/>
          </p:nvSpPr>
          <p:spPr bwMode="auto">
            <a:xfrm>
              <a:off x="2748668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9477362" name="AutoShape 54"/>
            <p:cNvSpPr/>
            <p:nvPr/>
          </p:nvSpPr>
          <p:spPr bwMode="auto">
            <a:xfrm>
              <a:off x="8931358" y="1229562"/>
              <a:ext cx="0" cy="441801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4643190" name="TextBox 64"/>
            <p:cNvSpPr txBox="1"/>
            <p:nvPr/>
          </p:nvSpPr>
          <p:spPr bwMode="auto">
            <a:xfrm>
              <a:off x="6475668" y="377802"/>
              <a:ext cx="4912458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31088392" name="TextBox 65"/>
            <p:cNvSpPr txBox="1"/>
            <p:nvPr/>
          </p:nvSpPr>
          <p:spPr bwMode="auto">
            <a:xfrm>
              <a:off x="656117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8873443" name="TextBox 66"/>
            <p:cNvSpPr txBox="1"/>
            <p:nvPr/>
          </p:nvSpPr>
          <p:spPr bwMode="auto">
            <a:xfrm>
              <a:off x="9074233" y="9670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0786967" name="AutoShape 73"/>
            <p:cNvSpPr/>
            <p:nvPr/>
          </p:nvSpPr>
          <p:spPr bwMode="auto">
            <a:xfrm>
              <a:off x="4893648" y="2889572"/>
              <a:ext cx="1752579" cy="795349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41703803" name="Rectangle: Rounded Corners 12"/>
            <p:cNvSpPr/>
            <p:nvPr/>
          </p:nvSpPr>
          <p:spPr bwMode="auto">
            <a:xfrm>
              <a:off x="0" y="0"/>
              <a:ext cx="5303635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06355675" name="Rectangle: Rounded Corners 12"/>
            <p:cNvSpPr/>
            <p:nvPr/>
          </p:nvSpPr>
          <p:spPr bwMode="auto">
            <a:xfrm>
              <a:off x="6354723" y="0"/>
              <a:ext cx="5208181" cy="61897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36818992" name=""/>
            <p:cNvGrpSpPr/>
            <p:nvPr/>
          </p:nvGrpSpPr>
          <p:grpSpPr bwMode="auto">
            <a:xfrm>
              <a:off x="6642648" y="1689824"/>
              <a:ext cx="4580141" cy="3846204"/>
              <a:chOff x="0" y="0"/>
              <a:chExt cx="4580141" cy="3846204"/>
            </a:xfrm>
          </p:grpSpPr>
          <p:sp>
            <p:nvSpPr>
              <p:cNvPr id="803655936" name="Freeform 56"/>
              <p:cNvSpPr/>
              <p:nvPr/>
            </p:nvSpPr>
            <p:spPr bwMode="auto">
              <a:xfrm rot="0" flipH="0" flipV="0">
                <a:off x="2514089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4127163" name="TextBox 57"/>
              <p:cNvSpPr txBox="1"/>
              <p:nvPr/>
            </p:nvSpPr>
            <p:spPr bwMode="auto">
              <a:xfrm rot="0" flipH="0" flipV="0">
                <a:off x="2514089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84680774" name="Freeform 59"/>
              <p:cNvSpPr/>
              <p:nvPr/>
            </p:nvSpPr>
            <p:spPr bwMode="auto">
              <a:xfrm rot="0" flipH="0" flipV="0">
                <a:off x="2514089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70203025" name="TextBox 60"/>
              <p:cNvSpPr txBox="1"/>
              <p:nvPr/>
            </p:nvSpPr>
            <p:spPr bwMode="auto">
              <a:xfrm rot="0" flipH="0" flipV="0">
                <a:off x="2514089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7580712" name="Freeform 62"/>
              <p:cNvSpPr/>
              <p:nvPr/>
            </p:nvSpPr>
            <p:spPr bwMode="auto">
              <a:xfrm rot="0" flipH="0" flipV="0">
                <a:off x="2514089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978442" name="TextBox 63"/>
              <p:cNvSpPr txBox="1"/>
              <p:nvPr/>
            </p:nvSpPr>
            <p:spPr bwMode="auto">
              <a:xfrm rot="0" flipH="0" flipV="0">
                <a:off x="2514089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45512452" name="Freeform 68"/>
              <p:cNvSpPr/>
              <p:nvPr/>
            </p:nvSpPr>
            <p:spPr bwMode="auto">
              <a:xfrm rot="0" flipH="0" flipV="0">
                <a:off x="2514089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48157072" name="TextBox 69"/>
              <p:cNvSpPr txBox="1"/>
              <p:nvPr/>
            </p:nvSpPr>
            <p:spPr bwMode="auto">
              <a:xfrm rot="0" flipH="0" flipV="0">
                <a:off x="2514089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8957721" name="Freeform 71"/>
              <p:cNvSpPr/>
              <p:nvPr/>
            </p:nvSpPr>
            <p:spPr bwMode="auto">
              <a:xfrm rot="0" flipH="0" flipV="0">
                <a:off x="251050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92442838" name="TextBox 72"/>
              <p:cNvSpPr txBox="1"/>
              <p:nvPr/>
            </p:nvSpPr>
            <p:spPr bwMode="auto">
              <a:xfrm rot="0" flipH="0" flipV="0">
                <a:off x="251050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6780452" name="Freeform 75"/>
              <p:cNvSpPr/>
              <p:nvPr/>
            </p:nvSpPr>
            <p:spPr bwMode="auto">
              <a:xfrm rot="0" flipH="0" flipV="0">
                <a:off x="3580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30039869" name="TextBox 76"/>
              <p:cNvSpPr txBox="1"/>
              <p:nvPr/>
            </p:nvSpPr>
            <p:spPr bwMode="auto">
              <a:xfrm rot="0" flipH="0" flipV="0">
                <a:off x="3580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89967182" name="Freeform 78"/>
              <p:cNvSpPr/>
              <p:nvPr/>
            </p:nvSpPr>
            <p:spPr bwMode="auto">
              <a:xfrm rot="0" flipH="0" flipV="0">
                <a:off x="3580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84408258" name="TextBox 79"/>
              <p:cNvSpPr txBox="1"/>
              <p:nvPr/>
            </p:nvSpPr>
            <p:spPr bwMode="auto">
              <a:xfrm rot="0" flipH="0" flipV="0">
                <a:off x="3580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5812402" name="Freeform 81"/>
              <p:cNvSpPr/>
              <p:nvPr/>
            </p:nvSpPr>
            <p:spPr bwMode="auto">
              <a:xfrm rot="0" flipH="0" flipV="0">
                <a:off x="3580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7376770" name="TextBox 82"/>
              <p:cNvSpPr txBox="1"/>
              <p:nvPr/>
            </p:nvSpPr>
            <p:spPr bwMode="auto">
              <a:xfrm rot="0" flipH="0" flipV="0">
                <a:off x="3580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9237153" name="Freeform 84"/>
              <p:cNvSpPr/>
              <p:nvPr/>
            </p:nvSpPr>
            <p:spPr bwMode="auto">
              <a:xfrm rot="0" flipH="0" flipV="0">
                <a:off x="358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832117" name="TextBox 85"/>
              <p:cNvSpPr txBox="1"/>
              <p:nvPr/>
            </p:nvSpPr>
            <p:spPr bwMode="auto">
              <a:xfrm rot="0" flipH="0" flipV="0">
                <a:off x="358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06342043" name="Freeform 87"/>
              <p:cNvSpPr/>
              <p:nvPr/>
            </p:nvSpPr>
            <p:spPr bwMode="auto">
              <a:xfrm rot="0" flipH="0" flipV="0">
                <a:off x="0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7650220" name="TextBox 88"/>
              <p:cNvSpPr txBox="1"/>
              <p:nvPr/>
            </p:nvSpPr>
            <p:spPr bwMode="auto">
              <a:xfrm rot="0" flipH="0" flipV="0">
                <a:off x="0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737441970" name=""/>
            <p:cNvGrpSpPr/>
            <p:nvPr/>
          </p:nvGrpSpPr>
          <p:grpSpPr bwMode="auto">
            <a:xfrm>
              <a:off x="314531" y="1689824"/>
              <a:ext cx="4582692" cy="3846204"/>
              <a:chOff x="0" y="0"/>
              <a:chExt cx="4582692" cy="3846204"/>
            </a:xfrm>
          </p:grpSpPr>
          <p:sp>
            <p:nvSpPr>
              <p:cNvPr id="1783667981" name="Freeform 30"/>
              <p:cNvSpPr/>
              <p:nvPr/>
            </p:nvSpPr>
            <p:spPr bwMode="auto">
              <a:xfrm rot="0" flipH="0" flipV="0">
                <a:off x="0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04729750" name="TextBox 31"/>
              <p:cNvSpPr txBox="1"/>
              <p:nvPr/>
            </p:nvSpPr>
            <p:spPr bwMode="auto">
              <a:xfrm rot="0" flipH="0" flipV="0">
                <a:off x="0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372 000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90780063" name="Freeform 34"/>
              <p:cNvSpPr/>
              <p:nvPr/>
            </p:nvSpPr>
            <p:spPr bwMode="auto">
              <a:xfrm rot="0" flipH="0" flipV="0">
                <a:off x="2516641" y="1735366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67274477" name="TextBox 35"/>
              <p:cNvSpPr txBox="1"/>
              <p:nvPr/>
            </p:nvSpPr>
            <p:spPr bwMode="auto">
              <a:xfrm rot="0" flipH="0" flipV="0">
                <a:off x="2516641" y="1590703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87310600" name="Freeform 37"/>
              <p:cNvSpPr/>
              <p:nvPr/>
            </p:nvSpPr>
            <p:spPr bwMode="auto">
              <a:xfrm rot="0" flipH="0" flipV="0">
                <a:off x="2516641" y="2531053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4387698" name="TextBox 38"/>
              <p:cNvSpPr txBox="1"/>
              <p:nvPr/>
            </p:nvSpPr>
            <p:spPr bwMode="auto">
              <a:xfrm rot="0" flipH="0" flipV="0">
                <a:off x="2516641" y="2386391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1363378" name="Freeform 40"/>
              <p:cNvSpPr/>
              <p:nvPr/>
            </p:nvSpPr>
            <p:spPr bwMode="auto">
              <a:xfrm rot="0" flipH="0" flipV="0">
                <a:off x="2516641" y="3326742"/>
                <a:ext cx="2062470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4804" h="205220" fill="norm" stroke="1" extrusionOk="0">
                    <a:moveTo>
                      <a:pt x="102610" y="0"/>
                    </a:moveTo>
                    <a:lnTo>
                      <a:pt x="712194" y="0"/>
                    </a:lnTo>
                    <a:cubicBezTo>
                      <a:pt x="739408" y="0"/>
                      <a:pt x="765507" y="10811"/>
                      <a:pt x="784750" y="30054"/>
                    </a:cubicBezTo>
                    <a:cubicBezTo>
                      <a:pt x="803993" y="49297"/>
                      <a:pt x="814804" y="75396"/>
                      <a:pt x="814804" y="102610"/>
                    </a:cubicBezTo>
                    <a:lnTo>
                      <a:pt x="814804" y="102610"/>
                    </a:lnTo>
                    <a:cubicBezTo>
                      <a:pt x="814804" y="159280"/>
                      <a:pt x="768864" y="205220"/>
                      <a:pt x="712194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0444752" name="TextBox 41"/>
              <p:cNvSpPr txBox="1"/>
              <p:nvPr/>
            </p:nvSpPr>
            <p:spPr bwMode="auto">
              <a:xfrm rot="0" flipH="0" flipV="0">
                <a:off x="2516641" y="3182080"/>
                <a:ext cx="2062470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84168247" name="Freeform 46"/>
              <p:cNvSpPr/>
              <p:nvPr/>
            </p:nvSpPr>
            <p:spPr bwMode="auto">
              <a:xfrm rot="0" flipH="0" flipV="0">
                <a:off x="2516641" y="144661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28753284" name="TextBox 47"/>
              <p:cNvSpPr txBox="1"/>
              <p:nvPr/>
            </p:nvSpPr>
            <p:spPr bwMode="auto">
              <a:xfrm rot="0" flipH="0" flipV="0">
                <a:off x="2516641" y="0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90731835" name="Freeform 49"/>
              <p:cNvSpPr/>
              <p:nvPr/>
            </p:nvSpPr>
            <p:spPr bwMode="auto">
              <a:xfrm rot="0" flipH="0" flipV="0">
                <a:off x="2513059" y="940014"/>
                <a:ext cx="2066051" cy="519462"/>
              </a:xfrm>
              <a:custGeom>
                <a:avLst/>
                <a:gdLst/>
                <a:ahLst/>
                <a:cxnLst/>
                <a:rect l="l" t="t" r="r" b="b"/>
                <a:pathLst>
                  <a:path w="816219" h="205220" fill="norm" stroke="1" extrusionOk="0">
                    <a:moveTo>
                      <a:pt x="102610" y="0"/>
                    </a:moveTo>
                    <a:lnTo>
                      <a:pt x="713609" y="0"/>
                    </a:lnTo>
                    <a:cubicBezTo>
                      <a:pt x="740823" y="0"/>
                      <a:pt x="766922" y="10811"/>
                      <a:pt x="786165" y="30054"/>
                    </a:cubicBezTo>
                    <a:cubicBezTo>
                      <a:pt x="805408" y="49297"/>
                      <a:pt x="816219" y="75396"/>
                      <a:pt x="816219" y="102610"/>
                    </a:cubicBezTo>
                    <a:lnTo>
                      <a:pt x="816219" y="102610"/>
                    </a:lnTo>
                    <a:cubicBezTo>
                      <a:pt x="816219" y="159280"/>
                      <a:pt x="770279" y="205220"/>
                      <a:pt x="713609" y="205220"/>
                    </a:cubicBezTo>
                    <a:lnTo>
                      <a:pt x="102610" y="205220"/>
                    </a:lnTo>
                    <a:cubicBezTo>
                      <a:pt x="45940" y="205220"/>
                      <a:pt x="0" y="159280"/>
                      <a:pt x="0" y="102610"/>
                    </a:cubicBezTo>
                    <a:lnTo>
                      <a:pt x="0" y="102610"/>
                    </a:lnTo>
                    <a:cubicBezTo>
                      <a:pt x="0" y="45940"/>
                      <a:pt x="45940" y="0"/>
                      <a:pt x="10261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30139543" name="TextBox 50"/>
              <p:cNvSpPr txBox="1"/>
              <p:nvPr/>
            </p:nvSpPr>
            <p:spPr bwMode="auto">
              <a:xfrm rot="0" flipH="0" flipV="0">
                <a:off x="2513059" y="795351"/>
                <a:ext cx="2066051" cy="66412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762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108 000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2887699" name=""/>
          <p:cNvGrpSpPr/>
          <p:nvPr/>
        </p:nvGrpSpPr>
        <p:grpSpPr bwMode="auto">
          <a:xfrm>
            <a:off x="1639408" y="343341"/>
            <a:ext cx="9520119" cy="6258611"/>
            <a:chOff x="0" y="0"/>
            <a:chExt cx="9520119" cy="6258611"/>
          </a:xfrm>
        </p:grpSpPr>
        <p:sp>
          <p:nvSpPr>
            <p:cNvPr id="2026958844" name="Freeform 29"/>
            <p:cNvSpPr/>
            <p:nvPr/>
          </p:nvSpPr>
          <p:spPr bwMode="auto">
            <a:xfrm>
              <a:off x="344023" y="1953285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5" y="0"/>
                  </a:lnTo>
                  <a:lnTo>
                    <a:pt x="499775" y="499776"/>
                  </a:lnTo>
                  <a:lnTo>
                    <a:pt x="0" y="49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3130662" name="Freeform 30"/>
            <p:cNvSpPr/>
            <p:nvPr/>
          </p:nvSpPr>
          <p:spPr bwMode="auto">
            <a:xfrm>
              <a:off x="2086123" y="1323202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4" y="0"/>
                  </a:lnTo>
                  <a:lnTo>
                    <a:pt x="709804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8999213" name="Freeform 31"/>
            <p:cNvSpPr/>
            <p:nvPr/>
          </p:nvSpPr>
          <p:spPr bwMode="auto">
            <a:xfrm>
              <a:off x="1275230" y="286874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40" y="0"/>
                  </a:lnTo>
                  <a:lnTo>
                    <a:pt x="400940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1513376" name="Freeform 32"/>
            <p:cNvSpPr/>
            <p:nvPr/>
          </p:nvSpPr>
          <p:spPr bwMode="auto">
            <a:xfrm>
              <a:off x="344023" y="3069211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3469939" name="TextBox 36"/>
            <p:cNvSpPr txBox="1"/>
            <p:nvPr/>
          </p:nvSpPr>
          <p:spPr bwMode="auto">
            <a:xfrm>
              <a:off x="0" y="4037297"/>
              <a:ext cx="3051675" cy="4127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postmix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3048371" name="Freeform 37"/>
            <p:cNvSpPr/>
            <p:nvPr/>
          </p:nvSpPr>
          <p:spPr bwMode="auto">
            <a:xfrm>
              <a:off x="1612400" y="1122640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0339409" name="Freeform 38"/>
            <p:cNvSpPr/>
            <p:nvPr/>
          </p:nvSpPr>
          <p:spPr bwMode="auto">
            <a:xfrm>
              <a:off x="993112" y="1383936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787082" name="Freeform 39"/>
            <p:cNvSpPr/>
            <p:nvPr/>
          </p:nvSpPr>
          <p:spPr bwMode="auto">
            <a:xfrm>
              <a:off x="143554" y="4924247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39"/>
                  </a:lnTo>
                  <a:lnTo>
                    <a:pt x="0" y="400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56251" name="Freeform 40"/>
            <p:cNvSpPr/>
            <p:nvPr/>
          </p:nvSpPr>
          <p:spPr bwMode="auto">
            <a:xfrm>
              <a:off x="2158907" y="5317512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6"/>
                  </a:lnTo>
                  <a:lnTo>
                    <a:pt x="0" y="564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64814" name="Freeform 41"/>
            <p:cNvSpPr/>
            <p:nvPr/>
          </p:nvSpPr>
          <p:spPr bwMode="auto">
            <a:xfrm>
              <a:off x="1394050" y="4632183"/>
              <a:ext cx="499774" cy="499774"/>
            </a:xfrm>
            <a:custGeom>
              <a:avLst/>
              <a:gdLst/>
              <a:ahLst/>
              <a:cxnLst/>
              <a:rect l="l" t="t" r="r" b="b"/>
              <a:pathLst>
                <a:path w="499776" h="499776" fill="norm" stroke="1" extrusionOk="0">
                  <a:moveTo>
                    <a:pt x="0" y="0"/>
                  </a:moveTo>
                  <a:lnTo>
                    <a:pt x="499776" y="0"/>
                  </a:lnTo>
                  <a:lnTo>
                    <a:pt x="499776" y="499775"/>
                  </a:lnTo>
                  <a:lnTo>
                    <a:pt x="0" y="49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3992811" name="Freeform 42"/>
            <p:cNvSpPr/>
            <p:nvPr/>
          </p:nvSpPr>
          <p:spPr bwMode="auto">
            <a:xfrm>
              <a:off x="1330283" y="1981570"/>
              <a:ext cx="564237" cy="564237"/>
            </a:xfrm>
            <a:custGeom>
              <a:avLst/>
              <a:gdLst/>
              <a:ahLst/>
              <a:cxnLst/>
              <a:rect l="l" t="t" r="r" b="b"/>
              <a:pathLst>
                <a:path w="564237" h="564237" fill="norm" stroke="1" extrusionOk="0">
                  <a:moveTo>
                    <a:pt x="0" y="0"/>
                  </a:moveTo>
                  <a:lnTo>
                    <a:pt x="564236" y="0"/>
                  </a:lnTo>
                  <a:lnTo>
                    <a:pt x="564236" y="564237"/>
                  </a:lnTo>
                  <a:lnTo>
                    <a:pt x="0" y="564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6701924" name="Freeform 43"/>
            <p:cNvSpPr/>
            <p:nvPr/>
          </p:nvSpPr>
          <p:spPr bwMode="auto">
            <a:xfrm>
              <a:off x="2158907" y="2263689"/>
              <a:ext cx="709803" cy="709803"/>
            </a:xfrm>
            <a:custGeom>
              <a:avLst/>
              <a:gdLst/>
              <a:ahLst/>
              <a:cxnLst/>
              <a:rect l="l" t="t" r="r" b="b"/>
              <a:pathLst>
                <a:path w="709803" h="709803" fill="norm" stroke="1" extrusionOk="0">
                  <a:moveTo>
                    <a:pt x="0" y="0"/>
                  </a:moveTo>
                  <a:lnTo>
                    <a:pt x="709803" y="0"/>
                  </a:lnTo>
                  <a:lnTo>
                    <a:pt x="709803" y="709803"/>
                  </a:lnTo>
                  <a:lnTo>
                    <a:pt x="0" y="70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791866" name="Freeform 44"/>
            <p:cNvSpPr/>
            <p:nvPr/>
          </p:nvSpPr>
          <p:spPr bwMode="auto">
            <a:xfrm>
              <a:off x="344023" y="1236535"/>
              <a:ext cx="400936" cy="400936"/>
            </a:xfrm>
            <a:custGeom>
              <a:avLst/>
              <a:gdLst/>
              <a:ahLst/>
              <a:cxnLst/>
              <a:rect l="l" t="t" r="r" b="b"/>
              <a:pathLst>
                <a:path w="400939" h="400939" fill="norm" stroke="1" extrusionOk="0">
                  <a:moveTo>
                    <a:pt x="0" y="0"/>
                  </a:moveTo>
                  <a:lnTo>
                    <a:pt x="400939" y="0"/>
                  </a:lnTo>
                  <a:lnTo>
                    <a:pt x="400939" y="400940"/>
                  </a:lnTo>
                  <a:lnTo>
                    <a:pt x="0" y="400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5540314" name="AutoShape 45"/>
            <p:cNvSpPr/>
            <p:nvPr/>
          </p:nvSpPr>
          <p:spPr bwMode="auto">
            <a:xfrm flipV="1">
              <a:off x="1893827" y="2921170"/>
              <a:ext cx="3699248" cy="183681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9085614" name="AutoShape 46"/>
            <p:cNvSpPr/>
            <p:nvPr/>
          </p:nvSpPr>
          <p:spPr bwMode="auto">
            <a:xfrm>
              <a:off x="1676169" y="3125700"/>
              <a:ext cx="3917020" cy="110373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07736860" name="AutoShape 47"/>
            <p:cNvSpPr/>
            <p:nvPr/>
          </p:nvSpPr>
          <p:spPr bwMode="auto">
            <a:xfrm flipV="1">
              <a:off x="2723143" y="3575305"/>
              <a:ext cx="2870046" cy="184314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0949169" name="Freeform 52"/>
            <p:cNvSpPr/>
            <p:nvPr/>
          </p:nvSpPr>
          <p:spPr bwMode="auto">
            <a:xfrm rot="0" flipH="0" flipV="0">
              <a:off x="5593075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3034671" name="TextBox 53"/>
            <p:cNvSpPr txBox="1"/>
            <p:nvPr/>
          </p:nvSpPr>
          <p:spPr bwMode="auto">
            <a:xfrm rot="0" flipH="0" flipV="0">
              <a:off x="5593075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2114968105" name="AutoShape 54"/>
            <p:cNvSpPr/>
            <p:nvPr/>
          </p:nvSpPr>
          <p:spPr bwMode="auto">
            <a:xfrm>
              <a:off x="7414947" y="1614156"/>
              <a:ext cx="0" cy="3512627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8256" name="Freeform 56"/>
            <p:cNvSpPr/>
            <p:nvPr/>
          </p:nvSpPr>
          <p:spPr bwMode="auto">
            <a:xfrm rot="0" flipH="0" flipV="0">
              <a:off x="5593075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2596276" name="TextBox 57"/>
            <p:cNvSpPr txBox="1"/>
            <p:nvPr/>
          </p:nvSpPr>
          <p:spPr bwMode="auto">
            <a:xfrm rot="0" flipH="0" flipV="0">
              <a:off x="5593075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38828842" name="Freeform 59"/>
            <p:cNvSpPr/>
            <p:nvPr/>
          </p:nvSpPr>
          <p:spPr bwMode="auto">
            <a:xfrm rot="0" flipH="0" flipV="0">
              <a:off x="5593189" y="3332093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6872168" name="TextBox 60"/>
            <p:cNvSpPr txBox="1"/>
            <p:nvPr/>
          </p:nvSpPr>
          <p:spPr bwMode="auto">
            <a:xfrm rot="0" flipH="0" flipV="0">
              <a:off x="5593189" y="3266785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790441693" name="Freeform 62"/>
            <p:cNvSpPr/>
            <p:nvPr/>
          </p:nvSpPr>
          <p:spPr bwMode="auto">
            <a:xfrm rot="0" flipH="0" flipV="0">
              <a:off x="5593189" y="398622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3461865" name="TextBox 63"/>
            <p:cNvSpPr txBox="1"/>
            <p:nvPr/>
          </p:nvSpPr>
          <p:spPr bwMode="auto">
            <a:xfrm rot="0" flipH="0" flipV="0">
              <a:off x="5593189" y="3920922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351204473" name="Freeform 65"/>
            <p:cNvSpPr/>
            <p:nvPr/>
          </p:nvSpPr>
          <p:spPr bwMode="auto">
            <a:xfrm rot="0" flipH="0" flipV="0">
              <a:off x="7818927" y="2023824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9946" name="TextBox 66"/>
            <p:cNvSpPr txBox="1"/>
            <p:nvPr/>
          </p:nvSpPr>
          <p:spPr bwMode="auto">
            <a:xfrm rot="0" flipH="0" flipV="0">
              <a:off x="7818927" y="1958517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939480827" name="Freeform 68"/>
            <p:cNvSpPr/>
            <p:nvPr/>
          </p:nvSpPr>
          <p:spPr bwMode="auto">
            <a:xfrm rot="0" flipH="0" flipV="0">
              <a:off x="7818927" y="2677959"/>
              <a:ext cx="1417773" cy="486418"/>
            </a:xfrm>
            <a:custGeom>
              <a:avLst/>
              <a:gdLst/>
              <a:ahLst/>
              <a:cxnLst/>
              <a:rect l="l" t="t" r="r" b="b"/>
              <a:pathLst>
                <a:path w="827070" h="283758" fill="norm" stroke="1" extrusionOk="0">
                  <a:moveTo>
                    <a:pt x="141879" y="0"/>
                  </a:moveTo>
                  <a:lnTo>
                    <a:pt x="685191" y="0"/>
                  </a:lnTo>
                  <a:cubicBezTo>
                    <a:pt x="763549" y="0"/>
                    <a:pt x="827070" y="63521"/>
                    <a:pt x="827070" y="141879"/>
                  </a:cubicBezTo>
                  <a:lnTo>
                    <a:pt x="827070" y="141879"/>
                  </a:lnTo>
                  <a:cubicBezTo>
                    <a:pt x="827070" y="220236"/>
                    <a:pt x="763549" y="283758"/>
                    <a:pt x="685191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7333550" name="TextBox 69"/>
            <p:cNvSpPr txBox="1"/>
            <p:nvPr/>
          </p:nvSpPr>
          <p:spPr bwMode="auto">
            <a:xfrm rot="0" flipH="0" flipV="0">
              <a:off x="7818927" y="2612649"/>
              <a:ext cx="1417773" cy="5517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endParaRPr/>
            </a:p>
          </p:txBody>
        </p:sp>
        <p:sp>
          <p:nvSpPr>
            <p:cNvPr id="1693038257" name="AutoShape 70"/>
            <p:cNvSpPr/>
            <p:nvPr/>
          </p:nvSpPr>
          <p:spPr bwMode="auto">
            <a:xfrm>
              <a:off x="2795927" y="1744413"/>
              <a:ext cx="2797148" cy="52262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0247064" name="Freeform 71"/>
            <p:cNvSpPr/>
            <p:nvPr/>
          </p:nvSpPr>
          <p:spPr bwMode="auto">
            <a:xfrm>
              <a:off x="3888059" y="897444"/>
              <a:ext cx="703128" cy="536135"/>
            </a:xfrm>
            <a:custGeom>
              <a:avLst/>
              <a:gdLst/>
              <a:ahLst/>
              <a:cxnLst/>
              <a:rect l="l" t="t" r="r" b="b"/>
              <a:pathLst>
                <a:path w="703130" h="536137" fill="norm" stroke="1" extrusionOk="0">
                  <a:moveTo>
                    <a:pt x="0" y="0"/>
                  </a:moveTo>
                  <a:lnTo>
                    <a:pt x="703130" y="0"/>
                  </a:lnTo>
                  <a:lnTo>
                    <a:pt x="703130" y="536136"/>
                  </a:lnTo>
                  <a:lnTo>
                    <a:pt x="0" y="536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85609" name="TextBox 72"/>
            <p:cNvSpPr txBox="1"/>
            <p:nvPr/>
          </p:nvSpPr>
          <p:spPr bwMode="auto">
            <a:xfrm flipH="0" flipV="0">
              <a:off x="0" y="419235"/>
              <a:ext cx="3163453" cy="41260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6"/>
                </a:lnSpc>
                <a:defRPr/>
              </a:pPr>
              <a:r>
                <a:rPr lang="en-US" sz="2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premix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8198992" name="TextBox 73"/>
            <p:cNvSpPr txBox="1"/>
            <p:nvPr/>
          </p:nvSpPr>
          <p:spPr bwMode="auto">
            <a:xfrm>
              <a:off x="5489049" y="1009914"/>
              <a:ext cx="3809115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70572634" name="TextBox 74"/>
            <p:cNvSpPr txBox="1"/>
            <p:nvPr/>
          </p:nvSpPr>
          <p:spPr bwMode="auto">
            <a:xfrm>
              <a:off x="5618475" y="1454400"/>
              <a:ext cx="1368419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73394194" name="TextBox 75"/>
            <p:cNvSpPr txBox="1"/>
            <p:nvPr/>
          </p:nvSpPr>
          <p:spPr bwMode="auto">
            <a:xfrm flipH="0" flipV="0">
              <a:off x="7633213" y="1470750"/>
              <a:ext cx="1810469" cy="31315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7624313" name="TextBox 76"/>
            <p:cNvSpPr txBox="1"/>
            <p:nvPr/>
          </p:nvSpPr>
          <p:spPr bwMode="auto">
            <a:xfrm>
              <a:off x="3546308" y="1485481"/>
              <a:ext cx="1388071" cy="31328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63"/>
                </a:lnSpc>
                <a:defRPr/>
              </a:pPr>
              <a:r>
                <a:rPr lang="en-US" sz="18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CIOH </a:t>
              </a:r>
              <a:r>
                <a:rPr lang="en-US" sz="175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876716522" name="Freeform 77"/>
            <p:cNvSpPr/>
            <p:nvPr/>
          </p:nvSpPr>
          <p:spPr bwMode="auto">
            <a:xfrm>
              <a:off x="593910" y="5244711"/>
              <a:ext cx="681318" cy="681318"/>
            </a:xfrm>
            <a:custGeom>
              <a:avLst/>
              <a:gdLst/>
              <a:ahLst/>
              <a:cxnLst/>
              <a:rect l="l" t="t" r="r" b="b"/>
              <a:pathLst>
                <a:path w="681320" h="681320" fill="norm" stroke="1" extrusionOk="0">
                  <a:moveTo>
                    <a:pt x="0" y="0"/>
                  </a:moveTo>
                  <a:lnTo>
                    <a:pt x="681320" y="0"/>
                  </a:lnTo>
                  <a:lnTo>
                    <a:pt x="681320" y="681320"/>
                  </a:lnTo>
                  <a:lnTo>
                    <a:pt x="0" y="68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2773317" name="Rectangle: Rounded Corners 12"/>
            <p:cNvSpPr/>
            <p:nvPr/>
          </p:nvSpPr>
          <p:spPr bwMode="auto">
            <a:xfrm>
              <a:off x="0" y="0"/>
              <a:ext cx="3162735" cy="367756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2147417022" name="Rectangle: Rounded Corners 12"/>
            <p:cNvSpPr/>
            <p:nvPr/>
          </p:nvSpPr>
          <p:spPr bwMode="auto">
            <a:xfrm>
              <a:off x="0" y="3918097"/>
              <a:ext cx="3162735" cy="234051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817652652" name="Rectangle: Rounded Corners 12"/>
            <p:cNvSpPr/>
            <p:nvPr/>
          </p:nvSpPr>
          <p:spPr bwMode="auto">
            <a:xfrm>
              <a:off x="5267096" y="816934"/>
              <a:ext cx="4253022" cy="461861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7475057" name=""/>
          <p:cNvGrpSpPr/>
          <p:nvPr/>
        </p:nvGrpSpPr>
        <p:grpSpPr bwMode="auto">
          <a:xfrm>
            <a:off x="2937704" y="1367064"/>
            <a:ext cx="6606758" cy="3568488"/>
            <a:chOff x="0" y="0"/>
            <a:chExt cx="6606758" cy="3568488"/>
          </a:xfrm>
        </p:grpSpPr>
        <p:sp>
          <p:nvSpPr>
            <p:cNvPr id="237493755" name="Freeform 26"/>
            <p:cNvSpPr/>
            <p:nvPr/>
          </p:nvSpPr>
          <p:spPr bwMode="auto">
            <a:xfrm flipH="0" flipV="0">
              <a:off x="0" y="34154"/>
              <a:ext cx="2907092" cy="2926917"/>
            </a:xfrm>
            <a:custGeom>
              <a:avLst/>
              <a:gdLst/>
              <a:ahLst/>
              <a:cxnLst/>
              <a:rect l="l" t="t" r="r" b="b"/>
              <a:pathLst>
                <a:path w="2770268" h="2770268" fill="norm" stroke="1" extrusionOk="0">
                  <a:moveTo>
                    <a:pt x="0" y="0"/>
                  </a:moveTo>
                  <a:lnTo>
                    <a:pt x="2770268" y="0"/>
                  </a:lnTo>
                  <a:lnTo>
                    <a:pt x="2770268" y="2770268"/>
                  </a:lnTo>
                  <a:lnTo>
                    <a:pt x="0" y="2770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77182213" name="Group 27"/>
            <p:cNvGrpSpPr/>
            <p:nvPr/>
          </p:nvGrpSpPr>
          <p:grpSpPr bwMode="auto">
            <a:xfrm flipH="0" flipV="0">
              <a:off x="3822903" y="0"/>
              <a:ext cx="2783854" cy="2802840"/>
              <a:chOff x="0" y="0"/>
              <a:chExt cx="2783854" cy="2802840"/>
            </a:xfrm>
          </p:grpSpPr>
          <p:sp>
            <p:nvSpPr>
              <p:cNvPr id="1259803084" name="Freeform 28"/>
              <p:cNvSpPr/>
              <p:nvPr/>
            </p:nvSpPr>
            <p:spPr bwMode="auto">
              <a:xfrm>
                <a:off x="0" y="0"/>
                <a:ext cx="2783855" cy="2802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/>
              </a:blipFill>
            </p:spPr>
          </p:sp>
        </p:grpSp>
        <p:sp>
          <p:nvSpPr>
            <p:cNvPr id="1939596758" name=""/>
            <p:cNvSpPr txBox="1"/>
            <p:nvPr/>
          </p:nvSpPr>
          <p:spPr bwMode="auto">
            <a:xfrm rot="0" flipH="0" flipV="0">
              <a:off x="1974668" y="3232848"/>
              <a:ext cx="2057689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 i="1">
                  <a:latin typeface="IBM Plex Sans"/>
                  <a:ea typeface="IBM Plex Sans"/>
                  <a:cs typeface="IBM Plex Sans"/>
                </a:rPr>
                <a:t>Sparrow &amp; </a:t>
              </a:r>
              <a:r>
                <a:rPr lang="fr-FR" sz="1600" i="1">
                  <a:latin typeface="IBM Plex Sans"/>
                  <a:ea typeface="IBM Plex Sans"/>
                  <a:cs typeface="IBM Plex Sans"/>
                </a:rPr>
                <a:t>Samouraï</a:t>
              </a:r>
              <a:endParaRPr sz="1600" i="1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844923" name="TextBox 38"/>
          <p:cNvSpPr txBox="1"/>
          <p:nvPr/>
        </p:nvSpPr>
        <p:spPr bwMode="auto">
          <a:xfrm flipH="0" flipV="0">
            <a:off x="359419" y="837141"/>
            <a:ext cx="3845425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विश्लेषक इस UTXO को जानता है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93557767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844556" name="TextBox 40"/>
          <p:cNvSpPr txBox="1"/>
          <p:nvPr/>
        </p:nvSpPr>
        <p:spPr bwMode="auto">
          <a:xfrm flipH="0" flipV="0">
            <a:off x="8307452" y="5407642"/>
            <a:ext cx="3721540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विश्लेषक इस UTXO को</a:t>
            </a:r>
            <a:endParaRPr sz="18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ढूंढना चाहता है</a:t>
            </a:r>
          </a:p>
        </p:txBody>
      </p:sp>
      <p:sp>
        <p:nvSpPr>
          <p:cNvPr id="1154578486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8987841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  <p:grpSp>
        <p:nvGrpSpPr>
          <p:cNvPr id="823569148" name=""/>
          <p:cNvGrpSpPr/>
          <p:nvPr/>
        </p:nvGrpSpPr>
        <p:grpSpPr bwMode="auto">
          <a:xfrm>
            <a:off x="496558" y="2438185"/>
            <a:ext cx="10820398" cy="2029317"/>
            <a:chOff x="0" y="0"/>
            <a:chExt cx="10820398" cy="2029317"/>
          </a:xfrm>
        </p:grpSpPr>
        <p:sp>
          <p:nvSpPr>
            <p:cNvPr id="240249042" name="Freeform 27"/>
            <p:cNvSpPr/>
            <p:nvPr/>
          </p:nvSpPr>
          <p:spPr bwMode="auto">
            <a:xfrm rot="0" flipH="0" flipV="0">
              <a:off x="0" y="440592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58680899" name="TextBox 28"/>
            <p:cNvSpPr txBox="1"/>
            <p:nvPr/>
          </p:nvSpPr>
          <p:spPr bwMode="auto">
            <a:xfrm rot="0" flipH="0" flipV="0">
              <a:off x="0" y="271826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99854685" name="AutoShape 29"/>
            <p:cNvSpPr/>
            <p:nvPr/>
          </p:nvSpPr>
          <p:spPr bwMode="auto">
            <a:xfrm flipH="1" flipV="1">
              <a:off x="2357334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301441119" name="Freeform 31"/>
            <p:cNvSpPr/>
            <p:nvPr/>
          </p:nvSpPr>
          <p:spPr bwMode="auto">
            <a:xfrm rot="0" flipH="0" flipV="0">
              <a:off x="8463069" y="431623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6387061" name="TextBox 32"/>
            <p:cNvSpPr txBox="1"/>
            <p:nvPr/>
          </p:nvSpPr>
          <p:spPr bwMode="auto">
            <a:xfrm rot="0" flipH="0" flipV="0">
              <a:off x="8463069" y="262857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873699878" name="Freeform 34"/>
            <p:cNvSpPr/>
            <p:nvPr/>
          </p:nvSpPr>
          <p:spPr bwMode="auto">
            <a:xfrm rot="0" flipH="0" flipV="0">
              <a:off x="4231534" y="81297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5989018" name="AutoShape 36"/>
            <p:cNvSpPr/>
            <p:nvPr/>
          </p:nvSpPr>
          <p:spPr bwMode="auto">
            <a:xfrm flipH="1">
              <a:off x="6588868" y="1005692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860908828" name="Freeform 37"/>
            <p:cNvSpPr/>
            <p:nvPr/>
          </p:nvSpPr>
          <p:spPr bwMode="auto">
            <a:xfrm>
              <a:off x="7144146" y="402865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6" y="0"/>
                  </a:lnTo>
                  <a:lnTo>
                    <a:pt x="940456" y="1217418"/>
                  </a:lnTo>
                  <a:lnTo>
                    <a:pt x="0" y="121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sp>
          <p:nvSpPr>
            <p:cNvPr id="1293847520" name="TextBox 35"/>
            <p:cNvSpPr txBox="1"/>
            <p:nvPr/>
          </p:nvSpPr>
          <p:spPr bwMode="auto">
            <a:xfrm rot="0" flipH="0" flipV="0">
              <a:off x="4221748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lang="en-US"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781865" name="TextBox 38"/>
          <p:cNvSpPr txBox="1"/>
          <p:nvPr/>
        </p:nvSpPr>
        <p:spPr bwMode="auto">
          <a:xfrm>
            <a:off x="8710130" y="580591"/>
            <a:ext cx="3257181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विश्लेषक इस UTXO को जानता है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23379087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78161" name="TextBox 40"/>
          <p:cNvSpPr txBox="1"/>
          <p:nvPr/>
        </p:nvSpPr>
        <p:spPr bwMode="auto">
          <a:xfrm flipH="0" flipV="0">
            <a:off x="135468" y="5367784"/>
            <a:ext cx="3792348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विश्लेषक इस UTXO को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ढूंढना चाहता है</a:t>
            </a:r>
          </a:p>
        </p:txBody>
      </p:sp>
      <p:sp>
        <p:nvSpPr>
          <p:cNvPr id="94139645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8397876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  <p:grpSp>
        <p:nvGrpSpPr>
          <p:cNvPr id="1665307149" name=""/>
          <p:cNvGrpSpPr/>
          <p:nvPr/>
        </p:nvGrpSpPr>
        <p:grpSpPr bwMode="auto">
          <a:xfrm>
            <a:off x="399167" y="2396583"/>
            <a:ext cx="10820397" cy="2029317"/>
            <a:chOff x="0" y="0"/>
            <a:chExt cx="10820397" cy="2029317"/>
          </a:xfrm>
        </p:grpSpPr>
        <p:sp>
          <p:nvSpPr>
            <p:cNvPr id="1102662987" name="Freeform 27"/>
            <p:cNvSpPr/>
            <p:nvPr/>
          </p:nvSpPr>
          <p:spPr bwMode="auto">
            <a:xfrm rot="0" flipH="0" flipV="0">
              <a:off x="0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2307284" name="TextBox 28"/>
            <p:cNvSpPr txBox="1"/>
            <p:nvPr/>
          </p:nvSpPr>
          <p:spPr bwMode="auto">
            <a:xfrm rot="0" flipH="0" flipV="0">
              <a:off x="0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26452686" name="AutoShape 29"/>
            <p:cNvSpPr/>
            <p:nvPr/>
          </p:nvSpPr>
          <p:spPr bwMode="auto">
            <a:xfrm flipH="1" flipV="1">
              <a:off x="2357334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370872512" name="Freeform 31"/>
            <p:cNvSpPr/>
            <p:nvPr/>
          </p:nvSpPr>
          <p:spPr bwMode="auto">
            <a:xfrm rot="0" flipH="0" flipV="0">
              <a:off x="8463067" y="519091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65633610" name="TextBox 32"/>
            <p:cNvSpPr txBox="1"/>
            <p:nvPr/>
          </p:nvSpPr>
          <p:spPr bwMode="auto">
            <a:xfrm rot="0" flipH="0" flipV="0">
              <a:off x="8463067" y="350325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06140107" name="Freeform 34"/>
            <p:cNvSpPr/>
            <p:nvPr/>
          </p:nvSpPr>
          <p:spPr bwMode="auto">
            <a:xfrm rot="0" flipH="0" flipV="0">
              <a:off x="4231534" y="168766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79001431" name="TextBox 35"/>
            <p:cNvSpPr txBox="1"/>
            <p:nvPr/>
          </p:nvSpPr>
          <p:spPr bwMode="auto">
            <a:xfrm rot="0" flipH="0" flipV="0">
              <a:off x="423153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6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3781"/>
                </a:lnSpc>
                <a:defRPr/>
              </a:pPr>
              <a:r>
                <a:rPr lang="en-US" sz="2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79132851" name="AutoShape 36"/>
            <p:cNvSpPr/>
            <p:nvPr/>
          </p:nvSpPr>
          <p:spPr bwMode="auto">
            <a:xfrm flipH="1">
              <a:off x="6588869" y="1093161"/>
              <a:ext cx="1874199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2644260" name="Freeform 37"/>
            <p:cNvSpPr/>
            <p:nvPr/>
          </p:nvSpPr>
          <p:spPr bwMode="auto">
            <a:xfrm>
              <a:off x="2824206" y="519092"/>
              <a:ext cx="940455" cy="1217416"/>
            </a:xfrm>
            <a:custGeom>
              <a:avLst/>
              <a:gdLst/>
              <a:ahLst/>
              <a:cxnLst/>
              <a:rect l="l" t="t" r="r" b="b"/>
              <a:pathLst>
                <a:path w="940456" h="1217418" fill="norm" stroke="1" extrusionOk="0">
                  <a:moveTo>
                    <a:pt x="0" y="0"/>
                  </a:moveTo>
                  <a:lnTo>
                    <a:pt x="940455" y="0"/>
                  </a:lnTo>
                  <a:lnTo>
                    <a:pt x="940455" y="1217419"/>
                  </a:lnTo>
                  <a:lnTo>
                    <a:pt x="0" y="1217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1748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58887100" name="TextBox 34"/>
          <p:cNvSpPr txBox="1"/>
          <p:nvPr/>
        </p:nvSpPr>
        <p:spPr bwMode="auto">
          <a:xfrm>
            <a:off x="287642" y="183422"/>
            <a:ext cx="3075255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>विश्लेषक इस UTXO को जानता है</a:t>
            </a:r>
            <a:endParaRPr lang="en-US" sz="20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i="1" u="none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7475930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91540616" name="TextBox 36"/>
          <p:cNvSpPr txBox="1"/>
          <p:nvPr/>
        </p:nvSpPr>
        <p:spPr bwMode="auto">
          <a:xfrm flipH="0" flipV="0">
            <a:off x="2874987" y="5768962"/>
            <a:ext cx="5755952" cy="60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विश्लेषक को UTXO के एक समूह का सामना करना पड़ता है</a:t>
            </a:r>
            <a:endParaRPr lang="en-US" sz="20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जो खोज से मेल खा सकता है</a:t>
            </a:r>
          </a:p>
        </p:txBody>
      </p:sp>
      <p:sp>
        <p:nvSpPr>
          <p:cNvPr id="309158851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61475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1142294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3130738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9683056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93391958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2406892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8996089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78081062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56148743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4914995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67644625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43060436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64731075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818194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78157626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19356935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  <p:grpSp>
        <p:nvGrpSpPr>
          <p:cNvPr id="1888206934" name=""/>
          <p:cNvGrpSpPr/>
          <p:nvPr/>
        </p:nvGrpSpPr>
        <p:grpSpPr bwMode="auto">
          <a:xfrm>
            <a:off x="649287" y="1924398"/>
            <a:ext cx="5534934" cy="2029317"/>
            <a:chOff x="0" y="0"/>
            <a:chExt cx="5534934" cy="2029317"/>
          </a:xfrm>
        </p:grpSpPr>
        <p:sp>
          <p:nvSpPr>
            <p:cNvPr id="1652243845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24801893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41892305" name="AutoShape 29"/>
            <p:cNvSpPr/>
            <p:nvPr/>
          </p:nvSpPr>
          <p:spPr bwMode="auto">
            <a:xfrm flipH="1" flipV="1">
              <a:off x="2357332" y="1093159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422086903" name="Freeform 31"/>
            <p:cNvSpPr/>
            <p:nvPr/>
          </p:nvSpPr>
          <p:spPr bwMode="auto">
            <a:xfrm rot="0" flipH="0" flipV="0">
              <a:off x="3177604" y="168764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62594953" name="TextBox 32"/>
            <p:cNvSpPr txBox="1"/>
            <p:nvPr/>
          </p:nvSpPr>
          <p:spPr bwMode="auto">
            <a:xfrm rot="0" flipH="0" flipV="0">
              <a:off x="3177604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6869045" name=""/>
          <p:cNvGrpSpPr/>
          <p:nvPr/>
        </p:nvGrpSpPr>
        <p:grpSpPr bwMode="auto">
          <a:xfrm>
            <a:off x="867956" y="586974"/>
            <a:ext cx="10812811" cy="5941569"/>
            <a:chOff x="0" y="0"/>
            <a:chExt cx="10812811" cy="5941569"/>
          </a:xfrm>
        </p:grpSpPr>
        <p:sp>
          <p:nvSpPr>
            <p:cNvPr id="374898328" name="Freeform 27"/>
            <p:cNvSpPr/>
            <p:nvPr/>
          </p:nvSpPr>
          <p:spPr bwMode="auto">
            <a:xfrm rot="0" flipH="0" flipV="0">
              <a:off x="0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292297374" name="Freeform 29"/>
            <p:cNvSpPr/>
            <p:nvPr/>
          </p:nvSpPr>
          <p:spPr bwMode="auto">
            <a:xfrm rot="0" flipH="0" flipV="0">
              <a:off x="90857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46762801" name="TextBox 30"/>
            <p:cNvSpPr txBox="1"/>
            <p:nvPr/>
          </p:nvSpPr>
          <p:spPr bwMode="auto">
            <a:xfrm rot="0" flipH="0" flipV="0">
              <a:off x="90857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45879883" name="Freeform 32"/>
            <p:cNvSpPr/>
            <p:nvPr/>
          </p:nvSpPr>
          <p:spPr bwMode="auto">
            <a:xfrm rot="0" flipH="0" flipV="0">
              <a:off x="1538942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54380619" name="TextBox 33"/>
            <p:cNvSpPr txBox="1"/>
            <p:nvPr/>
          </p:nvSpPr>
          <p:spPr bwMode="auto">
            <a:xfrm rot="0" flipH="0" flipV="0">
              <a:off x="1538942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64257654" name="Freeform 35"/>
            <p:cNvSpPr/>
            <p:nvPr/>
          </p:nvSpPr>
          <p:spPr bwMode="auto">
            <a:xfrm rot="0" flipH="0" flipV="0">
              <a:off x="90857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06069375" name="TextBox 36"/>
            <p:cNvSpPr txBox="1"/>
            <p:nvPr/>
          </p:nvSpPr>
          <p:spPr bwMode="auto">
            <a:xfrm rot="0" flipH="0" flipV="0">
              <a:off x="90857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35538613" name="Freeform 38"/>
            <p:cNvSpPr/>
            <p:nvPr/>
          </p:nvSpPr>
          <p:spPr bwMode="auto">
            <a:xfrm rot="0" flipH="0" flipV="0">
              <a:off x="90857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3524858" name="TextBox 39"/>
            <p:cNvSpPr txBox="1"/>
            <p:nvPr/>
          </p:nvSpPr>
          <p:spPr bwMode="auto">
            <a:xfrm rot="0" flipH="0" flipV="0">
              <a:off x="90857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4128898" name="Freeform 41"/>
            <p:cNvSpPr/>
            <p:nvPr/>
          </p:nvSpPr>
          <p:spPr bwMode="auto">
            <a:xfrm rot="0" flipH="0" flipV="0">
              <a:off x="90857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375368" name="TextBox 42"/>
            <p:cNvSpPr txBox="1"/>
            <p:nvPr/>
          </p:nvSpPr>
          <p:spPr bwMode="auto">
            <a:xfrm rot="0" flipH="0" flipV="0">
              <a:off x="90857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87385661" name="Freeform 44"/>
            <p:cNvSpPr/>
            <p:nvPr/>
          </p:nvSpPr>
          <p:spPr bwMode="auto">
            <a:xfrm rot="0" flipH="0" flipV="0">
              <a:off x="90857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9461801" name="TextBox 45"/>
            <p:cNvSpPr txBox="1"/>
            <p:nvPr/>
          </p:nvSpPr>
          <p:spPr bwMode="auto">
            <a:xfrm rot="0" flipH="0" flipV="0">
              <a:off x="90857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4003699" name="Freeform 47"/>
            <p:cNvSpPr/>
            <p:nvPr/>
          </p:nvSpPr>
          <p:spPr bwMode="auto">
            <a:xfrm rot="0" flipH="0" flipV="0">
              <a:off x="1538942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13095145" name="TextBox 48"/>
            <p:cNvSpPr txBox="1"/>
            <p:nvPr/>
          </p:nvSpPr>
          <p:spPr bwMode="auto">
            <a:xfrm rot="0" flipH="0" flipV="0">
              <a:off x="1538942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71291769" name="Freeform 50"/>
            <p:cNvSpPr/>
            <p:nvPr/>
          </p:nvSpPr>
          <p:spPr bwMode="auto">
            <a:xfrm rot="0" flipH="0" flipV="0">
              <a:off x="1538942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3782888" name="TextBox 51"/>
            <p:cNvSpPr txBox="1"/>
            <p:nvPr/>
          </p:nvSpPr>
          <p:spPr bwMode="auto">
            <a:xfrm rot="0" flipH="0" flipV="0">
              <a:off x="1538942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62910381" name="Freeform 53"/>
            <p:cNvSpPr/>
            <p:nvPr/>
          </p:nvSpPr>
          <p:spPr bwMode="auto">
            <a:xfrm rot="0" flipH="0" flipV="0">
              <a:off x="1538942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18418476" name="TextBox 54"/>
            <p:cNvSpPr txBox="1"/>
            <p:nvPr/>
          </p:nvSpPr>
          <p:spPr bwMode="auto">
            <a:xfrm rot="0" flipH="0" flipV="0">
              <a:off x="1538942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45031024" name="Freeform 56"/>
            <p:cNvSpPr/>
            <p:nvPr/>
          </p:nvSpPr>
          <p:spPr bwMode="auto">
            <a:xfrm rot="0" flipH="0" flipV="0">
              <a:off x="1538942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4705961" name="TextBox 57"/>
            <p:cNvSpPr txBox="1"/>
            <p:nvPr/>
          </p:nvSpPr>
          <p:spPr bwMode="auto">
            <a:xfrm rot="0" flipH="0" flipV="0">
              <a:off x="1538942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76733" name="TextBox 58"/>
            <p:cNvSpPr txBox="1"/>
            <p:nvPr/>
          </p:nvSpPr>
          <p:spPr bwMode="auto">
            <a:xfrm flipH="0" flipV="0">
              <a:off x="403666" y="176471"/>
              <a:ext cx="209621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#1</a:t>
              </a:r>
              <a:endParaRPr/>
            </a:p>
          </p:txBody>
        </p:sp>
        <p:sp>
          <p:nvSpPr>
            <p:cNvPr id="1643933614" name="AutoShape 59"/>
            <p:cNvSpPr/>
            <p:nvPr/>
          </p:nvSpPr>
          <p:spPr bwMode="auto">
            <a:xfrm>
              <a:off x="2651370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451050" name="AutoShape 60"/>
            <p:cNvSpPr/>
            <p:nvPr/>
          </p:nvSpPr>
          <p:spPr bwMode="auto">
            <a:xfrm>
              <a:off x="2651370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164238" name="AutoShape 61"/>
            <p:cNvSpPr/>
            <p:nvPr/>
          </p:nvSpPr>
          <p:spPr bwMode="auto">
            <a:xfrm>
              <a:off x="2651370" y="1166734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70861283" name="AutoShape 62"/>
            <p:cNvSpPr/>
            <p:nvPr/>
          </p:nvSpPr>
          <p:spPr bwMode="auto">
            <a:xfrm>
              <a:off x="2651370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6358719" name="AutoShape 63"/>
            <p:cNvSpPr/>
            <p:nvPr/>
          </p:nvSpPr>
          <p:spPr bwMode="auto">
            <a:xfrm>
              <a:off x="2988474" y="1155322"/>
              <a:ext cx="0" cy="111048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1945258" name="Freeform 65"/>
            <p:cNvSpPr/>
            <p:nvPr/>
          </p:nvSpPr>
          <p:spPr bwMode="auto">
            <a:xfrm rot="0" flipH="0" flipV="0">
              <a:off x="3642354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656854578" name="Freeform 67"/>
            <p:cNvSpPr/>
            <p:nvPr/>
          </p:nvSpPr>
          <p:spPr bwMode="auto">
            <a:xfrm rot="0" flipH="0" flipV="0">
              <a:off x="373321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6133373" name="TextBox 68"/>
            <p:cNvSpPr txBox="1"/>
            <p:nvPr/>
          </p:nvSpPr>
          <p:spPr bwMode="auto">
            <a:xfrm rot="0" flipH="0" flipV="0">
              <a:off x="373321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80517773" name="Freeform 70"/>
            <p:cNvSpPr/>
            <p:nvPr/>
          </p:nvSpPr>
          <p:spPr bwMode="auto">
            <a:xfrm rot="0" flipH="0" flipV="0">
              <a:off x="5181296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3130188" name="TextBox 71"/>
            <p:cNvSpPr txBox="1"/>
            <p:nvPr/>
          </p:nvSpPr>
          <p:spPr bwMode="auto">
            <a:xfrm rot="0" flipH="0" flipV="0">
              <a:off x="5181296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40393101" name="Freeform 73"/>
            <p:cNvSpPr/>
            <p:nvPr/>
          </p:nvSpPr>
          <p:spPr bwMode="auto">
            <a:xfrm rot="0" flipH="0" flipV="0">
              <a:off x="373321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8813408" name="TextBox 74"/>
            <p:cNvSpPr txBox="1"/>
            <p:nvPr/>
          </p:nvSpPr>
          <p:spPr bwMode="auto">
            <a:xfrm rot="0" flipH="0" flipV="0">
              <a:off x="373321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06751399" name="Freeform 76"/>
            <p:cNvSpPr/>
            <p:nvPr/>
          </p:nvSpPr>
          <p:spPr bwMode="auto">
            <a:xfrm rot="0" flipH="0" flipV="0">
              <a:off x="373321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9574568" name="TextBox 77"/>
            <p:cNvSpPr txBox="1"/>
            <p:nvPr/>
          </p:nvSpPr>
          <p:spPr bwMode="auto">
            <a:xfrm rot="0" flipH="0" flipV="0">
              <a:off x="373321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7798480" name="Freeform 79"/>
            <p:cNvSpPr/>
            <p:nvPr/>
          </p:nvSpPr>
          <p:spPr bwMode="auto">
            <a:xfrm rot="0" flipH="0" flipV="0">
              <a:off x="373321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241" name="TextBox 80"/>
            <p:cNvSpPr txBox="1"/>
            <p:nvPr/>
          </p:nvSpPr>
          <p:spPr bwMode="auto">
            <a:xfrm rot="0" flipH="0" flipV="0">
              <a:off x="373321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873951" name="Freeform 82"/>
            <p:cNvSpPr/>
            <p:nvPr/>
          </p:nvSpPr>
          <p:spPr bwMode="auto">
            <a:xfrm rot="0" flipH="0" flipV="0">
              <a:off x="373321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50146441" name="TextBox 83"/>
            <p:cNvSpPr txBox="1"/>
            <p:nvPr/>
          </p:nvSpPr>
          <p:spPr bwMode="auto">
            <a:xfrm rot="0" flipH="0" flipV="0">
              <a:off x="373321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0735474" name="Freeform 85"/>
            <p:cNvSpPr/>
            <p:nvPr/>
          </p:nvSpPr>
          <p:spPr bwMode="auto">
            <a:xfrm rot="0" flipH="0" flipV="0">
              <a:off x="5181296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500644" name="TextBox 86"/>
            <p:cNvSpPr txBox="1"/>
            <p:nvPr/>
          </p:nvSpPr>
          <p:spPr bwMode="auto">
            <a:xfrm rot="0" flipH="0" flipV="0">
              <a:off x="5181296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2588045" name="Freeform 88"/>
            <p:cNvSpPr/>
            <p:nvPr/>
          </p:nvSpPr>
          <p:spPr bwMode="auto">
            <a:xfrm rot="0" flipH="0" flipV="0">
              <a:off x="5181296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7273580" name="TextBox 89"/>
            <p:cNvSpPr txBox="1"/>
            <p:nvPr/>
          </p:nvSpPr>
          <p:spPr bwMode="auto">
            <a:xfrm rot="0" flipH="0" flipV="0">
              <a:off x="5181296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3939598" name="Freeform 91"/>
            <p:cNvSpPr/>
            <p:nvPr/>
          </p:nvSpPr>
          <p:spPr bwMode="auto">
            <a:xfrm rot="0" flipH="0" flipV="0">
              <a:off x="5181296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37299421" name="TextBox 92"/>
            <p:cNvSpPr txBox="1"/>
            <p:nvPr/>
          </p:nvSpPr>
          <p:spPr bwMode="auto">
            <a:xfrm rot="0" flipH="0" flipV="0">
              <a:off x="5181296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1275657" name="Freeform 94"/>
            <p:cNvSpPr/>
            <p:nvPr/>
          </p:nvSpPr>
          <p:spPr bwMode="auto">
            <a:xfrm rot="0" flipH="0" flipV="0">
              <a:off x="5181296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49354259" name="TextBox 95"/>
            <p:cNvSpPr txBox="1"/>
            <p:nvPr/>
          </p:nvSpPr>
          <p:spPr bwMode="auto">
            <a:xfrm rot="0" flipH="0" flipV="0">
              <a:off x="5181296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07007" name="TextBox 96"/>
            <p:cNvSpPr txBox="1"/>
            <p:nvPr/>
          </p:nvSpPr>
          <p:spPr bwMode="auto">
            <a:xfrm flipH="0" flipV="0">
              <a:off x="4075897" y="176471"/>
              <a:ext cx="2043489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#2</a:t>
              </a:r>
              <a:endParaRPr/>
            </a:p>
          </p:txBody>
        </p:sp>
        <p:sp>
          <p:nvSpPr>
            <p:cNvPr id="5675531" name="AutoShape 97"/>
            <p:cNvSpPr/>
            <p:nvPr/>
          </p:nvSpPr>
          <p:spPr bwMode="auto">
            <a:xfrm>
              <a:off x="6293725" y="188796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5136445" name="AutoShape 98"/>
            <p:cNvSpPr/>
            <p:nvPr/>
          </p:nvSpPr>
          <p:spPr bwMode="auto">
            <a:xfrm>
              <a:off x="6293725" y="152504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7218378" name="AutoShape 99"/>
            <p:cNvSpPr/>
            <p:nvPr/>
          </p:nvSpPr>
          <p:spPr bwMode="auto">
            <a:xfrm>
              <a:off x="6293725" y="116323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87811165" name="AutoShape 100"/>
            <p:cNvSpPr/>
            <p:nvPr/>
          </p:nvSpPr>
          <p:spPr bwMode="auto">
            <a:xfrm>
              <a:off x="6293725" y="225088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0952712" name="AutoShape 101"/>
            <p:cNvSpPr/>
            <p:nvPr/>
          </p:nvSpPr>
          <p:spPr bwMode="auto">
            <a:xfrm>
              <a:off x="6630829" y="1151818"/>
              <a:ext cx="0" cy="108765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46968268" name="AutoShape 102"/>
            <p:cNvSpPr/>
            <p:nvPr/>
          </p:nvSpPr>
          <p:spPr bwMode="auto">
            <a:xfrm>
              <a:off x="6630829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0057023" name="AutoShape 103"/>
            <p:cNvSpPr/>
            <p:nvPr/>
          </p:nvSpPr>
          <p:spPr bwMode="auto">
            <a:xfrm>
              <a:off x="2651370" y="804371"/>
              <a:ext cx="1081840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455310" name="Freeform 105"/>
            <p:cNvSpPr/>
            <p:nvPr/>
          </p:nvSpPr>
          <p:spPr bwMode="auto">
            <a:xfrm rot="0" flipH="0" flipV="0">
              <a:off x="7291941" y="0"/>
              <a:ext cx="2740877" cy="2516301"/>
            </a:xfrm>
            <a:custGeom>
              <a:avLst/>
              <a:gdLst/>
              <a:ahLst/>
              <a:cxnLst/>
              <a:rect l="l" t="t" r="r" b="b"/>
              <a:pathLst>
                <a:path w="8628193" h="6893445" fill="norm" stroke="1" extrusionOk="0">
                  <a:moveTo>
                    <a:pt x="0" y="0"/>
                  </a:moveTo>
                  <a:lnTo>
                    <a:pt x="0" y="6893445"/>
                  </a:lnTo>
                  <a:lnTo>
                    <a:pt x="8628193" y="6893445"/>
                  </a:lnTo>
                  <a:lnTo>
                    <a:pt x="8628193" y="0"/>
                  </a:lnTo>
                  <a:lnTo>
                    <a:pt x="0" y="0"/>
                  </a:lnTo>
                  <a:close/>
                  <a:moveTo>
                    <a:pt x="8567233" y="6832485"/>
                  </a:moveTo>
                  <a:lnTo>
                    <a:pt x="59690" y="6832485"/>
                  </a:lnTo>
                  <a:lnTo>
                    <a:pt x="59690" y="59690"/>
                  </a:lnTo>
                  <a:lnTo>
                    <a:pt x="8567233" y="59690"/>
                  </a:lnTo>
                  <a:lnTo>
                    <a:pt x="8567233" y="6832485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id="1438421297" name="Freeform 107"/>
            <p:cNvSpPr/>
            <p:nvPr/>
          </p:nvSpPr>
          <p:spPr bwMode="auto">
            <a:xfrm rot="0" flipH="0" flipV="0">
              <a:off x="7382801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9763779" name="TextBox 108"/>
            <p:cNvSpPr txBox="1"/>
            <p:nvPr/>
          </p:nvSpPr>
          <p:spPr bwMode="auto">
            <a:xfrm rot="0" flipH="0" flipV="0">
              <a:off x="7382801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366033" name="Freeform 110"/>
            <p:cNvSpPr/>
            <p:nvPr/>
          </p:nvSpPr>
          <p:spPr bwMode="auto">
            <a:xfrm rot="0" flipH="0" flipV="0">
              <a:off x="8830885" y="654864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1318318" name="TextBox 111"/>
            <p:cNvSpPr txBox="1"/>
            <p:nvPr/>
          </p:nvSpPr>
          <p:spPr bwMode="auto">
            <a:xfrm rot="0" flipH="0" flipV="0">
              <a:off x="8830885" y="624798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70279483" name="Freeform 113"/>
            <p:cNvSpPr/>
            <p:nvPr/>
          </p:nvSpPr>
          <p:spPr bwMode="auto">
            <a:xfrm rot="0" flipH="0" flipV="0">
              <a:off x="7382801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0687091" name="TextBox 114"/>
            <p:cNvSpPr txBox="1"/>
            <p:nvPr/>
          </p:nvSpPr>
          <p:spPr bwMode="auto">
            <a:xfrm rot="0" flipH="0" flipV="0">
              <a:off x="7382801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468953" name="Freeform 116"/>
            <p:cNvSpPr/>
            <p:nvPr/>
          </p:nvSpPr>
          <p:spPr bwMode="auto">
            <a:xfrm rot="0" flipH="0" flipV="0">
              <a:off x="7382801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8695450" name="TextBox 117"/>
            <p:cNvSpPr txBox="1"/>
            <p:nvPr/>
          </p:nvSpPr>
          <p:spPr bwMode="auto">
            <a:xfrm rot="0" flipH="0" flipV="0">
              <a:off x="7382801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59031778" name="Freeform 119"/>
            <p:cNvSpPr/>
            <p:nvPr/>
          </p:nvSpPr>
          <p:spPr bwMode="auto">
            <a:xfrm rot="0" flipH="0" flipV="0">
              <a:off x="7382801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83883106" name="TextBox 120"/>
            <p:cNvSpPr txBox="1"/>
            <p:nvPr/>
          </p:nvSpPr>
          <p:spPr bwMode="auto">
            <a:xfrm rot="0" flipH="0" flipV="0">
              <a:off x="7382801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7510599" name="Freeform 122"/>
            <p:cNvSpPr/>
            <p:nvPr/>
          </p:nvSpPr>
          <p:spPr bwMode="auto">
            <a:xfrm rot="0" flipH="0" flipV="0">
              <a:off x="7382801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8859816" name="TextBox 123"/>
            <p:cNvSpPr txBox="1"/>
            <p:nvPr/>
          </p:nvSpPr>
          <p:spPr bwMode="auto">
            <a:xfrm rot="0" flipH="0" flipV="0">
              <a:off x="7382801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53635650" name="Freeform 125"/>
            <p:cNvSpPr/>
            <p:nvPr/>
          </p:nvSpPr>
          <p:spPr bwMode="auto">
            <a:xfrm rot="0" flipH="0" flipV="0">
              <a:off x="8830885" y="1016675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10741066" name="TextBox 126"/>
            <p:cNvSpPr txBox="1"/>
            <p:nvPr/>
          </p:nvSpPr>
          <p:spPr bwMode="auto">
            <a:xfrm rot="0" flipH="0" flipV="0">
              <a:off x="8830885" y="986609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7002892" name="Freeform 128"/>
            <p:cNvSpPr/>
            <p:nvPr/>
          </p:nvSpPr>
          <p:spPr bwMode="auto">
            <a:xfrm rot="0" flipH="0" flipV="0">
              <a:off x="8830885" y="1379598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95600515" name="TextBox 129"/>
            <p:cNvSpPr txBox="1"/>
            <p:nvPr/>
          </p:nvSpPr>
          <p:spPr bwMode="auto">
            <a:xfrm rot="0" flipH="0" flipV="0">
              <a:off x="8830885" y="1349532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48555802" name="Freeform 131"/>
            <p:cNvSpPr/>
            <p:nvPr/>
          </p:nvSpPr>
          <p:spPr bwMode="auto">
            <a:xfrm rot="0" flipH="0" flipV="0">
              <a:off x="8830885" y="1742521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767776" name="TextBox 132"/>
            <p:cNvSpPr txBox="1"/>
            <p:nvPr/>
          </p:nvSpPr>
          <p:spPr bwMode="auto">
            <a:xfrm rot="0" flipH="0" flipV="0">
              <a:off x="8830885" y="1712455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70491738" name="Freeform 134"/>
            <p:cNvSpPr/>
            <p:nvPr/>
          </p:nvSpPr>
          <p:spPr bwMode="auto">
            <a:xfrm rot="0" flipH="0" flipV="0">
              <a:off x="8830885" y="2105442"/>
              <a:ext cx="1112427" cy="299002"/>
            </a:xfrm>
            <a:custGeom>
              <a:avLst/>
              <a:gdLst/>
              <a:ahLst/>
              <a:cxnLst/>
              <a:rect l="l" t="t" r="r" b="b"/>
              <a:pathLst>
                <a:path w="1057251" h="284174" fill="norm" stroke="1" extrusionOk="0">
                  <a:moveTo>
                    <a:pt x="854051" y="0"/>
                  </a:moveTo>
                  <a:cubicBezTo>
                    <a:pt x="966275" y="0"/>
                    <a:pt x="1057251" y="63615"/>
                    <a:pt x="1057251" y="142087"/>
                  </a:cubicBezTo>
                  <a:cubicBezTo>
                    <a:pt x="1057251" y="220560"/>
                    <a:pt x="966275" y="284174"/>
                    <a:pt x="854051" y="284174"/>
                  </a:cubicBezTo>
                  <a:lnTo>
                    <a:pt x="203200" y="284174"/>
                  </a:lnTo>
                  <a:cubicBezTo>
                    <a:pt x="90976" y="284174"/>
                    <a:pt x="0" y="220560"/>
                    <a:pt x="0" y="142087"/>
                  </a:cubicBezTo>
                  <a:cubicBezTo>
                    <a:pt x="0" y="6361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7928467" name="TextBox 135"/>
            <p:cNvSpPr txBox="1"/>
            <p:nvPr/>
          </p:nvSpPr>
          <p:spPr bwMode="auto">
            <a:xfrm rot="0" flipH="0" flipV="0">
              <a:off x="8830885" y="2075376"/>
              <a:ext cx="1112427" cy="329069"/>
            </a:xfrm>
            <a:prstGeom prst="rect">
              <a:avLst/>
            </a:prstGeom>
            <a:grpFill/>
          </p:spPr>
          <p:txBody>
            <a:bodyPr lIns="36749" tIns="36749" rIns="36749" bIns="36749" rtlCol="0" anchor="ctr"/>
            <a:lstStyle/>
            <a:p>
              <a:pPr algn="ctr">
                <a:lnSpc>
                  <a:spcPts val="1398"/>
                </a:lnSpc>
                <a:spcBef>
                  <a:spcPts val="0"/>
                </a:spcBef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MIXED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09914992" name="TextBox 136"/>
            <p:cNvSpPr txBox="1"/>
            <p:nvPr/>
          </p:nvSpPr>
          <p:spPr bwMode="auto">
            <a:xfrm flipH="0" flipV="0">
              <a:off x="7610916" y="176471"/>
              <a:ext cx="2064468" cy="21308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5"/>
                </a:lnSpc>
                <a:defRPr/>
              </a:pPr>
              <a:r>
                <a:rPr lang="en-US" sz="1200" b="1">
                  <a:solidFill>
                    <a:srgbClr val="000000"/>
                  </a:solidFill>
                  <a:latin typeface="Rubik Medium"/>
                  <a:ea typeface="Rubik Medium"/>
                  <a:cs typeface="Rubik Medium"/>
                </a:rPr>
                <a:t>Mix #3</a:t>
              </a:r>
              <a:endParaRPr/>
            </a:p>
          </p:txBody>
        </p:sp>
        <p:sp>
          <p:nvSpPr>
            <p:cNvPr id="980716620" name="AutoShape 137"/>
            <p:cNvSpPr/>
            <p:nvPr/>
          </p:nvSpPr>
          <p:spPr bwMode="auto">
            <a:xfrm>
              <a:off x="9943313" y="2254389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6319875" name="AutoShape 138"/>
            <p:cNvSpPr/>
            <p:nvPr/>
          </p:nvSpPr>
          <p:spPr bwMode="auto">
            <a:xfrm>
              <a:off x="9943313" y="1528547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11699" name="AutoShape 139"/>
            <p:cNvSpPr/>
            <p:nvPr/>
          </p:nvSpPr>
          <p:spPr bwMode="auto">
            <a:xfrm>
              <a:off x="9943313" y="1165626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9111640" name="AutoShape 140"/>
            <p:cNvSpPr/>
            <p:nvPr/>
          </p:nvSpPr>
          <p:spPr bwMode="auto">
            <a:xfrm>
              <a:off x="9943313" y="803813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91063" name="AutoShape 141"/>
            <p:cNvSpPr/>
            <p:nvPr/>
          </p:nvSpPr>
          <p:spPr bwMode="auto">
            <a:xfrm>
              <a:off x="9943313" y="1891468"/>
              <a:ext cx="348515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561981" name="AutoShape 142"/>
            <p:cNvSpPr/>
            <p:nvPr/>
          </p:nvSpPr>
          <p:spPr bwMode="auto">
            <a:xfrm>
              <a:off x="10280418" y="792401"/>
              <a:ext cx="0" cy="147340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2238648" name="AutoShape 143"/>
            <p:cNvSpPr/>
            <p:nvPr/>
          </p:nvSpPr>
          <p:spPr bwMode="auto">
            <a:xfrm>
              <a:off x="6293725" y="804371"/>
              <a:ext cx="108907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0349843" name="AutoShape 144"/>
            <p:cNvSpPr/>
            <p:nvPr/>
          </p:nvSpPr>
          <p:spPr bwMode="auto">
            <a:xfrm>
              <a:off x="2988474" y="1718708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1883498" name="AutoShape 145"/>
            <p:cNvSpPr/>
            <p:nvPr/>
          </p:nvSpPr>
          <p:spPr bwMode="auto">
            <a:xfrm>
              <a:off x="10280418" y="1529101"/>
              <a:ext cx="216551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2585710" name="AutoShape 146"/>
            <p:cNvSpPr/>
            <p:nvPr/>
          </p:nvSpPr>
          <p:spPr bwMode="auto">
            <a:xfrm>
              <a:off x="3195504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6481536" name="AutoShape 147"/>
            <p:cNvSpPr/>
            <p:nvPr/>
          </p:nvSpPr>
          <p:spPr bwMode="auto">
            <a:xfrm>
              <a:off x="6847383" y="1709186"/>
              <a:ext cx="0" cy="1452072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7053106" name="AutoShape 148"/>
            <p:cNvSpPr/>
            <p:nvPr/>
          </p:nvSpPr>
          <p:spPr bwMode="auto">
            <a:xfrm>
              <a:off x="10496972" y="1524848"/>
              <a:ext cx="0" cy="1636407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9118669" name="Freeform 150"/>
            <p:cNvSpPr/>
            <p:nvPr/>
          </p:nvSpPr>
          <p:spPr bwMode="auto">
            <a:xfrm rot="0" flipH="0" flipV="0">
              <a:off x="2879660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4932710" name="TextBox 151"/>
            <p:cNvSpPr txBox="1"/>
            <p:nvPr/>
          </p:nvSpPr>
          <p:spPr bwMode="auto">
            <a:xfrm rot="0" flipH="0" flipV="0">
              <a:off x="2879660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87160398" name="Freeform 153"/>
            <p:cNvSpPr/>
            <p:nvPr/>
          </p:nvSpPr>
          <p:spPr bwMode="auto">
            <a:xfrm rot="0" flipH="0" flipV="0">
              <a:off x="6531537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4785199" name="TextBox 154"/>
            <p:cNvSpPr txBox="1"/>
            <p:nvPr/>
          </p:nvSpPr>
          <p:spPr bwMode="auto">
            <a:xfrm rot="0" flipH="0" flipV="0">
              <a:off x="6531537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3184966" name="Freeform 156"/>
            <p:cNvSpPr/>
            <p:nvPr/>
          </p:nvSpPr>
          <p:spPr bwMode="auto">
            <a:xfrm rot="0" flipH="0" flipV="0">
              <a:off x="10181126" y="2964001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671234" name="TextBox 157"/>
            <p:cNvSpPr txBox="1"/>
            <p:nvPr/>
          </p:nvSpPr>
          <p:spPr bwMode="auto">
            <a:xfrm rot="0" flipH="0" flipV="0">
              <a:off x="10181126" y="2819340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06127477" name="AutoShape 158"/>
            <p:cNvSpPr/>
            <p:nvPr/>
          </p:nvSpPr>
          <p:spPr bwMode="auto">
            <a:xfrm>
              <a:off x="3195504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7125494" name="AutoShape 159"/>
            <p:cNvSpPr/>
            <p:nvPr/>
          </p:nvSpPr>
          <p:spPr bwMode="auto">
            <a:xfrm>
              <a:off x="6847383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813283" name="AutoShape 160"/>
            <p:cNvSpPr/>
            <p:nvPr/>
          </p:nvSpPr>
          <p:spPr bwMode="auto">
            <a:xfrm flipH="1">
              <a:off x="10496972" y="3569270"/>
              <a:ext cx="0" cy="66060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9566833" name="AutoShape 161"/>
            <p:cNvSpPr/>
            <p:nvPr/>
          </p:nvSpPr>
          <p:spPr bwMode="auto">
            <a:xfrm flipH="1" flipV="1">
              <a:off x="3195504" y="4229872"/>
              <a:ext cx="7301466" cy="0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3331395" name="AutoShape 162"/>
            <p:cNvSpPr/>
            <p:nvPr/>
          </p:nvSpPr>
          <p:spPr bwMode="auto">
            <a:xfrm>
              <a:off x="6847383" y="3569270"/>
              <a:ext cx="0" cy="155487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9849415" name="Freeform 164"/>
            <p:cNvSpPr/>
            <p:nvPr/>
          </p:nvSpPr>
          <p:spPr bwMode="auto">
            <a:xfrm rot="0" flipH="0" flipV="0">
              <a:off x="6531537" y="5124144"/>
              <a:ext cx="631685" cy="605264"/>
            </a:xfrm>
            <a:custGeom>
              <a:avLst/>
              <a:gdLst/>
              <a:ahLst/>
              <a:cxnLst/>
              <a:rect l="l" t="t" r="r" b="b"/>
              <a:pathLst>
                <a:path w="249556" h="239118" fill="norm" stroke="1" extrusionOk="0">
                  <a:moveTo>
                    <a:pt x="119559" y="0"/>
                  </a:moveTo>
                  <a:lnTo>
                    <a:pt x="129997" y="0"/>
                  </a:lnTo>
                  <a:cubicBezTo>
                    <a:pt x="161706" y="0"/>
                    <a:pt x="192116" y="12596"/>
                    <a:pt x="214538" y="35018"/>
                  </a:cubicBezTo>
                  <a:cubicBezTo>
                    <a:pt x="236960" y="57440"/>
                    <a:pt x="249556" y="87850"/>
                    <a:pt x="249556" y="119559"/>
                  </a:cubicBezTo>
                  <a:lnTo>
                    <a:pt x="249556" y="119559"/>
                  </a:lnTo>
                  <a:cubicBezTo>
                    <a:pt x="249556" y="185589"/>
                    <a:pt x="196028" y="239118"/>
                    <a:pt x="129997" y="239118"/>
                  </a:cubicBezTo>
                  <a:lnTo>
                    <a:pt x="119559" y="239118"/>
                  </a:lnTo>
                  <a:cubicBezTo>
                    <a:pt x="53528" y="239118"/>
                    <a:pt x="0" y="185589"/>
                    <a:pt x="0" y="119559"/>
                  </a:cubicBezTo>
                  <a:lnTo>
                    <a:pt x="0" y="119559"/>
                  </a:lnTo>
                  <a:cubicBezTo>
                    <a:pt x="0" y="53528"/>
                    <a:pt x="53528" y="0"/>
                    <a:pt x="11955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32774005" name="TextBox 165"/>
            <p:cNvSpPr txBox="1"/>
            <p:nvPr/>
          </p:nvSpPr>
          <p:spPr bwMode="auto">
            <a:xfrm rot="0" flipH="0" flipV="0">
              <a:off x="6531537" y="4979482"/>
              <a:ext cx="631685" cy="74992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5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17203611" name="TextBox 166"/>
            <p:cNvSpPr txBox="1"/>
            <p:nvPr/>
          </p:nvSpPr>
          <p:spPr bwMode="auto">
            <a:xfrm>
              <a:off x="2772634" y="5244287"/>
              <a:ext cx="2606527" cy="40904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17"/>
                </a:lnSpc>
                <a:defRPr/>
              </a:pPr>
              <a:r>
                <a:rPr lang="en-US" sz="24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Forward Anonset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89044769" name="Freeform 167"/>
            <p:cNvSpPr/>
            <p:nvPr/>
          </p:nvSpPr>
          <p:spPr bwMode="auto">
            <a:xfrm rot="-354466">
              <a:off x="5389310" y="566617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540385" name="AutoShape 33"/>
          <p:cNvSpPr/>
          <p:nvPr/>
        </p:nvSpPr>
        <p:spPr bwMode="auto">
          <a:xfrm flipH="1">
            <a:off x="6104607" y="3035511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148938" name="Freeform 35"/>
          <p:cNvSpPr/>
          <p:nvPr/>
        </p:nvSpPr>
        <p:spPr bwMode="auto">
          <a:xfrm rot="0" flipH="0" flipV="0">
            <a:off x="8164161" y="2699600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33061980" name="TextBox 36"/>
          <p:cNvSpPr txBox="1"/>
          <p:nvPr/>
        </p:nvSpPr>
        <p:spPr bwMode="auto">
          <a:xfrm rot="0" flipH="0" flipV="0">
            <a:off x="8164161" y="253083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58449452" name="Freeform 38"/>
          <p:cNvSpPr/>
          <p:nvPr/>
        </p:nvSpPr>
        <p:spPr bwMode="auto">
          <a:xfrm rot="0" flipH="0" flipV="0">
            <a:off x="8164161" y="183580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4876693" name="TextBox 39"/>
          <p:cNvSpPr txBox="1"/>
          <p:nvPr/>
        </p:nvSpPr>
        <p:spPr bwMode="auto">
          <a:xfrm rot="0" flipH="0" flipV="0">
            <a:off x="8164161" y="166703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9195607" name="Freeform 41"/>
          <p:cNvSpPr/>
          <p:nvPr/>
        </p:nvSpPr>
        <p:spPr bwMode="auto">
          <a:xfrm rot="0" flipH="0" flipV="0">
            <a:off x="8164161" y="97347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716280" name="TextBox 42"/>
          <p:cNvSpPr txBox="1"/>
          <p:nvPr/>
        </p:nvSpPr>
        <p:spPr bwMode="auto">
          <a:xfrm rot="0" flipH="0" flipV="0">
            <a:off x="8164161" y="80471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73688920" name="Freeform 44"/>
          <p:cNvSpPr/>
          <p:nvPr/>
        </p:nvSpPr>
        <p:spPr bwMode="auto">
          <a:xfrm rot="0" flipH="0" flipV="0">
            <a:off x="8164161" y="4424239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06092399" name="TextBox 45"/>
          <p:cNvSpPr txBox="1"/>
          <p:nvPr/>
        </p:nvSpPr>
        <p:spPr bwMode="auto">
          <a:xfrm rot="0" flipH="0" flipV="0">
            <a:off x="8164161" y="4255474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8212285" name="Freeform 47"/>
          <p:cNvSpPr/>
          <p:nvPr/>
        </p:nvSpPr>
        <p:spPr bwMode="auto">
          <a:xfrm rot="0" flipH="0" flipV="0">
            <a:off x="8164161" y="3561918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41610524" name="TextBox 48"/>
          <p:cNvSpPr txBox="1"/>
          <p:nvPr/>
        </p:nvSpPr>
        <p:spPr bwMode="auto">
          <a:xfrm rot="0" flipH="0" flipV="0">
            <a:off x="8164161" y="3393153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072772" name="AutoShape 49"/>
          <p:cNvSpPr/>
          <p:nvPr/>
        </p:nvSpPr>
        <p:spPr bwMode="auto">
          <a:xfrm flipH="1">
            <a:off x="6104607" y="2171712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70179" name="AutoShape 50"/>
          <p:cNvSpPr/>
          <p:nvPr/>
        </p:nvSpPr>
        <p:spPr bwMode="auto">
          <a:xfrm flipH="1">
            <a:off x="6104607" y="1309390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36479" name="AutoShape 51"/>
          <p:cNvSpPr/>
          <p:nvPr/>
        </p:nvSpPr>
        <p:spPr bwMode="auto">
          <a:xfrm flipH="1" flipV="1">
            <a:off x="6104607" y="3471813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798889" name="AutoShape 52"/>
          <p:cNvSpPr/>
          <p:nvPr/>
        </p:nvSpPr>
        <p:spPr bwMode="auto">
          <a:xfrm flipH="1" flipV="1">
            <a:off x="6104607" y="3471813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214805" name="Freeform 53"/>
          <p:cNvSpPr/>
          <p:nvPr/>
        </p:nvSpPr>
        <p:spPr bwMode="auto">
          <a:xfrm flipH="0" flipV="0">
            <a:off x="11145873" y="3035508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388454" name="Freeform 55"/>
          <p:cNvSpPr/>
          <p:nvPr/>
        </p:nvSpPr>
        <p:spPr bwMode="auto">
          <a:xfrm rot="0" flipH="0" flipV="0">
            <a:off x="8164161" y="5286561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94188583" name="TextBox 56"/>
          <p:cNvSpPr txBox="1"/>
          <p:nvPr/>
        </p:nvSpPr>
        <p:spPr bwMode="auto">
          <a:xfrm rot="0" flipH="0" flipV="0">
            <a:off x="8164161" y="5117796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यूटीएक्सओ...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22609071" name="AutoShape 57"/>
          <p:cNvSpPr/>
          <p:nvPr/>
        </p:nvSpPr>
        <p:spPr bwMode="auto">
          <a:xfrm flipH="1" flipV="1">
            <a:off x="6104607" y="3471813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1336237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4" y="4573131"/>
            <a:ext cx="833929" cy="833929"/>
          </a:xfrm>
          <a:prstGeom prst="rect">
            <a:avLst/>
          </a:prstGeom>
        </p:spPr>
      </p:pic>
      <p:grpSp>
        <p:nvGrpSpPr>
          <p:cNvPr id="2119322428" name=""/>
          <p:cNvGrpSpPr/>
          <p:nvPr/>
        </p:nvGrpSpPr>
        <p:grpSpPr bwMode="auto">
          <a:xfrm>
            <a:off x="569669" y="2372773"/>
            <a:ext cx="5534933" cy="2029317"/>
            <a:chOff x="0" y="0"/>
            <a:chExt cx="5534933" cy="2029317"/>
          </a:xfrm>
        </p:grpSpPr>
        <p:sp>
          <p:nvSpPr>
            <p:cNvPr id="1107508792" name="Freeform 27"/>
            <p:cNvSpPr/>
            <p:nvPr/>
          </p:nvSpPr>
          <p:spPr bwMode="auto">
            <a:xfrm rot="0" flipH="0" flipV="0">
              <a:off x="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496899640" name="TextBox 28"/>
            <p:cNvSpPr txBox="1"/>
            <p:nvPr/>
          </p:nvSpPr>
          <p:spPr bwMode="auto">
            <a:xfrm rot="0" flipH="0" flipV="0">
              <a:off x="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before coinjoin</a:t>
              </a: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53328119" name="AutoShape 29"/>
            <p:cNvSpPr/>
            <p:nvPr/>
          </p:nvSpPr>
          <p:spPr bwMode="auto">
            <a:xfrm flipH="1" flipV="1">
              <a:off x="2357334" y="1093158"/>
              <a:ext cx="820270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072043189" name="Freeform 31"/>
            <p:cNvSpPr/>
            <p:nvPr/>
          </p:nvSpPr>
          <p:spPr bwMode="auto">
            <a:xfrm rot="0" flipH="0" flipV="0">
              <a:off x="3177603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100">
                <a:latin typeface="IBM Plex Sans"/>
                <a:cs typeface="IBM Plex Sans"/>
              </a:endParaRPr>
            </a:p>
          </p:txBody>
        </p:sp>
        <p:sp>
          <p:nvSpPr>
            <p:cNvPr id="1838024752" name="TextBox 32"/>
            <p:cNvSpPr txBox="1"/>
            <p:nvPr/>
          </p:nvSpPr>
          <p:spPr bwMode="auto">
            <a:xfrm rot="0" flipH="0" flipV="0">
              <a:off x="3177603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1800" b="1">
                <a:solidFill>
                  <a:srgbClr val="FFFFFF"/>
                </a:solidFill>
                <a:latin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1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808528" name="TextBox 26"/>
          <p:cNvSpPr txBox="1"/>
          <p:nvPr/>
        </p:nvSpPr>
        <p:spPr bwMode="auto">
          <a:xfrm flipH="0" flipV="0">
            <a:off x="3512909" y="5853756"/>
            <a:ext cx="8175879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विश्लेषक को UTXO के एक समूह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का सामना करना पड़ता है </a:t>
            </a:r>
            <a:r>
              <a:rPr sz="1600" b="0" i="1" u="none" lang="en-US">
                <a:solidFill>
                  <a:srgbClr val="000000"/>
                </a:solidFill>
                <a:latin typeface="IBM Plex Sans"/>
              </a:rPr>
              <a:t>जो स्रोत हो सकता है</a:t>
            </a:r>
            <a:endParaRPr sz="16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944445013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8912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26181910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50051667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68332773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7508308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49717175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6931961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5714894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1229164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2644276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47498627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227432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652104" name="TextBox 52"/>
          <p:cNvSpPr txBox="1"/>
          <p:nvPr/>
        </p:nvSpPr>
        <p:spPr bwMode="auto">
          <a:xfrm flipH="0" flipV="0">
            <a:off x="6185595" y="696944"/>
            <a:ext cx="5324028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विश्लेषक इस </a:t>
            </a:r>
            <a:r>
              <a:rPr sz="1600" lang="fr-FR">
                <a:solidFill>
                  <a:srgbClr val="000000"/>
                </a:solidFill>
                <a:latin typeface="IBM Plex Sans"/>
              </a:rPr>
              <a:t>UTXO को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जानता है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1044713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614356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817400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366180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055930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389292161" name=""/>
          <p:cNvGrpSpPr/>
          <p:nvPr/>
        </p:nvGrpSpPr>
        <p:grpSpPr bwMode="auto">
          <a:xfrm>
            <a:off x="5964166" y="1868765"/>
            <a:ext cx="5495631" cy="2771293"/>
            <a:chOff x="0" y="0"/>
            <a:chExt cx="5495631" cy="2771293"/>
          </a:xfrm>
        </p:grpSpPr>
        <p:sp>
          <p:nvSpPr>
            <p:cNvPr id="1517049621" name="Freeform 46"/>
            <p:cNvSpPr/>
            <p:nvPr/>
          </p:nvSpPr>
          <p:spPr bwMode="auto">
            <a:xfrm rot="0" flipH="0" flipV="0">
              <a:off x="3138300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9605735" name="TextBox 47"/>
            <p:cNvSpPr txBox="1"/>
            <p:nvPr/>
          </p:nvSpPr>
          <p:spPr bwMode="auto">
            <a:xfrm rot="0" flipH="0" flipV="0">
              <a:off x="3138300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22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371861" name="Freeform 49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708858" name="TextBox 50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4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4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8826238" name="AutoShape 51"/>
            <p:cNvSpPr/>
            <p:nvPr/>
          </p:nvSpPr>
          <p:spPr bwMode="auto">
            <a:xfrm flipH="1">
              <a:off x="2357333" y="1093158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pic>
          <p:nvPicPr>
            <p:cNvPr id="1416313661" name=""/>
            <p:cNvPicPr>
              <a:picLocks noChangeAspect="1"/>
            </p:cNvPicPr>
            <p:nvPr/>
          </p:nvPicPr>
          <p:blipFill>
            <a:blip r:embed="rId6"/>
            <a:stretch/>
          </p:blipFill>
          <p:spPr bwMode="auto">
            <a:xfrm flipH="0" flipV="0">
              <a:off x="880382" y="2115112"/>
              <a:ext cx="656181" cy="65618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108231" name=""/>
          <p:cNvGrpSpPr/>
          <p:nvPr/>
        </p:nvGrpSpPr>
        <p:grpSpPr bwMode="auto">
          <a:xfrm>
            <a:off x="498328" y="675674"/>
            <a:ext cx="11216201" cy="5462988"/>
            <a:chOff x="0" y="0"/>
            <a:chExt cx="11216201" cy="5462988"/>
          </a:xfrm>
        </p:grpSpPr>
        <p:sp>
          <p:nvSpPr>
            <p:cNvPr id="1424814486" name="Freeform 27"/>
            <p:cNvSpPr/>
            <p:nvPr/>
          </p:nvSpPr>
          <p:spPr bwMode="auto">
            <a:xfrm rot="0" flipH="0" flipV="0">
              <a:off x="1072369" y="0"/>
              <a:ext cx="9084299" cy="1476994"/>
            </a:xfrm>
            <a:custGeom>
              <a:avLst/>
              <a:gdLst/>
              <a:ahLst/>
              <a:cxnLst/>
              <a:rect l="l" t="t" r="r" b="b"/>
              <a:pathLst>
                <a:path w="21237625" h="2969443" fill="norm" stroke="1" extrusionOk="0">
                  <a:moveTo>
                    <a:pt x="0" y="0"/>
                  </a:moveTo>
                  <a:lnTo>
                    <a:pt x="0" y="2969443"/>
                  </a:lnTo>
                  <a:lnTo>
                    <a:pt x="21237625" y="2969443"/>
                  </a:lnTo>
                  <a:lnTo>
                    <a:pt x="21237625" y="0"/>
                  </a:lnTo>
                  <a:lnTo>
                    <a:pt x="0" y="0"/>
                  </a:lnTo>
                  <a:close/>
                  <a:moveTo>
                    <a:pt x="21176664" y="2908483"/>
                  </a:moveTo>
                  <a:lnTo>
                    <a:pt x="59690" y="2908483"/>
                  </a:lnTo>
                  <a:lnTo>
                    <a:pt x="59690" y="59690"/>
                  </a:lnTo>
                  <a:lnTo>
                    <a:pt x="21176664" y="59690"/>
                  </a:lnTo>
                  <a:lnTo>
                    <a:pt x="21176664" y="290848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882567" name="Freeform 29"/>
            <p:cNvSpPr/>
            <p:nvPr/>
          </p:nvSpPr>
          <p:spPr bwMode="auto">
            <a:xfrm rot="0" flipH="0" flipV="0">
              <a:off x="7404625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3416123" name="TextBox 30"/>
            <p:cNvSpPr txBox="1"/>
            <p:nvPr/>
          </p:nvSpPr>
          <p:spPr bwMode="auto">
            <a:xfrm rot="0" flipH="0" flipV="0">
              <a:off x="7404625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0993796" name="Freeform 32"/>
            <p:cNvSpPr/>
            <p:nvPr/>
          </p:nvSpPr>
          <p:spPr bwMode="auto">
            <a:xfrm rot="0" flipH="0" flipV="0">
              <a:off x="3961530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90994615" name="TextBox 33"/>
            <p:cNvSpPr txBox="1"/>
            <p:nvPr/>
          </p:nvSpPr>
          <p:spPr bwMode="auto">
            <a:xfrm rot="0" flipH="0" flipV="0">
              <a:off x="3961530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1541096" name="Freeform 35"/>
            <p:cNvSpPr/>
            <p:nvPr/>
          </p:nvSpPr>
          <p:spPr bwMode="auto">
            <a:xfrm rot="0" flipH="0" flipV="0">
              <a:off x="5110273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61837288" name="TextBox 36"/>
            <p:cNvSpPr txBox="1"/>
            <p:nvPr/>
          </p:nvSpPr>
          <p:spPr bwMode="auto">
            <a:xfrm rot="0" flipH="0" flipV="0">
              <a:off x="5110273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9472349" name="Freeform 38"/>
            <p:cNvSpPr/>
            <p:nvPr/>
          </p:nvSpPr>
          <p:spPr bwMode="auto">
            <a:xfrm rot="0" flipH="0" flipV="0">
              <a:off x="6259016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8784907" name="TextBox 39"/>
            <p:cNvSpPr txBox="1"/>
            <p:nvPr/>
          </p:nvSpPr>
          <p:spPr bwMode="auto">
            <a:xfrm rot="0" flipH="0" flipV="0">
              <a:off x="6259016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REMIX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51523812" name="Freeform 41"/>
            <p:cNvSpPr/>
            <p:nvPr/>
          </p:nvSpPr>
          <p:spPr bwMode="auto">
            <a:xfrm rot="0" flipH="0" flipV="0">
              <a:off x="2812788" y="743556"/>
              <a:ext cx="994617" cy="577032"/>
            </a:xfrm>
            <a:custGeom>
              <a:avLst/>
              <a:gdLst/>
              <a:ahLst/>
              <a:cxnLst/>
              <a:rect l="l" t="t" r="r" b="b"/>
              <a:pathLst>
                <a:path w="678556" h="393669" fill="norm" stroke="1" extrusionOk="0">
                  <a:moveTo>
                    <a:pt x="475356" y="0"/>
                  </a:moveTo>
                  <a:cubicBezTo>
                    <a:pt x="587581" y="0"/>
                    <a:pt x="678556" y="88126"/>
                    <a:pt x="678556" y="196834"/>
                  </a:cubicBezTo>
                  <a:cubicBezTo>
                    <a:pt x="678556" y="305543"/>
                    <a:pt x="587581" y="393669"/>
                    <a:pt x="475356" y="393669"/>
                  </a:cubicBezTo>
                  <a:lnTo>
                    <a:pt x="203200" y="393669"/>
                  </a:lnTo>
                  <a:cubicBezTo>
                    <a:pt x="90976" y="393669"/>
                    <a:pt x="0" y="305543"/>
                    <a:pt x="0" y="196834"/>
                  </a:cubicBezTo>
                  <a:cubicBezTo>
                    <a:pt x="0" y="8812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45178893" name="TextBox 42"/>
            <p:cNvSpPr txBox="1"/>
            <p:nvPr/>
          </p:nvSpPr>
          <p:spPr bwMode="auto">
            <a:xfrm rot="0" flipH="0" flipV="0">
              <a:off x="2812788" y="701672"/>
              <a:ext cx="994617" cy="6189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TX0</a:t>
              </a:r>
              <a:endParaRPr sz="1200">
                <a:latin typeface="IBM Plex Sans"/>
                <a:cs typeface="IBM Plex Sans"/>
              </a:endParaRPr>
            </a:p>
            <a:p>
              <a:pPr algn="ctr">
                <a:lnSpc>
                  <a:spcPts val="1538"/>
                </a:lnSpc>
                <a:spcBef>
                  <a:spcPts val="0"/>
                </a:spcBef>
                <a:defRPr/>
              </a:pPr>
              <a:r>
                <a:rPr lang="en-US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220991" name="Freeform 44"/>
            <p:cNvSpPr/>
            <p:nvPr/>
          </p:nvSpPr>
          <p:spPr bwMode="auto">
            <a:xfrm rot="0" flipH="0" flipV="0">
              <a:off x="221010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156696" name="Freeform 46"/>
            <p:cNvSpPr/>
            <p:nvPr/>
          </p:nvSpPr>
          <p:spPr bwMode="auto">
            <a:xfrm rot="0" flipH="0" flipV="0">
              <a:off x="1568054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3650411" name="TextBox 47"/>
            <p:cNvSpPr txBox="1"/>
            <p:nvPr/>
          </p:nvSpPr>
          <p:spPr bwMode="auto">
            <a:xfrm rot="0" flipH="0" flipV="0">
              <a:off x="1568054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47547196" name="Freeform 49"/>
            <p:cNvSpPr/>
            <p:nvPr/>
          </p:nvSpPr>
          <p:spPr bwMode="auto">
            <a:xfrm rot="0" flipH="0" flipV="0">
              <a:off x="30286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1263112" name="TextBox 50"/>
            <p:cNvSpPr txBox="1"/>
            <p:nvPr/>
          </p:nvSpPr>
          <p:spPr bwMode="auto">
            <a:xfrm rot="0" flipH="0" flipV="0">
              <a:off x="30286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71547151" name="Freeform 52"/>
            <p:cNvSpPr/>
            <p:nvPr/>
          </p:nvSpPr>
          <p:spPr bwMode="auto">
            <a:xfrm rot="0" flipH="0" flipV="0">
              <a:off x="935731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7905442" name="TextBox 53"/>
            <p:cNvSpPr txBox="1"/>
            <p:nvPr/>
          </p:nvSpPr>
          <p:spPr bwMode="auto">
            <a:xfrm rot="0" flipH="0" flipV="0">
              <a:off x="935731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98148357" name="Freeform 55"/>
            <p:cNvSpPr/>
            <p:nvPr/>
          </p:nvSpPr>
          <p:spPr bwMode="auto">
            <a:xfrm rot="0" flipH="0" flipV="0">
              <a:off x="2200380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3311171" name="TextBox 56"/>
            <p:cNvSpPr txBox="1"/>
            <p:nvPr/>
          </p:nvSpPr>
          <p:spPr bwMode="auto">
            <a:xfrm rot="0" flipH="0" flipV="0">
              <a:off x="2200380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60749771" name="Freeform 58"/>
            <p:cNvSpPr/>
            <p:nvPr/>
          </p:nvSpPr>
          <p:spPr bwMode="auto">
            <a:xfrm rot="0" flipH="0" flipV="0">
              <a:off x="283270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9800460" name="TextBox 59"/>
            <p:cNvSpPr txBox="1"/>
            <p:nvPr/>
          </p:nvSpPr>
          <p:spPr bwMode="auto">
            <a:xfrm rot="0" flipH="0" flipV="0">
              <a:off x="283270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992672051" name="Freeform 61"/>
            <p:cNvSpPr/>
            <p:nvPr/>
          </p:nvSpPr>
          <p:spPr bwMode="auto">
            <a:xfrm rot="0" flipH="0" flipV="0">
              <a:off x="3969834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4182734" name="Freeform 63"/>
            <p:cNvSpPr/>
            <p:nvPr/>
          </p:nvSpPr>
          <p:spPr bwMode="auto">
            <a:xfrm rot="0" flipH="0" flipV="0">
              <a:off x="531688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035834" name="TextBox 64"/>
            <p:cNvSpPr txBox="1"/>
            <p:nvPr/>
          </p:nvSpPr>
          <p:spPr bwMode="auto">
            <a:xfrm rot="0" flipH="0" flipV="0">
              <a:off x="531688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6035780" name="Freeform 66"/>
            <p:cNvSpPr/>
            <p:nvPr/>
          </p:nvSpPr>
          <p:spPr bwMode="auto">
            <a:xfrm rot="0" flipH="0" flipV="0">
              <a:off x="405169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5789139" name="TextBox 67"/>
            <p:cNvSpPr txBox="1"/>
            <p:nvPr/>
          </p:nvSpPr>
          <p:spPr bwMode="auto">
            <a:xfrm rot="0" flipH="0" flipV="0">
              <a:off x="405169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874093478" name="Freeform 69"/>
            <p:cNvSpPr/>
            <p:nvPr/>
          </p:nvSpPr>
          <p:spPr bwMode="auto">
            <a:xfrm rot="0" flipH="0" flipV="0">
              <a:off x="468455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873617" name="TextBox 70"/>
            <p:cNvSpPr txBox="1"/>
            <p:nvPr/>
          </p:nvSpPr>
          <p:spPr bwMode="auto">
            <a:xfrm rot="0" flipH="0" flipV="0">
              <a:off x="468455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369134821" name="Freeform 72"/>
            <p:cNvSpPr/>
            <p:nvPr/>
          </p:nvSpPr>
          <p:spPr bwMode="auto">
            <a:xfrm rot="0" flipH="0" flipV="0">
              <a:off x="5949203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209389" name="TextBox 73"/>
            <p:cNvSpPr txBox="1"/>
            <p:nvPr/>
          </p:nvSpPr>
          <p:spPr bwMode="auto">
            <a:xfrm rot="0" flipH="0" flipV="0">
              <a:off x="5949203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55725208" name="Freeform 75"/>
            <p:cNvSpPr/>
            <p:nvPr/>
          </p:nvSpPr>
          <p:spPr bwMode="auto">
            <a:xfrm rot="0" flipH="0" flipV="0">
              <a:off x="6581529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5058598" name="TextBox 76"/>
            <p:cNvSpPr txBox="1"/>
            <p:nvPr/>
          </p:nvSpPr>
          <p:spPr bwMode="auto">
            <a:xfrm rot="0" flipH="0" flipV="0">
              <a:off x="6581529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711398930" name="Freeform 78"/>
            <p:cNvSpPr/>
            <p:nvPr/>
          </p:nvSpPr>
          <p:spPr bwMode="auto">
            <a:xfrm rot="0" flipH="0" flipV="0">
              <a:off x="7715576" y="1886722"/>
              <a:ext cx="3272360" cy="903325"/>
            </a:xfrm>
            <a:custGeom>
              <a:avLst/>
              <a:gdLst/>
              <a:ahLst/>
              <a:cxnLst/>
              <a:rect l="l" t="t" r="r" b="b"/>
              <a:pathLst>
                <a:path w="8528452" h="2354261" fill="norm" stroke="1" extrusionOk="0">
                  <a:moveTo>
                    <a:pt x="0" y="0"/>
                  </a:moveTo>
                  <a:lnTo>
                    <a:pt x="0" y="2354261"/>
                  </a:lnTo>
                  <a:lnTo>
                    <a:pt x="8528452" y="2354261"/>
                  </a:lnTo>
                  <a:lnTo>
                    <a:pt x="8528452" y="0"/>
                  </a:lnTo>
                  <a:lnTo>
                    <a:pt x="0" y="0"/>
                  </a:lnTo>
                  <a:close/>
                  <a:moveTo>
                    <a:pt x="8467492" y="2293301"/>
                  </a:moveTo>
                  <a:lnTo>
                    <a:pt x="59690" y="2293301"/>
                  </a:lnTo>
                  <a:lnTo>
                    <a:pt x="59690" y="59690"/>
                  </a:lnTo>
                  <a:lnTo>
                    <a:pt x="8467492" y="59690"/>
                  </a:lnTo>
                  <a:lnTo>
                    <a:pt x="8467492" y="229330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3038928" name="Freeform 80"/>
            <p:cNvSpPr/>
            <p:nvPr/>
          </p:nvSpPr>
          <p:spPr bwMode="auto">
            <a:xfrm rot="0" flipH="0" flipV="0">
              <a:off x="9062622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80990495" name="TextBox 81"/>
            <p:cNvSpPr txBox="1"/>
            <p:nvPr/>
          </p:nvSpPr>
          <p:spPr bwMode="auto">
            <a:xfrm rot="0" flipH="0" flipV="0">
              <a:off x="9062622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960241095" name="Freeform 83"/>
            <p:cNvSpPr/>
            <p:nvPr/>
          </p:nvSpPr>
          <p:spPr bwMode="auto">
            <a:xfrm rot="0" flipH="0" flipV="0">
              <a:off x="779743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73899713" name="TextBox 84"/>
            <p:cNvSpPr txBox="1"/>
            <p:nvPr/>
          </p:nvSpPr>
          <p:spPr bwMode="auto">
            <a:xfrm rot="0" flipH="0" flipV="0">
              <a:off x="779743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499664757" name="Freeform 86"/>
            <p:cNvSpPr/>
            <p:nvPr/>
          </p:nvSpPr>
          <p:spPr bwMode="auto">
            <a:xfrm rot="0" flipH="0" flipV="0">
              <a:off x="8430298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5744367" name="TextBox 87"/>
            <p:cNvSpPr txBox="1"/>
            <p:nvPr/>
          </p:nvSpPr>
          <p:spPr bwMode="auto">
            <a:xfrm rot="0" flipH="0" flipV="0">
              <a:off x="8430298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257336839" name="Freeform 89"/>
            <p:cNvSpPr/>
            <p:nvPr/>
          </p:nvSpPr>
          <p:spPr bwMode="auto">
            <a:xfrm rot="0" flipH="0" flipV="0">
              <a:off x="9694945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1764656" name="TextBox 90"/>
            <p:cNvSpPr txBox="1"/>
            <p:nvPr/>
          </p:nvSpPr>
          <p:spPr bwMode="auto">
            <a:xfrm rot="0" flipH="0" flipV="0">
              <a:off x="9694945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114857802" name="Freeform 92"/>
            <p:cNvSpPr/>
            <p:nvPr/>
          </p:nvSpPr>
          <p:spPr bwMode="auto">
            <a:xfrm rot="0" flipH="0" flipV="0">
              <a:off x="10327267" y="2239461"/>
              <a:ext cx="582943" cy="444945"/>
            </a:xfrm>
            <a:custGeom>
              <a:avLst/>
              <a:gdLst/>
              <a:ahLst/>
              <a:cxnLst/>
              <a:rect l="l" t="t" r="r" b="b"/>
              <a:pathLst>
                <a:path w="678556" h="517924" fill="norm" stroke="1" extrusionOk="0">
                  <a:moveTo>
                    <a:pt x="475356" y="0"/>
                  </a:moveTo>
                  <a:cubicBezTo>
                    <a:pt x="587581" y="0"/>
                    <a:pt x="678556" y="115941"/>
                    <a:pt x="678556" y="258962"/>
                  </a:cubicBezTo>
                  <a:cubicBezTo>
                    <a:pt x="678556" y="401983"/>
                    <a:pt x="587581" y="517924"/>
                    <a:pt x="475356" y="517924"/>
                  </a:cubicBezTo>
                  <a:lnTo>
                    <a:pt x="203200" y="517924"/>
                  </a:lnTo>
                  <a:cubicBezTo>
                    <a:pt x="90976" y="517924"/>
                    <a:pt x="0" y="401983"/>
                    <a:pt x="0" y="258962"/>
                  </a:cubicBezTo>
                  <a:cubicBezTo>
                    <a:pt x="0" y="11594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423358" name="TextBox 93"/>
            <p:cNvSpPr txBox="1"/>
            <p:nvPr/>
          </p:nvSpPr>
          <p:spPr bwMode="auto">
            <a:xfrm rot="0" flipH="0" flipV="0">
              <a:off x="10327267" y="2198548"/>
              <a:ext cx="582943" cy="4858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8"/>
                </a:lnSpc>
                <a:spcBef>
                  <a:spcPts val="0"/>
                </a:spcBef>
                <a:defRPr/>
              </a:pPr>
              <a:endParaRPr/>
            </a:p>
          </p:txBody>
        </p:sp>
        <p:sp>
          <p:nvSpPr>
            <p:cNvPr id="1058837791" name="AutoShape 94"/>
            <p:cNvSpPr/>
            <p:nvPr/>
          </p:nvSpPr>
          <p:spPr bwMode="auto">
            <a:xfrm flipH="1">
              <a:off x="3493375" y="1320592"/>
              <a:ext cx="2114210" cy="57669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1790837" name="AutoShape 95"/>
            <p:cNvSpPr/>
            <p:nvPr/>
          </p:nvSpPr>
          <p:spPr bwMode="auto">
            <a:xfrm flipH="1">
              <a:off x="5606016" y="1320592"/>
              <a:ext cx="1150308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8088421" name="AutoShape 96"/>
            <p:cNvSpPr/>
            <p:nvPr/>
          </p:nvSpPr>
          <p:spPr bwMode="auto">
            <a:xfrm>
              <a:off x="7901935" y="1320592"/>
              <a:ext cx="1449821" cy="56612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8953563" name="Freeform 98"/>
            <p:cNvSpPr/>
            <p:nvPr/>
          </p:nvSpPr>
          <p:spPr bwMode="auto">
            <a:xfrm rot="0" flipH="0" flipV="0">
              <a:off x="1242212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7323687" name="Freeform 100"/>
            <p:cNvSpPr/>
            <p:nvPr/>
          </p:nvSpPr>
          <p:spPr bwMode="auto">
            <a:xfrm rot="0" flipH="0" flipV="0">
              <a:off x="133131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8730857" name="TextBox 101"/>
            <p:cNvSpPr txBox="1"/>
            <p:nvPr/>
          </p:nvSpPr>
          <p:spPr bwMode="auto">
            <a:xfrm rot="0" flipH="0" flipV="0">
              <a:off x="134900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105285752" name="Freeform 103"/>
            <p:cNvSpPr/>
            <p:nvPr/>
          </p:nvSpPr>
          <p:spPr bwMode="auto">
            <a:xfrm rot="0" flipH="0" flipV="0">
              <a:off x="15474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4083419" name="TextBox 104"/>
            <p:cNvSpPr txBox="1"/>
            <p:nvPr/>
          </p:nvSpPr>
          <p:spPr bwMode="auto">
            <a:xfrm rot="0" flipH="0" flipV="0">
              <a:off x="15651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39165899" name="Freeform 106"/>
            <p:cNvSpPr/>
            <p:nvPr/>
          </p:nvSpPr>
          <p:spPr bwMode="auto">
            <a:xfrm rot="0" flipH="0" flipV="0">
              <a:off x="176308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3802174" name="TextBox 107"/>
            <p:cNvSpPr txBox="1"/>
            <p:nvPr/>
          </p:nvSpPr>
          <p:spPr bwMode="auto">
            <a:xfrm rot="0" flipH="0" flipV="0">
              <a:off x="17807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7737251" name="Freeform 109"/>
            <p:cNvSpPr/>
            <p:nvPr/>
          </p:nvSpPr>
          <p:spPr bwMode="auto">
            <a:xfrm rot="0" flipH="0" flipV="0">
              <a:off x="197869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33254215" name="TextBox 110"/>
            <p:cNvSpPr txBox="1"/>
            <p:nvPr/>
          </p:nvSpPr>
          <p:spPr bwMode="auto">
            <a:xfrm rot="0" flipH="0" flipV="0">
              <a:off x="199638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32350689" name="Freeform 112"/>
            <p:cNvSpPr/>
            <p:nvPr/>
          </p:nvSpPr>
          <p:spPr bwMode="auto">
            <a:xfrm rot="0" flipH="0" flipV="0">
              <a:off x="219430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7163902" name="TextBox 113"/>
            <p:cNvSpPr txBox="1"/>
            <p:nvPr/>
          </p:nvSpPr>
          <p:spPr bwMode="auto">
            <a:xfrm rot="0" flipH="0" flipV="0">
              <a:off x="22119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47525402" name="Freeform 115"/>
            <p:cNvSpPr/>
            <p:nvPr/>
          </p:nvSpPr>
          <p:spPr bwMode="auto">
            <a:xfrm rot="0" flipH="0" flipV="0">
              <a:off x="498949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7109123" name="Freeform 117"/>
            <p:cNvSpPr/>
            <p:nvPr/>
          </p:nvSpPr>
          <p:spPr bwMode="auto">
            <a:xfrm rot="0" flipH="0" flipV="0">
              <a:off x="50786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772489" name="TextBox 118"/>
            <p:cNvSpPr txBox="1"/>
            <p:nvPr/>
          </p:nvSpPr>
          <p:spPr bwMode="auto">
            <a:xfrm rot="0" flipH="0" flipV="0">
              <a:off x="509628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13202374" name="Freeform 120"/>
            <p:cNvSpPr/>
            <p:nvPr/>
          </p:nvSpPr>
          <p:spPr bwMode="auto">
            <a:xfrm rot="0" flipH="0" flipV="0">
              <a:off x="52947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0453423" name="TextBox 121"/>
            <p:cNvSpPr txBox="1"/>
            <p:nvPr/>
          </p:nvSpPr>
          <p:spPr bwMode="auto">
            <a:xfrm rot="0" flipH="0" flipV="0">
              <a:off x="53124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42074205" name="Freeform 123"/>
            <p:cNvSpPr/>
            <p:nvPr/>
          </p:nvSpPr>
          <p:spPr bwMode="auto">
            <a:xfrm rot="0" flipH="0" flipV="0">
              <a:off x="55103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6295203" name="TextBox 124"/>
            <p:cNvSpPr txBox="1"/>
            <p:nvPr/>
          </p:nvSpPr>
          <p:spPr bwMode="auto">
            <a:xfrm rot="0" flipH="0" flipV="0">
              <a:off x="55280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56436236" name="Freeform 126"/>
            <p:cNvSpPr/>
            <p:nvPr/>
          </p:nvSpPr>
          <p:spPr bwMode="auto">
            <a:xfrm rot="0" flipH="0" flipV="0">
              <a:off x="57259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505977" name="TextBox 127"/>
            <p:cNvSpPr txBox="1"/>
            <p:nvPr/>
          </p:nvSpPr>
          <p:spPr bwMode="auto">
            <a:xfrm rot="0" flipH="0" flipV="0">
              <a:off x="57436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527753314" name="Freeform 129"/>
            <p:cNvSpPr/>
            <p:nvPr/>
          </p:nvSpPr>
          <p:spPr bwMode="auto">
            <a:xfrm rot="0" flipH="0" flipV="0">
              <a:off x="594158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8602804" name="TextBox 130"/>
            <p:cNvSpPr txBox="1"/>
            <p:nvPr/>
          </p:nvSpPr>
          <p:spPr bwMode="auto">
            <a:xfrm rot="0" flipH="0" flipV="0">
              <a:off x="59592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08539643" name="Freeform 132"/>
            <p:cNvSpPr/>
            <p:nvPr/>
          </p:nvSpPr>
          <p:spPr bwMode="auto">
            <a:xfrm rot="0" flipH="0" flipV="0">
              <a:off x="874286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083494" name="Freeform 134"/>
            <p:cNvSpPr/>
            <p:nvPr/>
          </p:nvSpPr>
          <p:spPr bwMode="auto">
            <a:xfrm rot="0" flipH="0" flipV="0">
              <a:off x="883197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7415863" name="TextBox 135"/>
            <p:cNvSpPr txBox="1"/>
            <p:nvPr/>
          </p:nvSpPr>
          <p:spPr bwMode="auto">
            <a:xfrm rot="0" flipH="0" flipV="0">
              <a:off x="884966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02912508" name="Freeform 137"/>
            <p:cNvSpPr/>
            <p:nvPr/>
          </p:nvSpPr>
          <p:spPr bwMode="auto">
            <a:xfrm rot="0" flipH="0" flipV="0">
              <a:off x="904812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0956789" name="TextBox 138"/>
            <p:cNvSpPr txBox="1"/>
            <p:nvPr/>
          </p:nvSpPr>
          <p:spPr bwMode="auto">
            <a:xfrm rot="0" flipH="0" flipV="0">
              <a:off x="906581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37028042" name="Freeform 140"/>
            <p:cNvSpPr/>
            <p:nvPr/>
          </p:nvSpPr>
          <p:spPr bwMode="auto">
            <a:xfrm rot="0" flipH="0" flipV="0">
              <a:off x="926373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398164" name="TextBox 141"/>
            <p:cNvSpPr txBox="1"/>
            <p:nvPr/>
          </p:nvSpPr>
          <p:spPr bwMode="auto">
            <a:xfrm rot="0" flipH="0" flipV="0">
              <a:off x="928142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94433640" name="Freeform 143"/>
            <p:cNvSpPr/>
            <p:nvPr/>
          </p:nvSpPr>
          <p:spPr bwMode="auto">
            <a:xfrm rot="0" flipH="0" flipV="0">
              <a:off x="94793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8622369" name="TextBox 144"/>
            <p:cNvSpPr txBox="1"/>
            <p:nvPr/>
          </p:nvSpPr>
          <p:spPr bwMode="auto">
            <a:xfrm rot="0" flipH="0" flipV="0">
              <a:off x="94970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75396239" name="Freeform 146"/>
            <p:cNvSpPr/>
            <p:nvPr/>
          </p:nvSpPr>
          <p:spPr bwMode="auto">
            <a:xfrm rot="0" flipH="0" flipV="0">
              <a:off x="969495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9485262" name="TextBox 147"/>
            <p:cNvSpPr txBox="1"/>
            <p:nvPr/>
          </p:nvSpPr>
          <p:spPr bwMode="auto">
            <a:xfrm rot="0" flipH="0" flipV="0">
              <a:off x="97126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349979" name="Freeform 149"/>
            <p:cNvSpPr/>
            <p:nvPr/>
          </p:nvSpPr>
          <p:spPr bwMode="auto">
            <a:xfrm rot="0" flipH="0" flipV="0">
              <a:off x="2485594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9859869" name="Freeform 151"/>
            <p:cNvSpPr/>
            <p:nvPr/>
          </p:nvSpPr>
          <p:spPr bwMode="auto">
            <a:xfrm rot="0" flipH="0" flipV="0">
              <a:off x="257470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8554799" name="TextBox 152"/>
            <p:cNvSpPr txBox="1"/>
            <p:nvPr/>
          </p:nvSpPr>
          <p:spPr bwMode="auto">
            <a:xfrm rot="0" flipH="0" flipV="0">
              <a:off x="259239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11838294" name="Freeform 154"/>
            <p:cNvSpPr/>
            <p:nvPr/>
          </p:nvSpPr>
          <p:spPr bwMode="auto">
            <a:xfrm rot="0" flipH="0" flipV="0">
              <a:off x="2790852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660843" name="TextBox 155"/>
            <p:cNvSpPr txBox="1"/>
            <p:nvPr/>
          </p:nvSpPr>
          <p:spPr bwMode="auto">
            <a:xfrm rot="0" flipH="0" flipV="0">
              <a:off x="2808540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29685095" name="Freeform 157"/>
            <p:cNvSpPr/>
            <p:nvPr/>
          </p:nvSpPr>
          <p:spPr bwMode="auto">
            <a:xfrm rot="0" flipH="0" flipV="0">
              <a:off x="300646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5416384" name="TextBox 158"/>
            <p:cNvSpPr txBox="1"/>
            <p:nvPr/>
          </p:nvSpPr>
          <p:spPr bwMode="auto">
            <a:xfrm rot="0" flipH="0" flipV="0">
              <a:off x="302415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5100369" name="Freeform 160"/>
            <p:cNvSpPr/>
            <p:nvPr/>
          </p:nvSpPr>
          <p:spPr bwMode="auto">
            <a:xfrm rot="0" flipH="0" flipV="0">
              <a:off x="322207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420170" name="TextBox 161"/>
            <p:cNvSpPr txBox="1"/>
            <p:nvPr/>
          </p:nvSpPr>
          <p:spPr bwMode="auto">
            <a:xfrm rot="0" flipH="0" flipV="0">
              <a:off x="32397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61593191" name="Freeform 163"/>
            <p:cNvSpPr/>
            <p:nvPr/>
          </p:nvSpPr>
          <p:spPr bwMode="auto">
            <a:xfrm rot="0" flipH="0" flipV="0">
              <a:off x="343768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841613" name="TextBox 164"/>
            <p:cNvSpPr txBox="1"/>
            <p:nvPr/>
          </p:nvSpPr>
          <p:spPr bwMode="auto">
            <a:xfrm rot="0" flipH="0" flipV="0">
              <a:off x="345537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85494776" name="Freeform 166"/>
            <p:cNvSpPr/>
            <p:nvPr/>
          </p:nvSpPr>
          <p:spPr bwMode="auto">
            <a:xfrm rot="0" flipH="0" flipV="0">
              <a:off x="0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5707537" name="Freeform 168"/>
            <p:cNvSpPr/>
            <p:nvPr/>
          </p:nvSpPr>
          <p:spPr bwMode="auto">
            <a:xfrm rot="0" flipH="0" flipV="0">
              <a:off x="891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0007150" name="TextBox 169"/>
            <p:cNvSpPr txBox="1"/>
            <p:nvPr/>
          </p:nvSpPr>
          <p:spPr bwMode="auto">
            <a:xfrm rot="0" flipH="0" flipV="0">
              <a:off x="10679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60365208" name="Freeform 171"/>
            <p:cNvSpPr/>
            <p:nvPr/>
          </p:nvSpPr>
          <p:spPr bwMode="auto">
            <a:xfrm rot="0" flipH="0" flipV="0">
              <a:off x="30525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35243374" name="TextBox 172"/>
            <p:cNvSpPr txBox="1"/>
            <p:nvPr/>
          </p:nvSpPr>
          <p:spPr bwMode="auto">
            <a:xfrm rot="0" flipH="0" flipV="0">
              <a:off x="32294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964200979" name="Freeform 174"/>
            <p:cNvSpPr/>
            <p:nvPr/>
          </p:nvSpPr>
          <p:spPr bwMode="auto">
            <a:xfrm rot="0" flipH="0" flipV="0">
              <a:off x="52086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7883024" name="TextBox 175"/>
            <p:cNvSpPr txBox="1"/>
            <p:nvPr/>
          </p:nvSpPr>
          <p:spPr bwMode="auto">
            <a:xfrm rot="0" flipH="0" flipV="0">
              <a:off x="53855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473627525" name="Freeform 177"/>
            <p:cNvSpPr/>
            <p:nvPr/>
          </p:nvSpPr>
          <p:spPr bwMode="auto">
            <a:xfrm rot="0" flipH="0" flipV="0">
              <a:off x="73647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8671020" name="TextBox 178"/>
            <p:cNvSpPr txBox="1"/>
            <p:nvPr/>
          </p:nvSpPr>
          <p:spPr bwMode="auto">
            <a:xfrm rot="0" flipH="0" flipV="0">
              <a:off x="75416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68665335" name="Freeform 180"/>
            <p:cNvSpPr/>
            <p:nvPr/>
          </p:nvSpPr>
          <p:spPr bwMode="auto">
            <a:xfrm rot="0" flipH="0" flipV="0">
              <a:off x="95209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474509" name="TextBox 181"/>
            <p:cNvSpPr txBox="1"/>
            <p:nvPr/>
          </p:nvSpPr>
          <p:spPr bwMode="auto">
            <a:xfrm rot="0" flipH="0" flipV="0">
              <a:off x="96977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66262468" name="Freeform 183"/>
            <p:cNvSpPr/>
            <p:nvPr/>
          </p:nvSpPr>
          <p:spPr bwMode="auto">
            <a:xfrm rot="0" flipH="0" flipV="0">
              <a:off x="3746115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3340966" name="Freeform 185"/>
            <p:cNvSpPr/>
            <p:nvPr/>
          </p:nvSpPr>
          <p:spPr bwMode="auto">
            <a:xfrm rot="0" flipH="0" flipV="0">
              <a:off x="383522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35617104" name="TextBox 186"/>
            <p:cNvSpPr txBox="1"/>
            <p:nvPr/>
          </p:nvSpPr>
          <p:spPr bwMode="auto">
            <a:xfrm rot="0" flipH="0" flipV="0">
              <a:off x="385290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46742319" name="Freeform 188"/>
            <p:cNvSpPr/>
            <p:nvPr/>
          </p:nvSpPr>
          <p:spPr bwMode="auto">
            <a:xfrm rot="0" flipH="0" flipV="0">
              <a:off x="405137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9605221" name="TextBox 189"/>
            <p:cNvSpPr txBox="1"/>
            <p:nvPr/>
          </p:nvSpPr>
          <p:spPr bwMode="auto">
            <a:xfrm rot="0" flipH="0" flipV="0">
              <a:off x="406905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95958173" name="Freeform 191"/>
            <p:cNvSpPr/>
            <p:nvPr/>
          </p:nvSpPr>
          <p:spPr bwMode="auto">
            <a:xfrm rot="0" flipH="0" flipV="0">
              <a:off x="4266981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8167704" name="TextBox 192"/>
            <p:cNvSpPr txBox="1"/>
            <p:nvPr/>
          </p:nvSpPr>
          <p:spPr bwMode="auto">
            <a:xfrm rot="0" flipH="0" flipV="0">
              <a:off x="42846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9081723" name="Freeform 194"/>
            <p:cNvSpPr/>
            <p:nvPr/>
          </p:nvSpPr>
          <p:spPr bwMode="auto">
            <a:xfrm rot="0" flipH="0" flipV="0">
              <a:off x="448259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0633186" name="TextBox 195"/>
            <p:cNvSpPr txBox="1"/>
            <p:nvPr/>
          </p:nvSpPr>
          <p:spPr bwMode="auto">
            <a:xfrm rot="0" flipH="0" flipV="0">
              <a:off x="450028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754779776" name="Freeform 197"/>
            <p:cNvSpPr/>
            <p:nvPr/>
          </p:nvSpPr>
          <p:spPr bwMode="auto">
            <a:xfrm rot="0" flipH="0" flipV="0">
              <a:off x="469820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6964783" name="TextBox 198"/>
            <p:cNvSpPr txBox="1"/>
            <p:nvPr/>
          </p:nvSpPr>
          <p:spPr bwMode="auto">
            <a:xfrm rot="0" flipH="0" flipV="0">
              <a:off x="471589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5122535" name="Freeform 200"/>
            <p:cNvSpPr/>
            <p:nvPr/>
          </p:nvSpPr>
          <p:spPr bwMode="auto">
            <a:xfrm rot="0" flipH="0" flipV="0">
              <a:off x="7500489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188455" name="Freeform 202"/>
            <p:cNvSpPr/>
            <p:nvPr/>
          </p:nvSpPr>
          <p:spPr bwMode="auto">
            <a:xfrm rot="0" flipH="0" flipV="0">
              <a:off x="758092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9702040" name="TextBox 203"/>
            <p:cNvSpPr txBox="1"/>
            <p:nvPr/>
          </p:nvSpPr>
          <p:spPr bwMode="auto">
            <a:xfrm rot="0" flipH="0" flipV="0">
              <a:off x="759861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16892168" name="Freeform 205"/>
            <p:cNvSpPr/>
            <p:nvPr/>
          </p:nvSpPr>
          <p:spPr bwMode="auto">
            <a:xfrm rot="0" flipH="0" flipV="0">
              <a:off x="780574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6792047" name="TextBox 206"/>
            <p:cNvSpPr txBox="1"/>
            <p:nvPr/>
          </p:nvSpPr>
          <p:spPr bwMode="auto">
            <a:xfrm rot="0" flipH="0" flipV="0">
              <a:off x="782343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815721797" name="Freeform 208"/>
            <p:cNvSpPr/>
            <p:nvPr/>
          </p:nvSpPr>
          <p:spPr bwMode="auto">
            <a:xfrm rot="0" flipH="0" flipV="0">
              <a:off x="802135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982096" name="TextBox 209"/>
            <p:cNvSpPr txBox="1"/>
            <p:nvPr/>
          </p:nvSpPr>
          <p:spPr bwMode="auto">
            <a:xfrm rot="0" flipH="0" flipV="0">
              <a:off x="803904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399765877" name="Freeform 211"/>
            <p:cNvSpPr/>
            <p:nvPr/>
          </p:nvSpPr>
          <p:spPr bwMode="auto">
            <a:xfrm rot="0" flipH="0" flipV="0">
              <a:off x="823696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36381" name="TextBox 212"/>
            <p:cNvSpPr txBox="1"/>
            <p:nvPr/>
          </p:nvSpPr>
          <p:spPr bwMode="auto">
            <a:xfrm rot="0" flipH="0" flipV="0">
              <a:off x="8254657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987321127" name="Freeform 214"/>
            <p:cNvSpPr/>
            <p:nvPr/>
          </p:nvSpPr>
          <p:spPr bwMode="auto">
            <a:xfrm rot="0" flipH="0" flipV="0">
              <a:off x="8452580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311654" name="TextBox 215"/>
            <p:cNvSpPr txBox="1"/>
            <p:nvPr/>
          </p:nvSpPr>
          <p:spPr bwMode="auto">
            <a:xfrm rot="0" flipH="0" flipV="0">
              <a:off x="8470269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835447644" name="Freeform 217"/>
            <p:cNvSpPr/>
            <p:nvPr/>
          </p:nvSpPr>
          <p:spPr bwMode="auto">
            <a:xfrm rot="0" flipH="0" flipV="0">
              <a:off x="6235008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80430299" name="Freeform 219"/>
            <p:cNvSpPr/>
            <p:nvPr/>
          </p:nvSpPr>
          <p:spPr bwMode="auto">
            <a:xfrm rot="0" flipH="0" flipV="0">
              <a:off x="632411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0537658" name="TextBox 220"/>
            <p:cNvSpPr txBox="1"/>
            <p:nvPr/>
          </p:nvSpPr>
          <p:spPr bwMode="auto">
            <a:xfrm rot="0" flipH="0" flipV="0">
              <a:off x="634180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626091594" name="Freeform 222"/>
            <p:cNvSpPr/>
            <p:nvPr/>
          </p:nvSpPr>
          <p:spPr bwMode="auto">
            <a:xfrm rot="0" flipH="0" flipV="0">
              <a:off x="6540264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0497247" name="TextBox 223"/>
            <p:cNvSpPr txBox="1"/>
            <p:nvPr/>
          </p:nvSpPr>
          <p:spPr bwMode="auto">
            <a:xfrm rot="0" flipH="0" flipV="0">
              <a:off x="6557952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37233908" name="Freeform 225"/>
            <p:cNvSpPr/>
            <p:nvPr/>
          </p:nvSpPr>
          <p:spPr bwMode="auto">
            <a:xfrm rot="0" flipH="0" flipV="0">
              <a:off x="675587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70420958" name="TextBox 226"/>
            <p:cNvSpPr txBox="1"/>
            <p:nvPr/>
          </p:nvSpPr>
          <p:spPr bwMode="auto">
            <a:xfrm rot="0" flipH="0" flipV="0">
              <a:off x="677356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2005195063" name="Freeform 228"/>
            <p:cNvSpPr/>
            <p:nvPr/>
          </p:nvSpPr>
          <p:spPr bwMode="auto">
            <a:xfrm rot="0" flipH="0" flipV="0">
              <a:off x="697148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5377643" name="TextBox 229"/>
            <p:cNvSpPr txBox="1"/>
            <p:nvPr/>
          </p:nvSpPr>
          <p:spPr bwMode="auto">
            <a:xfrm rot="0" flipH="0" flipV="0">
              <a:off x="6989175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31276217" name="Freeform 231"/>
            <p:cNvSpPr/>
            <p:nvPr/>
          </p:nvSpPr>
          <p:spPr bwMode="auto">
            <a:xfrm rot="0" flipH="0" flipV="0">
              <a:off x="718709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6456032" name="TextBox 232"/>
            <p:cNvSpPr txBox="1"/>
            <p:nvPr/>
          </p:nvSpPr>
          <p:spPr bwMode="auto">
            <a:xfrm rot="0" flipH="0" flipV="0">
              <a:off x="7204788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448799248" name="Freeform 234"/>
            <p:cNvSpPr/>
            <p:nvPr/>
          </p:nvSpPr>
          <p:spPr bwMode="auto">
            <a:xfrm rot="0" flipH="0" flipV="0">
              <a:off x="9986247" y="3085443"/>
              <a:ext cx="1229953" cy="647238"/>
            </a:xfrm>
            <a:custGeom>
              <a:avLst/>
              <a:gdLst/>
              <a:ahLst/>
              <a:cxnLst/>
              <a:rect l="l" t="t" r="r" b="b"/>
              <a:pathLst>
                <a:path w="3295625" h="1734260" fill="norm" stroke="1" extrusionOk="0">
                  <a:moveTo>
                    <a:pt x="0" y="0"/>
                  </a:moveTo>
                  <a:lnTo>
                    <a:pt x="0" y="1734260"/>
                  </a:lnTo>
                  <a:lnTo>
                    <a:pt x="3295625" y="1734260"/>
                  </a:lnTo>
                  <a:lnTo>
                    <a:pt x="3295625" y="0"/>
                  </a:lnTo>
                  <a:lnTo>
                    <a:pt x="0" y="0"/>
                  </a:lnTo>
                  <a:close/>
                  <a:moveTo>
                    <a:pt x="3234665" y="1673300"/>
                  </a:moveTo>
                  <a:lnTo>
                    <a:pt x="59690" y="1673300"/>
                  </a:lnTo>
                  <a:lnTo>
                    <a:pt x="59690" y="59690"/>
                  </a:lnTo>
                  <a:lnTo>
                    <a:pt x="3234665" y="59690"/>
                  </a:lnTo>
                  <a:lnTo>
                    <a:pt x="3234665" y="1673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0937491" name="Freeform 236"/>
            <p:cNvSpPr/>
            <p:nvPr/>
          </p:nvSpPr>
          <p:spPr bwMode="auto">
            <a:xfrm rot="0" flipH="0" flipV="0">
              <a:off x="10075353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7183716" name="TextBox 237"/>
            <p:cNvSpPr txBox="1"/>
            <p:nvPr/>
          </p:nvSpPr>
          <p:spPr bwMode="auto">
            <a:xfrm rot="0" flipH="0" flipV="0">
              <a:off x="10093041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521390189" name="Freeform 239"/>
            <p:cNvSpPr/>
            <p:nvPr/>
          </p:nvSpPr>
          <p:spPr bwMode="auto">
            <a:xfrm rot="0" flipH="0" flipV="0">
              <a:off x="10291506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253596" name="TextBox 240"/>
            <p:cNvSpPr txBox="1"/>
            <p:nvPr/>
          </p:nvSpPr>
          <p:spPr bwMode="auto">
            <a:xfrm rot="0" flipH="0" flipV="0">
              <a:off x="1030919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396403689" name="Freeform 242"/>
            <p:cNvSpPr/>
            <p:nvPr/>
          </p:nvSpPr>
          <p:spPr bwMode="auto">
            <a:xfrm rot="0" flipH="0" flipV="0">
              <a:off x="10507115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2954916" name="TextBox 243"/>
            <p:cNvSpPr txBox="1"/>
            <p:nvPr/>
          </p:nvSpPr>
          <p:spPr bwMode="auto">
            <a:xfrm rot="0" flipH="0" flipV="0">
              <a:off x="10524803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021491654" name="Freeform 245"/>
            <p:cNvSpPr/>
            <p:nvPr/>
          </p:nvSpPr>
          <p:spPr bwMode="auto">
            <a:xfrm rot="0" flipH="0" flipV="0">
              <a:off x="10722727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773648" name="TextBox 246"/>
            <p:cNvSpPr txBox="1"/>
            <p:nvPr/>
          </p:nvSpPr>
          <p:spPr bwMode="auto">
            <a:xfrm rot="0" flipH="0" flipV="0">
              <a:off x="10740414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760867692" name="Freeform 248"/>
            <p:cNvSpPr/>
            <p:nvPr/>
          </p:nvSpPr>
          <p:spPr bwMode="auto">
            <a:xfrm rot="0" flipH="0" flipV="0">
              <a:off x="10938339" y="3169092"/>
              <a:ext cx="188757" cy="479935"/>
            </a:xfrm>
            <a:custGeom>
              <a:avLst/>
              <a:gdLst/>
              <a:ahLst/>
              <a:cxnLst/>
              <a:rect l="l" t="t" r="r" b="b"/>
              <a:pathLst>
                <a:path w="38088" h="96844" fill="norm" stroke="1" extrusionOk="0">
                  <a:moveTo>
                    <a:pt x="19044" y="0"/>
                  </a:moveTo>
                  <a:cubicBezTo>
                    <a:pt x="8526" y="0"/>
                    <a:pt x="0" y="21679"/>
                    <a:pt x="0" y="48422"/>
                  </a:cubicBezTo>
                  <a:cubicBezTo>
                    <a:pt x="0" y="75165"/>
                    <a:pt x="8526" y="96844"/>
                    <a:pt x="19044" y="96844"/>
                  </a:cubicBezTo>
                  <a:cubicBezTo>
                    <a:pt x="29562" y="96844"/>
                    <a:pt x="38088" y="75165"/>
                    <a:pt x="38088" y="48422"/>
                  </a:cubicBezTo>
                  <a:cubicBezTo>
                    <a:pt x="38088" y="21679"/>
                    <a:pt x="29562" y="0"/>
                    <a:pt x="1904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7669582" name="TextBox 249"/>
            <p:cNvSpPr txBox="1"/>
            <p:nvPr/>
          </p:nvSpPr>
          <p:spPr bwMode="auto">
            <a:xfrm rot="0" flipH="0" flipV="0">
              <a:off x="10956026" y="2978073"/>
              <a:ext cx="153357" cy="62597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19"/>
                </a:lnSpc>
                <a:defRPr/>
              </a:pPr>
              <a:endParaRPr/>
            </a:p>
          </p:txBody>
        </p:sp>
        <p:sp>
          <p:nvSpPr>
            <p:cNvPr id="1689194228" name="AutoShape 250"/>
            <p:cNvSpPr/>
            <p:nvPr/>
          </p:nvSpPr>
          <p:spPr bwMode="auto">
            <a:xfrm flipH="1">
              <a:off x="614977" y="2684410"/>
              <a:ext cx="124454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9680790" name="AutoShape 251"/>
            <p:cNvSpPr/>
            <p:nvPr/>
          </p:nvSpPr>
          <p:spPr bwMode="auto">
            <a:xfrm flipH="1">
              <a:off x="1857192" y="2684410"/>
              <a:ext cx="634659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510857" name="AutoShape 252"/>
            <p:cNvSpPr/>
            <p:nvPr/>
          </p:nvSpPr>
          <p:spPr bwMode="auto">
            <a:xfrm flipH="1">
              <a:off x="3100573" y="2684410"/>
              <a:ext cx="23600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88000280" name="AutoShape 253"/>
            <p:cNvSpPr/>
            <p:nvPr/>
          </p:nvSpPr>
          <p:spPr bwMode="auto">
            <a:xfrm flipH="1">
              <a:off x="4361092" y="2684410"/>
              <a:ext cx="1247261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198484" name="AutoShape 254"/>
            <p:cNvSpPr/>
            <p:nvPr/>
          </p:nvSpPr>
          <p:spPr bwMode="auto">
            <a:xfrm flipH="1">
              <a:off x="5604474" y="2684410"/>
              <a:ext cx="636202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210383" name="AutoShape 255"/>
            <p:cNvSpPr/>
            <p:nvPr/>
          </p:nvSpPr>
          <p:spPr bwMode="auto">
            <a:xfrm flipH="1">
              <a:off x="6849988" y="2684410"/>
              <a:ext cx="23013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1250204" name="AutoShape 256"/>
            <p:cNvSpPr/>
            <p:nvPr/>
          </p:nvSpPr>
          <p:spPr bwMode="auto">
            <a:xfrm flipH="1">
              <a:off x="8115468" y="2684410"/>
              <a:ext cx="1238626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25225904" name="AutoShape 257"/>
            <p:cNvSpPr/>
            <p:nvPr/>
          </p:nvSpPr>
          <p:spPr bwMode="auto">
            <a:xfrm flipH="1">
              <a:off x="9357843" y="2684410"/>
              <a:ext cx="628574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4979702" name="AutoShape 258"/>
            <p:cNvSpPr/>
            <p:nvPr/>
          </p:nvSpPr>
          <p:spPr bwMode="auto">
            <a:xfrm flipH="1">
              <a:off x="10601226" y="2684410"/>
              <a:ext cx="17515" cy="40103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129528" name="AutoShape 259"/>
            <p:cNvSpPr/>
            <p:nvPr/>
          </p:nvSpPr>
          <p:spPr bwMode="auto">
            <a:xfrm>
              <a:off x="61497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748376" name="AutoShape 260"/>
            <p:cNvSpPr/>
            <p:nvPr/>
          </p:nvSpPr>
          <p:spPr bwMode="auto">
            <a:xfrm>
              <a:off x="83085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711765" name="AutoShape 261"/>
            <p:cNvSpPr/>
            <p:nvPr/>
          </p:nvSpPr>
          <p:spPr bwMode="auto">
            <a:xfrm>
              <a:off x="104646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101972" name="AutoShape 262"/>
            <p:cNvSpPr/>
            <p:nvPr/>
          </p:nvSpPr>
          <p:spPr bwMode="auto">
            <a:xfrm>
              <a:off x="18573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04215" name="AutoShape 263"/>
            <p:cNvSpPr/>
            <p:nvPr/>
          </p:nvSpPr>
          <p:spPr bwMode="auto">
            <a:xfrm>
              <a:off x="207320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9027766" name="AutoShape 264"/>
            <p:cNvSpPr/>
            <p:nvPr/>
          </p:nvSpPr>
          <p:spPr bwMode="auto">
            <a:xfrm>
              <a:off x="228881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0087041" name="AutoShape 265"/>
            <p:cNvSpPr/>
            <p:nvPr/>
          </p:nvSpPr>
          <p:spPr bwMode="auto">
            <a:xfrm>
              <a:off x="309435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6658431" name="AutoShape 266"/>
            <p:cNvSpPr/>
            <p:nvPr/>
          </p:nvSpPr>
          <p:spPr bwMode="auto">
            <a:xfrm>
              <a:off x="33102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8821052" name="AutoShape 267"/>
            <p:cNvSpPr/>
            <p:nvPr/>
          </p:nvSpPr>
          <p:spPr bwMode="auto">
            <a:xfrm>
              <a:off x="352584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3146482" name="AutoShape 268"/>
            <p:cNvSpPr/>
            <p:nvPr/>
          </p:nvSpPr>
          <p:spPr bwMode="auto">
            <a:xfrm>
              <a:off x="436122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1695122" name="AutoShape 269"/>
            <p:cNvSpPr/>
            <p:nvPr/>
          </p:nvSpPr>
          <p:spPr bwMode="auto">
            <a:xfrm>
              <a:off x="4577107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18192" name="AutoShape 270"/>
            <p:cNvSpPr/>
            <p:nvPr/>
          </p:nvSpPr>
          <p:spPr bwMode="auto">
            <a:xfrm>
              <a:off x="479271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5457" name="AutoShape 271"/>
            <p:cNvSpPr/>
            <p:nvPr/>
          </p:nvSpPr>
          <p:spPr bwMode="auto">
            <a:xfrm>
              <a:off x="5604608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7721756" name="AutoShape 272"/>
            <p:cNvSpPr/>
            <p:nvPr/>
          </p:nvSpPr>
          <p:spPr bwMode="auto">
            <a:xfrm>
              <a:off x="582048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4139735" name="AutoShape 273"/>
            <p:cNvSpPr/>
            <p:nvPr/>
          </p:nvSpPr>
          <p:spPr bwMode="auto">
            <a:xfrm>
              <a:off x="6036102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6290060" name="AutoShape 274"/>
            <p:cNvSpPr/>
            <p:nvPr/>
          </p:nvSpPr>
          <p:spPr bwMode="auto">
            <a:xfrm>
              <a:off x="684871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3819347" name="AutoShape 275"/>
            <p:cNvSpPr/>
            <p:nvPr/>
          </p:nvSpPr>
          <p:spPr bwMode="auto">
            <a:xfrm>
              <a:off x="706459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5781227" name="AutoShape 276"/>
            <p:cNvSpPr/>
            <p:nvPr/>
          </p:nvSpPr>
          <p:spPr bwMode="auto">
            <a:xfrm>
              <a:off x="728020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1300835" name="AutoShape 277"/>
            <p:cNvSpPr/>
            <p:nvPr/>
          </p:nvSpPr>
          <p:spPr bwMode="auto">
            <a:xfrm>
              <a:off x="811560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193220" name="AutoShape 278"/>
            <p:cNvSpPr/>
            <p:nvPr/>
          </p:nvSpPr>
          <p:spPr bwMode="auto">
            <a:xfrm>
              <a:off x="8331483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215730" name="AutoShape 279"/>
            <p:cNvSpPr/>
            <p:nvPr/>
          </p:nvSpPr>
          <p:spPr bwMode="auto">
            <a:xfrm>
              <a:off x="854709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5590432" name="AutoShape 280"/>
            <p:cNvSpPr/>
            <p:nvPr/>
          </p:nvSpPr>
          <p:spPr bwMode="auto">
            <a:xfrm>
              <a:off x="9366134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6740419" name="AutoShape 281"/>
            <p:cNvSpPr/>
            <p:nvPr/>
          </p:nvSpPr>
          <p:spPr bwMode="auto">
            <a:xfrm>
              <a:off x="9582015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9730872" name="AutoShape 282"/>
            <p:cNvSpPr/>
            <p:nvPr/>
          </p:nvSpPr>
          <p:spPr bwMode="auto">
            <a:xfrm>
              <a:off x="9797626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5718668" name="AutoShape 283"/>
            <p:cNvSpPr/>
            <p:nvPr/>
          </p:nvSpPr>
          <p:spPr bwMode="auto">
            <a:xfrm>
              <a:off x="10603239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40213847" name="AutoShape 284"/>
            <p:cNvSpPr/>
            <p:nvPr/>
          </p:nvSpPr>
          <p:spPr bwMode="auto">
            <a:xfrm>
              <a:off x="10819120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436039" name="AutoShape 285"/>
            <p:cNvSpPr/>
            <p:nvPr/>
          </p:nvSpPr>
          <p:spPr bwMode="auto">
            <a:xfrm>
              <a:off x="11034731" y="3895339"/>
              <a:ext cx="0" cy="82656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7825574" name="Freeform 287"/>
            <p:cNvSpPr/>
            <p:nvPr/>
          </p:nvSpPr>
          <p:spPr bwMode="auto">
            <a:xfrm rot="0" flipH="0" flipV="0">
              <a:off x="0" y="4877834"/>
              <a:ext cx="11216201" cy="585144"/>
            </a:xfrm>
            <a:custGeom>
              <a:avLst/>
              <a:gdLst/>
              <a:ahLst/>
              <a:cxnLst/>
              <a:rect l="l" t="t" r="r" b="b"/>
              <a:pathLst>
                <a:path w="2263253" h="118073" fill="norm" stroke="1" extrusionOk="0">
                  <a:moveTo>
                    <a:pt x="8973" y="0"/>
                  </a:moveTo>
                  <a:lnTo>
                    <a:pt x="2254280" y="0"/>
                  </a:lnTo>
                  <a:cubicBezTo>
                    <a:pt x="2256660" y="0"/>
                    <a:pt x="2258942" y="945"/>
                    <a:pt x="2260625" y="2628"/>
                  </a:cubicBezTo>
                  <a:cubicBezTo>
                    <a:pt x="2262308" y="4311"/>
                    <a:pt x="2263253" y="6593"/>
                    <a:pt x="2263253" y="8973"/>
                  </a:cubicBezTo>
                  <a:lnTo>
                    <a:pt x="2263253" y="109100"/>
                  </a:lnTo>
                  <a:cubicBezTo>
                    <a:pt x="2263253" y="111480"/>
                    <a:pt x="2262308" y="113762"/>
                    <a:pt x="2260625" y="115445"/>
                  </a:cubicBezTo>
                  <a:cubicBezTo>
                    <a:pt x="2258942" y="117127"/>
                    <a:pt x="2256660" y="118073"/>
                    <a:pt x="2254280" y="118073"/>
                  </a:cubicBezTo>
                  <a:lnTo>
                    <a:pt x="8973" y="118073"/>
                  </a:lnTo>
                  <a:cubicBezTo>
                    <a:pt x="6593" y="118073"/>
                    <a:pt x="4311" y="117127"/>
                    <a:pt x="2628" y="115445"/>
                  </a:cubicBezTo>
                  <a:cubicBezTo>
                    <a:pt x="945" y="113762"/>
                    <a:pt x="0" y="111480"/>
                    <a:pt x="0" y="109100"/>
                  </a:cubicBezTo>
                  <a:lnTo>
                    <a:pt x="0" y="8973"/>
                  </a:lnTo>
                  <a:cubicBezTo>
                    <a:pt x="0" y="6593"/>
                    <a:pt x="945" y="4311"/>
                    <a:pt x="2628" y="2628"/>
                  </a:cubicBezTo>
                  <a:cubicBezTo>
                    <a:pt x="4311" y="945"/>
                    <a:pt x="6593" y="0"/>
                    <a:pt x="897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851969" name="TextBox 288"/>
            <p:cNvSpPr txBox="1"/>
            <p:nvPr/>
          </p:nvSpPr>
          <p:spPr bwMode="auto">
            <a:xfrm rot="0" flipH="0" flipV="0">
              <a:off x="0" y="4689027"/>
              <a:ext cx="11216201" cy="77396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 Genesis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01444602" name="TextBox 289"/>
            <p:cNvSpPr txBox="1"/>
            <p:nvPr/>
          </p:nvSpPr>
          <p:spPr bwMode="auto">
            <a:xfrm flipH="0" flipV="0">
              <a:off x="4550479" y="234219"/>
              <a:ext cx="2052534" cy="3023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8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2841687" name="TextBox 290"/>
            <p:cNvSpPr txBox="1"/>
            <p:nvPr/>
          </p:nvSpPr>
          <p:spPr bwMode="auto">
            <a:xfrm flipH="0" flipV="0">
              <a:off x="322944" y="1934729"/>
              <a:ext cx="2994948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98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9995749" name="TextBox 291"/>
            <p:cNvSpPr txBox="1"/>
            <p:nvPr/>
          </p:nvSpPr>
          <p:spPr bwMode="auto">
            <a:xfrm flipH="0" flipV="0">
              <a:off x="4069059" y="1934729"/>
              <a:ext cx="2998247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0836880" name="TextBox 292"/>
            <p:cNvSpPr txBox="1"/>
            <p:nvPr/>
          </p:nvSpPr>
          <p:spPr bwMode="auto">
            <a:xfrm flipH="0" flipV="0">
              <a:off x="7823433" y="1934729"/>
              <a:ext cx="3071059" cy="26680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098"/>
                </a:lnSpc>
                <a:spcBef>
                  <a:spcPts val="0"/>
                </a:spcBef>
                <a:defRPr/>
              </a:pPr>
              <a:r>
                <a:rPr lang="en-US" sz="1600" b="1" u="none" strike="noStrike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Mix #N-1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14169" name="Freeform 27"/>
          <p:cNvSpPr/>
          <p:nvPr/>
        </p:nvSpPr>
        <p:spPr bwMode="auto">
          <a:xfrm rot="0" flipH="0" flipV="0">
            <a:off x="1693870" y="268173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98054123" name="TextBox 28"/>
          <p:cNvSpPr txBox="1"/>
          <p:nvPr/>
        </p:nvSpPr>
        <p:spPr bwMode="auto">
          <a:xfrm rot="0" flipH="0" flipV="0">
            <a:off x="1693870" y="251297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23915702" name="Freeform 30"/>
          <p:cNvSpPr/>
          <p:nvPr/>
        </p:nvSpPr>
        <p:spPr bwMode="auto">
          <a:xfrm rot="0" flipH="0" flipV="0">
            <a:off x="1693870" y="181794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9113158" name="TextBox 31"/>
          <p:cNvSpPr txBox="1"/>
          <p:nvPr/>
        </p:nvSpPr>
        <p:spPr bwMode="auto">
          <a:xfrm rot="0" flipH="0" flipV="0">
            <a:off x="1693870" y="164917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15042543" name="Freeform 33"/>
          <p:cNvSpPr/>
          <p:nvPr/>
        </p:nvSpPr>
        <p:spPr bwMode="auto">
          <a:xfrm rot="0" flipH="0" flipV="0">
            <a:off x="1693870" y="95562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84571439" name="TextBox 34"/>
          <p:cNvSpPr txBox="1"/>
          <p:nvPr/>
        </p:nvSpPr>
        <p:spPr bwMode="auto">
          <a:xfrm rot="0" flipH="0" flipV="0">
            <a:off x="1693870" y="786855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1083759" name="Freeform 36"/>
          <p:cNvSpPr/>
          <p:nvPr/>
        </p:nvSpPr>
        <p:spPr bwMode="auto">
          <a:xfrm rot="0" flipH="0" flipV="0">
            <a:off x="1693870" y="4406380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59093309" name="TextBox 37"/>
          <p:cNvSpPr txBox="1"/>
          <p:nvPr/>
        </p:nvSpPr>
        <p:spPr bwMode="auto">
          <a:xfrm rot="0" flipH="0" flipV="0">
            <a:off x="1693870" y="423761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40791983" name="Freeform 39"/>
          <p:cNvSpPr/>
          <p:nvPr/>
        </p:nvSpPr>
        <p:spPr bwMode="auto">
          <a:xfrm rot="0" flipH="0" flipV="0">
            <a:off x="1693870" y="354406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7716447" name="TextBox 40"/>
          <p:cNvSpPr txBox="1"/>
          <p:nvPr/>
        </p:nvSpPr>
        <p:spPr bwMode="auto">
          <a:xfrm rot="0" flipH="0" flipV="0">
            <a:off x="1693870" y="337529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संभावित स्रोत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91943826" name="AutoShape 41"/>
          <p:cNvSpPr/>
          <p:nvPr/>
        </p:nvSpPr>
        <p:spPr bwMode="auto">
          <a:xfrm>
            <a:off x="4051204" y="215385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10566313" name="Freeform 42"/>
          <p:cNvSpPr/>
          <p:nvPr/>
        </p:nvSpPr>
        <p:spPr bwMode="auto">
          <a:xfrm>
            <a:off x="407528" y="2971771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466710" name="AutoShape 50"/>
          <p:cNvSpPr/>
          <p:nvPr/>
        </p:nvSpPr>
        <p:spPr bwMode="auto">
          <a:xfrm>
            <a:off x="4051204" y="1291531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1519795" name="AutoShape 51"/>
          <p:cNvSpPr/>
          <p:nvPr/>
        </p:nvSpPr>
        <p:spPr bwMode="auto">
          <a:xfrm>
            <a:off x="4051204" y="3017653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90190744" name="AutoShape 52"/>
          <p:cNvSpPr/>
          <p:nvPr/>
        </p:nvSpPr>
        <p:spPr bwMode="auto">
          <a:xfrm flipV="1">
            <a:off x="4051204" y="3448072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69993692" name="AutoShape 53"/>
          <p:cNvSpPr/>
          <p:nvPr/>
        </p:nvSpPr>
        <p:spPr bwMode="auto">
          <a:xfrm flipV="1">
            <a:off x="4051204" y="3448072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90605248" name="Freeform 55"/>
          <p:cNvSpPr/>
          <p:nvPr/>
        </p:nvSpPr>
        <p:spPr bwMode="auto">
          <a:xfrm rot="0" flipH="0" flipV="0">
            <a:off x="1693870" y="52687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8244610" name="TextBox 56"/>
          <p:cNvSpPr txBox="1"/>
          <p:nvPr/>
        </p:nvSpPr>
        <p:spPr bwMode="auto">
          <a:xfrm rot="0" flipH="0" flipV="0">
            <a:off x="1693870" y="5099936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स्रोत...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00368935" name="AutoShape 57"/>
          <p:cNvSpPr/>
          <p:nvPr/>
        </p:nvSpPr>
        <p:spPr bwMode="auto">
          <a:xfrm flipV="1">
            <a:off x="4051204" y="3448072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1027935864" name=""/>
          <p:cNvGrpSpPr/>
          <p:nvPr/>
        </p:nvGrpSpPr>
        <p:grpSpPr bwMode="auto">
          <a:xfrm>
            <a:off x="6071575" y="2349031"/>
            <a:ext cx="5495629" cy="2859803"/>
            <a:chOff x="0" y="0"/>
            <a:chExt cx="5495629" cy="2859803"/>
          </a:xfrm>
        </p:grpSpPr>
        <p:sp>
          <p:nvSpPr>
            <p:cNvPr id="135068193" name="Freeform 44"/>
            <p:cNvSpPr/>
            <p:nvPr/>
          </p:nvSpPr>
          <p:spPr bwMode="auto">
            <a:xfrm rot="0" flipH="0" flipV="0">
              <a:off x="3138299" y="519088"/>
              <a:ext cx="2357330" cy="1148133"/>
            </a:xfrm>
            <a:custGeom>
              <a:avLst/>
              <a:gdLst/>
              <a:ahLst/>
              <a:cxnLst/>
              <a:rect l="l" t="t" r="r" b="b"/>
              <a:pathLst>
                <a:path w="931292" h="453585" fill="norm" stroke="1" extrusionOk="0">
                  <a:moveTo>
                    <a:pt x="111662" y="0"/>
                  </a:moveTo>
                  <a:lnTo>
                    <a:pt x="819630" y="0"/>
                  </a:lnTo>
                  <a:cubicBezTo>
                    <a:pt x="849244" y="0"/>
                    <a:pt x="877646" y="11764"/>
                    <a:pt x="898587" y="32705"/>
                  </a:cubicBezTo>
                  <a:cubicBezTo>
                    <a:pt x="919527" y="53646"/>
                    <a:pt x="931292" y="82048"/>
                    <a:pt x="931292" y="111662"/>
                  </a:cubicBezTo>
                  <a:lnTo>
                    <a:pt x="931292" y="341922"/>
                  </a:lnTo>
                  <a:cubicBezTo>
                    <a:pt x="931292" y="371537"/>
                    <a:pt x="919527" y="399939"/>
                    <a:pt x="898587" y="420879"/>
                  </a:cubicBezTo>
                  <a:cubicBezTo>
                    <a:pt x="877646" y="441820"/>
                    <a:pt x="849244" y="453585"/>
                    <a:pt x="819630" y="453585"/>
                  </a:cubicBezTo>
                  <a:lnTo>
                    <a:pt x="111662" y="453585"/>
                  </a:lnTo>
                  <a:cubicBezTo>
                    <a:pt x="49993" y="453585"/>
                    <a:pt x="0" y="403592"/>
                    <a:pt x="0" y="341922"/>
                  </a:cubicBezTo>
                  <a:lnTo>
                    <a:pt x="0" y="111662"/>
                  </a:lnTo>
                  <a:cubicBezTo>
                    <a:pt x="0" y="82048"/>
                    <a:pt x="11764" y="53646"/>
                    <a:pt x="32705" y="32705"/>
                  </a:cubicBezTo>
                  <a:cubicBezTo>
                    <a:pt x="53646" y="11764"/>
                    <a:pt x="82048" y="0"/>
                    <a:pt x="111662" y="0"/>
                  </a:cubicBezTo>
                  <a:close/>
                </a:path>
              </a:pathLst>
            </a:custGeom>
            <a:solidFill>
              <a:srgbClr val="FF5C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14416900" name="TextBox 45"/>
            <p:cNvSpPr txBox="1"/>
            <p:nvPr/>
          </p:nvSpPr>
          <p:spPr bwMode="auto">
            <a:xfrm rot="0" flipH="0" flipV="0">
              <a:off x="3138299" y="350323"/>
              <a:ext cx="2357330" cy="131690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marL="0" lvl="0" indent="0" algn="ctr">
                <a:lnSpc>
                  <a:spcPts val="3490"/>
                </a:lnSpc>
                <a:spcBef>
                  <a:spcPts val="0"/>
                </a:spcBef>
                <a:defRPr/>
              </a:pPr>
              <a:r>
                <a:rPr lang="en-US" sz="1800" b="1" u="none" strike="noStrike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after coinjoin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32659971" name="Freeform 47"/>
            <p:cNvSpPr/>
            <p:nvPr/>
          </p:nvSpPr>
          <p:spPr bwMode="auto">
            <a:xfrm rot="0" flipH="0" flipV="0">
              <a:off x="0" y="168765"/>
              <a:ext cx="2357330" cy="1860545"/>
            </a:xfrm>
            <a:custGeom>
              <a:avLst/>
              <a:gdLst/>
              <a:ahLst/>
              <a:cxnLst/>
              <a:rect l="l" t="t" r="r" b="b"/>
              <a:pathLst>
                <a:path w="931292" h="735032" fill="norm" stroke="1" extrusionOk="0">
                  <a:moveTo>
                    <a:pt x="0" y="0"/>
                  </a:moveTo>
                  <a:lnTo>
                    <a:pt x="931292" y="0"/>
                  </a:lnTo>
                  <a:lnTo>
                    <a:pt x="931292" y="735032"/>
                  </a:lnTo>
                  <a:lnTo>
                    <a:pt x="0" y="735032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74058" name="TextBox 48"/>
            <p:cNvSpPr txBox="1"/>
            <p:nvPr/>
          </p:nvSpPr>
          <p:spPr bwMode="auto">
            <a:xfrm rot="0" flipH="0" flipV="0">
              <a:off x="0" y="0"/>
              <a:ext cx="2357330" cy="202931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0"/>
                </a:lnSpc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 sz="2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marL="0" lvl="0" indent="0" algn="ctr">
                <a:lnSpc>
                  <a:spcPts val="3781"/>
                </a:lnSpc>
                <a:spcBef>
                  <a:spcPts val="0"/>
                </a:spcBef>
                <a:defRPr/>
              </a:pPr>
              <a:r>
                <a:rPr lang="en-US" sz="2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Cycles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62862199" name="AutoShape 49"/>
            <p:cNvSpPr/>
            <p:nvPr/>
          </p:nvSpPr>
          <p:spPr bwMode="auto">
            <a:xfrm flipH="1">
              <a:off x="2357331" y="1093160"/>
              <a:ext cx="780966" cy="5880"/>
            </a:xfrm>
            <a:prstGeom prst="line">
              <a:avLst/>
            </a:prstGeom>
            <a:grpFill/>
            <a:ln w="762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200"/>
            </a:p>
          </p:txBody>
        </p:sp>
        <p:pic>
          <p:nvPicPr>
            <p:cNvPr id="949964390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825495" y="2127204"/>
              <a:ext cx="732600" cy="7326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3826092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58405059" name=""/>
          <p:cNvGrpSpPr/>
          <p:nvPr/>
        </p:nvGrpSpPr>
        <p:grpSpPr bwMode="auto">
          <a:xfrm>
            <a:off x="1974726" y="1990017"/>
            <a:ext cx="8798809" cy="2747866"/>
            <a:chOff x="0" y="0"/>
            <a:chExt cx="8798809" cy="2747866"/>
          </a:xfrm>
        </p:grpSpPr>
        <p:sp>
          <p:nvSpPr>
            <p:cNvPr id="1760744386" name="TextBox 32"/>
            <p:cNvSpPr txBox="1"/>
            <p:nvPr/>
          </p:nvSpPr>
          <p:spPr bwMode="auto">
            <a:xfrm>
              <a:off x="1716889" y="0"/>
              <a:ext cx="5366638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5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TX</a:t>
              </a:r>
              <a:endParaRPr/>
            </a:p>
          </p:txBody>
        </p:sp>
        <p:sp>
          <p:nvSpPr>
            <p:cNvPr id="890247411" name="TextBox 33"/>
            <p:cNvSpPr txBox="1"/>
            <p:nvPr/>
          </p:nvSpPr>
          <p:spPr bwMode="auto">
            <a:xfrm>
              <a:off x="35790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18887375" name="AutoShape 34"/>
            <p:cNvSpPr/>
            <p:nvPr/>
          </p:nvSpPr>
          <p:spPr bwMode="auto">
            <a:xfrm>
              <a:off x="1997982" y="1600083"/>
              <a:ext cx="4802845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0318516" name="TextBox 35"/>
            <p:cNvSpPr txBox="1"/>
            <p:nvPr/>
          </p:nvSpPr>
          <p:spPr bwMode="auto">
            <a:xfrm>
              <a:off x="6836619" y="704505"/>
              <a:ext cx="1927839" cy="40066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5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83498401" name="AutoShape 42"/>
            <p:cNvSpPr/>
            <p:nvPr/>
          </p:nvSpPr>
          <p:spPr bwMode="auto">
            <a:xfrm>
              <a:off x="1997982" y="1600083"/>
              <a:ext cx="4802845" cy="836694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1530260389" name=""/>
            <p:cNvGrpSpPr/>
            <p:nvPr/>
          </p:nvGrpSpPr>
          <p:grpSpPr bwMode="auto">
            <a:xfrm>
              <a:off x="6800827" y="1142805"/>
              <a:ext cx="1997982" cy="1605061"/>
              <a:chOff x="0" y="0"/>
              <a:chExt cx="1997982" cy="1605061"/>
            </a:xfrm>
          </p:grpSpPr>
          <p:sp>
            <p:nvSpPr>
              <p:cNvPr id="805084084" name="Freeform 37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5932817" name="TextBox 38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70 000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027949" name="Freeform 40"/>
              <p:cNvSpPr/>
              <p:nvPr/>
            </p:nvSpPr>
            <p:spPr bwMode="auto">
              <a:xfrm rot="0" flipH="0" flipV="0">
                <a:off x="0" y="982883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2264890" name="TextBox 41"/>
              <p:cNvSpPr txBox="1"/>
              <p:nvPr/>
            </p:nvSpPr>
            <p:spPr bwMode="auto">
              <a:xfrm rot="0" flipH="0" flipV="0">
                <a:off x="0" y="836694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480420263" name=""/>
            <p:cNvGrpSpPr/>
            <p:nvPr/>
          </p:nvGrpSpPr>
          <p:grpSpPr bwMode="auto">
            <a:xfrm>
              <a:off x="0" y="1142805"/>
              <a:ext cx="1997982" cy="768366"/>
              <a:chOff x="0" y="0"/>
              <a:chExt cx="1997982" cy="768366"/>
            </a:xfrm>
          </p:grpSpPr>
          <p:sp>
            <p:nvSpPr>
              <p:cNvPr id="2113259464" name="Freeform 30"/>
              <p:cNvSpPr/>
              <p:nvPr/>
            </p:nvSpPr>
            <p:spPr bwMode="auto">
              <a:xfrm rot="0" flipH="0" flipV="0">
                <a:off x="0" y="146189"/>
                <a:ext cx="1997982" cy="622173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31745" y="0"/>
                    </a:moveTo>
                    <a:lnTo>
                      <a:pt x="779481" y="0"/>
                    </a:lnTo>
                    <a:cubicBezTo>
                      <a:pt x="852242" y="0"/>
                      <a:pt x="911226" y="58984"/>
                      <a:pt x="911226" y="131745"/>
                    </a:cubicBezTo>
                    <a:lnTo>
                      <a:pt x="911226" y="152012"/>
                    </a:lnTo>
                    <a:cubicBezTo>
                      <a:pt x="911226" y="224773"/>
                      <a:pt x="852242" y="283758"/>
                      <a:pt x="779481" y="283758"/>
                    </a:cubicBezTo>
                    <a:lnTo>
                      <a:pt x="131745" y="283758"/>
                    </a:lnTo>
                    <a:cubicBezTo>
                      <a:pt x="96804" y="283758"/>
                      <a:pt x="63294" y="269877"/>
                      <a:pt x="38587" y="245170"/>
                    </a:cubicBezTo>
                    <a:cubicBezTo>
                      <a:pt x="13880" y="220463"/>
                      <a:pt x="0" y="186953"/>
                      <a:pt x="0" y="152012"/>
                    </a:cubicBezTo>
                    <a:lnTo>
                      <a:pt x="0" y="131745"/>
                    </a:lnTo>
                    <a:cubicBezTo>
                      <a:pt x="0" y="96804"/>
                      <a:pt x="13880" y="63294"/>
                      <a:pt x="38587" y="38587"/>
                    </a:cubicBezTo>
                    <a:cubicBezTo>
                      <a:pt x="63294" y="13880"/>
                      <a:pt x="96804" y="0"/>
                      <a:pt x="131745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27805248" name="TextBox 31"/>
              <p:cNvSpPr txBox="1"/>
              <p:nvPr/>
            </p:nvSpPr>
            <p:spPr bwMode="auto">
              <a:xfrm rot="0" flipH="0" flipV="0">
                <a:off x="0" y="0"/>
                <a:ext cx="1997982" cy="76836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5270777" name=""/>
          <p:cNvGrpSpPr/>
          <p:nvPr/>
        </p:nvGrpSpPr>
        <p:grpSpPr bwMode="auto">
          <a:xfrm>
            <a:off x="1415898" y="659928"/>
            <a:ext cx="9303409" cy="5454552"/>
            <a:chOff x="0" y="0"/>
            <a:chExt cx="9303409" cy="5454552"/>
          </a:xfrm>
        </p:grpSpPr>
        <p:sp>
          <p:nvSpPr>
            <p:cNvPr id="1526500025" name="TextBox 32"/>
            <p:cNvSpPr txBox="1"/>
            <p:nvPr/>
          </p:nvSpPr>
          <p:spPr bwMode="auto">
            <a:xfrm>
              <a:off x="1815320" y="0"/>
              <a:ext cx="5674619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046070" name="TextBox 33"/>
            <p:cNvSpPr txBox="1"/>
            <p:nvPr/>
          </p:nvSpPr>
          <p:spPr bwMode="auto">
            <a:xfrm>
              <a:off x="37845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55812162" name="AutoShape 34"/>
            <p:cNvSpPr/>
            <p:nvPr/>
          </p:nvSpPr>
          <p:spPr bwMode="auto">
            <a:xfrm>
              <a:off x="2112527" y="1586979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6724422" name="TextBox 38"/>
            <p:cNvSpPr txBox="1"/>
            <p:nvPr/>
          </p:nvSpPr>
          <p:spPr bwMode="auto">
            <a:xfrm>
              <a:off x="7228558" y="633267"/>
              <a:ext cx="2037917" cy="42352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31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4585839" name="AutoShape 63"/>
            <p:cNvSpPr/>
            <p:nvPr/>
          </p:nvSpPr>
          <p:spPr bwMode="auto">
            <a:xfrm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9375733" name="AutoShape 64"/>
            <p:cNvSpPr/>
            <p:nvPr/>
          </p:nvSpPr>
          <p:spPr bwMode="auto">
            <a:xfrm>
              <a:off x="2112527" y="1586979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00370936" name="AutoShape 65"/>
            <p:cNvSpPr/>
            <p:nvPr/>
          </p:nvSpPr>
          <p:spPr bwMode="auto">
            <a:xfrm>
              <a:off x="2112527" y="1586979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0366528" name="AutoShape 66"/>
            <p:cNvSpPr/>
            <p:nvPr/>
          </p:nvSpPr>
          <p:spPr bwMode="auto">
            <a:xfrm>
              <a:off x="2112527" y="1586979"/>
              <a:ext cx="507835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78985689" name="AutoShape 67"/>
            <p:cNvSpPr/>
            <p:nvPr/>
          </p:nvSpPr>
          <p:spPr bwMode="auto">
            <a:xfrm flipV="1">
              <a:off x="2112527" y="1586979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20226213" name="AutoShape 68"/>
            <p:cNvSpPr/>
            <p:nvPr/>
          </p:nvSpPr>
          <p:spPr bwMode="auto">
            <a:xfrm>
              <a:off x="2112527" y="2471641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1275711" name="AutoShape 69"/>
            <p:cNvSpPr/>
            <p:nvPr/>
          </p:nvSpPr>
          <p:spPr bwMode="auto">
            <a:xfrm>
              <a:off x="2112527" y="2471641"/>
              <a:ext cx="507835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944708507" name="AutoShape 70"/>
            <p:cNvSpPr/>
            <p:nvPr/>
          </p:nvSpPr>
          <p:spPr bwMode="auto">
            <a:xfrm>
              <a:off x="2112527" y="2471641"/>
              <a:ext cx="507835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6348568" name="AutoShape 71"/>
            <p:cNvSpPr/>
            <p:nvPr/>
          </p:nvSpPr>
          <p:spPr bwMode="auto">
            <a:xfrm>
              <a:off x="2112527" y="2471641"/>
              <a:ext cx="507835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4549192" name="AutoShape 72"/>
            <p:cNvSpPr/>
            <p:nvPr/>
          </p:nvSpPr>
          <p:spPr bwMode="auto">
            <a:xfrm flipV="1">
              <a:off x="2112697" y="1586979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47190676" name="AutoShape 73"/>
            <p:cNvSpPr/>
            <p:nvPr/>
          </p:nvSpPr>
          <p:spPr bwMode="auto">
            <a:xfrm flipV="1">
              <a:off x="2112697" y="2471641"/>
              <a:ext cx="5078016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95770017" name="AutoShape 74"/>
            <p:cNvSpPr/>
            <p:nvPr/>
          </p:nvSpPr>
          <p:spPr bwMode="auto">
            <a:xfrm>
              <a:off x="2112697" y="3356304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6306110" name="AutoShape 75"/>
            <p:cNvSpPr/>
            <p:nvPr/>
          </p:nvSpPr>
          <p:spPr bwMode="auto">
            <a:xfrm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80833422" name="AutoShape 76"/>
            <p:cNvSpPr/>
            <p:nvPr/>
          </p:nvSpPr>
          <p:spPr bwMode="auto">
            <a:xfrm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76586278" name="AutoShape 77"/>
            <p:cNvSpPr/>
            <p:nvPr/>
          </p:nvSpPr>
          <p:spPr bwMode="auto">
            <a:xfrm flipV="1">
              <a:off x="2112697" y="1586979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2161916" name="AutoShape 78"/>
            <p:cNvSpPr/>
            <p:nvPr/>
          </p:nvSpPr>
          <p:spPr bwMode="auto">
            <a:xfrm flipV="1">
              <a:off x="2112697" y="2471641"/>
              <a:ext cx="5078016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62775492" name="AutoShape 79"/>
            <p:cNvSpPr/>
            <p:nvPr/>
          </p:nvSpPr>
          <p:spPr bwMode="auto">
            <a:xfrm flipV="1">
              <a:off x="2112697" y="3356304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353842818" name="AutoShape 80"/>
            <p:cNvSpPr/>
            <p:nvPr/>
          </p:nvSpPr>
          <p:spPr bwMode="auto">
            <a:xfrm>
              <a:off x="2112697" y="4240967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10092193" name="AutoShape 81"/>
            <p:cNvSpPr/>
            <p:nvPr/>
          </p:nvSpPr>
          <p:spPr bwMode="auto">
            <a:xfrm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34820689" name="AutoShape 82"/>
            <p:cNvSpPr/>
            <p:nvPr/>
          </p:nvSpPr>
          <p:spPr bwMode="auto">
            <a:xfrm flipV="1">
              <a:off x="2112697" y="1586979"/>
              <a:ext cx="5078016" cy="353864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8730241" name="AutoShape 83"/>
            <p:cNvSpPr/>
            <p:nvPr/>
          </p:nvSpPr>
          <p:spPr bwMode="auto">
            <a:xfrm flipV="1">
              <a:off x="2112697" y="2471641"/>
              <a:ext cx="5078016" cy="2653987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32601326" name="AutoShape 84"/>
            <p:cNvSpPr/>
            <p:nvPr/>
          </p:nvSpPr>
          <p:spPr bwMode="auto">
            <a:xfrm flipV="1">
              <a:off x="2112697" y="3356304"/>
              <a:ext cx="5078187" cy="176932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1481382" name="AutoShape 85"/>
            <p:cNvSpPr/>
            <p:nvPr/>
          </p:nvSpPr>
          <p:spPr bwMode="auto">
            <a:xfrm flipV="1">
              <a:off x="2112697" y="4240967"/>
              <a:ext cx="5078187" cy="8846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8228549" name="AutoShape 86"/>
            <p:cNvSpPr/>
            <p:nvPr/>
          </p:nvSpPr>
          <p:spPr bwMode="auto">
            <a:xfrm>
              <a:off x="2112697" y="5125630"/>
              <a:ext cx="5078187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grpSp>
          <p:nvGrpSpPr>
            <p:cNvPr id="837462197" name=""/>
            <p:cNvGrpSpPr/>
            <p:nvPr/>
          </p:nvGrpSpPr>
          <p:grpSpPr bwMode="auto">
            <a:xfrm>
              <a:off x="7190712" y="1103484"/>
              <a:ext cx="2112696" cy="4351068"/>
              <a:chOff x="0" y="0"/>
              <a:chExt cx="2112696" cy="4351068"/>
            </a:xfrm>
          </p:grpSpPr>
          <p:sp>
            <p:nvSpPr>
              <p:cNvPr id="2117165475" name="Freeform 49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4777902" name="TextBox 50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7980605" name="Freeform 52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37142270" name="TextBox 53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5365219" name="Freeform 55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2942208" name="TextBox 56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48718411" name="Freeform 58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06619325" name="TextBox 59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42957122" name="Freeform 61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0591836" name="TextBox 62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269814325" name=""/>
            <p:cNvGrpSpPr/>
            <p:nvPr/>
          </p:nvGrpSpPr>
          <p:grpSpPr bwMode="auto">
            <a:xfrm>
              <a:off x="0" y="1103484"/>
              <a:ext cx="2112696" cy="4351068"/>
              <a:chOff x="0" y="0"/>
              <a:chExt cx="2112696" cy="4351068"/>
            </a:xfrm>
          </p:grpSpPr>
          <p:sp>
            <p:nvSpPr>
              <p:cNvPr id="1643537023" name="Freeform 30"/>
              <p:cNvSpPr/>
              <p:nvPr/>
            </p:nvSpPr>
            <p:spPr bwMode="auto">
              <a:xfrm rot="0" flipH="0" flipV="0">
                <a:off x="0" y="154569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8622247" name="TextBox 31"/>
              <p:cNvSpPr txBox="1"/>
              <p:nvPr/>
            </p:nvSpPr>
            <p:spPr bwMode="auto">
              <a:xfrm rot="0" flipH="0" flipV="0">
                <a:off x="0" y="0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2674819" name="Freeform 36"/>
              <p:cNvSpPr/>
              <p:nvPr/>
            </p:nvSpPr>
            <p:spPr bwMode="auto">
              <a:xfrm rot="0" flipH="0" flipV="0">
                <a:off x="0" y="103923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2312189" name="TextBox 37"/>
              <p:cNvSpPr txBox="1"/>
              <p:nvPr/>
            </p:nvSpPr>
            <p:spPr bwMode="auto">
              <a:xfrm rot="0" flipH="0" flipV="0">
                <a:off x="0" y="884662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95926420" name="Freeform 40"/>
              <p:cNvSpPr/>
              <p:nvPr/>
            </p:nvSpPr>
            <p:spPr bwMode="auto">
              <a:xfrm rot="0" flipH="0" flipV="0">
                <a:off x="171" y="1923894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7605976" name="TextBox 41"/>
              <p:cNvSpPr txBox="1"/>
              <p:nvPr/>
            </p:nvSpPr>
            <p:spPr bwMode="auto">
              <a:xfrm rot="0" flipH="0" flipV="0">
                <a:off x="171" y="1769324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79558680" name="Freeform 43"/>
              <p:cNvSpPr/>
              <p:nvPr/>
            </p:nvSpPr>
            <p:spPr bwMode="auto">
              <a:xfrm rot="0" flipH="0" flipV="0">
                <a:off x="171" y="2808558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6598817" name="TextBox 44"/>
              <p:cNvSpPr txBox="1"/>
              <p:nvPr/>
            </p:nvSpPr>
            <p:spPr bwMode="auto">
              <a:xfrm rot="0" flipH="0" flipV="0">
                <a:off x="171" y="2653988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77287999" name="Freeform 46"/>
              <p:cNvSpPr/>
              <p:nvPr/>
            </p:nvSpPr>
            <p:spPr bwMode="auto">
              <a:xfrm rot="0" flipH="0" flipV="0">
                <a:off x="171" y="3693222"/>
                <a:ext cx="2112525" cy="65784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4602" y="0"/>
                    </a:moveTo>
                    <a:lnTo>
                      <a:pt x="786624" y="0"/>
                    </a:lnTo>
                    <a:cubicBezTo>
                      <a:pt x="819671" y="0"/>
                      <a:pt x="851364" y="13128"/>
                      <a:pt x="874731" y="36495"/>
                    </a:cubicBezTo>
                    <a:cubicBezTo>
                      <a:pt x="898099" y="59863"/>
                      <a:pt x="911226" y="91556"/>
                      <a:pt x="911226" y="124602"/>
                    </a:cubicBezTo>
                    <a:lnTo>
                      <a:pt x="911226" y="159155"/>
                    </a:lnTo>
                    <a:cubicBezTo>
                      <a:pt x="911226" y="227971"/>
                      <a:pt x="855440" y="283758"/>
                      <a:pt x="786624" y="283758"/>
                    </a:cubicBezTo>
                    <a:lnTo>
                      <a:pt x="124602" y="283758"/>
                    </a:lnTo>
                    <a:cubicBezTo>
                      <a:pt x="91556" y="283758"/>
                      <a:pt x="59863" y="270630"/>
                      <a:pt x="36495" y="247262"/>
                    </a:cubicBezTo>
                    <a:cubicBezTo>
                      <a:pt x="13128" y="223895"/>
                      <a:pt x="0" y="192202"/>
                      <a:pt x="0" y="159155"/>
                    </a:cubicBezTo>
                    <a:lnTo>
                      <a:pt x="0" y="124602"/>
                    </a:lnTo>
                    <a:cubicBezTo>
                      <a:pt x="0" y="91556"/>
                      <a:pt x="13128" y="59863"/>
                      <a:pt x="36495" y="36495"/>
                    </a:cubicBezTo>
                    <a:cubicBezTo>
                      <a:pt x="59863" y="13128"/>
                      <a:pt x="91556" y="0"/>
                      <a:pt x="124602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79209316" name="TextBox 47"/>
              <p:cNvSpPr txBox="1"/>
              <p:nvPr/>
            </p:nvSpPr>
            <p:spPr bwMode="auto">
              <a:xfrm rot="0" flipH="0" flipV="0">
                <a:off x="171" y="3538651"/>
                <a:ext cx="2112525" cy="812417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478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56158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567" y="56163"/>
            <a:ext cx="11456525" cy="6745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1462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70949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5001788" name=""/>
          <p:cNvGrpSpPr/>
          <p:nvPr/>
        </p:nvGrpSpPr>
        <p:grpSpPr bwMode="auto">
          <a:xfrm>
            <a:off x="424402" y="1218003"/>
            <a:ext cx="11180124" cy="4265073"/>
            <a:chOff x="0" y="0"/>
            <a:chExt cx="11180124" cy="4265073"/>
          </a:xfrm>
        </p:grpSpPr>
        <p:sp>
          <p:nvSpPr>
            <p:cNvPr id="1146308688" name="TextBox 32"/>
            <p:cNvSpPr txBox="1"/>
            <p:nvPr/>
          </p:nvSpPr>
          <p:spPr bwMode="auto">
            <a:xfrm>
              <a:off x="2372311" y="281256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19160368" name="TextBox 33"/>
            <p:cNvSpPr txBox="1"/>
            <p:nvPr/>
          </p:nvSpPr>
          <p:spPr bwMode="auto">
            <a:xfrm>
              <a:off x="2546982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490067" name="AutoShape 34"/>
            <p:cNvSpPr/>
            <p:nvPr/>
          </p:nvSpPr>
          <p:spPr bwMode="auto">
            <a:xfrm flipH="1">
              <a:off x="5480703" y="116984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46379" name="TextBox 41"/>
            <p:cNvSpPr txBox="1"/>
            <p:nvPr/>
          </p:nvSpPr>
          <p:spPr bwMode="auto">
            <a:xfrm>
              <a:off x="6179245" y="120794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3479695" name="TextBox 45"/>
            <p:cNvSpPr txBox="1"/>
            <p:nvPr/>
          </p:nvSpPr>
          <p:spPr bwMode="auto">
            <a:xfrm>
              <a:off x="0" y="908862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01913800" name="Freeform 46"/>
            <p:cNvSpPr/>
            <p:nvPr/>
          </p:nvSpPr>
          <p:spPr bwMode="auto">
            <a:xfrm rot="1981001">
              <a:off x="566372" y="17339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4005506" name="TextBox 47"/>
            <p:cNvSpPr txBox="1"/>
            <p:nvPr/>
          </p:nvSpPr>
          <p:spPr bwMode="auto">
            <a:xfrm>
              <a:off x="52917" y="3891461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31383837" name="Freeform 48"/>
            <p:cNvSpPr/>
            <p:nvPr/>
          </p:nvSpPr>
          <p:spPr bwMode="auto">
            <a:xfrm rot="9541431" flipH="1">
              <a:off x="688524" y="31744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5114298" name="TextBox 49"/>
            <p:cNvSpPr txBox="1"/>
            <p:nvPr/>
          </p:nvSpPr>
          <p:spPr bwMode="auto">
            <a:xfrm>
              <a:off x="9236787" y="77609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088970" name="Freeform 50"/>
            <p:cNvSpPr/>
            <p:nvPr/>
          </p:nvSpPr>
          <p:spPr bwMode="auto">
            <a:xfrm rot="-9435686">
              <a:off x="9321232" y="32518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57230707" name="TextBox 51"/>
            <p:cNvSpPr txBox="1"/>
            <p:nvPr/>
          </p:nvSpPr>
          <p:spPr bwMode="auto">
            <a:xfrm>
              <a:off x="9456814" y="3853823"/>
              <a:ext cx="1723309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57549791" name="Freeform 52"/>
            <p:cNvSpPr/>
            <p:nvPr/>
          </p:nvSpPr>
          <p:spPr bwMode="auto">
            <a:xfrm rot="-2557580" flipH="1">
              <a:off x="9265453" y="1616258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315757" name="Rectangle: Rounded Corners 12"/>
            <p:cNvSpPr/>
            <p:nvPr/>
          </p:nvSpPr>
          <p:spPr bwMode="auto">
            <a:xfrm>
              <a:off x="2168696" y="0"/>
              <a:ext cx="672907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886767704" name=""/>
            <p:cNvGrpSpPr/>
            <p:nvPr/>
          </p:nvGrpSpPr>
          <p:grpSpPr bwMode="auto">
            <a:xfrm>
              <a:off x="2516747" y="1740207"/>
              <a:ext cx="5927716" cy="1828831"/>
              <a:chOff x="0" y="0"/>
              <a:chExt cx="5927716" cy="1828831"/>
            </a:xfrm>
          </p:grpSpPr>
          <p:sp>
            <p:nvSpPr>
              <p:cNvPr id="167920795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534551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3098443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1776325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30455266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6922538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3631210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0554687" name="TextBox 44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6768094" name=""/>
          <p:cNvGrpSpPr/>
          <p:nvPr/>
        </p:nvGrpSpPr>
        <p:grpSpPr bwMode="auto">
          <a:xfrm>
            <a:off x="2716473" y="1112055"/>
            <a:ext cx="6556743" cy="4227561"/>
            <a:chOff x="0" y="0"/>
            <a:chExt cx="6556743" cy="4227561"/>
          </a:xfrm>
        </p:grpSpPr>
        <p:sp>
          <p:nvSpPr>
            <p:cNvPr id="155134667" name="TextBox 32"/>
            <p:cNvSpPr txBox="1"/>
            <p:nvPr/>
          </p:nvSpPr>
          <p:spPr bwMode="auto">
            <a:xfrm>
              <a:off x="174836" y="407190"/>
              <a:ext cx="619604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Payjoin</a:t>
              </a:r>
              <a:endParaRPr/>
            </a:p>
          </p:txBody>
        </p:sp>
        <p:sp>
          <p:nvSpPr>
            <p:cNvPr id="833238373" name="TextBox 33"/>
            <p:cNvSpPr txBox="1"/>
            <p:nvPr/>
          </p:nvSpPr>
          <p:spPr bwMode="auto">
            <a:xfrm>
              <a:off x="349507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inputs</a:t>
              </a:r>
              <a:endParaRPr/>
            </a:p>
          </p:txBody>
        </p:sp>
        <p:sp>
          <p:nvSpPr>
            <p:cNvPr id="421990075" name="AutoShape 34"/>
            <p:cNvSpPr/>
            <p:nvPr/>
          </p:nvSpPr>
          <p:spPr bwMode="auto">
            <a:xfrm flipH="1">
              <a:off x="3272140" y="123294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215258" name="TextBox 41"/>
            <p:cNvSpPr txBox="1"/>
            <p:nvPr/>
          </p:nvSpPr>
          <p:spPr bwMode="auto">
            <a:xfrm>
              <a:off x="3970683" y="1271044"/>
              <a:ext cx="222462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Rubik"/>
                  <a:ea typeface="Rubik"/>
                  <a:cs typeface="Rubik"/>
                </a:rPr>
                <a:t>outputs</a:t>
              </a:r>
              <a:endParaRPr/>
            </a:p>
          </p:txBody>
        </p:sp>
        <p:sp>
          <p:nvSpPr>
            <p:cNvPr id="2050334460" name="Rectangle: Rounded Corners 12"/>
            <p:cNvSpPr/>
            <p:nvPr/>
          </p:nvSpPr>
          <p:spPr bwMode="auto">
            <a:xfrm>
              <a:off x="0" y="0"/>
              <a:ext cx="6556743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83870629" name=""/>
            <p:cNvGrpSpPr/>
            <p:nvPr/>
          </p:nvGrpSpPr>
          <p:grpSpPr bwMode="auto">
            <a:xfrm>
              <a:off x="308186" y="1803304"/>
              <a:ext cx="5927716" cy="1828830"/>
              <a:chOff x="0" y="0"/>
              <a:chExt cx="5927716" cy="1828830"/>
            </a:xfrm>
          </p:grpSpPr>
          <p:sp>
            <p:nvSpPr>
              <p:cNvPr id="1295512849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0594554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3203867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79623749" name="TextBox 37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583315" name="Freeform 39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2927351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4675039" name="Freeform 43"/>
              <p:cNvSpPr/>
              <p:nvPr/>
            </p:nvSpPr>
            <p:spPr bwMode="auto">
              <a:xfrm rot="0" flipH="0" flipV="0">
                <a:off x="3621177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32426701" name="TextBox 44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3099010" name=""/>
          <p:cNvGrpSpPr/>
          <p:nvPr/>
        </p:nvGrpSpPr>
        <p:grpSpPr bwMode="auto">
          <a:xfrm>
            <a:off x="473564" y="1049330"/>
            <a:ext cx="11369543" cy="4925331"/>
            <a:chOff x="0" y="0"/>
            <a:chExt cx="11369543" cy="4925331"/>
          </a:xfrm>
        </p:grpSpPr>
        <p:sp>
          <p:nvSpPr>
            <p:cNvPr id="1819908531" name="AutoShape 32"/>
            <p:cNvSpPr/>
            <p:nvPr/>
          </p:nvSpPr>
          <p:spPr bwMode="auto">
            <a:xfrm flipH="1">
              <a:off x="5671202" y="1035600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0566139" name="Freeform 42"/>
            <p:cNvSpPr/>
            <p:nvPr/>
          </p:nvSpPr>
          <p:spPr bwMode="auto">
            <a:xfrm rot="1981001">
              <a:off x="756871" y="15996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8859412" name="Freeform 43"/>
            <p:cNvSpPr/>
            <p:nvPr/>
          </p:nvSpPr>
          <p:spPr bwMode="auto">
            <a:xfrm rot="9541431" flipH="1">
              <a:off x="879023" y="3040176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498319" name="Freeform 44"/>
            <p:cNvSpPr/>
            <p:nvPr/>
          </p:nvSpPr>
          <p:spPr bwMode="auto">
            <a:xfrm rot="-9435686">
              <a:off x="9511732" y="311761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20"/>
                  </a:lnTo>
                  <a:lnTo>
                    <a:pt x="0" y="3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4899956" name="Freeform 45"/>
            <p:cNvSpPr/>
            <p:nvPr/>
          </p:nvSpPr>
          <p:spPr bwMode="auto">
            <a:xfrm rot="-2557580" flipH="1">
              <a:off x="9455953" y="148201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3930125" name="Freeform 46"/>
            <p:cNvSpPr/>
            <p:nvPr/>
          </p:nvSpPr>
          <p:spPr bwMode="auto">
            <a:xfrm>
              <a:off x="4546608" y="4282995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9" y="0"/>
                  </a:lnTo>
                  <a:lnTo>
                    <a:pt x="642339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6147704" name="TextBox 47"/>
            <p:cNvSpPr txBox="1"/>
            <p:nvPr/>
          </p:nvSpPr>
          <p:spPr bwMode="auto">
            <a:xfrm>
              <a:off x="2573897" y="284261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6910179" name="TextBox 48"/>
            <p:cNvSpPr txBox="1"/>
            <p:nvPr/>
          </p:nvSpPr>
          <p:spPr bwMode="auto">
            <a:xfrm>
              <a:off x="2748570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7199031" name="TextBox 49"/>
            <p:cNvSpPr txBox="1"/>
            <p:nvPr/>
          </p:nvSpPr>
          <p:spPr bwMode="auto">
            <a:xfrm>
              <a:off x="6369747" y="1073700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20756924" name="TextBox 50"/>
            <p:cNvSpPr txBox="1"/>
            <p:nvPr/>
          </p:nvSpPr>
          <p:spPr bwMode="auto">
            <a:xfrm>
              <a:off x="0" y="77461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5251474" name="TextBox 51"/>
            <p:cNvSpPr txBox="1"/>
            <p:nvPr/>
          </p:nvSpPr>
          <p:spPr bwMode="auto">
            <a:xfrm>
              <a:off x="52917" y="3566714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9278095" name="TextBox 52"/>
            <p:cNvSpPr txBox="1"/>
            <p:nvPr/>
          </p:nvSpPr>
          <p:spPr bwMode="auto">
            <a:xfrm>
              <a:off x="9427286" y="64184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1104022" name="TextBox 53"/>
            <p:cNvSpPr txBox="1"/>
            <p:nvPr/>
          </p:nvSpPr>
          <p:spPr bwMode="auto">
            <a:xfrm>
              <a:off x="9647313" y="371957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9125659" name="TextBox 54"/>
            <p:cNvSpPr txBox="1"/>
            <p:nvPr/>
          </p:nvSpPr>
          <p:spPr bwMode="auto">
            <a:xfrm>
              <a:off x="5487441" y="4351433"/>
              <a:ext cx="298486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Wrong!</a:t>
              </a:r>
              <a:endParaRPr/>
            </a:p>
          </p:txBody>
        </p:sp>
        <p:sp>
          <p:nvSpPr>
            <p:cNvPr id="1615883766" name="Rectangle: Rounded Corners 12"/>
            <p:cNvSpPr/>
            <p:nvPr/>
          </p:nvSpPr>
          <p:spPr bwMode="auto">
            <a:xfrm>
              <a:off x="2420772" y="0"/>
              <a:ext cx="6534590" cy="4051207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2677918" name=""/>
            <p:cNvGrpSpPr/>
            <p:nvPr/>
          </p:nvGrpSpPr>
          <p:grpSpPr bwMode="auto">
            <a:xfrm>
              <a:off x="2707249" y="1605961"/>
              <a:ext cx="5927715" cy="1828831"/>
              <a:chOff x="0" y="0"/>
              <a:chExt cx="5927715" cy="1828831"/>
            </a:xfrm>
          </p:grpSpPr>
          <p:sp>
            <p:nvSpPr>
              <p:cNvPr id="1896338735" name="Freeform 30"/>
              <p:cNvSpPr/>
              <p:nvPr/>
            </p:nvSpPr>
            <p:spPr bwMode="auto">
              <a:xfrm rot="0" flipH="0" flipV="0">
                <a:off x="0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294176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3886751" name="Freeform 34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66611839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0244162" name="Freeform 37"/>
              <p:cNvSpPr/>
              <p:nvPr/>
            </p:nvSpPr>
            <p:spPr bwMode="auto">
              <a:xfrm rot="0" flipH="0" flipV="0">
                <a:off x="3621177" y="144658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854216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47193962" name="Freeform 40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96078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5943691" name=""/>
          <p:cNvGrpSpPr/>
          <p:nvPr/>
        </p:nvGrpSpPr>
        <p:grpSpPr bwMode="auto">
          <a:xfrm>
            <a:off x="472906" y="1191506"/>
            <a:ext cx="11369543" cy="4227561"/>
            <a:chOff x="0" y="0"/>
            <a:chExt cx="11369543" cy="4227561"/>
          </a:xfrm>
        </p:grpSpPr>
        <p:sp>
          <p:nvSpPr>
            <p:cNvPr id="1264401539" name="TextBox 32"/>
            <p:cNvSpPr txBox="1"/>
            <p:nvPr/>
          </p:nvSpPr>
          <p:spPr bwMode="auto">
            <a:xfrm>
              <a:off x="2573898" y="323258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4353730" name="TextBox 33"/>
            <p:cNvSpPr txBox="1"/>
            <p:nvPr/>
          </p:nvSpPr>
          <p:spPr bwMode="auto">
            <a:xfrm>
              <a:off x="2748568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16576361" name="AutoShape 34"/>
            <p:cNvSpPr/>
            <p:nvPr/>
          </p:nvSpPr>
          <p:spPr bwMode="auto">
            <a:xfrm flipH="1">
              <a:off x="5671202" y="1074597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8587317" name="TextBox 41"/>
            <p:cNvSpPr txBox="1"/>
            <p:nvPr/>
          </p:nvSpPr>
          <p:spPr bwMode="auto">
            <a:xfrm>
              <a:off x="6369747" y="1112697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451590" name="TextBox 45"/>
            <p:cNvSpPr txBox="1"/>
            <p:nvPr/>
          </p:nvSpPr>
          <p:spPr bwMode="auto">
            <a:xfrm>
              <a:off x="0" y="813611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0163243" name="Freeform 46"/>
            <p:cNvSpPr/>
            <p:nvPr/>
          </p:nvSpPr>
          <p:spPr bwMode="auto">
            <a:xfrm rot="1981001">
              <a:off x="756873" y="16386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90128771" name="TextBox 47"/>
            <p:cNvSpPr txBox="1"/>
            <p:nvPr/>
          </p:nvSpPr>
          <p:spPr bwMode="auto">
            <a:xfrm>
              <a:off x="52917" y="360571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4319477" name="Freeform 48"/>
            <p:cNvSpPr/>
            <p:nvPr/>
          </p:nvSpPr>
          <p:spPr bwMode="auto">
            <a:xfrm rot="9541431" flipH="1">
              <a:off x="879024" y="307917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6815790" name="TextBox 49"/>
            <p:cNvSpPr txBox="1"/>
            <p:nvPr/>
          </p:nvSpPr>
          <p:spPr bwMode="auto">
            <a:xfrm>
              <a:off x="9427286" y="680845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32148922" name="Freeform 50"/>
            <p:cNvSpPr/>
            <p:nvPr/>
          </p:nvSpPr>
          <p:spPr bwMode="auto">
            <a:xfrm rot="-9435686">
              <a:off x="9511732" y="31566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71618" name="TextBox 51"/>
            <p:cNvSpPr txBox="1"/>
            <p:nvPr/>
          </p:nvSpPr>
          <p:spPr bwMode="auto">
            <a:xfrm>
              <a:off x="9647313" y="3758572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3804389" name="Freeform 52"/>
            <p:cNvSpPr/>
            <p:nvPr/>
          </p:nvSpPr>
          <p:spPr bwMode="auto">
            <a:xfrm rot="-2557580" flipH="1">
              <a:off x="9455953" y="1521009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79343948" name="Rectangle: Rounded Corners 12"/>
            <p:cNvSpPr/>
            <p:nvPr/>
          </p:nvSpPr>
          <p:spPr bwMode="auto">
            <a:xfrm>
              <a:off x="2381352" y="0"/>
              <a:ext cx="6574015" cy="4227561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49117668" name=""/>
            <p:cNvGrpSpPr/>
            <p:nvPr/>
          </p:nvGrpSpPr>
          <p:grpSpPr bwMode="auto">
            <a:xfrm>
              <a:off x="2707246" y="1644957"/>
              <a:ext cx="5927717" cy="1828831"/>
              <a:chOff x="0" y="0"/>
              <a:chExt cx="5927717" cy="1828831"/>
            </a:xfrm>
          </p:grpSpPr>
          <p:sp>
            <p:nvSpPr>
              <p:cNvPr id="531175094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48666924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9927891" name="Freeform 36"/>
              <p:cNvSpPr/>
              <p:nvPr/>
            </p:nvSpPr>
            <p:spPr bwMode="auto">
              <a:xfrm rot="0" flipH="0" flipV="0">
                <a:off x="0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0440462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55158763" name="Freeform 39"/>
              <p:cNvSpPr/>
              <p:nvPr/>
            </p:nvSpPr>
            <p:spPr bwMode="auto">
              <a:xfrm rot="0" flipH="0" flipV="0">
                <a:off x="3621179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57242693" name="TextBox 4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565731" name="Freeform 43"/>
              <p:cNvSpPr/>
              <p:nvPr/>
            </p:nvSpPr>
            <p:spPr bwMode="auto">
              <a:xfrm rot="0" flipH="0" flipV="0">
                <a:off x="3621179" y="111057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6368799" name="TextBox 44"/>
              <p:cNvSpPr txBox="1"/>
              <p:nvPr/>
            </p:nvSpPr>
            <p:spPr bwMode="auto">
              <a:xfrm rot="0" flipH="0" flipV="0">
                <a:off x="3621179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946045" name="Freeform 42"/>
          <p:cNvSpPr/>
          <p:nvPr/>
        </p:nvSpPr>
        <p:spPr bwMode="auto">
          <a:xfrm rot="-9435686">
            <a:off x="8911926" y="414500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6638" name="TextBox 47"/>
          <p:cNvSpPr txBox="1"/>
          <p:nvPr/>
        </p:nvSpPr>
        <p:spPr bwMode="auto">
          <a:xfrm>
            <a:off x="8768358" y="4842213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भुगतान राशि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48302702" name=""/>
          <p:cNvGrpSpPr/>
          <p:nvPr/>
        </p:nvGrpSpPr>
        <p:grpSpPr bwMode="auto">
          <a:xfrm>
            <a:off x="1779582" y="996376"/>
            <a:ext cx="6596166" cy="4956341"/>
            <a:chOff x="0" y="0"/>
            <a:chExt cx="6596166" cy="4956341"/>
          </a:xfrm>
        </p:grpSpPr>
        <p:sp>
          <p:nvSpPr>
            <p:cNvPr id="1100119829" name="AutoShape 32"/>
            <p:cNvSpPr/>
            <p:nvPr/>
          </p:nvSpPr>
          <p:spPr bwMode="auto">
            <a:xfrm flipH="1">
              <a:off x="3291813" y="1066611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5248276" name="Freeform 43"/>
            <p:cNvSpPr/>
            <p:nvPr/>
          </p:nvSpPr>
          <p:spPr bwMode="auto">
            <a:xfrm>
              <a:off x="2262470" y="4314006"/>
              <a:ext cx="642336" cy="642336"/>
            </a:xfrm>
            <a:custGeom>
              <a:avLst/>
              <a:gdLst/>
              <a:ahLst/>
              <a:cxnLst/>
              <a:rect l="l" t="t" r="r" b="b"/>
              <a:pathLst>
                <a:path w="642338" h="642338" fill="norm" stroke="1" extrusionOk="0">
                  <a:moveTo>
                    <a:pt x="0" y="0"/>
                  </a:moveTo>
                  <a:lnTo>
                    <a:pt x="642338" y="0"/>
                  </a:lnTo>
                  <a:lnTo>
                    <a:pt x="642338" y="642338"/>
                  </a:lnTo>
                  <a:lnTo>
                    <a:pt x="0" y="64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630945" name="TextBox 44"/>
            <p:cNvSpPr txBox="1"/>
            <p:nvPr/>
          </p:nvSpPr>
          <p:spPr bwMode="auto">
            <a:xfrm>
              <a:off x="194509" y="315272"/>
              <a:ext cx="619676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4364183" name="TextBox 45"/>
            <p:cNvSpPr txBox="1"/>
            <p:nvPr/>
          </p:nvSpPr>
          <p:spPr bwMode="auto">
            <a:xfrm>
              <a:off x="369180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64698899" name="TextBox 46"/>
            <p:cNvSpPr txBox="1"/>
            <p:nvPr/>
          </p:nvSpPr>
          <p:spPr bwMode="auto">
            <a:xfrm>
              <a:off x="3990357" y="1104710"/>
              <a:ext cx="222534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5694623" name="TextBox 48"/>
            <p:cNvSpPr txBox="1"/>
            <p:nvPr/>
          </p:nvSpPr>
          <p:spPr bwMode="auto">
            <a:xfrm>
              <a:off x="3203299" y="4382443"/>
              <a:ext cx="2985228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defRPr/>
              </a:pPr>
              <a:r>
                <a:rPr lang="en-US" sz="2600" b="1" i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Wrong</a:t>
              </a:r>
              <a:r>
                <a:rPr lang="en-US" sz="2600" b="1" i="1">
                  <a:solidFill>
                    <a:srgbClr val="FF5C00"/>
                  </a:solidFill>
                  <a:latin typeface="Rubik Bold Italics"/>
                  <a:ea typeface="Rubik Bold Italics"/>
                  <a:cs typeface="Rubik Bold Italics"/>
                </a:rPr>
                <a:t>!</a:t>
              </a:r>
              <a:endParaRPr/>
            </a:p>
          </p:txBody>
        </p:sp>
        <p:sp>
          <p:nvSpPr>
            <p:cNvPr id="166431666" name="Rectangle: Rounded Corners 12"/>
            <p:cNvSpPr/>
            <p:nvPr/>
          </p:nvSpPr>
          <p:spPr bwMode="auto">
            <a:xfrm>
              <a:off x="0" y="0"/>
              <a:ext cx="6596167" cy="403270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2129566940" name=""/>
            <p:cNvGrpSpPr/>
            <p:nvPr/>
          </p:nvGrpSpPr>
          <p:grpSpPr bwMode="auto">
            <a:xfrm>
              <a:off x="327859" y="1636971"/>
              <a:ext cx="5927716" cy="1828830"/>
              <a:chOff x="0" y="0"/>
              <a:chExt cx="5927716" cy="1828830"/>
            </a:xfrm>
          </p:grpSpPr>
          <p:sp>
            <p:nvSpPr>
              <p:cNvPr id="1502303517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2058224199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10 000 sats</a:t>
                </a:r>
                <a:endParaRPr sz="1600"/>
              </a:p>
            </p:txBody>
          </p:sp>
          <p:sp>
            <p:nvSpPr>
              <p:cNvPr id="244914682" name="Freeform 34"/>
              <p:cNvSpPr/>
              <p:nvPr/>
            </p:nvSpPr>
            <p:spPr bwMode="auto">
              <a:xfrm rot="0" flipH="0" flipV="0">
                <a:off x="0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367766624" name="TextBox 35"/>
              <p:cNvSpPr txBox="1"/>
              <p:nvPr/>
            </p:nvSpPr>
            <p:spPr bwMode="auto">
              <a:xfrm rot="0" flipH="0" flipV="0">
                <a:off x="0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15 000 sats</a:t>
                </a:r>
                <a:endParaRPr sz="1600"/>
              </a:p>
            </p:txBody>
          </p:sp>
          <p:sp>
            <p:nvSpPr>
              <p:cNvPr id="1612301626" name="Freeform 37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201118222" name="TextBox 38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6 000 sats</a:t>
                </a:r>
                <a:endParaRPr sz="1600"/>
              </a:p>
            </p:txBody>
          </p:sp>
          <p:sp>
            <p:nvSpPr>
              <p:cNvPr id="1470390525" name="Freeform 40"/>
              <p:cNvSpPr/>
              <p:nvPr/>
            </p:nvSpPr>
            <p:spPr bwMode="auto">
              <a:xfrm rot="0" flipH="0" flipV="0">
                <a:off x="3621177" y="111057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p>
                <a:pPr>
                  <a:defRPr/>
                </a:pPr>
                <a:endParaRPr sz="1600"/>
              </a:p>
            </p:txBody>
          </p:sp>
          <p:sp>
            <p:nvSpPr>
              <p:cNvPr id="1724613170" name="TextBox 41"/>
              <p:cNvSpPr txBox="1"/>
              <p:nvPr/>
            </p:nvSpPr>
            <p:spPr bwMode="auto">
              <a:xfrm rot="0" flipH="0" flipV="0">
                <a:off x="3621177" y="965909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Rubik Semi-Bold"/>
                    <a:ea typeface="Rubik Semi-Bold"/>
                    <a:cs typeface="Rubik Semi-Bold"/>
                  </a:rPr>
                  <a:t>19 000 sats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27098" name="TextBox 54"/>
          <p:cNvSpPr txBox="1"/>
          <p:nvPr/>
        </p:nvSpPr>
        <p:spPr bwMode="auto">
          <a:xfrm>
            <a:off x="3162295" y="5325179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4,000 सैट्स का वास्तविक भुगतान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93989109" name=""/>
          <p:cNvGrpSpPr/>
          <p:nvPr/>
        </p:nvGrpSpPr>
        <p:grpSpPr bwMode="auto">
          <a:xfrm>
            <a:off x="441486" y="756521"/>
            <a:ext cx="11369542" cy="4368633"/>
            <a:chOff x="0" y="0"/>
            <a:chExt cx="11369542" cy="4368633"/>
          </a:xfrm>
        </p:grpSpPr>
        <p:sp>
          <p:nvSpPr>
            <p:cNvPr id="1662379575" name="TextBox 32"/>
            <p:cNvSpPr txBox="1"/>
            <p:nvPr/>
          </p:nvSpPr>
          <p:spPr bwMode="auto">
            <a:xfrm>
              <a:off x="2573896" y="225643"/>
              <a:ext cx="6196404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76617" name="TextBox 33"/>
            <p:cNvSpPr txBox="1"/>
            <p:nvPr/>
          </p:nvSpPr>
          <p:spPr bwMode="auto">
            <a:xfrm>
              <a:off x="2748567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3521377" name="AutoShape 34"/>
            <p:cNvSpPr/>
            <p:nvPr/>
          </p:nvSpPr>
          <p:spPr bwMode="auto">
            <a:xfrm flipH="1">
              <a:off x="5671201" y="976983"/>
              <a:ext cx="0" cy="2623833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4630816" name="TextBox 41"/>
            <p:cNvSpPr txBox="1"/>
            <p:nvPr/>
          </p:nvSpPr>
          <p:spPr bwMode="auto">
            <a:xfrm>
              <a:off x="6369745" y="1015083"/>
              <a:ext cx="2224983" cy="42695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3516692" name="TextBox 45"/>
            <p:cNvSpPr txBox="1"/>
            <p:nvPr/>
          </p:nvSpPr>
          <p:spPr bwMode="auto">
            <a:xfrm>
              <a:off x="0" y="715997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2488556" name="Freeform 46"/>
            <p:cNvSpPr/>
            <p:nvPr/>
          </p:nvSpPr>
          <p:spPr bwMode="auto">
            <a:xfrm rot="1981001">
              <a:off x="756873" y="154104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515799" name="TextBox 47"/>
            <p:cNvSpPr txBox="1"/>
            <p:nvPr/>
          </p:nvSpPr>
          <p:spPr bwMode="auto">
            <a:xfrm>
              <a:off x="52916" y="3508098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7177470" name="Freeform 48"/>
            <p:cNvSpPr/>
            <p:nvPr/>
          </p:nvSpPr>
          <p:spPr bwMode="auto">
            <a:xfrm rot="9541431" flipH="1">
              <a:off x="879022" y="2981560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7113627" name="TextBox 49"/>
            <p:cNvSpPr txBox="1"/>
            <p:nvPr/>
          </p:nvSpPr>
          <p:spPr bwMode="auto">
            <a:xfrm>
              <a:off x="9427285" y="583230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598220" name="Freeform 50"/>
            <p:cNvSpPr/>
            <p:nvPr/>
          </p:nvSpPr>
          <p:spPr bwMode="auto">
            <a:xfrm rot="-9435686">
              <a:off x="9511731" y="30589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8606451" name="TextBox 51"/>
            <p:cNvSpPr txBox="1"/>
            <p:nvPr/>
          </p:nvSpPr>
          <p:spPr bwMode="auto">
            <a:xfrm>
              <a:off x="9647312" y="3660959"/>
              <a:ext cx="1722230" cy="3736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88881230" name="Freeform 52"/>
            <p:cNvSpPr/>
            <p:nvPr/>
          </p:nvSpPr>
          <p:spPr bwMode="auto">
            <a:xfrm rot="-2557580" flipH="1">
              <a:off x="9455952" y="1423395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0" y="301919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4360583" name="AutoShape 53"/>
            <p:cNvSpPr/>
            <p:nvPr/>
          </p:nvSpPr>
          <p:spPr bwMode="auto">
            <a:xfrm>
              <a:off x="3860518" y="4368633"/>
              <a:ext cx="3621177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5388692" name="Rectangle: Rounded Corners 12"/>
            <p:cNvSpPr/>
            <p:nvPr/>
          </p:nvSpPr>
          <p:spPr bwMode="auto">
            <a:xfrm>
              <a:off x="2374701" y="0"/>
              <a:ext cx="6640470" cy="3881835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1332801674" name=""/>
            <p:cNvGrpSpPr/>
            <p:nvPr/>
          </p:nvGrpSpPr>
          <p:grpSpPr bwMode="auto">
            <a:xfrm>
              <a:off x="2707246" y="1547343"/>
              <a:ext cx="5927716" cy="1828832"/>
              <a:chOff x="0" y="0"/>
              <a:chExt cx="5927716" cy="1828832"/>
            </a:xfrm>
          </p:grpSpPr>
          <p:sp>
            <p:nvSpPr>
              <p:cNvPr id="1729762752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295861460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91284633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175523155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259577719" name="Freeform 39"/>
              <p:cNvSpPr/>
              <p:nvPr/>
            </p:nvSpPr>
            <p:spPr bwMode="auto">
              <a:xfrm rot="0" flipH="0" flipV="0">
                <a:off x="3621177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301002767" name="TextBox 40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543852532" name="Freeform 43"/>
              <p:cNvSpPr/>
              <p:nvPr/>
            </p:nvSpPr>
            <p:spPr bwMode="auto">
              <a:xfrm rot="0" flipH="0" flipV="0">
                <a:off x="3621177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400">
                  <a:latin typeface="IBM Plex Sans"/>
                  <a:cs typeface="IBM Plex Sans"/>
                </a:endParaRPr>
              </a:p>
            </p:txBody>
          </p:sp>
          <p:sp>
            <p:nvSpPr>
              <p:cNvPr id="1944006358" name="TextBox 44"/>
              <p:cNvSpPr txBox="1"/>
              <p:nvPr/>
            </p:nvSpPr>
            <p:spPr bwMode="auto">
              <a:xfrm rot="0" flipH="0" flipV="0">
                <a:off x="3621177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19 000 sats</a:t>
                </a:r>
                <a:endParaRPr sz="14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1190443" name=""/>
          <p:cNvPicPr>
            <a:picLocks noChangeAspect="1"/>
          </p:cNvPicPr>
          <p:nvPr/>
        </p:nvPicPr>
        <p:blipFill>
          <a:blip r:embed="rId3"/>
          <a:srcRect l="0" t="8339" r="42890" b="12188"/>
          <a:stretch/>
        </p:blipFill>
        <p:spPr bwMode="auto">
          <a:xfrm flipH="0" flipV="0">
            <a:off x="1797586" y="1408907"/>
            <a:ext cx="8596824" cy="1853404"/>
          </a:xfrm>
          <a:prstGeom prst="rect">
            <a:avLst/>
          </a:prstGeom>
        </p:spPr>
      </p:pic>
      <p:pic>
        <p:nvPicPr>
          <p:cNvPr id="1597114680" name=""/>
          <p:cNvPicPr>
            <a:picLocks noChangeAspect="1"/>
          </p:cNvPicPr>
          <p:nvPr/>
        </p:nvPicPr>
        <p:blipFill>
          <a:blip r:embed="rId3"/>
          <a:srcRect l="57109" t="8338" r="0" b="12188"/>
          <a:stretch/>
        </p:blipFill>
        <p:spPr bwMode="auto">
          <a:xfrm flipH="0" flipV="0">
            <a:off x="2844167" y="3321843"/>
            <a:ext cx="7203017" cy="20677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00710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52549" y="1107281"/>
            <a:ext cx="9391648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1596770" name=""/>
          <p:cNvGrpSpPr/>
          <p:nvPr/>
        </p:nvGrpSpPr>
        <p:grpSpPr bwMode="auto">
          <a:xfrm>
            <a:off x="304423" y="349646"/>
            <a:ext cx="11701273" cy="6161418"/>
            <a:chOff x="0" y="0"/>
            <a:chExt cx="11701273" cy="6161418"/>
          </a:xfrm>
        </p:grpSpPr>
        <p:sp>
          <p:nvSpPr>
            <p:cNvPr id="2025771634" name="TextBox 32"/>
            <p:cNvSpPr txBox="1"/>
            <p:nvPr/>
          </p:nvSpPr>
          <p:spPr bwMode="auto">
            <a:xfrm>
              <a:off x="2579117" y="35416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92497467" name="TextBox 33"/>
            <p:cNvSpPr txBox="1"/>
            <p:nvPr/>
          </p:nvSpPr>
          <p:spPr bwMode="auto">
            <a:xfrm>
              <a:off x="2753786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18481704" name="AutoShape 34"/>
            <p:cNvSpPr/>
            <p:nvPr/>
          </p:nvSpPr>
          <p:spPr bwMode="auto">
            <a:xfrm>
              <a:off x="5676419" y="1179920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0719377" name="TextBox 38"/>
            <p:cNvSpPr txBox="1"/>
            <p:nvPr/>
          </p:nvSpPr>
          <p:spPr bwMode="auto">
            <a:xfrm>
              <a:off x="6374963" y="1218019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4669087" name="TextBox 42"/>
            <p:cNvSpPr txBox="1"/>
            <p:nvPr/>
          </p:nvSpPr>
          <p:spPr bwMode="auto">
            <a:xfrm flipH="0" flipV="0">
              <a:off x="74229" y="1132293"/>
              <a:ext cx="2129409" cy="3734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224096" name="Freeform 43"/>
            <p:cNvSpPr/>
            <p:nvPr/>
          </p:nvSpPr>
          <p:spPr bwMode="auto">
            <a:xfrm rot="1981001">
              <a:off x="972326" y="18483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1" y="0"/>
                  </a:lnTo>
                  <a:lnTo>
                    <a:pt x="1068741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99122" name="TextBox 44"/>
            <p:cNvSpPr txBox="1"/>
            <p:nvPr/>
          </p:nvSpPr>
          <p:spPr bwMode="auto">
            <a:xfrm flipH="0" flipV="0">
              <a:off x="0" y="3740734"/>
              <a:ext cx="220219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83699595" name="Freeform 45"/>
            <p:cNvSpPr/>
            <p:nvPr/>
          </p:nvSpPr>
          <p:spPr bwMode="auto">
            <a:xfrm rot="9541431" flipH="1">
              <a:off x="879023" y="321943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1" y="301920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9283153" name="TextBox 46"/>
            <p:cNvSpPr txBox="1"/>
            <p:nvPr/>
          </p:nvSpPr>
          <p:spPr bwMode="auto">
            <a:xfrm flipH="0" flipV="0">
              <a:off x="9154729" y="973226"/>
              <a:ext cx="254071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0423231" name="Freeform 47"/>
            <p:cNvSpPr/>
            <p:nvPr/>
          </p:nvSpPr>
          <p:spPr bwMode="auto">
            <a:xfrm rot="-423529" flipH="1">
              <a:off x="9624780" y="3104723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1" y="0"/>
                  </a:moveTo>
                  <a:lnTo>
                    <a:pt x="0" y="0"/>
                  </a:lnTo>
                  <a:lnTo>
                    <a:pt x="0" y="301919"/>
                  </a:lnTo>
                  <a:lnTo>
                    <a:pt x="1068741" y="301919"/>
                  </a:lnTo>
                  <a:lnTo>
                    <a:pt x="106874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636474" name="TextBox 48"/>
            <p:cNvSpPr txBox="1"/>
            <p:nvPr/>
          </p:nvSpPr>
          <p:spPr bwMode="auto">
            <a:xfrm flipH="0" flipV="0">
              <a:off x="9154729" y="2624419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90228419" name="Freeform 49"/>
            <p:cNvSpPr/>
            <p:nvPr/>
          </p:nvSpPr>
          <p:spPr bwMode="auto">
            <a:xfrm rot="-2557580" flipH="1">
              <a:off x="9502326" y="1743984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1068740" y="0"/>
                  </a:moveTo>
                  <a:lnTo>
                    <a:pt x="0" y="0"/>
                  </a:lnTo>
                  <a:lnTo>
                    <a:pt x="0" y="301920"/>
                  </a:lnTo>
                  <a:lnTo>
                    <a:pt x="1068740" y="301920"/>
                  </a:lnTo>
                  <a:lnTo>
                    <a:pt x="106874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2120317" name="Freeform 56"/>
            <p:cNvSpPr/>
            <p:nvPr/>
          </p:nvSpPr>
          <p:spPr bwMode="auto">
            <a:xfrm rot="-10662274">
              <a:off x="9500152" y="3905191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993120" name="TextBox 57"/>
            <p:cNvSpPr txBox="1"/>
            <p:nvPr/>
          </p:nvSpPr>
          <p:spPr bwMode="auto">
            <a:xfrm flipH="0" flipV="0">
              <a:off x="9154729" y="4266483"/>
              <a:ext cx="2536483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63235443" name="Freeform 58"/>
            <p:cNvSpPr/>
            <p:nvPr/>
          </p:nvSpPr>
          <p:spPr bwMode="auto">
            <a:xfrm rot="-9983765">
              <a:off x="9515051" y="5026962"/>
              <a:ext cx="1068741" cy="301917"/>
            </a:xfrm>
            <a:custGeom>
              <a:avLst/>
              <a:gdLst/>
              <a:ahLst/>
              <a:cxnLst/>
              <a:rect l="l" t="t" r="r" b="b"/>
              <a:pathLst>
                <a:path w="1068741" h="301919" fill="norm" stroke="1" extrusionOk="0">
                  <a:moveTo>
                    <a:pt x="0" y="0"/>
                  </a:moveTo>
                  <a:lnTo>
                    <a:pt x="1068740" y="0"/>
                  </a:lnTo>
                  <a:lnTo>
                    <a:pt x="1068740" y="301919"/>
                  </a:lnTo>
                  <a:lnTo>
                    <a:pt x="0" y="301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072514" name="TextBox 59"/>
            <p:cNvSpPr txBox="1"/>
            <p:nvPr/>
          </p:nvSpPr>
          <p:spPr bwMode="auto">
            <a:xfrm flipH="0" flipV="0">
              <a:off x="9154729" y="5450325"/>
              <a:ext cx="2546544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7941011" name="Rectangle: Rounded Corners 12"/>
            <p:cNvSpPr/>
            <p:nvPr/>
          </p:nvSpPr>
          <p:spPr bwMode="auto">
            <a:xfrm>
              <a:off x="2352864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7608001" name=""/>
            <p:cNvGrpSpPr/>
            <p:nvPr/>
          </p:nvGrpSpPr>
          <p:grpSpPr bwMode="auto">
            <a:xfrm>
              <a:off x="2712465" y="1750281"/>
              <a:ext cx="5927715" cy="3760654"/>
              <a:chOff x="0" y="0"/>
              <a:chExt cx="5927715" cy="3760654"/>
            </a:xfrm>
          </p:grpSpPr>
          <p:sp>
            <p:nvSpPr>
              <p:cNvPr id="1888897342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3559216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48767521" name="Freeform 36"/>
              <p:cNvSpPr/>
              <p:nvPr/>
            </p:nvSpPr>
            <p:spPr bwMode="auto">
              <a:xfrm rot="0" flipH="0" flipV="0">
                <a:off x="0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78291599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616058275" name="Freeform 40"/>
              <p:cNvSpPr/>
              <p:nvPr/>
            </p:nvSpPr>
            <p:spPr bwMode="auto">
              <a:xfrm rot="0" flipH="0" flipV="0">
                <a:off x="3621177" y="1110572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4524918" name="TextBox 41"/>
              <p:cNvSpPr txBox="1"/>
              <p:nvPr/>
            </p:nvSpPr>
            <p:spPr bwMode="auto">
              <a:xfrm rot="0" flipH="0" flipV="0">
                <a:off x="3621177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33744303" name="Freeform 51"/>
              <p:cNvSpPr/>
              <p:nvPr/>
            </p:nvSpPr>
            <p:spPr bwMode="auto">
              <a:xfrm rot="0" flipH="0" flipV="0">
                <a:off x="3621177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21385105" name="TextBox 52"/>
              <p:cNvSpPr txBox="1"/>
              <p:nvPr/>
            </p:nvSpPr>
            <p:spPr bwMode="auto">
              <a:xfrm rot="0" flipH="0" flipV="0">
                <a:off x="3621177" y="1931822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57869512" name="Freeform 54"/>
              <p:cNvSpPr/>
              <p:nvPr/>
            </p:nvSpPr>
            <p:spPr bwMode="auto">
              <a:xfrm rot="0" flipH="0" flipV="0">
                <a:off x="3621177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5061285" name="TextBox 55"/>
              <p:cNvSpPr txBox="1"/>
              <p:nvPr/>
            </p:nvSpPr>
            <p:spPr bwMode="auto">
              <a:xfrm rot="0" flipH="0" flipV="0">
                <a:off x="3621177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7937093" name="Freeform 61"/>
              <p:cNvSpPr/>
              <p:nvPr/>
            </p:nvSpPr>
            <p:spPr bwMode="auto">
              <a:xfrm rot="0" flipH="0" flipV="0">
                <a:off x="3621177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79502375" name="TextBox 62"/>
              <p:cNvSpPr txBox="1"/>
              <p:nvPr/>
            </p:nvSpPr>
            <p:spPr bwMode="auto">
              <a:xfrm rot="0" flipH="0" flipV="0">
                <a:off x="3621177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1572304" name=""/>
          <p:cNvGrpSpPr/>
          <p:nvPr/>
        </p:nvGrpSpPr>
        <p:grpSpPr bwMode="auto">
          <a:xfrm>
            <a:off x="2625869" y="356259"/>
            <a:ext cx="6667497" cy="6161418"/>
            <a:chOff x="0" y="0"/>
            <a:chExt cx="6667497" cy="6161418"/>
          </a:xfrm>
        </p:grpSpPr>
        <p:sp>
          <p:nvSpPr>
            <p:cNvPr id="921122323" name="TextBox 32"/>
            <p:cNvSpPr txBox="1"/>
            <p:nvPr/>
          </p:nvSpPr>
          <p:spPr bwMode="auto">
            <a:xfrm>
              <a:off x="188127" y="317827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4825902" name="TextBox 33"/>
            <p:cNvSpPr txBox="1"/>
            <p:nvPr/>
          </p:nvSpPr>
          <p:spPr bwMode="auto">
            <a:xfrm>
              <a:off x="362797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6079171" name="AutoShape 34"/>
            <p:cNvSpPr/>
            <p:nvPr/>
          </p:nvSpPr>
          <p:spPr bwMode="auto">
            <a:xfrm>
              <a:off x="3285432" y="1069164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5025743" name="TextBox 38"/>
            <p:cNvSpPr txBox="1"/>
            <p:nvPr/>
          </p:nvSpPr>
          <p:spPr bwMode="auto">
            <a:xfrm>
              <a:off x="3983974" y="1107265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68524390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586364884" name=""/>
            <p:cNvGrpSpPr/>
            <p:nvPr/>
          </p:nvGrpSpPr>
          <p:grpSpPr bwMode="auto">
            <a:xfrm>
              <a:off x="321475" y="1639524"/>
              <a:ext cx="5927717" cy="3760655"/>
              <a:chOff x="0" y="0"/>
              <a:chExt cx="5927717" cy="3760655"/>
            </a:xfrm>
          </p:grpSpPr>
          <p:sp>
            <p:nvSpPr>
              <p:cNvPr id="502750826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24685927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52691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836853219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69336885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87301976" name="TextBox 41"/>
              <p:cNvSpPr txBox="1"/>
              <p:nvPr/>
            </p:nvSpPr>
            <p:spPr bwMode="auto">
              <a:xfrm rot="0" flipH="0" flipV="0">
                <a:off x="3621178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426133689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322615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5093222" name="Freeform 46"/>
              <p:cNvSpPr/>
              <p:nvPr/>
            </p:nvSpPr>
            <p:spPr bwMode="auto">
              <a:xfrm rot="0" flipH="0" flipV="0">
                <a:off x="3621178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97756659" name="TextBox 47"/>
              <p:cNvSpPr txBox="1"/>
              <p:nvPr/>
            </p:nvSpPr>
            <p:spPr bwMode="auto">
              <a:xfrm rot="0" flipH="0" flipV="0">
                <a:off x="3621178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65014936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99701088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079577" name=""/>
          <p:cNvGrpSpPr/>
          <p:nvPr/>
        </p:nvGrpSpPr>
        <p:grpSpPr bwMode="auto">
          <a:xfrm>
            <a:off x="219904" y="396872"/>
            <a:ext cx="11784493" cy="6174765"/>
            <a:chOff x="0" y="0"/>
            <a:chExt cx="11784493" cy="6174765"/>
          </a:xfrm>
        </p:grpSpPr>
        <p:sp>
          <p:nvSpPr>
            <p:cNvPr id="2089869496" name="TextBox 32"/>
            <p:cNvSpPr txBox="1"/>
            <p:nvPr/>
          </p:nvSpPr>
          <p:spPr bwMode="auto">
            <a:xfrm>
              <a:off x="2923483" y="352566"/>
              <a:ext cx="5799995" cy="43279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4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59998426" name="TextBox 33"/>
            <p:cNvSpPr txBox="1"/>
            <p:nvPr/>
          </p:nvSpPr>
          <p:spPr bwMode="auto">
            <a:xfrm>
              <a:off x="308698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4992664" name="AutoShape 34"/>
            <p:cNvSpPr/>
            <p:nvPr/>
          </p:nvSpPr>
          <p:spPr bwMode="auto">
            <a:xfrm>
              <a:off x="5822763" y="989862"/>
              <a:ext cx="0" cy="41419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8558624" name="TextBox 38"/>
            <p:cNvSpPr txBox="1"/>
            <p:nvPr/>
          </p:nvSpPr>
          <p:spPr bwMode="auto">
            <a:xfrm>
              <a:off x="6476644" y="1021874"/>
              <a:ext cx="2083159" cy="39964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3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86707246" name="TextBox 42"/>
            <p:cNvSpPr txBox="1"/>
            <p:nvPr/>
          </p:nvSpPr>
          <p:spPr bwMode="auto">
            <a:xfrm flipH="0" flipV="0">
              <a:off x="0" y="942237"/>
              <a:ext cx="2477939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04496258" name="Freeform 43"/>
            <p:cNvSpPr/>
            <p:nvPr/>
          </p:nvSpPr>
          <p:spPr bwMode="auto">
            <a:xfrm rot="1981001">
              <a:off x="1315747" y="1615596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2594" name="TextBox 44"/>
            <p:cNvSpPr txBox="1"/>
            <p:nvPr/>
          </p:nvSpPr>
          <p:spPr bwMode="auto">
            <a:xfrm flipH="0" flipV="0">
              <a:off x="215084" y="3383908"/>
              <a:ext cx="2452635" cy="3733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7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19779778" name="Freeform 45"/>
            <p:cNvSpPr/>
            <p:nvPr/>
          </p:nvSpPr>
          <p:spPr bwMode="auto">
            <a:xfrm rot="9541431" flipH="1">
              <a:off x="1228410" y="2898980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7"/>
                  </a:lnTo>
                  <a:lnTo>
                    <a:pt x="1000411" y="282617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8223889" name="TextBox 46"/>
            <p:cNvSpPr txBox="1"/>
            <p:nvPr/>
          </p:nvSpPr>
          <p:spPr bwMode="auto">
            <a:xfrm flipH="0" flipV="0">
              <a:off x="9048429" y="793339"/>
              <a:ext cx="2733048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1510321" name="Freeform 47"/>
            <p:cNvSpPr/>
            <p:nvPr/>
          </p:nvSpPr>
          <p:spPr bwMode="auto">
            <a:xfrm rot="-423529" flipH="1">
              <a:off x="9415009" y="2791605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808105" name="TextBox 48"/>
            <p:cNvSpPr txBox="1"/>
            <p:nvPr/>
          </p:nvSpPr>
          <p:spPr bwMode="auto">
            <a:xfrm flipH="0" flipV="0">
              <a:off x="9048750" y="2338965"/>
              <a:ext cx="273121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14090898" name="Freeform 49"/>
            <p:cNvSpPr/>
            <p:nvPr/>
          </p:nvSpPr>
          <p:spPr bwMode="auto">
            <a:xfrm rot="-2557580" flipH="1">
              <a:off x="9300385" y="1517864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1000411" y="0"/>
                  </a:moveTo>
                  <a:lnTo>
                    <a:pt x="0" y="0"/>
                  </a:lnTo>
                  <a:lnTo>
                    <a:pt x="0" y="282616"/>
                  </a:lnTo>
                  <a:lnTo>
                    <a:pt x="1000411" y="282616"/>
                  </a:lnTo>
                  <a:lnTo>
                    <a:pt x="1000411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53335018" name="Freeform 56"/>
            <p:cNvSpPr/>
            <p:nvPr/>
          </p:nvSpPr>
          <p:spPr bwMode="auto">
            <a:xfrm rot="-10662274">
              <a:off x="9298350" y="3540897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9919483" name="TextBox 57"/>
            <p:cNvSpPr txBox="1"/>
            <p:nvPr/>
          </p:nvSpPr>
          <p:spPr bwMode="auto">
            <a:xfrm flipH="0" flipV="0">
              <a:off x="9048643" y="3848744"/>
              <a:ext cx="2731829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23058498" name="Freeform 58"/>
            <p:cNvSpPr/>
            <p:nvPr/>
          </p:nvSpPr>
          <p:spPr bwMode="auto">
            <a:xfrm rot="-9983765">
              <a:off x="9312297" y="4590948"/>
              <a:ext cx="1000409" cy="282614"/>
            </a:xfrm>
            <a:custGeom>
              <a:avLst/>
              <a:gdLst/>
              <a:ahLst/>
              <a:cxnLst/>
              <a:rect l="l" t="t" r="r" b="b"/>
              <a:pathLst>
                <a:path w="1000411" h="282616" fill="norm" stroke="1" extrusionOk="0">
                  <a:moveTo>
                    <a:pt x="0" y="0"/>
                  </a:moveTo>
                  <a:lnTo>
                    <a:pt x="1000411" y="0"/>
                  </a:lnTo>
                  <a:lnTo>
                    <a:pt x="1000411" y="282616"/>
                  </a:lnTo>
                  <a:lnTo>
                    <a:pt x="0" y="282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401579" name="TextBox 59"/>
            <p:cNvSpPr txBox="1"/>
            <p:nvPr/>
          </p:nvSpPr>
          <p:spPr bwMode="auto">
            <a:xfrm flipH="0" flipV="0">
              <a:off x="9047790" y="4956894"/>
              <a:ext cx="2736704" cy="34960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50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12143023" name="Freeform 63"/>
            <p:cNvSpPr/>
            <p:nvPr/>
          </p:nvSpPr>
          <p:spPr bwMode="auto">
            <a:xfrm>
              <a:off x="5522127" y="5573496"/>
              <a:ext cx="601269" cy="601269"/>
            </a:xfrm>
            <a:custGeom>
              <a:avLst/>
              <a:gdLst/>
              <a:ahLst/>
              <a:cxnLst/>
              <a:rect l="l" t="t" r="r" b="b"/>
              <a:pathLst>
                <a:path w="601271" h="601271" fill="norm" stroke="1" extrusionOk="0">
                  <a:moveTo>
                    <a:pt x="0" y="0"/>
                  </a:moveTo>
                  <a:lnTo>
                    <a:pt x="601270" y="0"/>
                  </a:lnTo>
                  <a:lnTo>
                    <a:pt x="601270" y="601270"/>
                  </a:lnTo>
                  <a:lnTo>
                    <a:pt x="0" y="60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6345823" name="Rectangle: Rounded Corners 12"/>
            <p:cNvSpPr/>
            <p:nvPr/>
          </p:nvSpPr>
          <p:spPr bwMode="auto">
            <a:xfrm>
              <a:off x="2775882" y="0"/>
              <a:ext cx="6135871" cy="533405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542334128" name=""/>
            <p:cNvGrpSpPr/>
            <p:nvPr/>
          </p:nvGrpSpPr>
          <p:grpSpPr bwMode="auto">
            <a:xfrm>
              <a:off x="3048306" y="1523758"/>
              <a:ext cx="5548732" cy="3520218"/>
              <a:chOff x="0" y="0"/>
              <a:chExt cx="5548732" cy="3520218"/>
            </a:xfrm>
          </p:grpSpPr>
          <p:sp>
            <p:nvSpPr>
              <p:cNvPr id="1228360319" name="Freeform 30"/>
              <p:cNvSpPr/>
              <p:nvPr/>
            </p:nvSpPr>
            <p:spPr bwMode="auto">
              <a:xfrm rot="0" flipH="0" flipV="0">
                <a:off x="0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40188307" name="TextBox 31"/>
              <p:cNvSpPr txBox="1"/>
              <p:nvPr/>
            </p:nvSpPr>
            <p:spPr bwMode="auto">
              <a:xfrm rot="0" flipH="0" flipV="0">
                <a:off x="0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1516312" name="Freeform 36"/>
              <p:cNvSpPr/>
              <p:nvPr/>
            </p:nvSpPr>
            <p:spPr bwMode="auto">
              <a:xfrm rot="0" flipH="0" flipV="0">
                <a:off x="0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91153178" name="TextBox 37"/>
              <p:cNvSpPr txBox="1"/>
              <p:nvPr/>
            </p:nvSpPr>
            <p:spPr bwMode="auto">
              <a:xfrm rot="0" flipH="0" flipV="0">
                <a:off x="0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08341882" name="Freeform 40"/>
              <p:cNvSpPr/>
              <p:nvPr/>
            </p:nvSpPr>
            <p:spPr bwMode="auto">
              <a:xfrm rot="0" flipH="0" flipV="0">
                <a:off x="3389659" y="1039569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7182910" name="TextBox 41"/>
              <p:cNvSpPr txBox="1"/>
              <p:nvPr/>
            </p:nvSpPr>
            <p:spPr bwMode="auto">
              <a:xfrm rot="0" flipH="0" flipV="0">
                <a:off x="3389659" y="904156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44280735" name="Freeform 51"/>
              <p:cNvSpPr/>
              <p:nvPr/>
            </p:nvSpPr>
            <p:spPr bwMode="auto">
              <a:xfrm rot="0" flipH="0" flipV="0">
                <a:off x="3389659" y="1943723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85394161" name="TextBox 52"/>
              <p:cNvSpPr txBox="1"/>
              <p:nvPr/>
            </p:nvSpPr>
            <p:spPr bwMode="auto">
              <a:xfrm rot="0" flipH="0" flipV="0">
                <a:off x="3389659" y="1808312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5755750" name="Freeform 54"/>
              <p:cNvSpPr/>
              <p:nvPr/>
            </p:nvSpPr>
            <p:spPr bwMode="auto">
              <a:xfrm rot="0" flipH="0" flipV="0">
                <a:off x="3389659" y="2847880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86649097" name="TextBox 55"/>
              <p:cNvSpPr txBox="1"/>
              <p:nvPr/>
            </p:nvSpPr>
            <p:spPr bwMode="auto">
              <a:xfrm rot="0" flipH="0" flipV="0">
                <a:off x="3389659" y="2712468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68547384" name="Freeform 61"/>
              <p:cNvSpPr/>
              <p:nvPr/>
            </p:nvSpPr>
            <p:spPr bwMode="auto">
              <a:xfrm rot="0" flipH="0" flipV="0">
                <a:off x="3389659" y="135411"/>
                <a:ext cx="2159073" cy="672337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16" y="0"/>
                    </a:moveTo>
                    <a:lnTo>
                      <a:pt x="789311" y="0"/>
                    </a:lnTo>
                    <a:cubicBezTo>
                      <a:pt x="856643" y="0"/>
                      <a:pt x="911226" y="54584"/>
                      <a:pt x="911226" y="121916"/>
                    </a:cubicBezTo>
                    <a:lnTo>
                      <a:pt x="911226" y="161842"/>
                    </a:lnTo>
                    <a:cubicBezTo>
                      <a:pt x="911226" y="229174"/>
                      <a:pt x="856643" y="283758"/>
                      <a:pt x="789311" y="283758"/>
                    </a:cubicBezTo>
                    <a:lnTo>
                      <a:pt x="121916" y="283758"/>
                    </a:lnTo>
                    <a:cubicBezTo>
                      <a:pt x="54584" y="283758"/>
                      <a:pt x="0" y="229174"/>
                      <a:pt x="0" y="161842"/>
                    </a:cubicBezTo>
                    <a:lnTo>
                      <a:pt x="0" y="121916"/>
                    </a:lnTo>
                    <a:cubicBezTo>
                      <a:pt x="0" y="54584"/>
                      <a:pt x="54584" y="0"/>
                      <a:pt x="121916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14978210" name="TextBox 62"/>
              <p:cNvSpPr txBox="1"/>
              <p:nvPr/>
            </p:nvSpPr>
            <p:spPr bwMode="auto">
              <a:xfrm rot="0" flipH="0" flipV="0">
                <a:off x="3389659" y="0"/>
                <a:ext cx="2159073" cy="80775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2701627" name=""/>
          <p:cNvGrpSpPr/>
          <p:nvPr/>
        </p:nvGrpSpPr>
        <p:grpSpPr bwMode="auto">
          <a:xfrm>
            <a:off x="160373" y="313227"/>
            <a:ext cx="11816079" cy="6161418"/>
            <a:chOff x="0" y="0"/>
            <a:chExt cx="11816079" cy="6161418"/>
          </a:xfrm>
        </p:grpSpPr>
        <p:sp>
          <p:nvSpPr>
            <p:cNvPr id="622492297" name="TextBox 32"/>
            <p:cNvSpPr txBox="1"/>
            <p:nvPr/>
          </p:nvSpPr>
          <p:spPr bwMode="auto">
            <a:xfrm>
              <a:off x="3031957" y="408753"/>
              <a:ext cx="5797418" cy="43266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/>
            </a:p>
          </p:txBody>
        </p:sp>
        <p:sp>
          <p:nvSpPr>
            <p:cNvPr id="251870657" name="TextBox 33"/>
            <p:cNvSpPr txBox="1"/>
            <p:nvPr/>
          </p:nvSpPr>
          <p:spPr bwMode="auto">
            <a:xfrm>
              <a:off x="3195387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3777893" name="AutoShape 34"/>
            <p:cNvSpPr/>
            <p:nvPr/>
          </p:nvSpPr>
          <p:spPr bwMode="auto">
            <a:xfrm>
              <a:off x="5929948" y="1194622"/>
              <a:ext cx="0" cy="414006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8410019" name="TextBox 38"/>
            <p:cNvSpPr txBox="1"/>
            <p:nvPr/>
          </p:nvSpPr>
          <p:spPr bwMode="auto">
            <a:xfrm>
              <a:off x="6583541" y="1226593"/>
              <a:ext cx="2082234" cy="39939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4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54766381" name="TextBox 42"/>
            <p:cNvSpPr txBox="1"/>
            <p:nvPr/>
          </p:nvSpPr>
          <p:spPr bwMode="auto">
            <a:xfrm flipH="0" flipV="0">
              <a:off x="111124" y="1146996"/>
              <a:ext cx="2461344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02208576" name="Freeform 43"/>
            <p:cNvSpPr/>
            <p:nvPr/>
          </p:nvSpPr>
          <p:spPr bwMode="auto">
            <a:xfrm rot="1981001">
              <a:off x="1424937" y="1820077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6" y="0"/>
                  </a:lnTo>
                  <a:lnTo>
                    <a:pt x="999966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6072958" name="TextBox 44"/>
            <p:cNvSpPr txBox="1"/>
            <p:nvPr/>
          </p:nvSpPr>
          <p:spPr bwMode="auto">
            <a:xfrm flipH="0" flipV="0">
              <a:off x="0" y="3587580"/>
              <a:ext cx="2786292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55031075" name="Freeform 45"/>
            <p:cNvSpPr/>
            <p:nvPr/>
          </p:nvSpPr>
          <p:spPr bwMode="auto">
            <a:xfrm rot="9541431" flipH="1">
              <a:off x="1337637" y="310289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6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6" y="282491"/>
                  </a:lnTo>
                  <a:lnTo>
                    <a:pt x="999966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4659660" name="TextBox 46"/>
            <p:cNvSpPr txBox="1"/>
            <p:nvPr/>
          </p:nvSpPr>
          <p:spPr bwMode="auto">
            <a:xfrm flipH="0" flipV="0">
              <a:off x="9370868" y="1008726"/>
              <a:ext cx="244521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9929963" name="Freeform 47"/>
            <p:cNvSpPr/>
            <p:nvPr/>
          </p:nvSpPr>
          <p:spPr bwMode="auto">
            <a:xfrm rot="-423529" flipH="1">
              <a:off x="9520601" y="2995563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653475" name="TextBox 48"/>
            <p:cNvSpPr txBox="1"/>
            <p:nvPr/>
          </p:nvSpPr>
          <p:spPr bwMode="auto">
            <a:xfrm flipH="0" flipV="0">
              <a:off x="9370868" y="2553667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91807124" name="Freeform 49"/>
            <p:cNvSpPr/>
            <p:nvPr/>
          </p:nvSpPr>
          <p:spPr bwMode="auto">
            <a:xfrm rot="-2557580" flipH="1">
              <a:off x="9406026" y="1722388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999967" y="0"/>
                  </a:moveTo>
                  <a:lnTo>
                    <a:pt x="0" y="0"/>
                  </a:lnTo>
                  <a:lnTo>
                    <a:pt x="0" y="282491"/>
                  </a:lnTo>
                  <a:lnTo>
                    <a:pt x="999967" y="282491"/>
                  </a:lnTo>
                  <a:lnTo>
                    <a:pt x="999967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735634" name="Freeform 56"/>
            <p:cNvSpPr/>
            <p:nvPr/>
          </p:nvSpPr>
          <p:spPr bwMode="auto">
            <a:xfrm rot="-10662274">
              <a:off x="9403992" y="3744520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1"/>
                  </a:lnTo>
                  <a:lnTo>
                    <a:pt x="0" y="282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193126" name="TextBox 57"/>
            <p:cNvSpPr txBox="1"/>
            <p:nvPr/>
          </p:nvSpPr>
          <p:spPr bwMode="auto">
            <a:xfrm flipH="0" flipV="0">
              <a:off x="9370868" y="4090061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8754272" name="Freeform 58"/>
            <p:cNvSpPr/>
            <p:nvPr/>
          </p:nvSpPr>
          <p:spPr bwMode="auto">
            <a:xfrm rot="-9983765">
              <a:off x="9417931" y="4794106"/>
              <a:ext cx="999965" cy="282489"/>
            </a:xfrm>
            <a:custGeom>
              <a:avLst/>
              <a:gdLst/>
              <a:ahLst/>
              <a:cxnLst/>
              <a:rect l="l" t="t" r="r" b="b"/>
              <a:pathLst>
                <a:path w="999967" h="282491" fill="norm" stroke="1" extrusionOk="0">
                  <a:moveTo>
                    <a:pt x="0" y="0"/>
                  </a:moveTo>
                  <a:lnTo>
                    <a:pt x="999967" y="0"/>
                  </a:lnTo>
                  <a:lnTo>
                    <a:pt x="999967" y="282490"/>
                  </a:lnTo>
                  <a:lnTo>
                    <a:pt x="0" y="2824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98019742" name="TextBox 59"/>
            <p:cNvSpPr txBox="1"/>
            <p:nvPr/>
          </p:nvSpPr>
          <p:spPr bwMode="auto">
            <a:xfrm flipH="0" flipV="0">
              <a:off x="9370868" y="5197723"/>
              <a:ext cx="2440851" cy="34935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8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1695959" name="Rectangle: Rounded Corners 12"/>
            <p:cNvSpPr/>
            <p:nvPr/>
          </p:nvSpPr>
          <p:spPr bwMode="auto">
            <a:xfrm>
              <a:off x="2785573" y="0"/>
              <a:ext cx="6379533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28466887" name=""/>
            <p:cNvGrpSpPr/>
            <p:nvPr/>
          </p:nvGrpSpPr>
          <p:grpSpPr bwMode="auto">
            <a:xfrm>
              <a:off x="3156728" y="1728278"/>
              <a:ext cx="5546263" cy="3518655"/>
              <a:chOff x="0" y="0"/>
              <a:chExt cx="5546263" cy="3518655"/>
            </a:xfrm>
          </p:grpSpPr>
          <p:sp>
            <p:nvSpPr>
              <p:cNvPr id="1393019906" name="Freeform 30"/>
              <p:cNvSpPr/>
              <p:nvPr/>
            </p:nvSpPr>
            <p:spPr bwMode="auto">
              <a:xfrm rot="0" flipH="0" flipV="0">
                <a:off x="0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2299366" name="TextBox 31"/>
              <p:cNvSpPr txBox="1"/>
              <p:nvPr/>
            </p:nvSpPr>
            <p:spPr bwMode="auto">
              <a:xfrm rot="0" flipH="0" flipV="0">
                <a:off x="0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691248228" name="Freeform 36"/>
              <p:cNvSpPr/>
              <p:nvPr/>
            </p:nvSpPr>
            <p:spPr bwMode="auto">
              <a:xfrm rot="0" flipH="0" flipV="0">
                <a:off x="0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62483102" name="TextBox 37"/>
              <p:cNvSpPr txBox="1"/>
              <p:nvPr/>
            </p:nvSpPr>
            <p:spPr bwMode="auto">
              <a:xfrm rot="0" flipH="0" flipV="0">
                <a:off x="0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90813568" name="Freeform 40"/>
              <p:cNvSpPr/>
              <p:nvPr/>
            </p:nvSpPr>
            <p:spPr bwMode="auto">
              <a:xfrm rot="0" flipH="0" flipV="0">
                <a:off x="3388151" y="1039107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74166068" name="TextBox 41"/>
              <p:cNvSpPr txBox="1"/>
              <p:nvPr/>
            </p:nvSpPr>
            <p:spPr bwMode="auto">
              <a:xfrm rot="0" flipH="0" flipV="0">
                <a:off x="3388151" y="903755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65319009" name="Freeform 51"/>
              <p:cNvSpPr/>
              <p:nvPr/>
            </p:nvSpPr>
            <p:spPr bwMode="auto">
              <a:xfrm rot="0" flipH="0" flipV="0">
                <a:off x="3388151" y="1942863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84144491" name="TextBox 52"/>
              <p:cNvSpPr txBox="1"/>
              <p:nvPr/>
            </p:nvSpPr>
            <p:spPr bwMode="auto">
              <a:xfrm rot="0" flipH="0" flipV="0">
                <a:off x="3388151" y="180751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727935369" name="Freeform 54"/>
              <p:cNvSpPr/>
              <p:nvPr/>
            </p:nvSpPr>
            <p:spPr bwMode="auto">
              <a:xfrm rot="0" flipH="0" flipV="0">
                <a:off x="3388151" y="2846616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115647469" name="TextBox 55"/>
              <p:cNvSpPr txBox="1"/>
              <p:nvPr/>
            </p:nvSpPr>
            <p:spPr bwMode="auto">
              <a:xfrm rot="0" flipH="0" flipV="0">
                <a:off x="3388151" y="2711264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14908295" name="Freeform 61"/>
              <p:cNvSpPr/>
              <p:nvPr/>
            </p:nvSpPr>
            <p:spPr bwMode="auto">
              <a:xfrm rot="0" flipH="0" flipV="0">
                <a:off x="3388151" y="135352"/>
                <a:ext cx="2158112" cy="67203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1970" y="0"/>
                    </a:moveTo>
                    <a:lnTo>
                      <a:pt x="789256" y="0"/>
                    </a:lnTo>
                    <a:cubicBezTo>
                      <a:pt x="856619" y="0"/>
                      <a:pt x="911226" y="54608"/>
                      <a:pt x="911226" y="121970"/>
                    </a:cubicBezTo>
                    <a:lnTo>
                      <a:pt x="911226" y="161788"/>
                    </a:lnTo>
                    <a:cubicBezTo>
                      <a:pt x="911226" y="229150"/>
                      <a:pt x="856619" y="283758"/>
                      <a:pt x="789256" y="283758"/>
                    </a:cubicBezTo>
                    <a:lnTo>
                      <a:pt x="121970" y="283758"/>
                    </a:lnTo>
                    <a:cubicBezTo>
                      <a:pt x="54608" y="283758"/>
                      <a:pt x="0" y="229150"/>
                      <a:pt x="0" y="161788"/>
                    </a:cubicBezTo>
                    <a:lnTo>
                      <a:pt x="0" y="121970"/>
                    </a:lnTo>
                    <a:cubicBezTo>
                      <a:pt x="0" y="54608"/>
                      <a:pt x="54608" y="0"/>
                      <a:pt x="121970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41507048" name="TextBox 62"/>
              <p:cNvSpPr txBox="1"/>
              <p:nvPr/>
            </p:nvSpPr>
            <p:spPr bwMode="auto">
              <a:xfrm rot="0" flipH="0" flipV="0">
                <a:off x="3388151" y="0"/>
                <a:ext cx="2158112" cy="80739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8026464" name=""/>
          <p:cNvGrpSpPr/>
          <p:nvPr/>
        </p:nvGrpSpPr>
        <p:grpSpPr bwMode="auto">
          <a:xfrm>
            <a:off x="193909" y="366144"/>
            <a:ext cx="11809931" cy="6161418"/>
            <a:chOff x="0" y="0"/>
            <a:chExt cx="11809931" cy="6161418"/>
          </a:xfrm>
        </p:grpSpPr>
        <p:sp>
          <p:nvSpPr>
            <p:cNvPr id="285232335" name="TextBox 32"/>
            <p:cNvSpPr txBox="1"/>
            <p:nvPr/>
          </p:nvSpPr>
          <p:spPr bwMode="auto">
            <a:xfrm>
              <a:off x="2823768" y="387821"/>
              <a:ext cx="5847885" cy="436477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3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03507089" name="TextBox 33"/>
            <p:cNvSpPr txBox="1"/>
            <p:nvPr/>
          </p:nvSpPr>
          <p:spPr bwMode="auto">
            <a:xfrm>
              <a:off x="2964219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56310320" name="AutoShape 34"/>
            <p:cNvSpPr/>
            <p:nvPr/>
          </p:nvSpPr>
          <p:spPr bwMode="auto">
            <a:xfrm>
              <a:off x="5746992" y="1178740"/>
              <a:ext cx="0" cy="417610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1497485" name="TextBox 38"/>
            <p:cNvSpPr txBox="1"/>
            <p:nvPr/>
          </p:nvSpPr>
          <p:spPr bwMode="auto">
            <a:xfrm>
              <a:off x="6477123" y="1221012"/>
              <a:ext cx="2100352" cy="40294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8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3226409" name="TextBox 42"/>
            <p:cNvSpPr txBox="1"/>
            <p:nvPr/>
          </p:nvSpPr>
          <p:spPr bwMode="auto">
            <a:xfrm flipH="0" flipV="0">
              <a:off x="172837" y="1157187"/>
              <a:ext cx="2165290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98544724" name="Freeform 43"/>
            <p:cNvSpPr/>
            <p:nvPr/>
          </p:nvSpPr>
          <p:spPr bwMode="auto">
            <a:xfrm rot="1981001">
              <a:off x="1202754" y="1809639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60146568" name="TextBox 44"/>
            <p:cNvSpPr txBox="1"/>
            <p:nvPr/>
          </p:nvSpPr>
          <p:spPr bwMode="auto">
            <a:xfrm flipH="0" flipV="0">
              <a:off x="0" y="3619026"/>
              <a:ext cx="2338127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>
                  <a:latin typeface="IBM Plex Sans"/>
                  <a:cs typeface="IBM Plex Sans"/>
                </a:rPr>
                <a:t>’ </a:t>
              </a:r>
              <a:r>
                <a:rPr lang="en-US" sz="18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/>
            </a:p>
          </p:txBody>
        </p:sp>
        <p:sp>
          <p:nvSpPr>
            <p:cNvPr id="1358804920" name="Freeform 45"/>
            <p:cNvSpPr/>
            <p:nvPr/>
          </p:nvSpPr>
          <p:spPr bwMode="auto">
            <a:xfrm rot="9541431" flipH="1">
              <a:off x="1114695" y="3103623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0"/>
                  </a:lnTo>
                  <a:lnTo>
                    <a:pt x="1008673" y="284950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0447545" name="TextBox 46"/>
            <p:cNvSpPr txBox="1"/>
            <p:nvPr/>
          </p:nvSpPr>
          <p:spPr bwMode="auto">
            <a:xfrm flipH="0" flipV="0">
              <a:off x="9159507" y="980985"/>
              <a:ext cx="2477175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0577238" name="Freeform 47"/>
            <p:cNvSpPr/>
            <p:nvPr/>
          </p:nvSpPr>
          <p:spPr bwMode="auto">
            <a:xfrm rot="-423529" flipH="1">
              <a:off x="9368907" y="2995362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4915551" name="TextBox 48"/>
            <p:cNvSpPr txBox="1"/>
            <p:nvPr/>
          </p:nvSpPr>
          <p:spPr bwMode="auto">
            <a:xfrm flipH="0" flipV="0">
              <a:off x="9159507" y="2539377"/>
              <a:ext cx="2650424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1241616083" name="Freeform 49"/>
            <p:cNvSpPr/>
            <p:nvPr/>
          </p:nvSpPr>
          <p:spPr bwMode="auto">
            <a:xfrm rot="-2557580" flipH="1">
              <a:off x="9253335" y="1711100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1008673" y="0"/>
                  </a:moveTo>
                  <a:lnTo>
                    <a:pt x="0" y="0"/>
                  </a:lnTo>
                  <a:lnTo>
                    <a:pt x="0" y="284951"/>
                  </a:lnTo>
                  <a:lnTo>
                    <a:pt x="1008673" y="284951"/>
                  </a:lnTo>
                  <a:lnTo>
                    <a:pt x="100867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805479" name="Freeform 56"/>
            <p:cNvSpPr/>
            <p:nvPr/>
          </p:nvSpPr>
          <p:spPr bwMode="auto">
            <a:xfrm rot="-10662274">
              <a:off x="9251284" y="3750841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852759" name="TextBox 57"/>
            <p:cNvSpPr txBox="1"/>
            <p:nvPr/>
          </p:nvSpPr>
          <p:spPr bwMode="auto">
            <a:xfrm flipH="0" flipV="0">
              <a:off x="9159507" y="4089150"/>
              <a:ext cx="2472249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2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98156813" name="Freeform 58"/>
            <p:cNvSpPr/>
            <p:nvPr/>
          </p:nvSpPr>
          <p:spPr bwMode="auto">
            <a:xfrm rot="-9983765">
              <a:off x="9265345" y="4809565"/>
              <a:ext cx="1008671" cy="284949"/>
            </a:xfrm>
            <a:custGeom>
              <a:avLst/>
              <a:gdLst/>
              <a:ahLst/>
              <a:cxnLst/>
              <a:rect l="l" t="t" r="r" b="b"/>
              <a:pathLst>
                <a:path w="1008673" h="284950" fill="norm" stroke="1" extrusionOk="0">
                  <a:moveTo>
                    <a:pt x="0" y="0"/>
                  </a:moveTo>
                  <a:lnTo>
                    <a:pt x="1008673" y="0"/>
                  </a:lnTo>
                  <a:lnTo>
                    <a:pt x="1008673" y="284950"/>
                  </a:lnTo>
                  <a:lnTo>
                    <a:pt x="0" y="284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550015" name="TextBox 59"/>
            <p:cNvSpPr txBox="1"/>
            <p:nvPr/>
          </p:nvSpPr>
          <p:spPr bwMode="auto">
            <a:xfrm flipH="0" flipV="0">
              <a:off x="9159507" y="5206455"/>
              <a:ext cx="2473343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</a:t>
              </a:r>
              <a:r>
                <a:rPr lang="en-US" sz="2000" b="0" i="0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’ </a:t>
              </a: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UTXO</a:t>
              </a:r>
              <a:endParaRPr sz="2000"/>
            </a:p>
          </p:txBody>
        </p:sp>
        <p:sp>
          <p:nvSpPr>
            <p:cNvPr id="645010130" name="Rectangle: Rounded Corners 12"/>
            <p:cNvSpPr/>
            <p:nvPr/>
          </p:nvSpPr>
          <p:spPr bwMode="auto">
            <a:xfrm>
              <a:off x="2536754" y="0"/>
              <a:ext cx="6534590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21046646" name=""/>
            <p:cNvGrpSpPr/>
            <p:nvPr/>
          </p:nvGrpSpPr>
          <p:grpSpPr bwMode="auto">
            <a:xfrm>
              <a:off x="2949621" y="1717045"/>
              <a:ext cx="5594557" cy="3549291"/>
              <a:chOff x="0" y="0"/>
              <a:chExt cx="5594557" cy="3549291"/>
            </a:xfrm>
          </p:grpSpPr>
          <p:sp>
            <p:nvSpPr>
              <p:cNvPr id="611998253" name="Freeform 30"/>
              <p:cNvSpPr/>
              <p:nvPr/>
            </p:nvSpPr>
            <p:spPr bwMode="auto">
              <a:xfrm rot="0" flipH="0" flipV="0">
                <a:off x="0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98630675" name="TextBox 31"/>
              <p:cNvSpPr txBox="1"/>
              <p:nvPr/>
            </p:nvSpPr>
            <p:spPr bwMode="auto">
              <a:xfrm rot="0" flipH="0" flipV="0">
                <a:off x="0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7057728" name="Freeform 36"/>
              <p:cNvSpPr/>
              <p:nvPr/>
            </p:nvSpPr>
            <p:spPr bwMode="auto">
              <a:xfrm rot="0" flipH="0" flipV="0">
                <a:off x="0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13157038" name="TextBox 37"/>
              <p:cNvSpPr txBox="1"/>
              <p:nvPr/>
            </p:nvSpPr>
            <p:spPr bwMode="auto">
              <a:xfrm rot="0" flipH="0" flipV="0">
                <a:off x="0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48285854" name="Freeform 40"/>
              <p:cNvSpPr/>
              <p:nvPr/>
            </p:nvSpPr>
            <p:spPr bwMode="auto">
              <a:xfrm rot="0" flipH="0" flipV="0">
                <a:off x="3417654" y="1048152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55210318" name="TextBox 41"/>
              <p:cNvSpPr txBox="1"/>
              <p:nvPr/>
            </p:nvSpPr>
            <p:spPr bwMode="auto">
              <a:xfrm rot="0" flipH="0" flipV="0">
                <a:off x="3417654" y="911621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376093063" name="Freeform 51"/>
              <p:cNvSpPr/>
              <p:nvPr/>
            </p:nvSpPr>
            <p:spPr bwMode="auto">
              <a:xfrm rot="0" flipH="0" flipV="0">
                <a:off x="3417654" y="1959776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32652007" name="TextBox 52"/>
              <p:cNvSpPr txBox="1"/>
              <p:nvPr/>
            </p:nvSpPr>
            <p:spPr bwMode="auto">
              <a:xfrm rot="0" flipH="0" flipV="0">
                <a:off x="3417654" y="1823244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881279094" name="Freeform 54"/>
              <p:cNvSpPr/>
              <p:nvPr/>
            </p:nvSpPr>
            <p:spPr bwMode="auto">
              <a:xfrm rot="0" flipH="0" flipV="0">
                <a:off x="3417654" y="2871400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90717237" name="TextBox 55"/>
              <p:cNvSpPr txBox="1"/>
              <p:nvPr/>
            </p:nvSpPr>
            <p:spPr bwMode="auto">
              <a:xfrm rot="0" flipH="0" flipV="0">
                <a:off x="3417654" y="273487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586151727" name="Freeform 61"/>
              <p:cNvSpPr/>
              <p:nvPr/>
            </p:nvSpPr>
            <p:spPr bwMode="auto">
              <a:xfrm rot="0" flipH="0" flipV="0">
                <a:off x="3417654" y="136529"/>
                <a:ext cx="2176903" cy="677890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917" y="0"/>
                    </a:moveTo>
                    <a:lnTo>
                      <a:pt x="790309" y="0"/>
                    </a:lnTo>
                    <a:cubicBezTo>
                      <a:pt x="857090" y="0"/>
                      <a:pt x="911226" y="54136"/>
                      <a:pt x="911226" y="120917"/>
                    </a:cubicBezTo>
                    <a:lnTo>
                      <a:pt x="911226" y="162840"/>
                    </a:lnTo>
                    <a:cubicBezTo>
                      <a:pt x="911226" y="229621"/>
                      <a:pt x="857090" y="283758"/>
                      <a:pt x="790309" y="283758"/>
                    </a:cubicBezTo>
                    <a:lnTo>
                      <a:pt x="120917" y="283758"/>
                    </a:lnTo>
                    <a:cubicBezTo>
                      <a:pt x="88848" y="283758"/>
                      <a:pt x="58092" y="271018"/>
                      <a:pt x="35416" y="248342"/>
                    </a:cubicBezTo>
                    <a:cubicBezTo>
                      <a:pt x="12739" y="225665"/>
                      <a:pt x="0" y="194910"/>
                      <a:pt x="0" y="162840"/>
                    </a:cubicBezTo>
                    <a:lnTo>
                      <a:pt x="0" y="120917"/>
                    </a:lnTo>
                    <a:cubicBezTo>
                      <a:pt x="0" y="88848"/>
                      <a:pt x="12739" y="58092"/>
                      <a:pt x="35416" y="35416"/>
                    </a:cubicBezTo>
                    <a:cubicBezTo>
                      <a:pt x="58092" y="12739"/>
                      <a:pt x="88848" y="0"/>
                      <a:pt x="12091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2837712" name="TextBox 62"/>
              <p:cNvSpPr txBox="1"/>
              <p:nvPr/>
            </p:nvSpPr>
            <p:spPr bwMode="auto">
              <a:xfrm rot="0" flipH="0" flipV="0">
                <a:off x="3417654" y="0"/>
                <a:ext cx="2176903" cy="8144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3234842" name=""/>
          <p:cNvGrpSpPr/>
          <p:nvPr/>
        </p:nvGrpSpPr>
        <p:grpSpPr bwMode="auto">
          <a:xfrm>
            <a:off x="2804462" y="371142"/>
            <a:ext cx="6667497" cy="6161418"/>
            <a:chOff x="0" y="0"/>
            <a:chExt cx="6667497" cy="6161418"/>
          </a:xfrm>
        </p:grpSpPr>
        <p:sp>
          <p:nvSpPr>
            <p:cNvPr id="1225338275" name="TextBox 32"/>
            <p:cNvSpPr txBox="1"/>
            <p:nvPr/>
          </p:nvSpPr>
          <p:spPr bwMode="auto">
            <a:xfrm>
              <a:off x="298884" y="392243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47709239" name="TextBox 33"/>
            <p:cNvSpPr txBox="1"/>
            <p:nvPr/>
          </p:nvSpPr>
          <p:spPr bwMode="auto">
            <a:xfrm>
              <a:off x="473553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12189997" name="AutoShape 34"/>
            <p:cNvSpPr/>
            <p:nvPr/>
          </p:nvSpPr>
          <p:spPr bwMode="auto">
            <a:xfrm>
              <a:off x="3396188" y="1069165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2422383" name="TextBox 38"/>
            <p:cNvSpPr txBox="1"/>
            <p:nvPr/>
          </p:nvSpPr>
          <p:spPr bwMode="auto">
            <a:xfrm>
              <a:off x="4094730" y="1107266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9448982" name="Rectangle: Rounded Corners 12"/>
            <p:cNvSpPr/>
            <p:nvPr/>
          </p:nvSpPr>
          <p:spPr bwMode="auto">
            <a:xfrm>
              <a:off x="0" y="0"/>
              <a:ext cx="6667498" cy="61614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303586294" name=""/>
            <p:cNvGrpSpPr/>
            <p:nvPr/>
          </p:nvGrpSpPr>
          <p:grpSpPr bwMode="auto">
            <a:xfrm>
              <a:off x="432234" y="1639526"/>
              <a:ext cx="5927717" cy="3760654"/>
              <a:chOff x="0" y="0"/>
              <a:chExt cx="5927717" cy="3760654"/>
            </a:xfrm>
          </p:grpSpPr>
          <p:sp>
            <p:nvSpPr>
              <p:cNvPr id="1683120728" name="Freeform 30"/>
              <p:cNvSpPr/>
              <p:nvPr/>
            </p:nvSpPr>
            <p:spPr bwMode="auto">
              <a:xfrm rot="0" flipH="0" flipV="0">
                <a:off x="0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7686288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87277263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68752733" name="TextBox 37"/>
              <p:cNvSpPr txBox="1"/>
              <p:nvPr/>
            </p:nvSpPr>
            <p:spPr bwMode="auto">
              <a:xfrm rot="0" flipH="0" flipV="0">
                <a:off x="0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55229287" name="Freeform 40"/>
              <p:cNvSpPr/>
              <p:nvPr/>
            </p:nvSpPr>
            <p:spPr bwMode="auto">
              <a:xfrm rot="0" flipH="0" flipV="0">
                <a:off x="3621178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453719194" name="TextBox 41"/>
              <p:cNvSpPr txBox="1"/>
              <p:nvPr/>
            </p:nvSpPr>
            <p:spPr bwMode="auto">
              <a:xfrm rot="0" flipH="0" flipV="0">
                <a:off x="3621178" y="96591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5799120" name="Freeform 43"/>
              <p:cNvSpPr/>
              <p:nvPr/>
            </p:nvSpPr>
            <p:spPr bwMode="auto">
              <a:xfrm rot="0" flipH="0" flipV="0">
                <a:off x="3621178" y="207648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803348437" name="TextBox 44"/>
              <p:cNvSpPr txBox="1"/>
              <p:nvPr/>
            </p:nvSpPr>
            <p:spPr bwMode="auto">
              <a:xfrm rot="0" flipH="0" flipV="0">
                <a:off x="3621178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323499023" name="Freeform 46"/>
              <p:cNvSpPr/>
              <p:nvPr/>
            </p:nvSpPr>
            <p:spPr bwMode="auto">
              <a:xfrm rot="0" flipH="0" flipV="0">
                <a:off x="3621178" y="304239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41704368" name="TextBox 47"/>
              <p:cNvSpPr txBox="1"/>
              <p:nvPr/>
            </p:nvSpPr>
            <p:spPr bwMode="auto">
              <a:xfrm rot="0" flipH="0" flipV="0">
                <a:off x="3621178" y="289773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900977387" name="Freeform 49"/>
              <p:cNvSpPr/>
              <p:nvPr/>
            </p:nvSpPr>
            <p:spPr bwMode="auto">
              <a:xfrm rot="0" flipH="0" flipV="0">
                <a:off x="3621178" y="144660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559265131" name="TextBox 50"/>
              <p:cNvSpPr txBox="1"/>
              <p:nvPr/>
            </p:nvSpPr>
            <p:spPr bwMode="auto">
              <a:xfrm rot="0" flipH="0" flipV="0">
                <a:off x="3621178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946974552" name="TextBox 1315405195"/>
              <p:cNvSpPr txBox="1"/>
              <p:nvPr/>
            </p:nvSpPr>
            <p:spPr bwMode="auto">
              <a:xfrm>
                <a:off x="4218026" y="232156"/>
                <a:ext cx="1316004" cy="624818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l">
                  <a:lnSpc>
                    <a:spcPts val="4197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Rubik Bold"/>
                    <a:ea typeface="Rubik Bold"/>
                    <a:cs typeface="Rubik Bold"/>
                  </a:rPr>
                  <a:t>Professor</a:t>
                </a:r>
                <a:endParaRPr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3377699" name=""/>
          <p:cNvGrpSpPr/>
          <p:nvPr/>
        </p:nvGrpSpPr>
        <p:grpSpPr bwMode="auto">
          <a:xfrm>
            <a:off x="223872" y="324840"/>
            <a:ext cx="11819619" cy="6253578"/>
            <a:chOff x="0" y="0"/>
            <a:chExt cx="11819619" cy="6253578"/>
          </a:xfrm>
        </p:grpSpPr>
        <p:sp>
          <p:nvSpPr>
            <p:cNvPr id="1342714676" name="TextBox 32"/>
            <p:cNvSpPr txBox="1"/>
            <p:nvPr/>
          </p:nvSpPr>
          <p:spPr bwMode="auto">
            <a:xfrm>
              <a:off x="2918098" y="268687"/>
              <a:ext cx="5750051" cy="4292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/>
            </a:p>
          </p:txBody>
        </p:sp>
        <p:sp>
          <p:nvSpPr>
            <p:cNvPr id="1209355142" name="TextBox 33"/>
            <p:cNvSpPr txBox="1"/>
            <p:nvPr/>
          </p:nvSpPr>
          <p:spPr bwMode="auto">
            <a:xfrm>
              <a:off x="3080203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9804740" name="AutoShape 34"/>
            <p:cNvSpPr/>
            <p:nvPr/>
          </p:nvSpPr>
          <p:spPr bwMode="auto">
            <a:xfrm>
              <a:off x="5792583" y="891500"/>
              <a:ext cx="0" cy="41064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77312759" name="TextBox 38"/>
            <p:cNvSpPr txBox="1"/>
            <p:nvPr/>
          </p:nvSpPr>
          <p:spPr bwMode="auto">
            <a:xfrm>
              <a:off x="6440875" y="922748"/>
              <a:ext cx="2065358" cy="39621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16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9981968" name="TextBox 42"/>
            <p:cNvSpPr txBox="1"/>
            <p:nvPr/>
          </p:nvSpPr>
          <p:spPr bwMode="auto">
            <a:xfrm flipH="0" flipV="0">
              <a:off x="0" y="1065386"/>
              <a:ext cx="2414439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46830392" name="Freeform 43"/>
            <p:cNvSpPr/>
            <p:nvPr/>
          </p:nvSpPr>
          <p:spPr bwMode="auto">
            <a:xfrm rot="1981001">
              <a:off x="1324110" y="1733394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4500829" name="TextBox 44"/>
            <p:cNvSpPr txBox="1"/>
            <p:nvPr/>
          </p:nvSpPr>
          <p:spPr bwMode="auto">
            <a:xfrm flipH="0" flipV="0">
              <a:off x="0" y="3486177"/>
              <a:ext cx="252556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91087120" name="Freeform 45"/>
            <p:cNvSpPr/>
            <p:nvPr/>
          </p:nvSpPr>
          <p:spPr bwMode="auto">
            <a:xfrm rot="9541431" flipH="1">
              <a:off x="1237519" y="3005803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9680088" name="TextBox 46"/>
            <p:cNvSpPr txBox="1"/>
            <p:nvPr/>
          </p:nvSpPr>
          <p:spPr bwMode="auto">
            <a:xfrm flipH="0" flipV="0">
              <a:off x="9080499" y="917759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96975263" name="Freeform 47"/>
            <p:cNvSpPr/>
            <p:nvPr/>
          </p:nvSpPr>
          <p:spPr bwMode="auto">
            <a:xfrm rot="-423529" flipH="1">
              <a:off x="9354116" y="2899346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7" y="0"/>
                  </a:moveTo>
                  <a:lnTo>
                    <a:pt x="0" y="0"/>
                  </a:lnTo>
                  <a:lnTo>
                    <a:pt x="0" y="280200"/>
                  </a:lnTo>
                  <a:lnTo>
                    <a:pt x="991857" y="280200"/>
                  </a:lnTo>
                  <a:lnTo>
                    <a:pt x="991857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8928081" name="TextBox 48"/>
            <p:cNvSpPr txBox="1"/>
            <p:nvPr/>
          </p:nvSpPr>
          <p:spPr bwMode="auto">
            <a:xfrm flipH="0" flipV="0">
              <a:off x="9080499" y="2450170"/>
              <a:ext cx="2651844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?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28019899" name="Freeform 49"/>
            <p:cNvSpPr/>
            <p:nvPr/>
          </p:nvSpPr>
          <p:spPr bwMode="auto">
            <a:xfrm rot="-2557580" flipH="1">
              <a:off x="9240472" y="1636498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991856" y="0"/>
                  </a:moveTo>
                  <a:lnTo>
                    <a:pt x="0" y="0"/>
                  </a:lnTo>
                  <a:lnTo>
                    <a:pt x="0" y="280199"/>
                  </a:lnTo>
                  <a:lnTo>
                    <a:pt x="991856" y="280199"/>
                  </a:lnTo>
                  <a:lnTo>
                    <a:pt x="991856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24837690" name="Freeform 56"/>
            <p:cNvSpPr/>
            <p:nvPr/>
          </p:nvSpPr>
          <p:spPr bwMode="auto">
            <a:xfrm rot="-10662274">
              <a:off x="9238452" y="3642229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7" y="0"/>
                  </a:lnTo>
                  <a:lnTo>
                    <a:pt x="991857" y="280199"/>
                  </a:lnTo>
                  <a:lnTo>
                    <a:pt x="0" y="280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215841" name="TextBox 57"/>
            <p:cNvSpPr txBox="1"/>
            <p:nvPr/>
          </p:nvSpPr>
          <p:spPr bwMode="auto">
            <a:xfrm flipH="0" flipV="0">
              <a:off x="9080587" y="3974105"/>
              <a:ext cx="2651248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636929" name="Freeform 58"/>
            <p:cNvSpPr/>
            <p:nvPr/>
          </p:nvSpPr>
          <p:spPr bwMode="auto">
            <a:xfrm rot="-9983765">
              <a:off x="9252281" y="4683300"/>
              <a:ext cx="991855" cy="280197"/>
            </a:xfrm>
            <a:custGeom>
              <a:avLst/>
              <a:gdLst/>
              <a:ahLst/>
              <a:cxnLst/>
              <a:rect l="l" t="t" r="r" b="b"/>
              <a:pathLst>
                <a:path w="991857" h="280199" fill="norm" stroke="1" extrusionOk="0">
                  <a:moveTo>
                    <a:pt x="0" y="0"/>
                  </a:moveTo>
                  <a:lnTo>
                    <a:pt x="991856" y="0"/>
                  </a:lnTo>
                  <a:lnTo>
                    <a:pt x="991856" y="280200"/>
                  </a:lnTo>
                  <a:lnTo>
                    <a:pt x="0" y="28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624176" name="TextBox 59"/>
            <p:cNvSpPr txBox="1"/>
            <p:nvPr/>
          </p:nvSpPr>
          <p:spPr bwMode="auto">
            <a:xfrm flipH="0" flipV="0">
              <a:off x="9065703" y="5072780"/>
              <a:ext cx="2753915" cy="3465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6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02172064" name="Freeform 63"/>
            <p:cNvSpPr/>
            <p:nvPr/>
          </p:nvSpPr>
          <p:spPr bwMode="auto">
            <a:xfrm>
              <a:off x="5494521" y="5657450"/>
              <a:ext cx="596127" cy="596127"/>
            </a:xfrm>
            <a:custGeom>
              <a:avLst/>
              <a:gdLst/>
              <a:ahLst/>
              <a:cxnLst/>
              <a:rect l="l" t="t" r="r" b="b"/>
              <a:pathLst>
                <a:path w="596129" h="596129" fill="norm" stroke="1" extrusionOk="0">
                  <a:moveTo>
                    <a:pt x="0" y="0"/>
                  </a:moveTo>
                  <a:lnTo>
                    <a:pt x="596129" y="0"/>
                  </a:lnTo>
                  <a:lnTo>
                    <a:pt x="596129" y="596129"/>
                  </a:lnTo>
                  <a:lnTo>
                    <a:pt x="0" y="596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56622522" name="Rectangle: Rounded Corners 12"/>
            <p:cNvSpPr/>
            <p:nvPr/>
          </p:nvSpPr>
          <p:spPr bwMode="auto">
            <a:xfrm>
              <a:off x="2669810" y="0"/>
              <a:ext cx="6246626" cy="541959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847293891" name=""/>
            <p:cNvGrpSpPr/>
            <p:nvPr/>
          </p:nvGrpSpPr>
          <p:grpSpPr bwMode="auto">
            <a:xfrm>
              <a:off x="3041853" y="1439881"/>
              <a:ext cx="5501282" cy="3490119"/>
              <a:chOff x="0" y="0"/>
              <a:chExt cx="5501282" cy="3490119"/>
            </a:xfrm>
          </p:grpSpPr>
          <p:sp>
            <p:nvSpPr>
              <p:cNvPr id="1936413131" name="Freeform 30"/>
              <p:cNvSpPr/>
              <p:nvPr/>
            </p:nvSpPr>
            <p:spPr bwMode="auto">
              <a:xfrm rot="0" flipH="0" flipV="0">
                <a:off x="0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78142038" name="TextBox 31"/>
              <p:cNvSpPr txBox="1"/>
              <p:nvPr/>
            </p:nvSpPr>
            <p:spPr bwMode="auto">
              <a:xfrm rot="0" flipH="0" flipV="0">
                <a:off x="0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713219133" name="Freeform 36"/>
              <p:cNvSpPr/>
              <p:nvPr/>
            </p:nvSpPr>
            <p:spPr bwMode="auto">
              <a:xfrm rot="0" flipH="0" flipV="0">
                <a:off x="0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375349716" name="TextBox 37"/>
              <p:cNvSpPr txBox="1"/>
              <p:nvPr/>
            </p:nvSpPr>
            <p:spPr bwMode="auto">
              <a:xfrm rot="0" flipH="0" flipV="0">
                <a:off x="0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13472627" name="Freeform 40"/>
              <p:cNvSpPr/>
              <p:nvPr/>
            </p:nvSpPr>
            <p:spPr bwMode="auto">
              <a:xfrm rot="0" flipH="0" flipV="0">
                <a:off x="3360673" y="1030678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78779539" name="TextBox 41"/>
              <p:cNvSpPr txBox="1"/>
              <p:nvPr/>
            </p:nvSpPr>
            <p:spPr bwMode="auto">
              <a:xfrm rot="0" flipH="0" flipV="0">
                <a:off x="3360673" y="896424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264727308" name="Freeform 51"/>
              <p:cNvSpPr/>
              <p:nvPr/>
            </p:nvSpPr>
            <p:spPr bwMode="auto">
              <a:xfrm rot="0" flipH="0" flipV="0">
                <a:off x="3360673" y="1927101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563398277" name="TextBox 52"/>
              <p:cNvSpPr txBox="1"/>
              <p:nvPr/>
            </p:nvSpPr>
            <p:spPr bwMode="auto">
              <a:xfrm rot="0" flipH="0" flipV="0">
                <a:off x="3360673" y="1792847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019353239" name="Freeform 54"/>
              <p:cNvSpPr/>
              <p:nvPr/>
            </p:nvSpPr>
            <p:spPr bwMode="auto">
              <a:xfrm rot="0" flipH="0" flipV="0">
                <a:off x="3360673" y="2823530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199854008" name="TextBox 55"/>
              <p:cNvSpPr txBox="1"/>
              <p:nvPr/>
            </p:nvSpPr>
            <p:spPr bwMode="auto">
              <a:xfrm rot="0" flipH="0" flipV="0">
                <a:off x="3360673" y="2689275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1010790405" name="Freeform 61"/>
              <p:cNvSpPr/>
              <p:nvPr/>
            </p:nvSpPr>
            <p:spPr bwMode="auto">
              <a:xfrm rot="0" flipH="0" flipV="0">
                <a:off x="3360673" y="134253"/>
                <a:ext cx="2140609" cy="666588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2967" y="0"/>
                    </a:moveTo>
                    <a:lnTo>
                      <a:pt x="788259" y="0"/>
                    </a:lnTo>
                    <a:cubicBezTo>
                      <a:pt x="856172" y="0"/>
                      <a:pt x="911226" y="55054"/>
                      <a:pt x="911226" y="122967"/>
                    </a:cubicBezTo>
                    <a:lnTo>
                      <a:pt x="911226" y="160790"/>
                    </a:lnTo>
                    <a:cubicBezTo>
                      <a:pt x="911226" y="228703"/>
                      <a:pt x="856172" y="283758"/>
                      <a:pt x="788259" y="283758"/>
                    </a:cubicBezTo>
                    <a:lnTo>
                      <a:pt x="122967" y="283758"/>
                    </a:lnTo>
                    <a:cubicBezTo>
                      <a:pt x="55054" y="283758"/>
                      <a:pt x="0" y="228703"/>
                      <a:pt x="0" y="160790"/>
                    </a:cubicBezTo>
                    <a:lnTo>
                      <a:pt x="0" y="122967"/>
                    </a:lnTo>
                    <a:cubicBezTo>
                      <a:pt x="0" y="55054"/>
                      <a:pt x="55054" y="0"/>
                      <a:pt x="12296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sz="1600">
                  <a:latin typeface="IBM Plex Sans"/>
                  <a:cs typeface="IBM Plex Sans"/>
                </a:endParaRPr>
              </a:p>
            </p:txBody>
          </p:sp>
          <p:sp>
            <p:nvSpPr>
              <p:cNvPr id="256467408" name="TextBox 62"/>
              <p:cNvSpPr txBox="1"/>
              <p:nvPr/>
            </p:nvSpPr>
            <p:spPr bwMode="auto">
              <a:xfrm rot="0" flipH="0" flipV="0">
                <a:off x="3360673" y="0"/>
                <a:ext cx="2140609" cy="800843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600" b="1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6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04735758" name=""/>
          <p:cNvGrpSpPr/>
          <p:nvPr/>
        </p:nvGrpSpPr>
        <p:grpSpPr bwMode="auto">
          <a:xfrm>
            <a:off x="223872" y="516587"/>
            <a:ext cx="11652968" cy="5950153"/>
            <a:chOff x="0" y="0"/>
            <a:chExt cx="11652968" cy="5950153"/>
          </a:xfrm>
        </p:grpSpPr>
        <p:sp>
          <p:nvSpPr>
            <p:cNvPr id="924368611" name="TextBox 32"/>
            <p:cNvSpPr txBox="1"/>
            <p:nvPr/>
          </p:nvSpPr>
          <p:spPr bwMode="auto">
            <a:xfrm>
              <a:off x="2865921" y="370453"/>
              <a:ext cx="5852373" cy="43685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36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826508008" name="TextBox 33"/>
            <p:cNvSpPr txBox="1"/>
            <p:nvPr/>
          </p:nvSpPr>
          <p:spPr bwMode="auto">
            <a:xfrm>
              <a:off x="3030901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3364338" name="AutoShape 34"/>
            <p:cNvSpPr/>
            <p:nvPr/>
          </p:nvSpPr>
          <p:spPr bwMode="auto">
            <a:xfrm>
              <a:off x="5791390" y="1161821"/>
              <a:ext cx="0" cy="417931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401268" name="TextBox 38"/>
            <p:cNvSpPr txBox="1"/>
            <p:nvPr/>
          </p:nvSpPr>
          <p:spPr bwMode="auto">
            <a:xfrm>
              <a:off x="6451180" y="1204160"/>
              <a:ext cx="2101963" cy="403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1"/>
                </a:lnSpc>
                <a:defRPr/>
              </a:pPr>
              <a:r>
                <a:rPr lang="en-US" sz="2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72026366" name="TextBox 42"/>
            <p:cNvSpPr txBox="1"/>
            <p:nvPr/>
          </p:nvSpPr>
          <p:spPr bwMode="auto">
            <a:xfrm flipH="0" flipV="0">
              <a:off x="0" y="1114194"/>
              <a:ext cx="2397844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4748672" name="Freeform 43"/>
            <p:cNvSpPr/>
            <p:nvPr/>
          </p:nvSpPr>
          <p:spPr bwMode="auto">
            <a:xfrm rot="1981001">
              <a:off x="1243665" y="1793205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2251022" name="TextBox 44"/>
            <p:cNvSpPr txBox="1"/>
            <p:nvPr/>
          </p:nvSpPr>
          <p:spPr bwMode="auto">
            <a:xfrm flipH="0" flipV="0">
              <a:off x="79374" y="3577918"/>
              <a:ext cx="2239814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1611006338" name="Freeform 45"/>
            <p:cNvSpPr/>
            <p:nvPr/>
          </p:nvSpPr>
          <p:spPr bwMode="auto">
            <a:xfrm rot="9541431" flipH="1">
              <a:off x="1155537" y="3088181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92732823" name="TextBox 46"/>
            <p:cNvSpPr txBox="1"/>
            <p:nvPr/>
          </p:nvSpPr>
          <p:spPr bwMode="auto">
            <a:xfrm flipH="0" flipV="0">
              <a:off x="9112249" y="963951"/>
              <a:ext cx="2540719" cy="35227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09704912" name="Freeform 47"/>
            <p:cNvSpPr/>
            <p:nvPr/>
          </p:nvSpPr>
          <p:spPr bwMode="auto">
            <a:xfrm rot="-423529" flipH="1">
              <a:off x="9416088" y="2979838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3680801" name="TextBox 48"/>
            <p:cNvSpPr txBox="1"/>
            <p:nvPr/>
          </p:nvSpPr>
          <p:spPr bwMode="auto">
            <a:xfrm flipH="0" flipV="0">
              <a:off x="9112434" y="2523539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1595026" name="Freeform 49"/>
            <p:cNvSpPr/>
            <p:nvPr/>
          </p:nvSpPr>
          <p:spPr bwMode="auto">
            <a:xfrm rot="-2557580" flipH="1">
              <a:off x="9300426" y="1694589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1009448" y="0"/>
                  </a:moveTo>
                  <a:lnTo>
                    <a:pt x="0" y="0"/>
                  </a:lnTo>
                  <a:lnTo>
                    <a:pt x="0" y="285169"/>
                  </a:lnTo>
                  <a:lnTo>
                    <a:pt x="1009448" y="285169"/>
                  </a:lnTo>
                  <a:lnTo>
                    <a:pt x="1009448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4996520" name="Freeform 56"/>
            <p:cNvSpPr/>
            <p:nvPr/>
          </p:nvSpPr>
          <p:spPr bwMode="auto">
            <a:xfrm rot="-10662274">
              <a:off x="9298373" y="3735896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2736699" name="TextBox 57"/>
            <p:cNvSpPr txBox="1"/>
            <p:nvPr/>
          </p:nvSpPr>
          <p:spPr bwMode="auto">
            <a:xfrm flipH="0" flipV="0">
              <a:off x="9112434" y="4074501"/>
              <a:ext cx="2539596" cy="35265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9313451" name="Freeform 58"/>
            <p:cNvSpPr/>
            <p:nvPr/>
          </p:nvSpPr>
          <p:spPr bwMode="auto">
            <a:xfrm rot="-9983765">
              <a:off x="9312443" y="4795432"/>
              <a:ext cx="1009446" cy="285167"/>
            </a:xfrm>
            <a:custGeom>
              <a:avLst/>
              <a:gdLst/>
              <a:ahLst/>
              <a:cxnLst/>
              <a:rect l="l" t="t" r="r" b="b"/>
              <a:pathLst>
                <a:path w="1009448" h="285169" fill="norm" stroke="1" extrusionOk="0">
                  <a:moveTo>
                    <a:pt x="0" y="0"/>
                  </a:moveTo>
                  <a:lnTo>
                    <a:pt x="1009448" y="0"/>
                  </a:lnTo>
                  <a:lnTo>
                    <a:pt x="1009448" y="285169"/>
                  </a:lnTo>
                  <a:lnTo>
                    <a:pt x="0" y="28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8961290" name="TextBox 59"/>
            <p:cNvSpPr txBox="1"/>
            <p:nvPr/>
          </p:nvSpPr>
          <p:spPr bwMode="auto">
            <a:xfrm flipH="0" flipV="0">
              <a:off x="9112341" y="5192665"/>
              <a:ext cx="2540158" cy="62075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  <a:defRPr/>
              </a:pPr>
              <a:r>
                <a:rPr lang="en-US" sz="2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2000">
                <a:latin typeface="IBM Plex Sans"/>
                <a:cs typeface="IBM Plex Sans"/>
              </a:endParaRPr>
            </a:p>
            <a:p>
              <a:pPr>
                <a:defRPr/>
              </a:pPr>
              <a:endParaRPr/>
            </a:p>
          </p:txBody>
        </p:sp>
        <p:sp>
          <p:nvSpPr>
            <p:cNvPr id="2014826639" name="Rectangle: Rounded Corners 12"/>
            <p:cNvSpPr/>
            <p:nvPr/>
          </p:nvSpPr>
          <p:spPr bwMode="auto">
            <a:xfrm>
              <a:off x="2559054" y="0"/>
              <a:ext cx="6423836" cy="5950154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60248220" name=""/>
            <p:cNvGrpSpPr/>
            <p:nvPr/>
          </p:nvGrpSpPr>
          <p:grpSpPr bwMode="auto">
            <a:xfrm>
              <a:off x="2991872" y="1700538"/>
              <a:ext cx="5598852" cy="3552016"/>
              <a:chOff x="0" y="0"/>
              <a:chExt cx="5598852" cy="3552016"/>
            </a:xfrm>
          </p:grpSpPr>
          <p:sp>
            <p:nvSpPr>
              <p:cNvPr id="404998236" name="Freeform 30"/>
              <p:cNvSpPr/>
              <p:nvPr/>
            </p:nvSpPr>
            <p:spPr bwMode="auto">
              <a:xfrm rot="0" flipH="0" flipV="0">
                <a:off x="0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82272158" name="TextBox 31"/>
              <p:cNvSpPr txBox="1"/>
              <p:nvPr/>
            </p:nvSpPr>
            <p:spPr bwMode="auto">
              <a:xfrm rot="0" flipH="0" flipV="0">
                <a:off x="0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49986987" name="Freeform 36"/>
              <p:cNvSpPr/>
              <p:nvPr/>
            </p:nvSpPr>
            <p:spPr bwMode="auto">
              <a:xfrm rot="0" flipH="0" flipV="0">
                <a:off x="0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97037554" name="TextBox 37"/>
              <p:cNvSpPr txBox="1"/>
              <p:nvPr/>
            </p:nvSpPr>
            <p:spPr bwMode="auto">
              <a:xfrm rot="0" flipH="0" flipV="0">
                <a:off x="0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475954791" name="Freeform 40"/>
              <p:cNvSpPr/>
              <p:nvPr/>
            </p:nvSpPr>
            <p:spPr bwMode="auto">
              <a:xfrm rot="0" flipH="0" flipV="0">
                <a:off x="3420278" y="1048959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54969060" name="TextBox 41"/>
              <p:cNvSpPr txBox="1"/>
              <p:nvPr/>
            </p:nvSpPr>
            <p:spPr bwMode="auto">
              <a:xfrm rot="0" flipH="0" flipV="0">
                <a:off x="3420278" y="912323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13661694" name="Freeform 51"/>
              <p:cNvSpPr/>
              <p:nvPr/>
            </p:nvSpPr>
            <p:spPr bwMode="auto">
              <a:xfrm rot="0" flipH="0" flipV="0">
                <a:off x="3420278" y="1961281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02224316" name="TextBox 52"/>
              <p:cNvSpPr txBox="1"/>
              <p:nvPr/>
            </p:nvSpPr>
            <p:spPr bwMode="auto">
              <a:xfrm rot="0" flipH="0" flipV="0">
                <a:off x="3420278" y="1824646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938533755" name="Freeform 54"/>
              <p:cNvSpPr/>
              <p:nvPr/>
            </p:nvSpPr>
            <p:spPr bwMode="auto">
              <a:xfrm rot="0" flipH="0" flipV="0">
                <a:off x="3420278" y="287360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74224912" name="TextBox 55"/>
              <p:cNvSpPr txBox="1"/>
              <p:nvPr/>
            </p:nvSpPr>
            <p:spPr bwMode="auto">
              <a:xfrm rot="0" flipH="0" flipV="0">
                <a:off x="3420278" y="273697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25884376" name="Freeform 61"/>
              <p:cNvSpPr/>
              <p:nvPr/>
            </p:nvSpPr>
            <p:spPr bwMode="auto">
              <a:xfrm rot="0" flipH="0" flipV="0">
                <a:off x="3420278" y="136635"/>
                <a:ext cx="2178575" cy="678411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20824" y="0"/>
                    </a:moveTo>
                    <a:lnTo>
                      <a:pt x="790402" y="0"/>
                    </a:lnTo>
                    <a:cubicBezTo>
                      <a:pt x="857131" y="0"/>
                      <a:pt x="911226" y="54095"/>
                      <a:pt x="911226" y="120824"/>
                    </a:cubicBezTo>
                    <a:lnTo>
                      <a:pt x="911226" y="162933"/>
                    </a:lnTo>
                    <a:cubicBezTo>
                      <a:pt x="911226" y="229663"/>
                      <a:pt x="857131" y="283758"/>
                      <a:pt x="790402" y="283758"/>
                    </a:cubicBezTo>
                    <a:lnTo>
                      <a:pt x="120824" y="283758"/>
                    </a:lnTo>
                    <a:cubicBezTo>
                      <a:pt x="88780" y="283758"/>
                      <a:pt x="58048" y="271028"/>
                      <a:pt x="35389" y="248369"/>
                    </a:cubicBezTo>
                    <a:cubicBezTo>
                      <a:pt x="12730" y="225710"/>
                      <a:pt x="0" y="194978"/>
                      <a:pt x="0" y="162933"/>
                    </a:cubicBezTo>
                    <a:lnTo>
                      <a:pt x="0" y="120824"/>
                    </a:lnTo>
                    <a:cubicBezTo>
                      <a:pt x="0" y="54095"/>
                      <a:pt x="54095" y="0"/>
                      <a:pt x="120824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15602080" name="TextBox 62"/>
              <p:cNvSpPr txBox="1"/>
              <p:nvPr/>
            </p:nvSpPr>
            <p:spPr bwMode="auto">
              <a:xfrm rot="0" flipH="0" flipV="0">
                <a:off x="3420278" y="0"/>
                <a:ext cx="2178575" cy="815046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51029829" name=""/>
          <p:cNvGrpSpPr/>
          <p:nvPr/>
        </p:nvGrpSpPr>
        <p:grpSpPr bwMode="auto">
          <a:xfrm>
            <a:off x="341848" y="1591392"/>
            <a:ext cx="11456062" cy="3294319"/>
            <a:chOff x="0" y="0"/>
            <a:chExt cx="11456062" cy="3294319"/>
          </a:xfrm>
        </p:grpSpPr>
        <p:sp>
          <p:nvSpPr>
            <p:cNvPr id="1439377617" name="TextBox 32"/>
            <p:cNvSpPr txBox="1"/>
            <p:nvPr/>
          </p:nvSpPr>
          <p:spPr bwMode="auto">
            <a:xfrm flipH="0" flipV="0">
              <a:off x="7186036" y="233571"/>
              <a:ext cx="3058297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 x2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6140099" name="TextBox 33"/>
            <p:cNvSpPr txBox="1"/>
            <p:nvPr/>
          </p:nvSpPr>
          <p:spPr bwMode="auto">
            <a:xfrm>
              <a:off x="7300011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84173964" name="AutoShape 34"/>
            <p:cNvSpPr/>
            <p:nvPr/>
          </p:nvSpPr>
          <p:spPr bwMode="auto">
            <a:xfrm>
              <a:off x="8676720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7777272" name="TextBox 38"/>
            <p:cNvSpPr txBox="1"/>
            <p:nvPr/>
          </p:nvSpPr>
          <p:spPr bwMode="auto">
            <a:xfrm>
              <a:off x="8876894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1638875" name="TextBox 42"/>
            <p:cNvSpPr txBox="1"/>
            <p:nvPr/>
          </p:nvSpPr>
          <p:spPr bwMode="auto">
            <a:xfrm>
              <a:off x="6122595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3304992" name="Freeform 43"/>
            <p:cNvSpPr/>
            <p:nvPr/>
          </p:nvSpPr>
          <p:spPr bwMode="auto">
            <a:xfrm rot="1981001">
              <a:off x="6523050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3956251" name="TextBox 44"/>
            <p:cNvSpPr txBox="1"/>
            <p:nvPr/>
          </p:nvSpPr>
          <p:spPr bwMode="auto">
            <a:xfrm>
              <a:off x="6007716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7798350" name="Freeform 45"/>
            <p:cNvSpPr/>
            <p:nvPr/>
          </p:nvSpPr>
          <p:spPr bwMode="auto">
            <a:xfrm rot="9541431" flipH="1">
              <a:off x="6473599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9515810" name="TextBox 46"/>
            <p:cNvSpPr txBox="1"/>
            <p:nvPr/>
          </p:nvSpPr>
          <p:spPr bwMode="auto">
            <a:xfrm flipH="0" flipV="0">
              <a:off x="10407141" y="377899"/>
              <a:ext cx="920296" cy="3524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1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91402571" name="Freeform 47"/>
            <p:cNvSpPr/>
            <p:nvPr/>
          </p:nvSpPr>
          <p:spPr bwMode="auto">
            <a:xfrm rot="-423529" flipH="1">
              <a:off x="10344001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4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4" y="160017"/>
                  </a:lnTo>
                  <a:lnTo>
                    <a:pt x="566434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7227932" name="TextBox 48"/>
            <p:cNvSpPr txBox="1"/>
            <p:nvPr/>
          </p:nvSpPr>
          <p:spPr bwMode="auto">
            <a:xfrm>
              <a:off x="10542245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08268894" name="Freeform 49"/>
            <p:cNvSpPr/>
            <p:nvPr/>
          </p:nvSpPr>
          <p:spPr bwMode="auto">
            <a:xfrm rot="-2557580" flipH="1">
              <a:off x="10279102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2420562" name="Freeform 56"/>
            <p:cNvSpPr/>
            <p:nvPr/>
          </p:nvSpPr>
          <p:spPr bwMode="auto">
            <a:xfrm rot="-10662274">
              <a:off x="10277949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097780" name="TextBox 57"/>
            <p:cNvSpPr txBox="1"/>
            <p:nvPr/>
          </p:nvSpPr>
          <p:spPr bwMode="auto">
            <a:xfrm>
              <a:off x="10462111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827091" name="Freeform 58"/>
            <p:cNvSpPr/>
            <p:nvPr/>
          </p:nvSpPr>
          <p:spPr bwMode="auto">
            <a:xfrm rot="-9983765">
              <a:off x="10285846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767635" name="TextBox 59"/>
            <p:cNvSpPr txBox="1"/>
            <p:nvPr/>
          </p:nvSpPr>
          <p:spPr bwMode="auto">
            <a:xfrm>
              <a:off x="10542245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9493591" name="TextBox 69"/>
            <p:cNvSpPr txBox="1"/>
            <p:nvPr/>
          </p:nvSpPr>
          <p:spPr bwMode="auto">
            <a:xfrm flipH="0" flipV="0">
              <a:off x="1163579" y="233572"/>
              <a:ext cx="3007025" cy="2450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Stonewall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80704293" name="TextBox 70"/>
            <p:cNvSpPr txBox="1"/>
            <p:nvPr/>
          </p:nvSpPr>
          <p:spPr bwMode="auto">
            <a:xfrm>
              <a:off x="1292296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76558262" name="AutoShape 71"/>
            <p:cNvSpPr/>
            <p:nvPr/>
          </p:nvSpPr>
          <p:spPr bwMode="auto">
            <a:xfrm>
              <a:off x="2669004" y="674566"/>
              <a:ext cx="0" cy="2345145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338782" name="TextBox 75"/>
            <p:cNvSpPr txBox="1"/>
            <p:nvPr/>
          </p:nvSpPr>
          <p:spPr bwMode="auto">
            <a:xfrm>
              <a:off x="2869180" y="696475"/>
              <a:ext cx="1180109" cy="2262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8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49001822" name="TextBox 79"/>
            <p:cNvSpPr txBox="1"/>
            <p:nvPr/>
          </p:nvSpPr>
          <p:spPr bwMode="auto">
            <a:xfrm>
              <a:off x="114879" y="645990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624557" name="Freeform 80"/>
            <p:cNvSpPr/>
            <p:nvPr/>
          </p:nvSpPr>
          <p:spPr bwMode="auto">
            <a:xfrm rot="1981001">
              <a:off x="515335" y="1028855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3210590" name="TextBox 81"/>
            <p:cNvSpPr txBox="1"/>
            <p:nvPr/>
          </p:nvSpPr>
          <p:spPr bwMode="auto">
            <a:xfrm>
              <a:off x="0" y="2028466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263132" name="Freeform 82"/>
            <p:cNvSpPr/>
            <p:nvPr/>
          </p:nvSpPr>
          <p:spPr bwMode="auto">
            <a:xfrm rot="9541431" flipH="1">
              <a:off x="465885" y="1755508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8"/>
                  </a:lnTo>
                  <a:lnTo>
                    <a:pt x="566433" y="160018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69931609" name="TextBox 83"/>
            <p:cNvSpPr txBox="1"/>
            <p:nvPr/>
          </p:nvSpPr>
          <p:spPr bwMode="auto">
            <a:xfrm>
              <a:off x="4399426" y="561684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0326011" name="Freeform 84"/>
            <p:cNvSpPr/>
            <p:nvPr/>
          </p:nvSpPr>
          <p:spPr bwMode="auto">
            <a:xfrm rot="-423529" flipH="1">
              <a:off x="4336288" y="1694713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012731" name="TextBox 85"/>
            <p:cNvSpPr txBox="1"/>
            <p:nvPr/>
          </p:nvSpPr>
          <p:spPr bwMode="auto">
            <a:xfrm>
              <a:off x="4534531" y="143681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Charles’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6124125" name="Freeform 86"/>
            <p:cNvSpPr/>
            <p:nvPr/>
          </p:nvSpPr>
          <p:spPr bwMode="auto">
            <a:xfrm rot="-2557580" flipH="1">
              <a:off x="4271387" y="97352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566433" y="0"/>
                  </a:moveTo>
                  <a:lnTo>
                    <a:pt x="0" y="0"/>
                  </a:lnTo>
                  <a:lnTo>
                    <a:pt x="0" y="160017"/>
                  </a:lnTo>
                  <a:lnTo>
                    <a:pt x="566433" y="160017"/>
                  </a:lnTo>
                  <a:lnTo>
                    <a:pt x="566433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420905" name="Freeform 93"/>
            <p:cNvSpPr/>
            <p:nvPr/>
          </p:nvSpPr>
          <p:spPr bwMode="auto">
            <a:xfrm rot="-10662274">
              <a:off x="4270234" y="211896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4" y="0"/>
                  </a:lnTo>
                  <a:lnTo>
                    <a:pt x="566434" y="160018"/>
                  </a:lnTo>
                  <a:lnTo>
                    <a:pt x="0" y="160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7445703" name="TextBox 94"/>
            <p:cNvSpPr txBox="1"/>
            <p:nvPr/>
          </p:nvSpPr>
          <p:spPr bwMode="auto">
            <a:xfrm>
              <a:off x="4454397" y="2307112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5778908" name="Freeform 95"/>
            <p:cNvSpPr/>
            <p:nvPr/>
          </p:nvSpPr>
          <p:spPr bwMode="auto">
            <a:xfrm rot="-9983765">
              <a:off x="4278132" y="2713501"/>
              <a:ext cx="566433" cy="160014"/>
            </a:xfrm>
            <a:custGeom>
              <a:avLst/>
              <a:gdLst/>
              <a:ahLst/>
              <a:cxnLst/>
              <a:rect l="l" t="t" r="r" b="b"/>
              <a:pathLst>
                <a:path w="566433" h="160017" fill="norm" stroke="1" extrusionOk="0">
                  <a:moveTo>
                    <a:pt x="0" y="0"/>
                  </a:moveTo>
                  <a:lnTo>
                    <a:pt x="566433" y="0"/>
                  </a:lnTo>
                  <a:lnTo>
                    <a:pt x="566433" y="160017"/>
                  </a:lnTo>
                  <a:lnTo>
                    <a:pt x="0" y="160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7312473" name="TextBox 96"/>
            <p:cNvSpPr txBox="1"/>
            <p:nvPr/>
          </p:nvSpPr>
          <p:spPr bwMode="auto">
            <a:xfrm>
              <a:off x="4534531" y="2934549"/>
              <a:ext cx="913817" cy="19809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  <a:defRPr/>
              </a:pPr>
              <a:r>
                <a:rPr lang="en-US" sz="1000" b="0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Alice’s UTXO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8482201" name="Rectangle: Rounded Corners 12"/>
            <p:cNvSpPr/>
            <p:nvPr/>
          </p:nvSpPr>
          <p:spPr bwMode="auto">
            <a:xfrm>
              <a:off x="1163580" y="38100"/>
              <a:ext cx="3056859" cy="3256219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71847236" name="Rectangle: Rounded Corners 12"/>
            <p:cNvSpPr/>
            <p:nvPr/>
          </p:nvSpPr>
          <p:spPr bwMode="auto">
            <a:xfrm>
              <a:off x="718603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194335024" name=""/>
            <p:cNvGrpSpPr/>
            <p:nvPr/>
          </p:nvGrpSpPr>
          <p:grpSpPr bwMode="auto">
            <a:xfrm>
              <a:off x="7278111" y="1015192"/>
              <a:ext cx="2799347" cy="1954812"/>
              <a:chOff x="0" y="0"/>
              <a:chExt cx="2799347" cy="1954812"/>
            </a:xfrm>
          </p:grpSpPr>
          <p:sp>
            <p:nvSpPr>
              <p:cNvPr id="29390586" name="Freeform 30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731947386" name="TextBox 31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44916123" name="Freeform 36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2796295" name="TextBox 37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65830381" name="Freeform 40"/>
              <p:cNvSpPr/>
              <p:nvPr/>
            </p:nvSpPr>
            <p:spPr bwMode="auto">
              <a:xfrm rot="0" flipH="0" flipV="0">
                <a:off x="1576882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17638186" name="TextBox 41"/>
              <p:cNvSpPr txBox="1"/>
              <p:nvPr/>
            </p:nvSpPr>
            <p:spPr bwMode="auto">
              <a:xfrm rot="0" flipH="0" flipV="0">
                <a:off x="1576882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25203026" name="Freeform 51"/>
              <p:cNvSpPr/>
              <p:nvPr/>
            </p:nvSpPr>
            <p:spPr bwMode="auto">
              <a:xfrm rot="0" flipH="0" flipV="0">
                <a:off x="1576882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72200" name="TextBox 52"/>
              <p:cNvSpPr txBox="1"/>
              <p:nvPr/>
            </p:nvSpPr>
            <p:spPr bwMode="auto">
              <a:xfrm rot="0" flipH="0" flipV="0">
                <a:off x="1576882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03872268" name="Freeform 54"/>
              <p:cNvSpPr/>
              <p:nvPr/>
            </p:nvSpPr>
            <p:spPr bwMode="auto">
              <a:xfrm rot="0" flipH="0" flipV="0">
                <a:off x="1576882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54917895" name="TextBox 55"/>
              <p:cNvSpPr txBox="1"/>
              <p:nvPr/>
            </p:nvSpPr>
            <p:spPr bwMode="auto">
              <a:xfrm rot="0" flipH="0" flipV="0">
                <a:off x="1576882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84285671" name="Freeform 61"/>
              <p:cNvSpPr/>
              <p:nvPr/>
            </p:nvSpPr>
            <p:spPr bwMode="auto">
              <a:xfrm rot="0" flipH="0" flipV="0">
                <a:off x="1576882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510021685" name="TextBox 62"/>
              <p:cNvSpPr txBox="1"/>
              <p:nvPr/>
            </p:nvSpPr>
            <p:spPr bwMode="auto">
              <a:xfrm rot="0" flipH="0" flipV="0">
                <a:off x="1576882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2146179052" name=""/>
            <p:cNvGrpSpPr/>
            <p:nvPr/>
          </p:nvGrpSpPr>
          <p:grpSpPr bwMode="auto">
            <a:xfrm>
              <a:off x="1270398" y="1015192"/>
              <a:ext cx="2799345" cy="1954812"/>
              <a:chOff x="0" y="0"/>
              <a:chExt cx="2799345" cy="1954812"/>
            </a:xfrm>
          </p:grpSpPr>
          <p:sp>
            <p:nvSpPr>
              <p:cNvPr id="1796017380" name="Freeform 67"/>
              <p:cNvSpPr/>
              <p:nvPr/>
            </p:nvSpPr>
            <p:spPr bwMode="auto">
              <a:xfrm rot="0" flipH="0" flipV="0">
                <a:off x="0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52368326" name="TextBox 68"/>
              <p:cNvSpPr txBox="1"/>
              <p:nvPr/>
            </p:nvSpPr>
            <p:spPr bwMode="auto">
              <a:xfrm rot="0" flipH="0" flipV="0">
                <a:off x="0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420894020" name="Freeform 73"/>
              <p:cNvSpPr/>
              <p:nvPr/>
            </p:nvSpPr>
            <p:spPr bwMode="auto">
              <a:xfrm rot="0" flipH="0" flipV="0">
                <a:off x="0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38425258" name="TextBox 74"/>
              <p:cNvSpPr txBox="1"/>
              <p:nvPr/>
            </p:nvSpPr>
            <p:spPr bwMode="auto">
              <a:xfrm rot="0" flipH="0" flipV="0">
                <a:off x="0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17006842" name="Freeform 77"/>
              <p:cNvSpPr/>
              <p:nvPr/>
            </p:nvSpPr>
            <p:spPr bwMode="auto">
              <a:xfrm rot="0" flipH="0" flipV="0">
                <a:off x="1576881" y="550269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492663245" name="TextBox 78"/>
              <p:cNvSpPr txBox="1"/>
              <p:nvPr/>
            </p:nvSpPr>
            <p:spPr bwMode="auto">
              <a:xfrm rot="0" flipH="0" flipV="0">
                <a:off x="1576881" y="511933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1279648129" name="Freeform 88"/>
              <p:cNvSpPr/>
              <p:nvPr/>
            </p:nvSpPr>
            <p:spPr bwMode="auto">
              <a:xfrm rot="0" flipH="0" flipV="0">
                <a:off x="1576881" y="1062201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39804319" name="TextBox 89"/>
              <p:cNvSpPr txBox="1"/>
              <p:nvPr/>
            </p:nvSpPr>
            <p:spPr bwMode="auto">
              <a:xfrm rot="0" flipH="0" flipV="0">
                <a:off x="1576881" y="1023866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915510953" name="Freeform 91"/>
              <p:cNvSpPr/>
              <p:nvPr/>
            </p:nvSpPr>
            <p:spPr bwMode="auto">
              <a:xfrm rot="0" flipH="0" flipV="0">
                <a:off x="1576881" y="1574136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803098478" name="TextBox 92"/>
              <p:cNvSpPr txBox="1"/>
              <p:nvPr/>
            </p:nvSpPr>
            <p:spPr bwMode="auto">
              <a:xfrm rot="0" flipH="0" flipV="0">
                <a:off x="1576881" y="153580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24083650" name="Freeform 98"/>
              <p:cNvSpPr/>
              <p:nvPr/>
            </p:nvSpPr>
            <p:spPr bwMode="auto">
              <a:xfrm rot="0" flipH="0" flipV="0">
                <a:off x="1576881" y="38334"/>
                <a:ext cx="1222465" cy="38067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1200">
                  <a:latin typeface="IBM Plex Sans"/>
                  <a:cs typeface="IBM Plex Sans"/>
                </a:endParaRPr>
              </a:p>
            </p:txBody>
          </p:sp>
          <p:sp>
            <p:nvSpPr>
              <p:cNvPr id="386239985" name="TextBox 99"/>
              <p:cNvSpPr txBox="1"/>
              <p:nvPr/>
            </p:nvSpPr>
            <p:spPr bwMode="auto">
              <a:xfrm rot="0" flipH="0" flipV="0">
                <a:off x="1576881" y="0"/>
                <a:ext cx="1222465" cy="419010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889"/>
                  </a:lnSpc>
                  <a:defRPr/>
                </a:pPr>
                <a:r>
                  <a:rPr lang="en-US" sz="1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2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188502" name=""/>
          <p:cNvGrpSpPr/>
          <p:nvPr/>
        </p:nvGrpSpPr>
        <p:grpSpPr bwMode="auto">
          <a:xfrm>
            <a:off x="2753930" y="380327"/>
            <a:ext cx="6857680" cy="6003777"/>
            <a:chOff x="0" y="0"/>
            <a:chExt cx="6857680" cy="6003777"/>
          </a:xfrm>
        </p:grpSpPr>
        <p:sp>
          <p:nvSpPr>
            <p:cNvPr id="1609119119" name="TextBox 32"/>
            <p:cNvSpPr txBox="1"/>
            <p:nvPr/>
          </p:nvSpPr>
          <p:spPr bwMode="auto">
            <a:xfrm>
              <a:off x="323250" y="376735"/>
              <a:ext cx="6195685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TX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9891395" name="TextBox 33"/>
            <p:cNvSpPr txBox="1"/>
            <p:nvPr/>
          </p:nvSpPr>
          <p:spPr bwMode="auto">
            <a:xfrm>
              <a:off x="497919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71642881" name="AutoShape 34"/>
            <p:cNvSpPr/>
            <p:nvPr/>
          </p:nvSpPr>
          <p:spPr bwMode="auto">
            <a:xfrm>
              <a:off x="3420554" y="1053658"/>
              <a:ext cx="0" cy="442479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52038247" name="TextBox 38"/>
            <p:cNvSpPr txBox="1"/>
            <p:nvPr/>
          </p:nvSpPr>
          <p:spPr bwMode="auto">
            <a:xfrm>
              <a:off x="4119098" y="1091758"/>
              <a:ext cx="2224983" cy="4268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7"/>
                </a:lnSpc>
                <a:defRPr/>
              </a:pPr>
              <a:r>
                <a:rPr lang="en-US" sz="24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6721917" name="Rectangle: Rounded Corners 12"/>
            <p:cNvSpPr/>
            <p:nvPr/>
          </p:nvSpPr>
          <p:spPr bwMode="auto">
            <a:xfrm>
              <a:off x="0" y="0"/>
              <a:ext cx="6857681" cy="600377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grpSp>
          <p:nvGrpSpPr>
            <p:cNvPr id="1934806957" name=""/>
            <p:cNvGrpSpPr/>
            <p:nvPr/>
          </p:nvGrpSpPr>
          <p:grpSpPr bwMode="auto">
            <a:xfrm>
              <a:off x="456598" y="1624017"/>
              <a:ext cx="5927717" cy="3760655"/>
              <a:chOff x="0" y="0"/>
              <a:chExt cx="5927717" cy="3760655"/>
            </a:xfrm>
          </p:grpSpPr>
          <p:sp>
            <p:nvSpPr>
              <p:cNvPr id="1167029215" name="Freeform 30"/>
              <p:cNvSpPr/>
              <p:nvPr/>
            </p:nvSpPr>
            <p:spPr bwMode="auto">
              <a:xfrm rot="0" flipH="0" flipV="0">
                <a:off x="0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73841972" name="TextBox 31"/>
              <p:cNvSpPr txBox="1"/>
              <p:nvPr/>
            </p:nvSpPr>
            <p:spPr bwMode="auto">
              <a:xfrm rot="0" flipH="0" flipV="0">
                <a:off x="0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10 000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05097569" name="Freeform 36"/>
              <p:cNvSpPr/>
              <p:nvPr/>
            </p:nvSpPr>
            <p:spPr bwMode="auto">
              <a:xfrm rot="0" flipH="0" flipV="0">
                <a:off x="0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210471901" name="TextBox 37"/>
              <p:cNvSpPr txBox="1"/>
              <p:nvPr/>
            </p:nvSpPr>
            <p:spPr bwMode="auto">
              <a:xfrm rot="0" flipH="0" flipV="0">
                <a:off x="0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732619234" name="Freeform 40"/>
              <p:cNvSpPr/>
              <p:nvPr/>
            </p:nvSpPr>
            <p:spPr bwMode="auto">
              <a:xfrm rot="0" flipH="0" flipV="0">
                <a:off x="3621179" y="1110573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353835906" name="TextBox 41"/>
              <p:cNvSpPr txBox="1"/>
              <p:nvPr/>
            </p:nvSpPr>
            <p:spPr bwMode="auto">
              <a:xfrm rot="0" flipH="0" flipV="0">
                <a:off x="3621179" y="965911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661580584" name="Freeform 43"/>
              <p:cNvSpPr/>
              <p:nvPr/>
            </p:nvSpPr>
            <p:spPr bwMode="auto">
              <a:xfrm rot="0" flipH="0" flipV="0">
                <a:off x="3621179" y="2076484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032852577" name="TextBox 44"/>
              <p:cNvSpPr txBox="1"/>
              <p:nvPr/>
            </p:nvSpPr>
            <p:spPr bwMode="auto">
              <a:xfrm rot="0" flipH="0" flipV="0">
                <a:off x="3621179" y="1931823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6 000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668165013" name="Freeform 46"/>
              <p:cNvSpPr/>
              <p:nvPr/>
            </p:nvSpPr>
            <p:spPr bwMode="auto">
              <a:xfrm rot="0" flipH="0" flipV="0">
                <a:off x="3621179" y="3042396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404135927" name="TextBox 47"/>
              <p:cNvSpPr txBox="1"/>
              <p:nvPr/>
            </p:nvSpPr>
            <p:spPr bwMode="auto">
              <a:xfrm rot="0" flipH="0" flipV="0">
                <a:off x="3621179" y="2897734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11 000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806836967" name="Freeform 49"/>
              <p:cNvSpPr/>
              <p:nvPr/>
            </p:nvSpPr>
            <p:spPr bwMode="auto">
              <a:xfrm rot="0" flipH="0" flipV="0">
                <a:off x="3621179" y="144661"/>
                <a:ext cx="2306539" cy="718259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14121" y="0"/>
                    </a:moveTo>
                    <a:lnTo>
                      <a:pt x="797105" y="0"/>
                    </a:lnTo>
                    <a:cubicBezTo>
                      <a:pt x="827372" y="0"/>
                      <a:pt x="856399" y="12023"/>
                      <a:pt x="877801" y="33425"/>
                    </a:cubicBezTo>
                    <a:cubicBezTo>
                      <a:pt x="899203" y="54827"/>
                      <a:pt x="911226" y="83854"/>
                      <a:pt x="911226" y="114121"/>
                    </a:cubicBezTo>
                    <a:lnTo>
                      <a:pt x="911226" y="169636"/>
                    </a:lnTo>
                    <a:cubicBezTo>
                      <a:pt x="911226" y="199903"/>
                      <a:pt x="899203" y="228930"/>
                      <a:pt x="877801" y="250332"/>
                    </a:cubicBezTo>
                    <a:cubicBezTo>
                      <a:pt x="856399" y="271734"/>
                      <a:pt x="827372" y="283758"/>
                      <a:pt x="797105" y="283758"/>
                    </a:cubicBezTo>
                    <a:lnTo>
                      <a:pt x="114121" y="283758"/>
                    </a:lnTo>
                    <a:cubicBezTo>
                      <a:pt x="83854" y="283758"/>
                      <a:pt x="54827" y="271734"/>
                      <a:pt x="33425" y="250332"/>
                    </a:cubicBezTo>
                    <a:cubicBezTo>
                      <a:pt x="12023" y="228930"/>
                      <a:pt x="0" y="199903"/>
                      <a:pt x="0" y="169636"/>
                    </a:cubicBezTo>
                    <a:lnTo>
                      <a:pt x="0" y="114121"/>
                    </a:lnTo>
                    <a:cubicBezTo>
                      <a:pt x="0" y="83854"/>
                      <a:pt x="12023" y="54827"/>
                      <a:pt x="33425" y="33425"/>
                    </a:cubicBezTo>
                    <a:cubicBezTo>
                      <a:pt x="54827" y="12023"/>
                      <a:pt x="83854" y="0"/>
                      <a:pt x="11412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729544877" name="TextBox 50"/>
              <p:cNvSpPr txBox="1"/>
              <p:nvPr/>
            </p:nvSpPr>
            <p:spPr bwMode="auto">
              <a:xfrm rot="0" flipH="0" flipV="0">
                <a:off x="3621179" y="0"/>
                <a:ext cx="2306539" cy="862921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053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4 000 sats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94257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322093" y="1202531"/>
            <a:ext cx="6362699" cy="4638674"/>
          </a:xfrm>
          <a:prstGeom prst="rect">
            <a:avLst/>
          </a:prstGeom>
        </p:spPr>
      </p:pic>
      <p:pic>
        <p:nvPicPr>
          <p:cNvPr id="819789537" name=""/>
          <p:cNvPicPr>
            <a:picLocks noChangeAspect="1"/>
          </p:cNvPicPr>
          <p:nvPr/>
        </p:nvPicPr>
        <p:blipFill>
          <a:blip r:embed="rId4"/>
          <a:srcRect l="27256" t="4687" r="34265" b="23958"/>
          <a:stretch/>
        </p:blipFill>
        <p:spPr bwMode="auto">
          <a:xfrm flipH="0" flipV="0">
            <a:off x="453655" y="1075134"/>
            <a:ext cx="4691062" cy="4893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4703795" name=""/>
          <p:cNvGrpSpPr/>
          <p:nvPr/>
        </p:nvGrpSpPr>
        <p:grpSpPr bwMode="auto">
          <a:xfrm>
            <a:off x="840377" y="1909289"/>
            <a:ext cx="9873801" cy="3256218"/>
            <a:chOff x="0" y="0"/>
            <a:chExt cx="9873801" cy="3256218"/>
          </a:xfrm>
        </p:grpSpPr>
        <p:sp>
          <p:nvSpPr>
            <p:cNvPr id="844746081" name="Freeform 26"/>
            <p:cNvSpPr/>
            <p:nvPr/>
          </p:nvSpPr>
          <p:spPr bwMode="auto">
            <a:xfrm>
              <a:off x="0" y="1375495"/>
              <a:ext cx="642303" cy="588510"/>
            </a:xfrm>
            <a:custGeom>
              <a:avLst/>
              <a:gdLst/>
              <a:ahLst/>
              <a:cxnLst/>
              <a:rect l="l" t="t" r="r" b="b"/>
              <a:pathLst>
                <a:path w="642305" h="588512" fill="norm" stroke="1" extrusionOk="0">
                  <a:moveTo>
                    <a:pt x="0" y="0"/>
                  </a:moveTo>
                  <a:lnTo>
                    <a:pt x="642305" y="0"/>
                  </a:lnTo>
                  <a:lnTo>
                    <a:pt x="642305" y="588512"/>
                  </a:lnTo>
                  <a:lnTo>
                    <a:pt x="0" y="588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257858" name="Freeform 31"/>
            <p:cNvSpPr/>
            <p:nvPr/>
          </p:nvSpPr>
          <p:spPr bwMode="auto">
            <a:xfrm rot="0" flipH="0" flipV="0">
              <a:off x="1232131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717289" name="TextBox 32"/>
            <p:cNvSpPr txBox="1"/>
            <p:nvPr/>
          </p:nvSpPr>
          <p:spPr bwMode="auto">
            <a:xfrm rot="0" flipH="0" flipV="0">
              <a:off x="1232131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47114543" name="AutoShape 33"/>
            <p:cNvSpPr/>
            <p:nvPr/>
          </p:nvSpPr>
          <p:spPr bwMode="auto">
            <a:xfrm>
              <a:off x="2601063" y="784171"/>
              <a:ext cx="0" cy="2116197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3899099" name="Freeform 35"/>
            <p:cNvSpPr/>
            <p:nvPr/>
          </p:nvSpPr>
          <p:spPr bwMode="auto">
            <a:xfrm rot="0" flipH="0" flipV="0">
              <a:off x="1232131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7859549" name="TextBox 36"/>
            <p:cNvSpPr txBox="1"/>
            <p:nvPr/>
          </p:nvSpPr>
          <p:spPr bwMode="auto">
            <a:xfrm rot="0" flipH="0" flipV="0">
              <a:off x="1232131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127004613" name="Freeform 38"/>
            <p:cNvSpPr/>
            <p:nvPr/>
          </p:nvSpPr>
          <p:spPr bwMode="auto">
            <a:xfrm rot="0" flipH="0" flipV="0">
              <a:off x="1232218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5327913" name="TextBox 39"/>
            <p:cNvSpPr txBox="1"/>
            <p:nvPr/>
          </p:nvSpPr>
          <p:spPr bwMode="auto">
            <a:xfrm rot="0" flipH="0" flipV="0">
              <a:off x="1232218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06846587" name="Freeform 41"/>
            <p:cNvSpPr/>
            <p:nvPr/>
          </p:nvSpPr>
          <p:spPr bwMode="auto">
            <a:xfrm rot="0" flipH="0" flipV="0">
              <a:off x="1232218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756356" name="TextBox 42"/>
            <p:cNvSpPr txBox="1"/>
            <p:nvPr/>
          </p:nvSpPr>
          <p:spPr bwMode="auto">
            <a:xfrm rot="0" flipH="0" flipV="0">
              <a:off x="1232218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56025242" name="Freeform 44"/>
            <p:cNvSpPr/>
            <p:nvPr/>
          </p:nvSpPr>
          <p:spPr bwMode="auto">
            <a:xfrm rot="0" flipH="0" flipV="0">
              <a:off x="1232218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82975" name="TextBox 45"/>
            <p:cNvSpPr txBox="1"/>
            <p:nvPr/>
          </p:nvSpPr>
          <p:spPr bwMode="auto">
            <a:xfrm rot="0" flipH="0" flipV="0">
              <a:off x="1232218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78820816" name="Freeform 47"/>
            <p:cNvSpPr/>
            <p:nvPr/>
          </p:nvSpPr>
          <p:spPr bwMode="auto">
            <a:xfrm rot="0" flipH="0" flipV="0">
              <a:off x="2904607" y="78417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1992430" name="TextBox 48"/>
            <p:cNvSpPr txBox="1"/>
            <p:nvPr/>
          </p:nvSpPr>
          <p:spPr bwMode="auto">
            <a:xfrm rot="0" flipH="0" flipV="0">
              <a:off x="2904607" y="77303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852560953" name="Freeform 50"/>
            <p:cNvSpPr/>
            <p:nvPr/>
          </p:nvSpPr>
          <p:spPr bwMode="auto">
            <a:xfrm rot="0" flipH="0" flipV="0">
              <a:off x="2904607" y="123028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6059213" name="TextBox 51"/>
            <p:cNvSpPr txBox="1"/>
            <p:nvPr/>
          </p:nvSpPr>
          <p:spPr bwMode="auto">
            <a:xfrm rot="0" flipH="0" flipV="0">
              <a:off x="2904607" y="1219154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585106534" name="Freeform 53"/>
            <p:cNvSpPr/>
            <p:nvPr/>
          </p:nvSpPr>
          <p:spPr bwMode="auto">
            <a:xfrm rot="0" flipH="0" flipV="0">
              <a:off x="2904693" y="1676400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2612113" name="TextBox 54"/>
            <p:cNvSpPr txBox="1"/>
            <p:nvPr/>
          </p:nvSpPr>
          <p:spPr bwMode="auto">
            <a:xfrm rot="0" flipH="0" flipV="0">
              <a:off x="2904693" y="1665268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26487554" name="Freeform 56"/>
            <p:cNvSpPr/>
            <p:nvPr/>
          </p:nvSpPr>
          <p:spPr bwMode="auto">
            <a:xfrm rot="0" flipH="0" flipV="0">
              <a:off x="2904693" y="2122515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5281341" name="TextBox 57"/>
            <p:cNvSpPr txBox="1"/>
            <p:nvPr/>
          </p:nvSpPr>
          <p:spPr bwMode="auto">
            <a:xfrm rot="0" flipH="0" flipV="0">
              <a:off x="2904693" y="2111383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980690332" name="Freeform 59"/>
            <p:cNvSpPr/>
            <p:nvPr/>
          </p:nvSpPr>
          <p:spPr bwMode="auto">
            <a:xfrm rot="0" flipH="0" flipV="0">
              <a:off x="2904693" y="2568632"/>
              <a:ext cx="1065295" cy="3317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28932423" name="TextBox 60"/>
            <p:cNvSpPr txBox="1"/>
            <p:nvPr/>
          </p:nvSpPr>
          <p:spPr bwMode="auto">
            <a:xfrm rot="0" flipH="0" flipV="0">
              <a:off x="2904693" y="2557500"/>
              <a:ext cx="1065295" cy="34287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58327746" name="Freeform 61"/>
            <p:cNvSpPr/>
            <p:nvPr/>
          </p:nvSpPr>
          <p:spPr bwMode="auto">
            <a:xfrm>
              <a:off x="7060984" y="324713"/>
              <a:ext cx="2812816" cy="2690075"/>
            </a:xfrm>
            <a:custGeom>
              <a:avLst/>
              <a:gdLst/>
              <a:ahLst/>
              <a:cxnLst/>
              <a:rect l="l" t="t" r="r" b="b"/>
              <a:pathLst>
                <a:path w="2812818" h="2690077" fill="norm" stroke="1" extrusionOk="0">
                  <a:moveTo>
                    <a:pt x="0" y="0"/>
                  </a:moveTo>
                  <a:lnTo>
                    <a:pt x="2812818" y="0"/>
                  </a:lnTo>
                  <a:lnTo>
                    <a:pt x="2812818" y="2690077"/>
                  </a:lnTo>
                  <a:lnTo>
                    <a:pt x="0" y="2690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80484858" name="Freeform 62"/>
            <p:cNvSpPr/>
            <p:nvPr/>
          </p:nvSpPr>
          <p:spPr bwMode="auto">
            <a:xfrm>
              <a:off x="8234429" y="484110"/>
              <a:ext cx="465927" cy="465927"/>
            </a:xfrm>
            <a:custGeom>
              <a:avLst/>
              <a:gdLst/>
              <a:ahLst/>
              <a:cxnLst/>
              <a:rect l="l" t="t" r="r" b="b"/>
              <a:pathLst>
                <a:path w="465929" h="465929" fill="norm" stroke="1" extrusionOk="0">
                  <a:moveTo>
                    <a:pt x="0" y="0"/>
                  </a:moveTo>
                  <a:lnTo>
                    <a:pt x="465929" y="0"/>
                  </a:lnTo>
                  <a:lnTo>
                    <a:pt x="465929" y="465929"/>
                  </a:lnTo>
                  <a:lnTo>
                    <a:pt x="0" y="4659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3538157" name="AutoShape 63"/>
            <p:cNvSpPr/>
            <p:nvPr/>
          </p:nvSpPr>
          <p:spPr bwMode="auto">
            <a:xfrm flipV="1">
              <a:off x="3969992" y="1863208"/>
              <a:ext cx="3090990" cy="42517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32473899" name="Freeform 64"/>
            <p:cNvSpPr/>
            <p:nvPr/>
          </p:nvSpPr>
          <p:spPr bwMode="auto">
            <a:xfrm>
              <a:off x="5419755" y="1477988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20" y="0"/>
                  </a:lnTo>
                  <a:lnTo>
                    <a:pt x="486020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213492" name="TextBox 65"/>
            <p:cNvSpPr txBox="1"/>
            <p:nvPr/>
          </p:nvSpPr>
          <p:spPr bwMode="auto">
            <a:xfrm flipH="0" flipV="0">
              <a:off x="1040096" y="225030"/>
              <a:ext cx="3058299" cy="29080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/>
            </a:p>
          </p:txBody>
        </p:sp>
        <p:sp>
          <p:nvSpPr>
            <p:cNvPr id="1420103332" name="Rectangle: Rounded Corners 12"/>
            <p:cNvSpPr/>
            <p:nvPr/>
          </p:nvSpPr>
          <p:spPr bwMode="auto">
            <a:xfrm>
              <a:off x="1040097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612081" name=""/>
          <p:cNvGrpSpPr/>
          <p:nvPr/>
        </p:nvGrpSpPr>
        <p:grpSpPr bwMode="auto">
          <a:xfrm>
            <a:off x="399763" y="1867617"/>
            <a:ext cx="11445597" cy="3256218"/>
            <a:chOff x="0" y="0"/>
            <a:chExt cx="11445597" cy="3256218"/>
          </a:xfrm>
        </p:grpSpPr>
        <p:sp>
          <p:nvSpPr>
            <p:cNvPr id="330249888" name="Freeform 26"/>
            <p:cNvSpPr/>
            <p:nvPr/>
          </p:nvSpPr>
          <p:spPr bwMode="auto">
            <a:xfrm>
              <a:off x="0" y="1290729"/>
              <a:ext cx="619421" cy="567544"/>
            </a:xfrm>
            <a:custGeom>
              <a:avLst/>
              <a:gdLst/>
              <a:ahLst/>
              <a:cxnLst/>
              <a:rect l="l" t="t" r="r" b="b"/>
              <a:pathLst>
                <a:path w="619423" h="567546" fill="norm" stroke="1" extrusionOk="0">
                  <a:moveTo>
                    <a:pt x="0" y="0"/>
                  </a:moveTo>
                  <a:lnTo>
                    <a:pt x="619422" y="0"/>
                  </a:lnTo>
                  <a:lnTo>
                    <a:pt x="619422" y="567546"/>
                  </a:lnTo>
                  <a:lnTo>
                    <a:pt x="0" y="5675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07161" name="Freeform 31"/>
            <p:cNvSpPr/>
            <p:nvPr/>
          </p:nvSpPr>
          <p:spPr bwMode="auto">
            <a:xfrm rot="0" flipH="0" flipV="0">
              <a:off x="1188237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1594383" name="TextBox 32"/>
            <p:cNvSpPr txBox="1"/>
            <p:nvPr/>
          </p:nvSpPr>
          <p:spPr bwMode="auto">
            <a:xfrm rot="0" flipH="0" flipV="0">
              <a:off x="1188237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009296778" name="AutoShape 33"/>
            <p:cNvSpPr/>
            <p:nvPr/>
          </p:nvSpPr>
          <p:spPr bwMode="auto">
            <a:xfrm>
              <a:off x="2508399" y="720472"/>
              <a:ext cx="0" cy="2040804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8494529" name="Freeform 35"/>
            <p:cNvSpPr/>
            <p:nvPr/>
          </p:nvSpPr>
          <p:spPr bwMode="auto">
            <a:xfrm rot="0" flipH="0" flipV="0">
              <a:off x="1188237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2558533" name="TextBox 36"/>
            <p:cNvSpPr txBox="1"/>
            <p:nvPr/>
          </p:nvSpPr>
          <p:spPr bwMode="auto">
            <a:xfrm rot="0" flipH="0" flipV="0">
              <a:off x="1188237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796134433" name="Freeform 38"/>
            <p:cNvSpPr/>
            <p:nvPr/>
          </p:nvSpPr>
          <p:spPr bwMode="auto">
            <a:xfrm rot="0" flipH="0" flipV="0">
              <a:off x="1188318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169119" name="TextBox 39"/>
            <p:cNvSpPr txBox="1"/>
            <p:nvPr/>
          </p:nvSpPr>
          <p:spPr bwMode="auto">
            <a:xfrm rot="0" flipH="0" flipV="0">
              <a:off x="1188318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683598275" name="Freeform 41"/>
            <p:cNvSpPr/>
            <p:nvPr/>
          </p:nvSpPr>
          <p:spPr bwMode="auto">
            <a:xfrm rot="0" flipH="0" flipV="0">
              <a:off x="1188318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009755" name="TextBox 42"/>
            <p:cNvSpPr txBox="1"/>
            <p:nvPr/>
          </p:nvSpPr>
          <p:spPr bwMode="auto">
            <a:xfrm rot="0" flipH="0" flipV="0">
              <a:off x="1188318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240735819" name="Freeform 44"/>
            <p:cNvSpPr/>
            <p:nvPr/>
          </p:nvSpPr>
          <p:spPr bwMode="auto">
            <a:xfrm rot="0" flipH="0" flipV="0">
              <a:off x="1188318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1304086" name="TextBox 45"/>
            <p:cNvSpPr txBox="1"/>
            <p:nvPr/>
          </p:nvSpPr>
          <p:spPr bwMode="auto">
            <a:xfrm rot="0" flipH="0" flipV="0">
              <a:off x="1188318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67915216" name="Freeform 47"/>
            <p:cNvSpPr/>
            <p:nvPr/>
          </p:nvSpPr>
          <p:spPr bwMode="auto">
            <a:xfrm rot="0" flipH="0" flipV="0">
              <a:off x="2801128" y="720471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172621" name="TextBox 48"/>
            <p:cNvSpPr txBox="1"/>
            <p:nvPr/>
          </p:nvSpPr>
          <p:spPr bwMode="auto">
            <a:xfrm rot="0" flipH="0" flipV="0">
              <a:off x="2801128" y="709736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551651551" name="Freeform 50"/>
            <p:cNvSpPr/>
            <p:nvPr/>
          </p:nvSpPr>
          <p:spPr bwMode="auto">
            <a:xfrm rot="0" flipH="0" flipV="0">
              <a:off x="2801128" y="1150693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637252" name="TextBox 51"/>
            <p:cNvSpPr txBox="1"/>
            <p:nvPr/>
          </p:nvSpPr>
          <p:spPr bwMode="auto">
            <a:xfrm rot="0" flipH="0" flipV="0">
              <a:off x="2801128" y="1139958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061083788" name="Freeform 53"/>
            <p:cNvSpPr/>
            <p:nvPr/>
          </p:nvSpPr>
          <p:spPr bwMode="auto">
            <a:xfrm rot="0" flipH="0" flipV="0">
              <a:off x="2801210" y="1580915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34791074" name="TextBox 54"/>
            <p:cNvSpPr txBox="1"/>
            <p:nvPr/>
          </p:nvSpPr>
          <p:spPr bwMode="auto">
            <a:xfrm rot="0" flipH="0" flipV="0">
              <a:off x="2801210" y="1570180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97736629" name="Freeform 56"/>
            <p:cNvSpPr/>
            <p:nvPr/>
          </p:nvSpPr>
          <p:spPr bwMode="auto">
            <a:xfrm rot="0" flipH="0" flipV="0">
              <a:off x="2801210" y="2011138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8600568" name="TextBox 57"/>
            <p:cNvSpPr txBox="1"/>
            <p:nvPr/>
          </p:nvSpPr>
          <p:spPr bwMode="auto">
            <a:xfrm rot="0" flipH="0" flipV="0">
              <a:off x="2801210" y="2000403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308422809" name="Freeform 59"/>
            <p:cNvSpPr/>
            <p:nvPr/>
          </p:nvSpPr>
          <p:spPr bwMode="auto">
            <a:xfrm rot="0" flipH="0" flipV="0">
              <a:off x="2801210" y="2441360"/>
              <a:ext cx="1027343" cy="31991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9703424" name="TextBox 60"/>
            <p:cNvSpPr txBox="1"/>
            <p:nvPr/>
          </p:nvSpPr>
          <p:spPr bwMode="auto">
            <a:xfrm rot="0" flipH="0" flipV="0">
              <a:off x="2801210" y="2430625"/>
              <a:ext cx="1027343" cy="33065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89"/>
                </a:lnSpc>
                <a:defRPr/>
              </a:pPr>
              <a:endParaRPr/>
            </a:p>
          </p:txBody>
        </p:sp>
        <p:sp>
          <p:nvSpPr>
            <p:cNvPr id="1708637901" name="Freeform 61"/>
            <p:cNvSpPr/>
            <p:nvPr/>
          </p:nvSpPr>
          <p:spPr bwMode="auto">
            <a:xfrm>
              <a:off x="8732988" y="277383"/>
              <a:ext cx="2712609" cy="2594241"/>
            </a:xfrm>
            <a:custGeom>
              <a:avLst/>
              <a:gdLst/>
              <a:ahLst/>
              <a:cxnLst/>
              <a:rect l="l" t="t" r="r" b="b"/>
              <a:pathLst>
                <a:path w="2712610" h="2594241" fill="norm" stroke="1" extrusionOk="0">
                  <a:moveTo>
                    <a:pt x="0" y="0"/>
                  </a:moveTo>
                  <a:lnTo>
                    <a:pt x="2712610" y="0"/>
                  </a:lnTo>
                  <a:lnTo>
                    <a:pt x="2712610" y="2594241"/>
                  </a:lnTo>
                  <a:lnTo>
                    <a:pt x="0" y="2594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6201177" name="Freeform 62"/>
            <p:cNvSpPr/>
            <p:nvPr/>
          </p:nvSpPr>
          <p:spPr bwMode="auto">
            <a:xfrm>
              <a:off x="9864626" y="431101"/>
              <a:ext cx="449328" cy="449328"/>
            </a:xfrm>
            <a:custGeom>
              <a:avLst/>
              <a:gdLst/>
              <a:ahLst/>
              <a:cxnLst/>
              <a:rect l="l" t="t" r="r" b="b"/>
              <a:pathLst>
                <a:path w="449330" h="449330" fill="norm" stroke="1" extrusionOk="0">
                  <a:moveTo>
                    <a:pt x="0" y="0"/>
                  </a:moveTo>
                  <a:lnTo>
                    <a:pt x="449330" y="0"/>
                  </a:lnTo>
                  <a:lnTo>
                    <a:pt x="449330" y="449330"/>
                  </a:lnTo>
                  <a:lnTo>
                    <a:pt x="0" y="449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8006657" name="AutoShape 63"/>
            <p:cNvSpPr/>
            <p:nvPr/>
          </p:nvSpPr>
          <p:spPr bwMode="auto">
            <a:xfrm flipV="1">
              <a:off x="3828558" y="1874389"/>
              <a:ext cx="1304229" cy="29670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072325" name="Freeform 64"/>
            <p:cNvSpPr/>
            <p:nvPr/>
          </p:nvSpPr>
          <p:spPr bwMode="auto">
            <a:xfrm>
              <a:off x="5132789" y="798846"/>
              <a:ext cx="2580024" cy="1564139"/>
            </a:xfrm>
            <a:custGeom>
              <a:avLst/>
              <a:gdLst/>
              <a:ahLst/>
              <a:cxnLst/>
              <a:rect l="l" t="t" r="r" b="b"/>
              <a:pathLst>
                <a:path w="2580026" h="1564141" fill="norm" stroke="1" extrusionOk="0">
                  <a:moveTo>
                    <a:pt x="0" y="0"/>
                  </a:moveTo>
                  <a:lnTo>
                    <a:pt x="2580026" y="0"/>
                  </a:lnTo>
                  <a:lnTo>
                    <a:pt x="2580026" y="1564141"/>
                  </a:lnTo>
                  <a:lnTo>
                    <a:pt x="0" y="156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2342313" name="Freeform 65"/>
            <p:cNvSpPr/>
            <p:nvPr/>
          </p:nvSpPr>
          <p:spPr bwMode="auto">
            <a:xfrm>
              <a:off x="7997571" y="1001906"/>
              <a:ext cx="468703" cy="468703"/>
            </a:xfrm>
            <a:custGeom>
              <a:avLst/>
              <a:gdLst/>
              <a:ahLst/>
              <a:cxnLst/>
              <a:rect l="l" t="t" r="r" b="b"/>
              <a:pathLst>
                <a:path w="468705" h="468705" fill="norm" stroke="1" extrusionOk="0">
                  <a:moveTo>
                    <a:pt x="0" y="0"/>
                  </a:moveTo>
                  <a:lnTo>
                    <a:pt x="468705" y="0"/>
                  </a:lnTo>
                  <a:lnTo>
                    <a:pt x="468705" y="468705"/>
                  </a:lnTo>
                  <a:lnTo>
                    <a:pt x="0" y="468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731104" name="TextBox 66"/>
            <p:cNvSpPr txBox="1"/>
            <p:nvPr/>
          </p:nvSpPr>
          <p:spPr bwMode="auto">
            <a:xfrm flipH="0" flipV="0">
              <a:off x="968742" y="175974"/>
              <a:ext cx="3057579" cy="28052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coinjoin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79064603" name="AutoShape 67"/>
            <p:cNvSpPr/>
            <p:nvPr/>
          </p:nvSpPr>
          <p:spPr bwMode="auto">
            <a:xfrm flipV="1">
              <a:off x="7712816" y="1574503"/>
              <a:ext cx="1020169" cy="641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759926" name="Rectangle: Rounded Corners 12"/>
            <p:cNvSpPr/>
            <p:nvPr/>
          </p:nvSpPr>
          <p:spPr bwMode="auto">
            <a:xfrm>
              <a:off x="968743" y="0"/>
              <a:ext cx="3056859" cy="3256218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57403" name="TextBox 41"/>
          <p:cNvSpPr txBox="1"/>
          <p:nvPr/>
        </p:nvSpPr>
        <p:spPr bwMode="auto">
          <a:xfrm flipH="0" flipV="0">
            <a:off x="1188873" y="1878139"/>
            <a:ext cx="9814252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जारीकर्ता स्वयं के लिए </a:t>
            </a:r>
            <a:r>
              <a:rPr sz="2000" i="1" lang="fr-FR">
                <a:solidFill>
                  <a:srgbClr val="000000"/>
                </a:solidFill>
                <a:latin typeface="IBM Plex Sans"/>
              </a:rPr>
              <a:t>4 लेनदेन करता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8280095" name="Freeform 42"/>
          <p:cNvSpPr/>
          <p:nvPr/>
        </p:nvSpPr>
        <p:spPr bwMode="auto">
          <a:xfrm rot="4964345">
            <a:off x="4126738" y="312906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57069" name="Freeform 43"/>
          <p:cNvSpPr/>
          <p:nvPr/>
        </p:nvSpPr>
        <p:spPr bwMode="auto">
          <a:xfrm rot="-6062157" flipH="1">
            <a:off x="6413752" y="299322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688504" name="Freeform 44"/>
          <p:cNvSpPr/>
          <p:nvPr/>
        </p:nvSpPr>
        <p:spPr bwMode="auto">
          <a:xfrm rot="6345702">
            <a:off x="2542375" y="299149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025063" name="Freeform 45"/>
          <p:cNvSpPr/>
          <p:nvPr/>
        </p:nvSpPr>
        <p:spPr bwMode="auto">
          <a:xfrm rot="-8025351" flipH="1">
            <a:off x="7509609" y="268177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05365633" name=""/>
          <p:cNvGrpSpPr/>
          <p:nvPr/>
        </p:nvGrpSpPr>
        <p:grpSpPr bwMode="auto">
          <a:xfrm>
            <a:off x="2293978" y="3726648"/>
            <a:ext cx="7240438" cy="1063784"/>
            <a:chOff x="0" y="0"/>
            <a:chExt cx="7240438" cy="1063784"/>
          </a:xfrm>
        </p:grpSpPr>
        <p:sp>
          <p:nvSpPr>
            <p:cNvPr id="1185581916" name="Freeform 27"/>
            <p:cNvSpPr/>
            <p:nvPr/>
          </p:nvSpPr>
          <p:spPr bwMode="auto">
            <a:xfrm rot="0" flipH="0" flipV="0">
              <a:off x="0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15432520" name="TextBox 28"/>
            <p:cNvSpPr txBox="1"/>
            <p:nvPr/>
          </p:nvSpPr>
          <p:spPr bwMode="auto">
            <a:xfrm rot="0" flipH="0" flipV="0">
              <a:off x="0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97696815" name="Freeform 30"/>
            <p:cNvSpPr/>
            <p:nvPr/>
          </p:nvSpPr>
          <p:spPr bwMode="auto">
            <a:xfrm rot="0" flipH="0" flipV="0">
              <a:off x="1974886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65279219" name="TextBox 31"/>
            <p:cNvSpPr txBox="1"/>
            <p:nvPr/>
          </p:nvSpPr>
          <p:spPr bwMode="auto">
            <a:xfrm rot="0" flipH="0" flipV="0">
              <a:off x="1974886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21424206" name="Freeform 33"/>
            <p:cNvSpPr/>
            <p:nvPr/>
          </p:nvSpPr>
          <p:spPr bwMode="auto">
            <a:xfrm rot="0" flipH="0" flipV="0">
              <a:off x="3949771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743183" name="TextBox 34"/>
            <p:cNvSpPr txBox="1"/>
            <p:nvPr/>
          </p:nvSpPr>
          <p:spPr bwMode="auto">
            <a:xfrm rot="0" flipH="0" flipV="0">
              <a:off x="3949771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152497" name="Freeform 36"/>
            <p:cNvSpPr/>
            <p:nvPr/>
          </p:nvSpPr>
          <p:spPr bwMode="auto">
            <a:xfrm rot="0" flipH="0" flipV="0">
              <a:off x="5923719" y="168765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7261098" name="TextBox 37"/>
            <p:cNvSpPr txBox="1"/>
            <p:nvPr/>
          </p:nvSpPr>
          <p:spPr bwMode="auto">
            <a:xfrm rot="0" flipH="0" flipV="0">
              <a:off x="5923719" y="0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91222919" name="AutoShape 38"/>
            <p:cNvSpPr/>
            <p:nvPr/>
          </p:nvSpPr>
          <p:spPr bwMode="auto">
            <a:xfrm flipH="1">
              <a:off x="1316725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389803" name="AutoShape 39"/>
            <p:cNvSpPr/>
            <p:nvPr/>
          </p:nvSpPr>
          <p:spPr bwMode="auto">
            <a:xfrm flipH="1">
              <a:off x="3291610" y="616273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2744798" name="AutoShape 40"/>
            <p:cNvSpPr/>
            <p:nvPr/>
          </p:nvSpPr>
          <p:spPr bwMode="auto">
            <a:xfrm flipH="1">
              <a:off x="5266495" y="616273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585663" name="TextBox 45"/>
          <p:cNvSpPr txBox="1"/>
          <p:nvPr/>
        </p:nvSpPr>
        <p:spPr bwMode="auto">
          <a:xfrm flipH="0" flipV="0">
            <a:off x="1378689" y="1411110"/>
            <a:ext cx="9060362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जारीकर्ता स्वयं के लिए </a:t>
            </a:r>
            <a:r>
              <a:rPr sz="2000" b="0" i="1" u="none" lang="fr-FR">
                <a:solidFill>
                  <a:srgbClr val="000000"/>
                </a:solidFill>
                <a:latin typeface="IBM Plex Sans"/>
              </a:rPr>
              <a:t>4 लेनदेन करता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53892706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68471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अंतिम लेनदेन का उपयोग अंतिम प्राप्तकर्ता को भुगतान करने के लिए किया जाता है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47676673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27311409" name=""/>
          <p:cNvGrpSpPr/>
          <p:nvPr/>
        </p:nvGrpSpPr>
        <p:grpSpPr bwMode="auto">
          <a:xfrm>
            <a:off x="1339114" y="2215050"/>
            <a:ext cx="9214385" cy="2148666"/>
            <a:chOff x="0" y="0"/>
            <a:chExt cx="9214385" cy="2148666"/>
          </a:xfrm>
        </p:grpSpPr>
        <p:sp>
          <p:nvSpPr>
            <p:cNvPr id="1211206567" name="Freeform 27"/>
            <p:cNvSpPr/>
            <p:nvPr/>
          </p:nvSpPr>
          <p:spPr bwMode="auto">
            <a:xfrm rot="0" flipH="0" flipV="0">
              <a:off x="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14905130" name="TextBox 28"/>
            <p:cNvSpPr txBox="1"/>
            <p:nvPr/>
          </p:nvSpPr>
          <p:spPr bwMode="auto">
            <a:xfrm rot="0" flipH="0" flipV="0">
              <a:off x="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10148328" name="Freeform 30"/>
            <p:cNvSpPr/>
            <p:nvPr/>
          </p:nvSpPr>
          <p:spPr bwMode="auto">
            <a:xfrm rot="0" flipH="0" flipV="0">
              <a:off x="1974884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69886787" name="TextBox 31"/>
            <p:cNvSpPr txBox="1"/>
            <p:nvPr/>
          </p:nvSpPr>
          <p:spPr bwMode="auto">
            <a:xfrm rot="0" flipH="0" flipV="0">
              <a:off x="1974884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7084596" name="Freeform 33"/>
            <p:cNvSpPr/>
            <p:nvPr/>
          </p:nvSpPr>
          <p:spPr bwMode="auto">
            <a:xfrm rot="0" flipH="0" flipV="0">
              <a:off x="3949770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51708523" name="TextBox 34"/>
            <p:cNvSpPr txBox="1"/>
            <p:nvPr/>
          </p:nvSpPr>
          <p:spPr bwMode="auto">
            <a:xfrm rot="0" flipH="0" flipV="0">
              <a:off x="3949770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78772838" name="Freeform 36"/>
            <p:cNvSpPr/>
            <p:nvPr/>
          </p:nvSpPr>
          <p:spPr bwMode="auto">
            <a:xfrm rot="0" flipH="0" flipV="0">
              <a:off x="5923719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70812706" name="TextBox 37"/>
            <p:cNvSpPr txBox="1"/>
            <p:nvPr/>
          </p:nvSpPr>
          <p:spPr bwMode="auto">
            <a:xfrm rot="0" flipH="0" flipV="0">
              <a:off x="5923719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73741250" name="Freeform 39"/>
            <p:cNvSpPr/>
            <p:nvPr/>
          </p:nvSpPr>
          <p:spPr bwMode="auto">
            <a:xfrm rot="0" flipH="0" flipV="0">
              <a:off x="7897665" y="1253648"/>
              <a:ext cx="1316720" cy="895014"/>
            </a:xfrm>
            <a:custGeom>
              <a:avLst/>
              <a:gdLst/>
              <a:ahLst/>
              <a:cxnLst/>
              <a:rect l="l" t="t" r="r" b="b"/>
              <a:pathLst>
                <a:path w="520187" h="353586" fill="norm" stroke="1" extrusionOk="0">
                  <a:moveTo>
                    <a:pt x="117594" y="0"/>
                  </a:moveTo>
                  <a:lnTo>
                    <a:pt x="402593" y="0"/>
                  </a:lnTo>
                  <a:cubicBezTo>
                    <a:pt x="467539" y="0"/>
                    <a:pt x="520187" y="52648"/>
                    <a:pt x="520187" y="117594"/>
                  </a:cubicBezTo>
                  <a:lnTo>
                    <a:pt x="520187" y="235992"/>
                  </a:lnTo>
                  <a:cubicBezTo>
                    <a:pt x="520187" y="267180"/>
                    <a:pt x="507798" y="297091"/>
                    <a:pt x="485745" y="319144"/>
                  </a:cubicBezTo>
                  <a:cubicBezTo>
                    <a:pt x="463692" y="341197"/>
                    <a:pt x="433781" y="353586"/>
                    <a:pt x="402593" y="353586"/>
                  </a:cubicBezTo>
                  <a:lnTo>
                    <a:pt x="117594" y="353586"/>
                  </a:lnTo>
                  <a:cubicBezTo>
                    <a:pt x="86406" y="353586"/>
                    <a:pt x="56495" y="341197"/>
                    <a:pt x="34442" y="319144"/>
                  </a:cubicBezTo>
                  <a:cubicBezTo>
                    <a:pt x="12389" y="297091"/>
                    <a:pt x="0" y="267180"/>
                    <a:pt x="0" y="235992"/>
                  </a:cubicBezTo>
                  <a:lnTo>
                    <a:pt x="0" y="117594"/>
                  </a:lnTo>
                  <a:cubicBezTo>
                    <a:pt x="0" y="86406"/>
                    <a:pt x="12389" y="56495"/>
                    <a:pt x="34442" y="34442"/>
                  </a:cubicBezTo>
                  <a:cubicBezTo>
                    <a:pt x="56495" y="12389"/>
                    <a:pt x="86406" y="0"/>
                    <a:pt x="1175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59279997" name="TextBox 40"/>
            <p:cNvSpPr txBox="1"/>
            <p:nvPr/>
          </p:nvSpPr>
          <p:spPr bwMode="auto">
            <a:xfrm rot="0" flipH="0" flipV="0">
              <a:off x="7897665" y="1084881"/>
              <a:ext cx="1316720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01688575" name="AutoShape 41"/>
            <p:cNvSpPr/>
            <p:nvPr/>
          </p:nvSpPr>
          <p:spPr bwMode="auto">
            <a:xfrm flipH="1">
              <a:off x="1316723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7502252" name="AutoShape 42"/>
            <p:cNvSpPr/>
            <p:nvPr/>
          </p:nvSpPr>
          <p:spPr bwMode="auto">
            <a:xfrm flipH="1">
              <a:off x="3291609" y="1701157"/>
              <a:ext cx="65816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6439759" name="AutoShape 43"/>
            <p:cNvSpPr/>
            <p:nvPr/>
          </p:nvSpPr>
          <p:spPr bwMode="auto">
            <a:xfrm flipH="1">
              <a:off x="5266494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3727017" name="AutoShape 44"/>
            <p:cNvSpPr/>
            <p:nvPr/>
          </p:nvSpPr>
          <p:spPr bwMode="auto">
            <a:xfrm flipH="1">
              <a:off x="7240442" y="1701157"/>
              <a:ext cx="657225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7592543" name="Freeform 46"/>
            <p:cNvSpPr/>
            <p:nvPr/>
          </p:nvSpPr>
          <p:spPr bwMode="auto">
            <a:xfrm rot="4964345">
              <a:off x="1832757" y="487300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1775453" name="Freeform 47"/>
            <p:cNvSpPr/>
            <p:nvPr/>
          </p:nvSpPr>
          <p:spPr bwMode="auto">
            <a:xfrm rot="-6062157" flipH="1">
              <a:off x="4119771" y="35145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974849" y="0"/>
                  </a:moveTo>
                  <a:lnTo>
                    <a:pt x="0" y="0"/>
                  </a:lnTo>
                  <a:lnTo>
                    <a:pt x="0" y="275395"/>
                  </a:lnTo>
                  <a:lnTo>
                    <a:pt x="974849" y="275395"/>
                  </a:lnTo>
                  <a:lnTo>
                    <a:pt x="974849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14164146" name="Freeform 48"/>
            <p:cNvSpPr/>
            <p:nvPr/>
          </p:nvSpPr>
          <p:spPr bwMode="auto">
            <a:xfrm rot="6345702">
              <a:off x="248393" y="349726"/>
              <a:ext cx="974847" cy="275393"/>
            </a:xfrm>
            <a:custGeom>
              <a:avLst/>
              <a:gdLst/>
              <a:ahLst/>
              <a:cxnLst/>
              <a:rect l="l" t="t" r="r" b="b"/>
              <a:pathLst>
                <a:path w="974849" h="275395" fill="norm" stroke="1" extrusionOk="0">
                  <a:moveTo>
                    <a:pt x="0" y="0"/>
                  </a:moveTo>
                  <a:lnTo>
                    <a:pt x="974849" y="0"/>
                  </a:lnTo>
                  <a:lnTo>
                    <a:pt x="974849" y="275395"/>
                  </a:lnTo>
                  <a:lnTo>
                    <a:pt x="0" y="27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7472335" name=""/>
          <p:cNvGrpSpPr/>
          <p:nvPr/>
        </p:nvGrpSpPr>
        <p:grpSpPr bwMode="auto">
          <a:xfrm>
            <a:off x="443259" y="1188538"/>
            <a:ext cx="11168101" cy="4439599"/>
            <a:chOff x="0" y="0"/>
            <a:chExt cx="11168101" cy="4439599"/>
          </a:xfrm>
        </p:grpSpPr>
        <p:sp>
          <p:nvSpPr>
            <p:cNvPr id="855010639" name="Freeform 33"/>
            <p:cNvSpPr/>
            <p:nvPr/>
          </p:nvSpPr>
          <p:spPr bwMode="auto">
            <a:xfrm rot="0" flipH="0" flipV="0">
              <a:off x="5425549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32444627" name="TextBox 34"/>
            <p:cNvSpPr txBox="1"/>
            <p:nvPr/>
          </p:nvSpPr>
          <p:spPr bwMode="auto">
            <a:xfrm rot="0" flipH="0" flipV="0">
              <a:off x="5425549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3105794" name="Freeform 36"/>
            <p:cNvSpPr/>
            <p:nvPr/>
          </p:nvSpPr>
          <p:spPr bwMode="auto">
            <a:xfrm rot="0" flipH="0" flipV="0">
              <a:off x="7027807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232917" name="TextBox 37"/>
            <p:cNvSpPr txBox="1"/>
            <p:nvPr/>
          </p:nvSpPr>
          <p:spPr bwMode="auto">
            <a:xfrm rot="0" flipH="0" flipV="0">
              <a:off x="7027807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39352185" name="Freeform 39"/>
            <p:cNvSpPr/>
            <p:nvPr/>
          </p:nvSpPr>
          <p:spPr bwMode="auto">
            <a:xfrm rot="0" flipH="0" flipV="0">
              <a:off x="8630064" y="2915691"/>
              <a:ext cx="1068786" cy="895014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44873" y="0"/>
                  </a:moveTo>
                  <a:lnTo>
                    <a:pt x="277363" y="0"/>
                  </a:lnTo>
                  <a:cubicBezTo>
                    <a:pt x="315786" y="0"/>
                    <a:pt x="352635" y="15263"/>
                    <a:pt x="379804" y="42432"/>
                  </a:cubicBezTo>
                  <a:cubicBezTo>
                    <a:pt x="406973" y="69601"/>
                    <a:pt x="422237" y="106450"/>
                    <a:pt x="422237" y="144873"/>
                  </a:cubicBezTo>
                  <a:lnTo>
                    <a:pt x="422237" y="208713"/>
                  </a:lnTo>
                  <a:cubicBezTo>
                    <a:pt x="422237" y="247136"/>
                    <a:pt x="406973" y="283985"/>
                    <a:pt x="379804" y="311154"/>
                  </a:cubicBezTo>
                  <a:cubicBezTo>
                    <a:pt x="352635" y="338323"/>
                    <a:pt x="315786" y="353586"/>
                    <a:pt x="277363" y="353586"/>
                  </a:cubicBezTo>
                  <a:lnTo>
                    <a:pt x="144873" y="353586"/>
                  </a:lnTo>
                  <a:cubicBezTo>
                    <a:pt x="106450" y="353586"/>
                    <a:pt x="69601" y="338323"/>
                    <a:pt x="42432" y="311154"/>
                  </a:cubicBezTo>
                  <a:cubicBezTo>
                    <a:pt x="15263" y="283985"/>
                    <a:pt x="0" y="247136"/>
                    <a:pt x="0" y="208713"/>
                  </a:cubicBezTo>
                  <a:lnTo>
                    <a:pt x="0" y="144873"/>
                  </a:lnTo>
                  <a:cubicBezTo>
                    <a:pt x="0" y="106450"/>
                    <a:pt x="15263" y="69601"/>
                    <a:pt x="42432" y="42432"/>
                  </a:cubicBezTo>
                  <a:cubicBezTo>
                    <a:pt x="69601" y="15263"/>
                    <a:pt x="106450" y="0"/>
                    <a:pt x="14487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15731026" name="TextBox 40"/>
            <p:cNvSpPr txBox="1"/>
            <p:nvPr/>
          </p:nvSpPr>
          <p:spPr bwMode="auto">
            <a:xfrm rot="0" flipH="0" flipV="0">
              <a:off x="8630064" y="2746925"/>
              <a:ext cx="1068786" cy="10637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26962510" name="AutoShape 43"/>
            <p:cNvSpPr/>
            <p:nvPr/>
          </p:nvSpPr>
          <p:spPr bwMode="auto">
            <a:xfrm flipH="1">
              <a:off x="6494337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3084904" name="AutoShape 44"/>
            <p:cNvSpPr/>
            <p:nvPr/>
          </p:nvSpPr>
          <p:spPr bwMode="auto">
            <a:xfrm flipH="1">
              <a:off x="8096594" y="3363197"/>
              <a:ext cx="53346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4059014" name="Freeform 49"/>
            <p:cNvSpPr/>
            <p:nvPr/>
          </p:nvSpPr>
          <p:spPr bwMode="auto">
            <a:xfrm>
              <a:off x="10232251" y="2915692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5"/>
                  </a:lnTo>
                  <a:lnTo>
                    <a:pt x="0" y="895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5805644" name="Freeform 50"/>
            <p:cNvSpPr/>
            <p:nvPr/>
          </p:nvSpPr>
          <p:spPr bwMode="auto">
            <a:xfrm>
              <a:off x="10622668" y="2968723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0469837" name="AutoShape 54"/>
            <p:cNvSpPr/>
            <p:nvPr/>
          </p:nvSpPr>
          <p:spPr bwMode="auto">
            <a:xfrm flipH="1">
              <a:off x="1686118" y="616273"/>
              <a:ext cx="8546132" cy="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2704781" name="Freeform 55"/>
            <p:cNvSpPr/>
            <p:nvPr/>
          </p:nvSpPr>
          <p:spPr bwMode="auto">
            <a:xfrm>
              <a:off x="10232251" y="168766"/>
              <a:ext cx="935850" cy="895014"/>
            </a:xfrm>
            <a:custGeom>
              <a:avLst/>
              <a:gdLst/>
              <a:ahLst/>
              <a:cxnLst/>
              <a:rect l="l" t="t" r="r" b="b"/>
              <a:pathLst>
                <a:path w="935852" h="895015" fill="norm" stroke="1" extrusionOk="0">
                  <a:moveTo>
                    <a:pt x="0" y="0"/>
                  </a:moveTo>
                  <a:lnTo>
                    <a:pt x="935852" y="0"/>
                  </a:lnTo>
                  <a:lnTo>
                    <a:pt x="935852" y="895014"/>
                  </a:lnTo>
                  <a:lnTo>
                    <a:pt x="0" y="8950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40725807" name="Freeform 56"/>
            <p:cNvSpPr/>
            <p:nvPr/>
          </p:nvSpPr>
          <p:spPr bwMode="auto">
            <a:xfrm>
              <a:off x="10622668" y="221798"/>
              <a:ext cx="155017" cy="155017"/>
            </a:xfrm>
            <a:custGeom>
              <a:avLst/>
              <a:gdLst/>
              <a:ahLst/>
              <a:cxnLst/>
              <a:rect l="l" t="t" r="r" b="b"/>
              <a:pathLst>
                <a:path w="155019" h="155019" fill="norm" stroke="1" extrusionOk="0">
                  <a:moveTo>
                    <a:pt x="0" y="0"/>
                  </a:moveTo>
                  <a:lnTo>
                    <a:pt x="155019" y="0"/>
                  </a:lnTo>
                  <a:lnTo>
                    <a:pt x="155019" y="155019"/>
                  </a:lnTo>
                  <a:lnTo>
                    <a:pt x="0" y="15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25043761" name="AutoShape 57"/>
            <p:cNvSpPr/>
            <p:nvPr/>
          </p:nvSpPr>
          <p:spPr bwMode="auto">
            <a:xfrm flipH="1" flipV="1">
              <a:off x="9698851" y="3363197"/>
              <a:ext cx="53339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4075648" name="Freeform 58"/>
            <p:cNvSpPr/>
            <p:nvPr/>
          </p:nvSpPr>
          <p:spPr bwMode="auto">
            <a:xfrm>
              <a:off x="10457167" y="1203219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9927084" name="Freeform 59"/>
            <p:cNvSpPr/>
            <p:nvPr/>
          </p:nvSpPr>
          <p:spPr bwMode="auto">
            <a:xfrm>
              <a:off x="10457167" y="3953581"/>
              <a:ext cx="486018" cy="486018"/>
            </a:xfrm>
            <a:custGeom>
              <a:avLst/>
              <a:gdLst/>
              <a:ahLst/>
              <a:cxnLst/>
              <a:rect l="l" t="t" r="r" b="b"/>
              <a:pathLst>
                <a:path w="486019" h="486019" fill="norm" stroke="1" extrusionOk="0">
                  <a:moveTo>
                    <a:pt x="0" y="0"/>
                  </a:moveTo>
                  <a:lnTo>
                    <a:pt x="486019" y="0"/>
                  </a:lnTo>
                  <a:lnTo>
                    <a:pt x="486019" y="486019"/>
                  </a:lnTo>
                  <a:lnTo>
                    <a:pt x="0" y="48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469466474" name=""/>
            <p:cNvGrpSpPr/>
            <p:nvPr/>
          </p:nvGrpSpPr>
          <p:grpSpPr bwMode="auto">
            <a:xfrm>
              <a:off x="0" y="0"/>
              <a:ext cx="5425551" cy="3810710"/>
              <a:chOff x="0" y="0"/>
              <a:chExt cx="5425551" cy="3810710"/>
            </a:xfrm>
          </p:grpSpPr>
          <p:sp>
            <p:nvSpPr>
              <p:cNvPr id="1017580813" name="Freeform 27"/>
              <p:cNvSpPr/>
              <p:nvPr/>
            </p:nvSpPr>
            <p:spPr bwMode="auto">
              <a:xfrm rot="0" flipH="0" flipV="0">
                <a:off x="2219517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751960732" name="TextBox 28"/>
              <p:cNvSpPr txBox="1"/>
              <p:nvPr/>
            </p:nvSpPr>
            <p:spPr bwMode="auto">
              <a:xfrm rot="0" flipH="0" flipV="0">
                <a:off x="2219517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496796975" name="Freeform 30"/>
              <p:cNvSpPr/>
              <p:nvPr/>
            </p:nvSpPr>
            <p:spPr bwMode="auto">
              <a:xfrm rot="0" flipH="0" flipV="0">
                <a:off x="3822534" y="2915691"/>
                <a:ext cx="1068786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44873" y="0"/>
                    </a:moveTo>
                    <a:lnTo>
                      <a:pt x="277363" y="0"/>
                    </a:lnTo>
                    <a:cubicBezTo>
                      <a:pt x="315786" y="0"/>
                      <a:pt x="352635" y="15263"/>
                      <a:pt x="379804" y="42432"/>
                    </a:cubicBezTo>
                    <a:cubicBezTo>
                      <a:pt x="406973" y="69601"/>
                      <a:pt x="422237" y="106450"/>
                      <a:pt x="422237" y="144873"/>
                    </a:cubicBezTo>
                    <a:lnTo>
                      <a:pt x="422237" y="208713"/>
                    </a:lnTo>
                    <a:cubicBezTo>
                      <a:pt x="422237" y="247136"/>
                      <a:pt x="406973" y="283985"/>
                      <a:pt x="379804" y="311154"/>
                    </a:cubicBezTo>
                    <a:cubicBezTo>
                      <a:pt x="352635" y="338323"/>
                      <a:pt x="315786" y="353586"/>
                      <a:pt x="277363" y="353586"/>
                    </a:cubicBezTo>
                    <a:lnTo>
                      <a:pt x="144873" y="353586"/>
                    </a:lnTo>
                    <a:cubicBezTo>
                      <a:pt x="106450" y="353586"/>
                      <a:pt x="69601" y="338323"/>
                      <a:pt x="42432" y="311154"/>
                    </a:cubicBezTo>
                    <a:cubicBezTo>
                      <a:pt x="15263" y="283985"/>
                      <a:pt x="0" y="247136"/>
                      <a:pt x="0" y="208713"/>
                    </a:cubicBezTo>
                    <a:lnTo>
                      <a:pt x="0" y="144873"/>
                    </a:lnTo>
                    <a:cubicBezTo>
                      <a:pt x="0" y="106450"/>
                      <a:pt x="15263" y="69601"/>
                      <a:pt x="42432" y="42432"/>
                    </a:cubicBezTo>
                    <a:cubicBezTo>
                      <a:pt x="69601" y="15263"/>
                      <a:pt x="106450" y="0"/>
                      <a:pt x="144873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786675212" name="TextBox 31"/>
              <p:cNvSpPr txBox="1"/>
              <p:nvPr/>
            </p:nvSpPr>
            <p:spPr bwMode="auto">
              <a:xfrm rot="0" flipH="0" flipV="0">
                <a:off x="3822534" y="2746925"/>
                <a:ext cx="1068786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2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200">
                  <a:latin typeface="IBM Plex Sans"/>
                  <a:cs typeface="IBM Plex Sans"/>
                </a:endParaRPr>
              </a:p>
            </p:txBody>
          </p:sp>
          <p:sp>
            <p:nvSpPr>
              <p:cNvPr id="1984065384" name="AutoShape 41"/>
              <p:cNvSpPr/>
              <p:nvPr/>
            </p:nvSpPr>
            <p:spPr bwMode="auto">
              <a:xfrm flipH="1">
                <a:off x="3288303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1346747970" name="AutoShape 42"/>
              <p:cNvSpPr/>
              <p:nvPr/>
            </p:nvSpPr>
            <p:spPr bwMode="auto">
              <a:xfrm flipH="1">
                <a:off x="4891320" y="3363197"/>
                <a:ext cx="534231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/>
              </a:p>
            </p:txBody>
          </p:sp>
          <p:sp>
            <p:nvSpPr>
              <p:cNvPr id="859438127" name="Freeform 46"/>
              <p:cNvSpPr/>
              <p:nvPr/>
            </p:nvSpPr>
            <p:spPr bwMode="auto">
              <a:xfrm rot="0" flipH="0" flipV="0">
                <a:off x="0" y="2915691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920071466" name="TextBox 47"/>
              <p:cNvSpPr txBox="1"/>
              <p:nvPr/>
            </p:nvSpPr>
            <p:spPr bwMode="auto">
              <a:xfrm rot="0" flipH="0" flipV="0">
                <a:off x="0" y="2746925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1174654711" name="AutoShape 48"/>
              <p:cNvSpPr/>
              <p:nvPr/>
            </p:nvSpPr>
            <p:spPr bwMode="auto">
              <a:xfrm flipH="1">
                <a:off x="1686118" y="3363197"/>
                <a:ext cx="533398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1963925760" name="Freeform 52"/>
              <p:cNvSpPr/>
              <p:nvPr/>
            </p:nvSpPr>
            <p:spPr bwMode="auto">
              <a:xfrm rot="0" flipH="0" flipV="0">
                <a:off x="0" y="168765"/>
                <a:ext cx="1686114" cy="895014"/>
              </a:xfrm>
              <a:custGeom>
                <a:avLst/>
                <a:gdLst/>
                <a:ahLst/>
                <a:cxnLst/>
                <a:rect l="l" t="t" r="r" b="b"/>
                <a:pathLst>
                  <a:path w="666120" h="353586" fill="norm" stroke="1" extrusionOk="0">
                    <a:moveTo>
                      <a:pt x="91831" y="0"/>
                    </a:moveTo>
                    <a:lnTo>
                      <a:pt x="574289" y="0"/>
                    </a:lnTo>
                    <a:cubicBezTo>
                      <a:pt x="598644" y="0"/>
                      <a:pt x="622001" y="9675"/>
                      <a:pt x="639223" y="26897"/>
                    </a:cubicBezTo>
                    <a:cubicBezTo>
                      <a:pt x="656445" y="44119"/>
                      <a:pt x="666120" y="67476"/>
                      <a:pt x="666120" y="91831"/>
                    </a:cubicBezTo>
                    <a:lnTo>
                      <a:pt x="666120" y="261755"/>
                    </a:lnTo>
                    <a:cubicBezTo>
                      <a:pt x="666120" y="286110"/>
                      <a:pt x="656445" y="309468"/>
                      <a:pt x="639223" y="326689"/>
                    </a:cubicBezTo>
                    <a:cubicBezTo>
                      <a:pt x="622001" y="343911"/>
                      <a:pt x="598644" y="353586"/>
                      <a:pt x="574289" y="353586"/>
                    </a:cubicBezTo>
                    <a:lnTo>
                      <a:pt x="91831" y="353586"/>
                    </a:lnTo>
                    <a:cubicBezTo>
                      <a:pt x="67476" y="353586"/>
                      <a:pt x="44119" y="343911"/>
                      <a:pt x="26897" y="326689"/>
                    </a:cubicBezTo>
                    <a:cubicBezTo>
                      <a:pt x="9675" y="309468"/>
                      <a:pt x="0" y="286110"/>
                      <a:pt x="0" y="261755"/>
                    </a:cubicBezTo>
                    <a:lnTo>
                      <a:pt x="0" y="91831"/>
                    </a:lnTo>
                    <a:cubicBezTo>
                      <a:pt x="0" y="67476"/>
                      <a:pt x="9675" y="44119"/>
                      <a:pt x="26897" y="26897"/>
                    </a:cubicBezTo>
                    <a:cubicBezTo>
                      <a:pt x="44119" y="9675"/>
                      <a:pt x="67476" y="0"/>
                      <a:pt x="91831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1800">
                  <a:latin typeface="IBM Plex Sans"/>
                  <a:cs typeface="IBM Plex Sans"/>
                </a:endParaRPr>
              </a:p>
            </p:txBody>
          </p:sp>
          <p:sp>
            <p:nvSpPr>
              <p:cNvPr id="2105347115" name="TextBox 53"/>
              <p:cNvSpPr txBox="1"/>
              <p:nvPr/>
            </p:nvSpPr>
            <p:spPr bwMode="auto">
              <a:xfrm rot="0" flipH="0" flipV="0">
                <a:off x="0" y="0"/>
                <a:ext cx="1686114" cy="10637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18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coinjoin</a:t>
                </a:r>
                <a:endParaRPr sz="1800"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713422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अब वे नहीं रहे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82367702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वे मेरे ग्राहक हैं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31735183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000239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यह शायद फिर से वे हैं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065561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क्या वे अब भी मेरे ग्राहक हैं?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3456806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763965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कॉइनजॉइन मेरे ग्राहक से नहीं है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27959191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787771134" name=""/>
          <p:cNvGrpSpPr/>
          <p:nvPr/>
        </p:nvGrpSpPr>
        <p:grpSpPr bwMode="auto">
          <a:xfrm>
            <a:off x="665892" y="2127137"/>
            <a:ext cx="10482507" cy="1888128"/>
            <a:chOff x="0" y="0"/>
            <a:chExt cx="10482507" cy="1888128"/>
          </a:xfrm>
        </p:grpSpPr>
        <p:sp>
          <p:nvSpPr>
            <p:cNvPr id="1657555333" name="Freeform 27"/>
            <p:cNvSpPr/>
            <p:nvPr/>
          </p:nvSpPr>
          <p:spPr bwMode="auto">
            <a:xfrm rot="-6062157" flipH="1" flipV="1">
              <a:off x="3372817" y="379758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915005" y="258489"/>
                  </a:moveTo>
                  <a:lnTo>
                    <a:pt x="0" y="258489"/>
                  </a:lnTo>
                  <a:lnTo>
                    <a:pt x="0" y="0"/>
                  </a:lnTo>
                  <a:lnTo>
                    <a:pt x="915005" y="0"/>
                  </a:lnTo>
                  <a:lnTo>
                    <a:pt x="915005" y="258489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3913349" name="Freeform 28"/>
            <p:cNvSpPr/>
            <p:nvPr/>
          </p:nvSpPr>
          <p:spPr bwMode="auto">
            <a:xfrm rot="5811785" flipV="1">
              <a:off x="6889798" y="328257"/>
              <a:ext cx="915003" cy="258489"/>
            </a:xfrm>
            <a:custGeom>
              <a:avLst/>
              <a:gdLst/>
              <a:ahLst/>
              <a:cxnLst/>
              <a:rect l="l" t="t" r="r" b="b"/>
              <a:pathLst>
                <a:path w="915004" h="258489" fill="norm" stroke="1" extrusionOk="0">
                  <a:moveTo>
                    <a:pt x="0" y="258488"/>
                  </a:moveTo>
                  <a:lnTo>
                    <a:pt x="915004" y="258488"/>
                  </a:lnTo>
                  <a:lnTo>
                    <a:pt x="915004" y="0"/>
                  </a:lnTo>
                  <a:lnTo>
                    <a:pt x="0" y="0"/>
                  </a:lnTo>
                  <a:lnTo>
                    <a:pt x="0" y="258488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14844070" name=""/>
            <p:cNvGrpSpPr/>
            <p:nvPr/>
          </p:nvGrpSpPr>
          <p:grpSpPr bwMode="auto">
            <a:xfrm>
              <a:off x="0" y="889650"/>
              <a:ext cx="10482507" cy="998477"/>
              <a:chOff x="0" y="0"/>
              <a:chExt cx="10482507" cy="998477"/>
            </a:xfrm>
          </p:grpSpPr>
          <p:sp>
            <p:nvSpPr>
              <p:cNvPr id="1583011658" name="Freeform 32"/>
              <p:cNvSpPr/>
              <p:nvPr/>
            </p:nvSpPr>
            <p:spPr bwMode="auto">
              <a:xfrm rot="0" flipH="0" flipV="0">
                <a:off x="208326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8019421" name="TextBox 33"/>
              <p:cNvSpPr txBox="1"/>
              <p:nvPr/>
            </p:nvSpPr>
            <p:spPr bwMode="auto">
              <a:xfrm rot="0" flipH="0" flipV="0">
                <a:off x="208326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1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369112468" name="Freeform 35"/>
              <p:cNvSpPr/>
              <p:nvPr/>
            </p:nvSpPr>
            <p:spPr bwMode="auto">
              <a:xfrm rot="0" flipH="0" flipV="0">
                <a:off x="358787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32715657" name="TextBox 36"/>
              <p:cNvSpPr txBox="1"/>
              <p:nvPr/>
            </p:nvSpPr>
            <p:spPr bwMode="auto">
              <a:xfrm rot="0" flipH="0" flipV="0">
                <a:off x="358787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2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642815018" name="Freeform 38"/>
              <p:cNvSpPr/>
              <p:nvPr/>
            </p:nvSpPr>
            <p:spPr bwMode="auto">
              <a:xfrm rot="0" flipH="0" flipV="0">
                <a:off x="5092482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577710320" name="TextBox 39"/>
              <p:cNvSpPr txBox="1"/>
              <p:nvPr/>
            </p:nvSpPr>
            <p:spPr bwMode="auto">
              <a:xfrm rot="0" flipH="0" flipV="0">
                <a:off x="5092482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3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975830920" name="Freeform 41"/>
              <p:cNvSpPr/>
              <p:nvPr/>
            </p:nvSpPr>
            <p:spPr bwMode="auto">
              <a:xfrm rot="0" flipH="0" flipV="0">
                <a:off x="6596379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571523987" name="TextBox 42"/>
              <p:cNvSpPr txBox="1"/>
              <p:nvPr/>
            </p:nvSpPr>
            <p:spPr bwMode="auto">
              <a:xfrm rot="0" flipH="0" flipV="0">
                <a:off x="6596379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4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040465504" name="Freeform 44"/>
              <p:cNvSpPr/>
              <p:nvPr/>
            </p:nvSpPr>
            <p:spPr bwMode="auto">
              <a:xfrm rot="0" flipH="0" flipV="0">
                <a:off x="8100274" y="158404"/>
                <a:ext cx="1003172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422237" h="353586" fill="norm" stroke="1" extrusionOk="0">
                    <a:moveTo>
                      <a:pt x="154348" y="0"/>
                    </a:moveTo>
                    <a:lnTo>
                      <a:pt x="267888" y="0"/>
                    </a:lnTo>
                    <a:cubicBezTo>
                      <a:pt x="308824" y="0"/>
                      <a:pt x="348083" y="16262"/>
                      <a:pt x="377029" y="45208"/>
                    </a:cubicBezTo>
                    <a:cubicBezTo>
                      <a:pt x="405975" y="74154"/>
                      <a:pt x="422237" y="113413"/>
                      <a:pt x="422237" y="154348"/>
                    </a:cubicBezTo>
                    <a:lnTo>
                      <a:pt x="422237" y="199238"/>
                    </a:lnTo>
                    <a:cubicBezTo>
                      <a:pt x="422237" y="240173"/>
                      <a:pt x="405975" y="279433"/>
                      <a:pt x="377029" y="308379"/>
                    </a:cubicBezTo>
                    <a:cubicBezTo>
                      <a:pt x="348083" y="337324"/>
                      <a:pt x="308824" y="353586"/>
                      <a:pt x="267888" y="353586"/>
                    </a:cubicBezTo>
                    <a:lnTo>
                      <a:pt x="154348" y="353586"/>
                    </a:lnTo>
                    <a:cubicBezTo>
                      <a:pt x="113413" y="353586"/>
                      <a:pt x="74154" y="337324"/>
                      <a:pt x="45208" y="308379"/>
                    </a:cubicBezTo>
                    <a:cubicBezTo>
                      <a:pt x="16262" y="279433"/>
                      <a:pt x="0" y="240173"/>
                      <a:pt x="0" y="199238"/>
                    </a:cubicBezTo>
                    <a:lnTo>
                      <a:pt x="0" y="154348"/>
                    </a:lnTo>
                    <a:cubicBezTo>
                      <a:pt x="0" y="113413"/>
                      <a:pt x="16262" y="74154"/>
                      <a:pt x="45208" y="45208"/>
                    </a:cubicBezTo>
                    <a:cubicBezTo>
                      <a:pt x="74154" y="16262"/>
                      <a:pt x="113413" y="0"/>
                      <a:pt x="154348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  <p:txBody>
              <a:bodyPr/>
              <a:lstStyle/>
              <a:p>
                <a:pPr>
                  <a:defRPr/>
                </a:pP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754695154" name="TextBox 45"/>
              <p:cNvSpPr txBox="1"/>
              <p:nvPr/>
            </p:nvSpPr>
            <p:spPr bwMode="auto">
              <a:xfrm rot="0" flipH="0" flipV="0">
                <a:off x="8100274" y="0"/>
                <a:ext cx="1003172" cy="998479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3344"/>
                  </a:lnSpc>
                  <a:defRPr/>
                </a:pPr>
                <a:r>
                  <a:rPr lang="en-US" sz="2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Tx 5</a:t>
                </a:r>
                <a:endParaRPr sz="2000">
                  <a:latin typeface="IBM Plex Sans"/>
                  <a:cs typeface="IBM Plex Sans"/>
                </a:endParaRPr>
              </a:p>
            </p:txBody>
          </p:sp>
          <p:sp>
            <p:nvSpPr>
              <p:cNvPr id="1105667276" name="AutoShape 46"/>
              <p:cNvSpPr/>
              <p:nvPr/>
            </p:nvSpPr>
            <p:spPr bwMode="auto">
              <a:xfrm flipH="1">
                <a:off x="308643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51608221" name="AutoShape 47"/>
              <p:cNvSpPr/>
              <p:nvPr/>
            </p:nvSpPr>
            <p:spPr bwMode="auto">
              <a:xfrm flipH="1">
                <a:off x="4591048" y="578441"/>
                <a:ext cx="501435" cy="0"/>
              </a:xfrm>
              <a:prstGeom prst="line">
                <a:avLst/>
              </a:prstGeom>
              <a:grpFill/>
              <a:ln w="47625" cap="flat">
                <a:solidFill>
                  <a:srgbClr val="0000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570517256" name="AutoShape 48"/>
              <p:cNvSpPr/>
              <p:nvPr/>
            </p:nvSpPr>
            <p:spPr bwMode="auto">
              <a:xfrm flipH="1">
                <a:off x="6095659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880442653" name="AutoShape 49"/>
              <p:cNvSpPr/>
              <p:nvPr/>
            </p:nvSpPr>
            <p:spPr bwMode="auto">
              <a:xfrm flipH="1">
                <a:off x="7599555" y="578441"/>
                <a:ext cx="500719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981926957" name="Freeform 54"/>
              <p:cNvSpPr/>
              <p:nvPr/>
            </p:nvSpPr>
            <p:spPr bwMode="auto">
              <a:xfrm>
                <a:off x="9604107" y="158406"/>
                <a:ext cx="878400" cy="840069"/>
              </a:xfrm>
              <a:custGeom>
                <a:avLst/>
                <a:gdLst/>
                <a:ahLst/>
                <a:cxnLst/>
                <a:rect l="l" t="t" r="r" b="b"/>
                <a:pathLst>
                  <a:path w="878401" h="840071" fill="norm" stroke="1" extrusionOk="0">
                    <a:moveTo>
                      <a:pt x="0" y="0"/>
                    </a:moveTo>
                    <a:lnTo>
                      <a:pt x="878401" y="0"/>
                    </a:lnTo>
                    <a:lnTo>
                      <a:pt x="878401" y="840071"/>
                    </a:lnTo>
                    <a:lnTo>
                      <a:pt x="0" y="84007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1870572811" name="Freeform 55"/>
              <p:cNvSpPr/>
              <p:nvPr/>
            </p:nvSpPr>
            <p:spPr bwMode="auto">
              <a:xfrm>
                <a:off x="9970555" y="183940"/>
                <a:ext cx="145503" cy="145503"/>
              </a:xfrm>
              <a:custGeom>
                <a:avLst/>
                <a:gdLst/>
                <a:ahLst/>
                <a:cxnLst/>
                <a:rect l="l" t="t" r="r" b="b"/>
                <a:pathLst>
                  <a:path w="145503" h="145503" fill="norm" stroke="1" extrusionOk="0">
                    <a:moveTo>
                      <a:pt x="0" y="0"/>
                    </a:moveTo>
                    <a:lnTo>
                      <a:pt x="145503" y="0"/>
                    </a:lnTo>
                    <a:lnTo>
                      <a:pt x="145503" y="145503"/>
                    </a:lnTo>
                    <a:lnTo>
                      <a:pt x="0" y="1455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/>
              </a:blipFill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sp>
            <p:nvSpPr>
              <p:cNvPr id="520002919" name="AutoShape 56"/>
              <p:cNvSpPr/>
              <p:nvPr/>
            </p:nvSpPr>
            <p:spPr bwMode="auto">
              <a:xfrm flipH="1">
                <a:off x="9103450" y="578441"/>
                <a:ext cx="500653" cy="0"/>
              </a:xfrm>
              <a:prstGeom prst="line">
                <a:avLst/>
              </a:prstGeom>
              <a:grpFill/>
              <a:ln w="47625" cap="flat">
                <a:solidFill>
                  <a:srgbClr val="FF5C00"/>
                </a:solidFill>
                <a:prstDash val="solid"/>
                <a:headEnd type="arrow" w="med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sz="1600"/>
              </a:p>
            </p:txBody>
          </p:sp>
          <p:grpSp>
            <p:nvGrpSpPr>
              <p:cNvPr id="1587765784" name=""/>
              <p:cNvGrpSpPr/>
              <p:nvPr/>
            </p:nvGrpSpPr>
            <p:grpSpPr bwMode="auto">
              <a:xfrm>
                <a:off x="0" y="0"/>
                <a:ext cx="2083262" cy="998477"/>
                <a:chOff x="0" y="0"/>
                <a:chExt cx="2083262" cy="998477"/>
              </a:xfrm>
            </p:grpSpPr>
            <p:sp>
              <p:nvSpPr>
                <p:cNvPr id="369224443" name="Freeform 51"/>
                <p:cNvSpPr/>
                <p:nvPr/>
              </p:nvSpPr>
              <p:spPr bwMode="auto">
                <a:xfrm rot="0" flipH="0" flipV="0">
                  <a:off x="0" y="158404"/>
                  <a:ext cx="1582605" cy="8400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120" h="353586" fill="norm" stroke="1" extrusionOk="0">
                      <a:moveTo>
                        <a:pt x="97838" y="0"/>
                      </a:moveTo>
                      <a:lnTo>
                        <a:pt x="568283" y="0"/>
                      </a:lnTo>
                      <a:cubicBezTo>
                        <a:pt x="594231" y="0"/>
                        <a:pt x="619116" y="10308"/>
                        <a:pt x="637464" y="28656"/>
                      </a:cubicBezTo>
                      <a:cubicBezTo>
                        <a:pt x="655812" y="47004"/>
                        <a:pt x="666120" y="71889"/>
                        <a:pt x="666120" y="97838"/>
                      </a:cubicBezTo>
                      <a:lnTo>
                        <a:pt x="666120" y="255749"/>
                      </a:lnTo>
                      <a:cubicBezTo>
                        <a:pt x="666120" y="309783"/>
                        <a:pt x="622317" y="353586"/>
                        <a:pt x="568283" y="353586"/>
                      </a:cubicBezTo>
                      <a:lnTo>
                        <a:pt x="97838" y="353586"/>
                      </a:lnTo>
                      <a:cubicBezTo>
                        <a:pt x="43803" y="353586"/>
                        <a:pt x="0" y="309783"/>
                        <a:pt x="0" y="255749"/>
                      </a:cubicBezTo>
                      <a:lnTo>
                        <a:pt x="0" y="97838"/>
                      </a:lnTo>
                      <a:cubicBezTo>
                        <a:pt x="0" y="43803"/>
                        <a:pt x="43803" y="0"/>
                        <a:pt x="9783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/>
                <a:lstStyle/>
                <a:p>
                  <a:pPr>
                    <a:defRPr/>
                  </a:pP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1570117165" name="TextBox 52"/>
                <p:cNvSpPr txBox="1"/>
                <p:nvPr/>
              </p:nvSpPr>
              <p:spPr bwMode="auto">
                <a:xfrm rot="0" flipH="0" flipV="0">
                  <a:off x="0" y="0"/>
                  <a:ext cx="1582605" cy="998479"/>
                </a:xfrm>
                <a:prstGeom prst="rect">
                  <a:avLst/>
                </a:prstGeom>
                <a:grpFill/>
              </p:spPr>
              <p:txBody>
                <a:bodyPr lIns="50798" tIns="50798" rIns="50798" bIns="50798" rtlCol="0" anchor="ctr"/>
                <a:lstStyle/>
                <a:p>
                  <a:pPr algn="ctr">
                    <a:lnSpc>
                      <a:spcPts val="3344"/>
                    </a:lnSpc>
                    <a:defRPr/>
                  </a:pPr>
                  <a:r>
                    <a:rPr lang="en-US" sz="2000" b="1">
                      <a:solidFill>
                        <a:srgbClr val="FFFFFF"/>
                      </a:solidFill>
                      <a:latin typeface="IBM Plex Sans"/>
                      <a:ea typeface="IBM Plex Sans"/>
                      <a:cs typeface="IBM Plex Sans"/>
                    </a:rPr>
                    <a:t>coinjoin</a:t>
                  </a:r>
                  <a:endParaRPr sz="2000">
                    <a:latin typeface="IBM Plex Sans"/>
                    <a:cs typeface="IBM Plex Sans"/>
                  </a:endParaRPr>
                </a:p>
              </p:txBody>
            </p:sp>
            <p:sp>
              <p:nvSpPr>
                <p:cNvPr id="497101514" name="AutoShape 53"/>
                <p:cNvSpPr/>
                <p:nvPr/>
              </p:nvSpPr>
              <p:spPr bwMode="auto">
                <a:xfrm flipH="1">
                  <a:off x="1582609" y="578441"/>
                  <a:ext cx="500653" cy="0"/>
                </a:xfrm>
                <a:prstGeom prst="line">
                  <a:avLst/>
                </a:prstGeom>
                <a:grpFill/>
                <a:ln w="47625" cap="flat">
                  <a:solidFill>
                    <a:srgbClr val="000000"/>
                  </a:solidFill>
                  <a:prstDash val="solid"/>
                  <a:headEnd type="arrow" w="med" len="sm"/>
                  <a:tailEnd type="none" w="sm" len="sm"/>
                </a:ln>
              </p:spPr>
              <p:txBody>
                <a:bodyPr/>
                <a:lstStyle/>
                <a:p>
                  <a:pPr>
                    <a:defRPr/>
                  </a:pPr>
                  <a:endParaRPr sz="1600"/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85870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19199" y="1028700"/>
            <a:ext cx="9753599" cy="480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2181654" name=""/>
          <p:cNvGrpSpPr/>
          <p:nvPr/>
        </p:nvGrpSpPr>
        <p:grpSpPr bwMode="auto">
          <a:xfrm>
            <a:off x="445673" y="1757370"/>
            <a:ext cx="10853710" cy="3266215"/>
            <a:chOff x="0" y="0"/>
            <a:chExt cx="10853710" cy="3266215"/>
          </a:xfrm>
        </p:grpSpPr>
        <p:sp>
          <p:nvSpPr>
            <p:cNvPr id="1136454131" name="Freeform 27"/>
            <p:cNvSpPr/>
            <p:nvPr/>
          </p:nvSpPr>
          <p:spPr bwMode="auto">
            <a:xfrm rot="0" flipH="0" flipV="0">
              <a:off x="1660431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58814597" name="TextBox 28"/>
            <p:cNvSpPr txBox="1"/>
            <p:nvPr/>
          </p:nvSpPr>
          <p:spPr bwMode="auto">
            <a:xfrm rot="0" flipH="0" flipV="0">
              <a:off x="1660431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48904277" name="Freeform 30"/>
            <p:cNvSpPr/>
            <p:nvPr/>
          </p:nvSpPr>
          <p:spPr bwMode="auto">
            <a:xfrm rot="0" flipH="0" flipV="0">
              <a:off x="3093797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29566559" name="TextBox 31"/>
            <p:cNvSpPr txBox="1"/>
            <p:nvPr/>
          </p:nvSpPr>
          <p:spPr bwMode="auto">
            <a:xfrm rot="0" flipH="0" flipV="0">
              <a:off x="3093797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70638816" name="Freeform 33"/>
            <p:cNvSpPr/>
            <p:nvPr/>
          </p:nvSpPr>
          <p:spPr bwMode="auto">
            <a:xfrm rot="0" flipH="0" flipV="0">
              <a:off x="4527162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08307010" name="TextBox 34"/>
            <p:cNvSpPr txBox="1"/>
            <p:nvPr/>
          </p:nvSpPr>
          <p:spPr bwMode="auto">
            <a:xfrm rot="0" flipH="0" flipV="0">
              <a:off x="4527162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71577059" name="Freeform 36"/>
            <p:cNvSpPr/>
            <p:nvPr/>
          </p:nvSpPr>
          <p:spPr bwMode="auto">
            <a:xfrm rot="0" flipH="0" flipV="0">
              <a:off x="5959846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03101146" name="TextBox 37"/>
            <p:cNvSpPr txBox="1"/>
            <p:nvPr/>
          </p:nvSpPr>
          <p:spPr bwMode="auto">
            <a:xfrm rot="0" flipH="0" flipV="0">
              <a:off x="5959846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05874772" name="Freeform 39"/>
            <p:cNvSpPr/>
            <p:nvPr/>
          </p:nvSpPr>
          <p:spPr bwMode="auto">
            <a:xfrm rot="0" flipH="0" flipV="0">
              <a:off x="7392533" y="150904"/>
              <a:ext cx="955670" cy="800290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020" y="0"/>
                  </a:moveTo>
                  <a:lnTo>
                    <a:pt x="260216" y="0"/>
                  </a:lnTo>
                  <a:cubicBezTo>
                    <a:pt x="303187" y="0"/>
                    <a:pt x="344397" y="17070"/>
                    <a:pt x="374782" y="47455"/>
                  </a:cubicBezTo>
                  <a:cubicBezTo>
                    <a:pt x="405167" y="77839"/>
                    <a:pt x="422237" y="119050"/>
                    <a:pt x="422237" y="162020"/>
                  </a:cubicBezTo>
                  <a:lnTo>
                    <a:pt x="422237" y="191566"/>
                  </a:lnTo>
                  <a:cubicBezTo>
                    <a:pt x="422237" y="234536"/>
                    <a:pt x="405167" y="275747"/>
                    <a:pt x="374782" y="306131"/>
                  </a:cubicBezTo>
                  <a:cubicBezTo>
                    <a:pt x="344397" y="336516"/>
                    <a:pt x="303187" y="353586"/>
                    <a:pt x="260216" y="353586"/>
                  </a:cubicBezTo>
                  <a:lnTo>
                    <a:pt x="162020" y="353586"/>
                  </a:lnTo>
                  <a:cubicBezTo>
                    <a:pt x="119050" y="353586"/>
                    <a:pt x="77839" y="336516"/>
                    <a:pt x="47455" y="306131"/>
                  </a:cubicBezTo>
                  <a:cubicBezTo>
                    <a:pt x="17070" y="275747"/>
                    <a:pt x="0" y="234536"/>
                    <a:pt x="0" y="191566"/>
                  </a:cubicBezTo>
                  <a:lnTo>
                    <a:pt x="0" y="162020"/>
                  </a:lnTo>
                  <a:cubicBezTo>
                    <a:pt x="0" y="119050"/>
                    <a:pt x="17070" y="77839"/>
                    <a:pt x="47455" y="47455"/>
                  </a:cubicBezTo>
                  <a:cubicBezTo>
                    <a:pt x="77839" y="17070"/>
                    <a:pt x="119050" y="0"/>
                    <a:pt x="16202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5012247" name="TextBox 40"/>
            <p:cNvSpPr txBox="1"/>
            <p:nvPr/>
          </p:nvSpPr>
          <p:spPr bwMode="auto">
            <a:xfrm rot="0" flipH="0" flipV="0">
              <a:off x="7392533" y="0"/>
              <a:ext cx="955670" cy="9512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54383529" name="AutoShape 41"/>
            <p:cNvSpPr/>
            <p:nvPr/>
          </p:nvSpPr>
          <p:spPr bwMode="auto">
            <a:xfrm flipH="1">
              <a:off x="2616107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2069528" name="AutoShape 42"/>
            <p:cNvSpPr/>
            <p:nvPr/>
          </p:nvSpPr>
          <p:spPr bwMode="auto">
            <a:xfrm flipH="1">
              <a:off x="4049471" y="551052"/>
              <a:ext cx="47768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50248" name="AutoShape 43"/>
            <p:cNvSpPr/>
            <p:nvPr/>
          </p:nvSpPr>
          <p:spPr bwMode="auto">
            <a:xfrm flipH="1">
              <a:off x="5482836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3609376" name="AutoShape 44"/>
            <p:cNvSpPr/>
            <p:nvPr/>
          </p:nvSpPr>
          <p:spPr bwMode="auto">
            <a:xfrm flipH="1">
              <a:off x="6915521" y="551052"/>
              <a:ext cx="477009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7047140" name="Freeform 45"/>
            <p:cNvSpPr/>
            <p:nvPr/>
          </p:nvSpPr>
          <p:spPr bwMode="auto">
            <a:xfrm>
              <a:off x="8825154" y="150905"/>
              <a:ext cx="836806" cy="800291"/>
            </a:xfrm>
            <a:custGeom>
              <a:avLst/>
              <a:gdLst/>
              <a:ahLst/>
              <a:cxnLst/>
              <a:rect l="l" t="t" r="r" b="b"/>
              <a:pathLst>
                <a:path w="836808" h="800293" fill="norm" stroke="1" extrusionOk="0">
                  <a:moveTo>
                    <a:pt x="0" y="0"/>
                  </a:moveTo>
                  <a:lnTo>
                    <a:pt x="836808" y="0"/>
                  </a:lnTo>
                  <a:lnTo>
                    <a:pt x="836808" y="800292"/>
                  </a:lnTo>
                  <a:lnTo>
                    <a:pt x="0" y="800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9114455" name="Freeform 46"/>
            <p:cNvSpPr/>
            <p:nvPr/>
          </p:nvSpPr>
          <p:spPr bwMode="auto">
            <a:xfrm>
              <a:off x="9174251" y="175230"/>
              <a:ext cx="138611" cy="138611"/>
            </a:xfrm>
            <a:custGeom>
              <a:avLst/>
              <a:gdLst/>
              <a:ahLst/>
              <a:cxnLst/>
              <a:rect l="l" t="t" r="r" b="b"/>
              <a:pathLst>
                <a:path w="138613" h="138613" fill="norm" stroke="1" extrusionOk="0">
                  <a:moveTo>
                    <a:pt x="0" y="0"/>
                  </a:moveTo>
                  <a:lnTo>
                    <a:pt x="138613" y="0"/>
                  </a:lnTo>
                  <a:lnTo>
                    <a:pt x="138613" y="138613"/>
                  </a:lnTo>
                  <a:lnTo>
                    <a:pt x="0" y="138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3533935" name="AutoShape 47"/>
            <p:cNvSpPr/>
            <p:nvPr/>
          </p:nvSpPr>
          <p:spPr bwMode="auto">
            <a:xfrm flipH="1">
              <a:off x="8348207" y="551052"/>
              <a:ext cx="476946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85925979" name="AutoShape 48"/>
            <p:cNvSpPr/>
            <p:nvPr/>
          </p:nvSpPr>
          <p:spPr bwMode="auto">
            <a:xfrm flipH="1">
              <a:off x="0" y="2648027"/>
              <a:ext cx="933599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8481789" name="Freeform 50"/>
            <p:cNvSpPr/>
            <p:nvPr/>
          </p:nvSpPr>
          <p:spPr bwMode="auto">
            <a:xfrm rot="0" flipH="0" flipV="0">
              <a:off x="74055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22264594" name="TextBox 51"/>
            <p:cNvSpPr txBox="1"/>
            <p:nvPr/>
          </p:nvSpPr>
          <p:spPr bwMode="auto">
            <a:xfrm rot="0" flipH="0" flipV="0">
              <a:off x="74055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6070793" name="Freeform 53"/>
            <p:cNvSpPr/>
            <p:nvPr/>
          </p:nvSpPr>
          <p:spPr bwMode="auto">
            <a:xfrm rot="0" flipH="0" flipV="0">
              <a:off x="217392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88493233" name="TextBox 54"/>
            <p:cNvSpPr txBox="1"/>
            <p:nvPr/>
          </p:nvSpPr>
          <p:spPr bwMode="auto">
            <a:xfrm rot="0" flipH="0" flipV="0">
              <a:off x="217392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14645728" name="Freeform 56"/>
            <p:cNvSpPr/>
            <p:nvPr/>
          </p:nvSpPr>
          <p:spPr bwMode="auto">
            <a:xfrm rot="0" flipH="0" flipV="0">
              <a:off x="3606336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7837628" name="TextBox 57"/>
            <p:cNvSpPr txBox="1"/>
            <p:nvPr/>
          </p:nvSpPr>
          <p:spPr bwMode="auto">
            <a:xfrm rot="0" flipH="0" flipV="0">
              <a:off x="3606336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7557670" name="Freeform 59"/>
            <p:cNvSpPr/>
            <p:nvPr/>
          </p:nvSpPr>
          <p:spPr bwMode="auto">
            <a:xfrm rot="0" flipH="0" flipV="0">
              <a:off x="5038750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36886729" name="TextBox 60"/>
            <p:cNvSpPr txBox="1"/>
            <p:nvPr/>
          </p:nvSpPr>
          <p:spPr bwMode="auto">
            <a:xfrm rot="0" flipH="0" flipV="0">
              <a:off x="5038750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89500893" name="Freeform 62"/>
            <p:cNvSpPr/>
            <p:nvPr/>
          </p:nvSpPr>
          <p:spPr bwMode="auto">
            <a:xfrm rot="0" flipH="0" flipV="0">
              <a:off x="647116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6373559" name="TextBox 63"/>
            <p:cNvSpPr txBox="1"/>
            <p:nvPr/>
          </p:nvSpPr>
          <p:spPr bwMode="auto">
            <a:xfrm rot="0" flipH="0" flipV="0">
              <a:off x="647116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1032364" name="Freeform 65"/>
            <p:cNvSpPr/>
            <p:nvPr/>
          </p:nvSpPr>
          <p:spPr bwMode="auto">
            <a:xfrm rot="0" flipH="0" flipV="0">
              <a:off x="7903581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61918499" name="TextBox 66"/>
            <p:cNvSpPr txBox="1"/>
            <p:nvPr/>
          </p:nvSpPr>
          <p:spPr bwMode="auto">
            <a:xfrm rot="0" flipH="0" flipV="0">
              <a:off x="7903581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76236363" name="Freeform 68"/>
            <p:cNvSpPr/>
            <p:nvPr/>
          </p:nvSpPr>
          <p:spPr bwMode="auto">
            <a:xfrm rot="0" flipH="0" flipV="0">
              <a:off x="9335997" y="2029831"/>
              <a:ext cx="1236522" cy="1236384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83" y="0"/>
                  </a:moveTo>
                  <a:lnTo>
                    <a:pt x="527540" y="0"/>
                  </a:lnTo>
                  <a:cubicBezTo>
                    <a:pt x="532522" y="0"/>
                    <a:pt x="537299" y="1979"/>
                    <a:pt x="540822" y="5501"/>
                  </a:cubicBezTo>
                  <a:cubicBezTo>
                    <a:pt x="544344" y="9024"/>
                    <a:pt x="546323" y="13801"/>
                    <a:pt x="546323" y="18783"/>
                  </a:cubicBezTo>
                  <a:lnTo>
                    <a:pt x="546323" y="527478"/>
                  </a:lnTo>
                  <a:cubicBezTo>
                    <a:pt x="546323" y="532460"/>
                    <a:pt x="544344" y="537237"/>
                    <a:pt x="540822" y="540760"/>
                  </a:cubicBezTo>
                  <a:cubicBezTo>
                    <a:pt x="537299" y="544282"/>
                    <a:pt x="532522" y="546261"/>
                    <a:pt x="527540" y="546261"/>
                  </a:cubicBezTo>
                  <a:lnTo>
                    <a:pt x="18783" y="546261"/>
                  </a:lnTo>
                  <a:cubicBezTo>
                    <a:pt x="8409" y="546261"/>
                    <a:pt x="0" y="537852"/>
                    <a:pt x="0" y="527478"/>
                  </a:cubicBezTo>
                  <a:lnTo>
                    <a:pt x="0" y="18783"/>
                  </a:lnTo>
                  <a:cubicBezTo>
                    <a:pt x="0" y="13801"/>
                    <a:pt x="1979" y="9024"/>
                    <a:pt x="5501" y="5501"/>
                  </a:cubicBezTo>
                  <a:cubicBezTo>
                    <a:pt x="9024" y="1979"/>
                    <a:pt x="13801" y="0"/>
                    <a:pt x="1878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9557235" name="TextBox 69"/>
            <p:cNvSpPr txBox="1"/>
            <p:nvPr/>
          </p:nvSpPr>
          <p:spPr bwMode="auto">
            <a:xfrm rot="0" flipH="0" flipV="0">
              <a:off x="9335997" y="1900480"/>
              <a:ext cx="1236522" cy="136573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86379535" name="AutoShape 70"/>
            <p:cNvSpPr/>
            <p:nvPr/>
          </p:nvSpPr>
          <p:spPr bwMode="auto">
            <a:xfrm flipH="1" flipV="1">
              <a:off x="10572523" y="2648027"/>
              <a:ext cx="28118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3304984" name="AutoShape 71"/>
            <p:cNvSpPr/>
            <p:nvPr/>
          </p:nvSpPr>
          <p:spPr bwMode="auto">
            <a:xfrm flipH="1" flipV="1">
              <a:off x="2315213" y="951196"/>
              <a:ext cx="476968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9549929" name="AutoShape 72"/>
            <p:cNvSpPr/>
            <p:nvPr/>
          </p:nvSpPr>
          <p:spPr bwMode="auto">
            <a:xfrm flipH="1" flipV="1">
              <a:off x="3748321" y="951196"/>
              <a:ext cx="476275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4351647" name="AutoShape 73"/>
            <p:cNvSpPr/>
            <p:nvPr/>
          </p:nvSpPr>
          <p:spPr bwMode="auto">
            <a:xfrm flipH="1" flipV="1">
              <a:off x="5181429" y="951196"/>
              <a:ext cx="475583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6113846" name="AutoShape 74"/>
            <p:cNvSpPr/>
            <p:nvPr/>
          </p:nvSpPr>
          <p:spPr bwMode="auto">
            <a:xfrm flipH="1" flipV="1">
              <a:off x="6614042" y="951196"/>
              <a:ext cx="475389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5298849" name="AutoShape 75"/>
            <p:cNvSpPr/>
            <p:nvPr/>
          </p:nvSpPr>
          <p:spPr bwMode="auto">
            <a:xfrm flipH="1" flipV="1">
              <a:off x="8046653" y="951196"/>
              <a:ext cx="475191" cy="1078635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02551" name=""/>
          <p:cNvGrpSpPr/>
          <p:nvPr/>
        </p:nvGrpSpPr>
        <p:grpSpPr bwMode="auto">
          <a:xfrm>
            <a:off x="1144239" y="1722619"/>
            <a:ext cx="10107418" cy="3264365"/>
            <a:chOff x="0" y="0"/>
            <a:chExt cx="10107418" cy="3264365"/>
          </a:xfrm>
        </p:grpSpPr>
        <p:sp>
          <p:nvSpPr>
            <p:cNvPr id="1233132642" name="Freeform 27"/>
            <p:cNvSpPr/>
            <p:nvPr/>
          </p:nvSpPr>
          <p:spPr bwMode="auto">
            <a:xfrm rot="0" flipH="0" flipV="0">
              <a:off x="919355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16521896" name="TextBox 28"/>
            <p:cNvSpPr txBox="1"/>
            <p:nvPr/>
          </p:nvSpPr>
          <p:spPr bwMode="auto">
            <a:xfrm rot="0" flipH="0" flipV="0">
              <a:off x="919355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1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0749693" name="Freeform 30"/>
            <p:cNvSpPr/>
            <p:nvPr/>
          </p:nvSpPr>
          <p:spPr bwMode="auto">
            <a:xfrm rot="0" flipH="0" flipV="0">
              <a:off x="2351907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95212003" name="TextBox 31"/>
            <p:cNvSpPr txBox="1"/>
            <p:nvPr/>
          </p:nvSpPr>
          <p:spPr bwMode="auto">
            <a:xfrm rot="0" flipH="0" flipV="0">
              <a:off x="2351907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2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96250393" name="Freeform 33"/>
            <p:cNvSpPr/>
            <p:nvPr/>
          </p:nvSpPr>
          <p:spPr bwMode="auto">
            <a:xfrm rot="0" flipH="0" flipV="0">
              <a:off x="3784458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45682134" name="TextBox 34"/>
            <p:cNvSpPr txBox="1"/>
            <p:nvPr/>
          </p:nvSpPr>
          <p:spPr bwMode="auto">
            <a:xfrm rot="0" flipH="0" flipV="0">
              <a:off x="3784458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3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321570014" name="Freeform 36"/>
            <p:cNvSpPr/>
            <p:nvPr/>
          </p:nvSpPr>
          <p:spPr bwMode="auto">
            <a:xfrm rot="0" flipH="0" flipV="0">
              <a:off x="5216330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15018086" name="TextBox 37"/>
            <p:cNvSpPr txBox="1"/>
            <p:nvPr/>
          </p:nvSpPr>
          <p:spPr bwMode="auto">
            <a:xfrm rot="0" flipH="0" flipV="0">
              <a:off x="5216330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4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37015670" name="Freeform 39"/>
            <p:cNvSpPr/>
            <p:nvPr/>
          </p:nvSpPr>
          <p:spPr bwMode="auto">
            <a:xfrm rot="0" flipH="0" flipV="0">
              <a:off x="6648202" y="150819"/>
              <a:ext cx="955128" cy="799839"/>
            </a:xfrm>
            <a:custGeom>
              <a:avLst/>
              <a:gdLst/>
              <a:ahLst/>
              <a:cxnLst/>
              <a:rect l="l" t="t" r="r" b="b"/>
              <a:pathLst>
                <a:path w="422237" h="353586" fill="norm" stroke="1" extrusionOk="0">
                  <a:moveTo>
                    <a:pt x="162112" y="0"/>
                  </a:moveTo>
                  <a:lnTo>
                    <a:pt x="260124" y="0"/>
                  </a:lnTo>
                  <a:cubicBezTo>
                    <a:pt x="303119" y="0"/>
                    <a:pt x="344353" y="17080"/>
                    <a:pt x="374755" y="47482"/>
                  </a:cubicBezTo>
                  <a:cubicBezTo>
                    <a:pt x="405157" y="77883"/>
                    <a:pt x="422237" y="119117"/>
                    <a:pt x="422237" y="162112"/>
                  </a:cubicBezTo>
                  <a:lnTo>
                    <a:pt x="422237" y="191474"/>
                  </a:lnTo>
                  <a:cubicBezTo>
                    <a:pt x="422237" y="234469"/>
                    <a:pt x="405157" y="275703"/>
                    <a:pt x="374755" y="306105"/>
                  </a:cubicBezTo>
                  <a:cubicBezTo>
                    <a:pt x="344353" y="336506"/>
                    <a:pt x="303119" y="353586"/>
                    <a:pt x="260124" y="353586"/>
                  </a:cubicBezTo>
                  <a:lnTo>
                    <a:pt x="162112" y="353586"/>
                  </a:lnTo>
                  <a:cubicBezTo>
                    <a:pt x="119117" y="353586"/>
                    <a:pt x="77883" y="336506"/>
                    <a:pt x="47482" y="306105"/>
                  </a:cubicBezTo>
                  <a:cubicBezTo>
                    <a:pt x="17080" y="275703"/>
                    <a:pt x="0" y="234469"/>
                    <a:pt x="0" y="191474"/>
                  </a:cubicBezTo>
                  <a:lnTo>
                    <a:pt x="0" y="162112"/>
                  </a:lnTo>
                  <a:cubicBezTo>
                    <a:pt x="0" y="119117"/>
                    <a:pt x="17080" y="77883"/>
                    <a:pt x="47482" y="47482"/>
                  </a:cubicBezTo>
                  <a:cubicBezTo>
                    <a:pt x="77883" y="17080"/>
                    <a:pt x="119117" y="0"/>
                    <a:pt x="16211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38246883" name="TextBox 40"/>
            <p:cNvSpPr txBox="1"/>
            <p:nvPr/>
          </p:nvSpPr>
          <p:spPr bwMode="auto">
            <a:xfrm rot="0" flipH="0" flipV="0">
              <a:off x="6648202" y="0"/>
              <a:ext cx="955128" cy="9506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Tx 5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36227283" name="AutoShape 41"/>
            <p:cNvSpPr/>
            <p:nvPr/>
          </p:nvSpPr>
          <p:spPr bwMode="auto">
            <a:xfrm flipH="1">
              <a:off x="1874487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0038943" name="AutoShape 42"/>
            <p:cNvSpPr/>
            <p:nvPr/>
          </p:nvSpPr>
          <p:spPr bwMode="auto">
            <a:xfrm flipH="1">
              <a:off x="3307039" y="550742"/>
              <a:ext cx="47741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2161302" name="AutoShape 43"/>
            <p:cNvSpPr/>
            <p:nvPr/>
          </p:nvSpPr>
          <p:spPr bwMode="auto">
            <a:xfrm flipH="1">
              <a:off x="4739591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5559181" name="AutoShape 44"/>
            <p:cNvSpPr/>
            <p:nvPr/>
          </p:nvSpPr>
          <p:spPr bwMode="auto">
            <a:xfrm flipH="1">
              <a:off x="6171462" y="550742"/>
              <a:ext cx="476738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26171140" name="Freeform 45"/>
            <p:cNvSpPr/>
            <p:nvPr/>
          </p:nvSpPr>
          <p:spPr bwMode="auto">
            <a:xfrm>
              <a:off x="8080013" y="150820"/>
              <a:ext cx="836331" cy="799839"/>
            </a:xfrm>
            <a:custGeom>
              <a:avLst/>
              <a:gdLst/>
              <a:ahLst/>
              <a:cxnLst/>
              <a:rect l="l" t="t" r="r" b="b"/>
              <a:pathLst>
                <a:path w="836333" h="799839" fill="norm" stroke="1" extrusionOk="0">
                  <a:moveTo>
                    <a:pt x="0" y="0"/>
                  </a:moveTo>
                  <a:lnTo>
                    <a:pt x="836333" y="0"/>
                  </a:lnTo>
                  <a:lnTo>
                    <a:pt x="836333" y="799839"/>
                  </a:lnTo>
                  <a:lnTo>
                    <a:pt x="0" y="799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1729291" name="Freeform 46"/>
            <p:cNvSpPr/>
            <p:nvPr/>
          </p:nvSpPr>
          <p:spPr bwMode="auto">
            <a:xfrm>
              <a:off x="8428912" y="175133"/>
              <a:ext cx="138532" cy="138532"/>
            </a:xfrm>
            <a:custGeom>
              <a:avLst/>
              <a:gdLst/>
              <a:ahLst/>
              <a:cxnLst/>
              <a:rect l="l" t="t" r="r" b="b"/>
              <a:pathLst>
                <a:path w="138534" h="138534" fill="norm" stroke="1" extrusionOk="0">
                  <a:moveTo>
                    <a:pt x="0" y="0"/>
                  </a:moveTo>
                  <a:lnTo>
                    <a:pt x="138534" y="0"/>
                  </a:lnTo>
                  <a:lnTo>
                    <a:pt x="138534" y="138534"/>
                  </a:lnTo>
                  <a:lnTo>
                    <a:pt x="0" y="1385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42687711" name="AutoShape 47"/>
            <p:cNvSpPr/>
            <p:nvPr/>
          </p:nvSpPr>
          <p:spPr bwMode="auto">
            <a:xfrm flipH="1">
              <a:off x="7603333" y="550742"/>
              <a:ext cx="476676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21724168" name="Freeform 50"/>
            <p:cNvSpPr/>
            <p:nvPr/>
          </p:nvSpPr>
          <p:spPr bwMode="auto">
            <a:xfrm rot="0" flipH="0" flipV="0">
              <a:off x="0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56776684" name="TextBox 51"/>
            <p:cNvSpPr txBox="1"/>
            <p:nvPr/>
          </p:nvSpPr>
          <p:spPr bwMode="auto">
            <a:xfrm rot="0" flipH="0" flipV="0">
              <a:off x="0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5124226" name="Freeform 53"/>
            <p:cNvSpPr/>
            <p:nvPr/>
          </p:nvSpPr>
          <p:spPr bwMode="auto">
            <a:xfrm rot="0" flipH="0" flipV="0">
              <a:off x="1432551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31788127" name="TextBox 54"/>
            <p:cNvSpPr txBox="1"/>
            <p:nvPr/>
          </p:nvSpPr>
          <p:spPr bwMode="auto">
            <a:xfrm rot="0" flipH="0" flipV="0">
              <a:off x="1432551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9802193" name="Freeform 56"/>
            <p:cNvSpPr/>
            <p:nvPr/>
          </p:nvSpPr>
          <p:spPr bwMode="auto">
            <a:xfrm rot="0" flipH="0" flipV="0">
              <a:off x="2864154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08889398" name="TextBox 57"/>
            <p:cNvSpPr txBox="1"/>
            <p:nvPr/>
          </p:nvSpPr>
          <p:spPr bwMode="auto">
            <a:xfrm rot="0" flipH="0" flipV="0">
              <a:off x="2864154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841 023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0833017" name="Freeform 59"/>
            <p:cNvSpPr/>
            <p:nvPr/>
          </p:nvSpPr>
          <p:spPr bwMode="auto">
            <a:xfrm rot="0" flipH="0" flipV="0">
              <a:off x="4295757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33545163" name="TextBox 60"/>
            <p:cNvSpPr txBox="1"/>
            <p:nvPr/>
          </p:nvSpPr>
          <p:spPr bwMode="auto">
            <a:xfrm rot="0" flipH="0" flipV="0">
              <a:off x="4295757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841 024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4064723" name="Freeform 62"/>
            <p:cNvSpPr/>
            <p:nvPr/>
          </p:nvSpPr>
          <p:spPr bwMode="auto">
            <a:xfrm rot="0" flipH="0" flipV="0">
              <a:off x="5727359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929356" name="TextBox 63"/>
            <p:cNvSpPr txBox="1"/>
            <p:nvPr/>
          </p:nvSpPr>
          <p:spPr bwMode="auto">
            <a:xfrm rot="0" flipH="0" flipV="0">
              <a:off x="5727359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841 025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85116807" name="Freeform 65"/>
            <p:cNvSpPr/>
            <p:nvPr/>
          </p:nvSpPr>
          <p:spPr bwMode="auto">
            <a:xfrm rot="0" flipH="0" flipV="0">
              <a:off x="7158962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50271759" name="TextBox 66"/>
            <p:cNvSpPr txBox="1"/>
            <p:nvPr/>
          </p:nvSpPr>
          <p:spPr bwMode="auto">
            <a:xfrm rot="0" flipH="0" flipV="0">
              <a:off x="7158962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841 026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90937712" name="Freeform 68"/>
            <p:cNvSpPr/>
            <p:nvPr/>
          </p:nvSpPr>
          <p:spPr bwMode="auto">
            <a:xfrm rot="0" flipH="0" flipV="0">
              <a:off x="8590565" y="2028683"/>
              <a:ext cx="1235821" cy="1235682"/>
            </a:xfrm>
            <a:custGeom>
              <a:avLst/>
              <a:gdLst/>
              <a:ahLst/>
              <a:cxnLst/>
              <a:rect l="l" t="t" r="r" b="b"/>
              <a:pathLst>
                <a:path w="546323" h="546261" fill="norm" stroke="1" extrusionOk="0">
                  <a:moveTo>
                    <a:pt x="18794" y="0"/>
                  </a:moveTo>
                  <a:lnTo>
                    <a:pt x="527529" y="0"/>
                  </a:lnTo>
                  <a:cubicBezTo>
                    <a:pt x="537909" y="0"/>
                    <a:pt x="546323" y="8414"/>
                    <a:pt x="546323" y="18794"/>
                  </a:cubicBezTo>
                  <a:lnTo>
                    <a:pt x="546323" y="527468"/>
                  </a:lnTo>
                  <a:cubicBezTo>
                    <a:pt x="546323" y="532452"/>
                    <a:pt x="544343" y="537232"/>
                    <a:pt x="540819" y="540757"/>
                  </a:cubicBezTo>
                  <a:cubicBezTo>
                    <a:pt x="537294" y="544281"/>
                    <a:pt x="532514" y="546261"/>
                    <a:pt x="527529" y="546261"/>
                  </a:cubicBezTo>
                  <a:lnTo>
                    <a:pt x="18794" y="546261"/>
                  </a:lnTo>
                  <a:cubicBezTo>
                    <a:pt x="8414" y="546261"/>
                    <a:pt x="0" y="537847"/>
                    <a:pt x="0" y="527468"/>
                  </a:cubicBezTo>
                  <a:lnTo>
                    <a:pt x="0" y="18794"/>
                  </a:lnTo>
                  <a:cubicBezTo>
                    <a:pt x="0" y="8414"/>
                    <a:pt x="8414" y="0"/>
                    <a:pt x="1879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95792324" name="TextBox 69"/>
            <p:cNvSpPr txBox="1"/>
            <p:nvPr/>
          </p:nvSpPr>
          <p:spPr bwMode="auto">
            <a:xfrm rot="0" flipH="0" flipV="0">
              <a:off x="8590565" y="1899406"/>
              <a:ext cx="1235821" cy="136495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841 027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7375726" name="AutoShape 70"/>
            <p:cNvSpPr/>
            <p:nvPr/>
          </p:nvSpPr>
          <p:spPr bwMode="auto">
            <a:xfrm flipH="1" flipV="1">
              <a:off x="9826391" y="2646526"/>
              <a:ext cx="281027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5333760" name="AutoShape 71"/>
            <p:cNvSpPr/>
            <p:nvPr/>
          </p:nvSpPr>
          <p:spPr bwMode="auto">
            <a:xfrm flipH="1" flipV="1">
              <a:off x="1874487" y="751442"/>
              <a:ext cx="3039183" cy="127724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7610804" name="AutoShape 72"/>
            <p:cNvSpPr/>
            <p:nvPr/>
          </p:nvSpPr>
          <p:spPr bwMode="auto">
            <a:xfrm flipH="1" flipV="1">
              <a:off x="3274663" y="866432"/>
              <a:ext cx="1639004" cy="1162251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2501088" name="AutoShape 73"/>
            <p:cNvSpPr/>
            <p:nvPr/>
          </p:nvSpPr>
          <p:spPr bwMode="auto">
            <a:xfrm flipH="1" flipV="1">
              <a:off x="4438354" y="950658"/>
              <a:ext cx="475314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7585342" name="AutoShape 74"/>
            <p:cNvSpPr/>
            <p:nvPr/>
          </p:nvSpPr>
          <p:spPr bwMode="auto">
            <a:xfrm flipV="1">
              <a:off x="4913670" y="950658"/>
              <a:ext cx="569102" cy="1078023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96526909" name="AutoShape 75"/>
            <p:cNvSpPr/>
            <p:nvPr/>
          </p:nvSpPr>
          <p:spPr bwMode="auto">
            <a:xfrm flipV="1">
              <a:off x="4913670" y="853509"/>
              <a:ext cx="1758933" cy="1175174"/>
            </a:xfrm>
            <a:prstGeom prst="line">
              <a:avLst/>
            </a:prstGeom>
            <a:grpFill/>
            <a:ln w="28575" cap="flat">
              <a:solidFill>
                <a:srgbClr val="FF5C00"/>
              </a:solidFill>
              <a:prstDash val="sysDash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81709" name="Freeform 26"/>
          <p:cNvSpPr/>
          <p:nvPr/>
        </p:nvSpPr>
        <p:spPr bwMode="auto">
          <a:xfrm>
            <a:off x="9179379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00576" name="Freeform 27"/>
          <p:cNvSpPr/>
          <p:nvPr/>
        </p:nvSpPr>
        <p:spPr bwMode="auto">
          <a:xfrm>
            <a:off x="1304212" y="257188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877713" name="AutoShape 28"/>
          <p:cNvSpPr/>
          <p:nvPr/>
        </p:nvSpPr>
        <p:spPr bwMode="auto">
          <a:xfrm>
            <a:off x="3087258" y="311183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72475" name="AutoShape 29"/>
          <p:cNvSpPr/>
          <p:nvPr/>
        </p:nvSpPr>
        <p:spPr bwMode="auto">
          <a:xfrm flipH="1">
            <a:off x="3087258" y="36057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9920" name="Freeform 30"/>
          <p:cNvSpPr/>
          <p:nvPr/>
        </p:nvSpPr>
        <p:spPr bwMode="auto">
          <a:xfrm>
            <a:off x="5576039" y="21890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981019" name="Freeform 31"/>
          <p:cNvSpPr/>
          <p:nvPr/>
        </p:nvSpPr>
        <p:spPr bwMode="auto">
          <a:xfrm>
            <a:off x="5576039" y="376285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97130" name="Freeform 26"/>
          <p:cNvSpPr/>
          <p:nvPr/>
        </p:nvSpPr>
        <p:spPr bwMode="auto">
          <a:xfrm>
            <a:off x="9380553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387519" name="AutoShape 27"/>
          <p:cNvSpPr/>
          <p:nvPr/>
        </p:nvSpPr>
        <p:spPr bwMode="auto">
          <a:xfrm>
            <a:off x="3288432" y="319220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610629" name="AutoShape 28"/>
          <p:cNvSpPr/>
          <p:nvPr/>
        </p:nvSpPr>
        <p:spPr bwMode="auto">
          <a:xfrm flipH="1" flipV="1">
            <a:off x="3288432" y="368608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20795" name="Freeform 29"/>
          <p:cNvSpPr/>
          <p:nvPr/>
        </p:nvSpPr>
        <p:spPr bwMode="auto">
          <a:xfrm>
            <a:off x="5777214" y="226944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65922" name="Freeform 30"/>
          <p:cNvSpPr/>
          <p:nvPr/>
        </p:nvSpPr>
        <p:spPr bwMode="auto">
          <a:xfrm>
            <a:off x="5777214" y="384322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046970" name="Freeform 31"/>
          <p:cNvSpPr/>
          <p:nvPr/>
        </p:nvSpPr>
        <p:spPr bwMode="auto">
          <a:xfrm>
            <a:off x="4977684" y="226944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709757" name="Freeform 32"/>
          <p:cNvSpPr/>
          <p:nvPr/>
        </p:nvSpPr>
        <p:spPr bwMode="auto">
          <a:xfrm>
            <a:off x="6765651" y="384322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315242" name="TextBox 33"/>
          <p:cNvSpPr txBox="1"/>
          <p:nvPr/>
        </p:nvSpPr>
        <p:spPr bwMode="auto">
          <a:xfrm>
            <a:off x="4691190" y="2339832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013603764" name="TextBox 34"/>
          <p:cNvSpPr txBox="1"/>
          <p:nvPr/>
        </p:nvSpPr>
        <p:spPr bwMode="auto">
          <a:xfrm>
            <a:off x="7344083" y="391361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62488831" name="Freeform 35"/>
          <p:cNvSpPr/>
          <p:nvPr/>
        </p:nvSpPr>
        <p:spPr bwMode="auto">
          <a:xfrm>
            <a:off x="1501895" y="265225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893817" name="Freeform 26"/>
          <p:cNvSpPr/>
          <p:nvPr/>
        </p:nvSpPr>
        <p:spPr bwMode="auto">
          <a:xfrm>
            <a:off x="9715289" y="2545095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053635" name="AutoShape 27"/>
          <p:cNvSpPr/>
          <p:nvPr/>
        </p:nvSpPr>
        <p:spPr bwMode="auto">
          <a:xfrm>
            <a:off x="3623168" y="308504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169428" name="AutoShape 28"/>
          <p:cNvSpPr/>
          <p:nvPr/>
        </p:nvSpPr>
        <p:spPr bwMode="auto">
          <a:xfrm flipH="1" flipV="1">
            <a:off x="3623168" y="357892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79556" name="Freeform 29"/>
          <p:cNvSpPr/>
          <p:nvPr/>
        </p:nvSpPr>
        <p:spPr bwMode="auto">
          <a:xfrm>
            <a:off x="6111951" y="216228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38374" name="Freeform 30"/>
          <p:cNvSpPr/>
          <p:nvPr/>
        </p:nvSpPr>
        <p:spPr bwMode="auto">
          <a:xfrm>
            <a:off x="6111951" y="373606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5549591" name="Freeform 31"/>
          <p:cNvSpPr/>
          <p:nvPr/>
        </p:nvSpPr>
        <p:spPr bwMode="auto">
          <a:xfrm>
            <a:off x="5312422" y="216228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752812" name="Freeform 32"/>
          <p:cNvSpPr/>
          <p:nvPr/>
        </p:nvSpPr>
        <p:spPr bwMode="auto">
          <a:xfrm>
            <a:off x="7100389" y="3736069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35203" name="Freeform 33"/>
          <p:cNvSpPr/>
          <p:nvPr/>
        </p:nvSpPr>
        <p:spPr bwMode="auto">
          <a:xfrm>
            <a:off x="1893682" y="2545095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59919" name="Freeform 34"/>
          <p:cNvSpPr/>
          <p:nvPr/>
        </p:nvSpPr>
        <p:spPr bwMode="auto">
          <a:xfrm>
            <a:off x="1098556" y="2949177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0607633" name="TextBox 35"/>
          <p:cNvSpPr txBox="1"/>
          <p:nvPr/>
        </p:nvSpPr>
        <p:spPr bwMode="auto">
          <a:xfrm>
            <a:off x="5025927" y="2232675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982882268" name="TextBox 36"/>
          <p:cNvSpPr txBox="1"/>
          <p:nvPr/>
        </p:nvSpPr>
        <p:spPr bwMode="auto">
          <a:xfrm>
            <a:off x="7678819" y="3806460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654573390" name="TextBox 37"/>
          <p:cNvSpPr txBox="1"/>
          <p:nvPr/>
        </p:nvSpPr>
        <p:spPr bwMode="auto">
          <a:xfrm>
            <a:off x="798067" y="3019567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603788" name="Freeform 26"/>
          <p:cNvSpPr/>
          <p:nvPr/>
        </p:nvSpPr>
        <p:spPr bwMode="auto">
          <a:xfrm>
            <a:off x="9292497" y="2454894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0528300" name="AutoShape 27"/>
          <p:cNvSpPr/>
          <p:nvPr/>
        </p:nvSpPr>
        <p:spPr bwMode="auto">
          <a:xfrm flipV="1">
            <a:off x="3200376" y="299484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358941" name="AutoShape 28"/>
          <p:cNvSpPr/>
          <p:nvPr/>
        </p:nvSpPr>
        <p:spPr bwMode="auto">
          <a:xfrm flipH="1">
            <a:off x="3200376" y="348872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397737" name="Freeform 29"/>
          <p:cNvSpPr/>
          <p:nvPr/>
        </p:nvSpPr>
        <p:spPr bwMode="auto">
          <a:xfrm>
            <a:off x="5689158" y="364586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55513" name="Freeform 30"/>
          <p:cNvSpPr/>
          <p:nvPr/>
        </p:nvSpPr>
        <p:spPr bwMode="auto">
          <a:xfrm>
            <a:off x="6677596" y="364586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424818" name="Freeform 31"/>
          <p:cNvSpPr/>
          <p:nvPr/>
        </p:nvSpPr>
        <p:spPr bwMode="auto">
          <a:xfrm>
            <a:off x="1470889" y="2454894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79025" name="Freeform 32"/>
          <p:cNvSpPr/>
          <p:nvPr/>
        </p:nvSpPr>
        <p:spPr bwMode="auto">
          <a:xfrm>
            <a:off x="5599065" y="2588158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363680" name="TextBox 33"/>
          <p:cNvSpPr txBox="1"/>
          <p:nvPr/>
        </p:nvSpPr>
        <p:spPr bwMode="auto">
          <a:xfrm>
            <a:off x="7256028" y="3716259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443946" name="Freeform 26"/>
          <p:cNvSpPr/>
          <p:nvPr/>
        </p:nvSpPr>
        <p:spPr bwMode="auto">
          <a:xfrm>
            <a:off x="9307371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123068" name="Freeform 27"/>
          <p:cNvSpPr/>
          <p:nvPr/>
        </p:nvSpPr>
        <p:spPr bwMode="auto">
          <a:xfrm>
            <a:off x="1432203" y="2648467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950345" name="AutoShape 28"/>
          <p:cNvSpPr/>
          <p:nvPr/>
        </p:nvSpPr>
        <p:spPr bwMode="auto">
          <a:xfrm flipV="1">
            <a:off x="3215251" y="3188418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064709" name="AutoShape 29"/>
          <p:cNvSpPr/>
          <p:nvPr/>
        </p:nvSpPr>
        <p:spPr bwMode="auto">
          <a:xfrm flipH="1" flipV="1">
            <a:off x="3215251" y="368229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925294" name="Freeform 30"/>
          <p:cNvSpPr/>
          <p:nvPr/>
        </p:nvSpPr>
        <p:spPr bwMode="auto">
          <a:xfrm>
            <a:off x="5704032" y="22656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484974" name="Freeform 31"/>
          <p:cNvSpPr/>
          <p:nvPr/>
        </p:nvSpPr>
        <p:spPr bwMode="auto">
          <a:xfrm>
            <a:off x="5740144" y="385374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473635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99398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857483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66394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77530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348424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557392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98157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710523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5216243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338381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646759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128282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09786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268800704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337532993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सी</a:t>
            </a:r>
            <a:endParaRPr/>
          </a:p>
        </p:txBody>
      </p:sp>
      <p:sp>
        <p:nvSpPr>
          <p:cNvPr id="1930426860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677151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406439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823774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476450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489660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875031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53414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480927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01418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1087571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653747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994368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73570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968998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3927763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885343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96729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316157762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22653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362521029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574034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7903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758378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891696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आदान-प्रदान किया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573467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83809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904899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840342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784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356330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582266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061582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372917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504940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719980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2045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3397984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091571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461541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760737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537705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389584906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50960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251107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131503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8612308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53379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848037373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आदान-प्रदान किया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911233051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किराये का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629830" name="AutoShape 26"/>
          <p:cNvSpPr/>
          <p:nvPr/>
        </p:nvSpPr>
        <p:spPr bwMode="auto">
          <a:xfrm flipH="1" flipV="1">
            <a:off x="1875594" y="1100867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435791" name="AutoShape 27"/>
          <p:cNvSpPr/>
          <p:nvPr/>
        </p:nvSpPr>
        <p:spPr bwMode="auto">
          <a:xfrm flipH="1" flipV="1">
            <a:off x="1875594" y="2264052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37174" name="AutoShape 28"/>
          <p:cNvSpPr/>
          <p:nvPr/>
        </p:nvSpPr>
        <p:spPr bwMode="auto">
          <a:xfrm flipH="1">
            <a:off x="1875594" y="3427235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63971" name="AutoShape 29"/>
          <p:cNvSpPr/>
          <p:nvPr/>
        </p:nvSpPr>
        <p:spPr bwMode="auto">
          <a:xfrm flipH="1">
            <a:off x="1856544" y="3682255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058976" name="AutoShape 30"/>
          <p:cNvSpPr/>
          <p:nvPr/>
        </p:nvSpPr>
        <p:spPr bwMode="auto">
          <a:xfrm flipH="1">
            <a:off x="1875594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9063" name="AutoShape 31"/>
          <p:cNvSpPr/>
          <p:nvPr/>
        </p:nvSpPr>
        <p:spPr bwMode="auto">
          <a:xfrm flipH="1" flipV="1">
            <a:off x="6977966" y="3943126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2285213" name="AutoShape 32"/>
          <p:cNvSpPr/>
          <p:nvPr/>
        </p:nvSpPr>
        <p:spPr bwMode="auto">
          <a:xfrm flipH="1" flipV="1">
            <a:off x="6977966" y="3686779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353663" name="AutoShape 33"/>
          <p:cNvSpPr/>
          <p:nvPr/>
        </p:nvSpPr>
        <p:spPr bwMode="auto">
          <a:xfrm flipH="1" flipV="1">
            <a:off x="6977966" y="342981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1927519" name="AutoShape 34"/>
          <p:cNvSpPr/>
          <p:nvPr/>
        </p:nvSpPr>
        <p:spPr bwMode="auto">
          <a:xfrm flipH="1">
            <a:off x="6977966" y="2275698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341093" name="AutoShape 35"/>
          <p:cNvSpPr/>
          <p:nvPr/>
        </p:nvSpPr>
        <p:spPr bwMode="auto">
          <a:xfrm flipH="1">
            <a:off x="6977966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478020" name="Freeform 36"/>
          <p:cNvSpPr/>
          <p:nvPr/>
        </p:nvSpPr>
        <p:spPr bwMode="auto">
          <a:xfrm>
            <a:off x="998160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619224610" name="Group 37"/>
          <p:cNvGrpSpPr/>
          <p:nvPr/>
        </p:nvGrpSpPr>
        <p:grpSpPr bwMode="auto">
          <a:xfrm>
            <a:off x="5201678" y="2577642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393148340" name="Freeform 41"/>
          <p:cNvSpPr/>
          <p:nvPr/>
        </p:nvSpPr>
        <p:spPr bwMode="auto">
          <a:xfrm>
            <a:off x="998160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88122" name="Freeform 42"/>
          <p:cNvSpPr/>
          <p:nvPr/>
        </p:nvSpPr>
        <p:spPr bwMode="auto">
          <a:xfrm>
            <a:off x="998160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335901" name="Freeform 43"/>
          <p:cNvSpPr/>
          <p:nvPr/>
        </p:nvSpPr>
        <p:spPr bwMode="auto">
          <a:xfrm>
            <a:off x="998160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103372" name="Freeform 44"/>
          <p:cNvSpPr/>
          <p:nvPr/>
        </p:nvSpPr>
        <p:spPr bwMode="auto">
          <a:xfrm>
            <a:off x="998160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620373" name="Freeform 45"/>
          <p:cNvSpPr/>
          <p:nvPr/>
        </p:nvSpPr>
        <p:spPr bwMode="auto">
          <a:xfrm>
            <a:off x="10225991" y="66215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737249" name="Freeform 46"/>
          <p:cNvSpPr/>
          <p:nvPr/>
        </p:nvSpPr>
        <p:spPr bwMode="auto">
          <a:xfrm>
            <a:off x="10225991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4514785" name="Freeform 47"/>
          <p:cNvSpPr/>
          <p:nvPr/>
        </p:nvSpPr>
        <p:spPr bwMode="auto">
          <a:xfrm>
            <a:off x="10225991" y="298851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47978" name="Freeform 48"/>
          <p:cNvSpPr/>
          <p:nvPr/>
        </p:nvSpPr>
        <p:spPr bwMode="auto">
          <a:xfrm>
            <a:off x="10225991" y="415170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84934" name="Freeform 49"/>
          <p:cNvSpPr/>
          <p:nvPr/>
        </p:nvSpPr>
        <p:spPr bwMode="auto">
          <a:xfrm>
            <a:off x="10225991" y="5314888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3199640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519971" y="2832797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85682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3303161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5695442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06735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7450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7332959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37784239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535056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5831741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279540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23156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7614275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69177710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8135720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707744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67534976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7911507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1665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6349071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0891675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2532539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739846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839317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015190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437957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0659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6944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701497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021104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90790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6143259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टेक्सास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5203926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टेक्सास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1397127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टेक्सास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25233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टेक्सास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379352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टेक्सास</a:t>
            </a:r>
            <a:endParaRPr sz="1600">
              <a:latin typeface="IBM Plex Sans"/>
              <a:cs typeface="IBM Plex Sans"/>
            </a:endParaRPr>
          </a:p>
        </p:txBody>
      </p:sp>
      <p:grpSp>
        <p:nvGrpSpPr>
          <p:cNvPr id="1705997146" name=""/>
          <p:cNvGrpSpPr/>
          <p:nvPr/>
        </p:nvGrpSpPr>
        <p:grpSpPr bwMode="auto">
          <a:xfrm>
            <a:off x="627389" y="3082251"/>
            <a:ext cx="2057400" cy="886243"/>
            <a:chOff x="0" y="0"/>
            <a:chExt cx="2057400" cy="886243"/>
          </a:xfrm>
        </p:grpSpPr>
        <p:sp>
          <p:nvSpPr>
            <p:cNvPr id="894035496" name="Freeform 31"/>
            <p:cNvSpPr/>
            <p:nvPr/>
          </p:nvSpPr>
          <p:spPr bwMode="auto">
            <a:xfrm rot="0" flipH="0" flipV="0">
              <a:off x="0" y="120542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855888120" name="TextBox 32"/>
            <p:cNvSpPr txBox="1"/>
            <p:nvPr/>
          </p:nvSpPr>
          <p:spPr bwMode="auto">
            <a:xfrm rot="0" flipH="0" flipV="0">
              <a:off x="0" y="0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586584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22714909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7716590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32009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907726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214346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169513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244958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5993094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503467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902666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572189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823285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7832553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460646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903457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148856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1133479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973419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36381649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22832060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41243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2685631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404745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06221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43970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325153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581693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967501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916449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05160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4862058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6800197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1607019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3747900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350238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4039879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4124263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5417794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46781044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29998925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849862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867156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087766670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87851712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097677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504959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9517215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2070215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58428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744545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617052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2624328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219756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14258643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5716938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8918323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570975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72503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5017871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797353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4297010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1316654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73302318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0136393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3422620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8244506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002123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88401746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1065331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41506258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61290542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2607830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8558017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2592371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5022551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92409490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3714455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710949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6581073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9253464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0784968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7785225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926209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8901911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0993738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5527550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939575430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38548010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56823432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267970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7412810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2489476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5192894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2489464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4758702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06580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2777070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1644118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2579368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3453426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3475151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993684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5941498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66936235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601827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12033639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15230578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26006851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691960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3844518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1271077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869789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1167702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1829498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35393329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86841065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55823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62302597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03027359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2892652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486756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80778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0908361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387002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200817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438381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7887091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124813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468530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207784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572331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200209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931064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15956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2776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755390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942947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52261676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802912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58302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6747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525213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955688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995861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93899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761585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46372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40405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24834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94427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693164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52715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3901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310432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681981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2702108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55546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7615136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130345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590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84507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06683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016447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05568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855573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047372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711067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90850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3140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873062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043670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051389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3827442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020609279" name=""/>
          <p:cNvGrpSpPr/>
          <p:nvPr/>
        </p:nvGrpSpPr>
        <p:grpSpPr bwMode="auto">
          <a:xfrm>
            <a:off x="830145" y="3025989"/>
            <a:ext cx="1947636" cy="838962"/>
            <a:chOff x="0" y="0"/>
            <a:chExt cx="1947636" cy="838962"/>
          </a:xfrm>
        </p:grpSpPr>
        <p:sp>
          <p:nvSpPr>
            <p:cNvPr id="343198018" name="Freeform 31"/>
            <p:cNvSpPr/>
            <p:nvPr/>
          </p:nvSpPr>
          <p:spPr bwMode="auto">
            <a:xfrm rot="0" flipH="0" flipV="0">
              <a:off x="0" y="114111"/>
              <a:ext cx="1947637" cy="72484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0" y="0"/>
                  </a:moveTo>
                  <a:lnTo>
                    <a:pt x="788950" y="0"/>
                  </a:lnTo>
                  <a:cubicBezTo>
                    <a:pt x="795275" y="0"/>
                    <a:pt x="801342" y="2513"/>
                    <a:pt x="805814" y="6986"/>
                  </a:cubicBezTo>
                  <a:cubicBezTo>
                    <a:pt x="810287" y="11458"/>
                    <a:pt x="812800" y="17525"/>
                    <a:pt x="812800" y="23850"/>
                  </a:cubicBezTo>
                  <a:lnTo>
                    <a:pt x="812800" y="278647"/>
                  </a:lnTo>
                  <a:cubicBezTo>
                    <a:pt x="812800" y="291819"/>
                    <a:pt x="802122" y="302497"/>
                    <a:pt x="788950" y="302497"/>
                  </a:cubicBezTo>
                  <a:lnTo>
                    <a:pt x="23850" y="302497"/>
                  </a:lnTo>
                  <a:cubicBezTo>
                    <a:pt x="17525" y="302497"/>
                    <a:pt x="11458" y="299984"/>
                    <a:pt x="6986" y="295511"/>
                  </a:cubicBezTo>
                  <a:cubicBezTo>
                    <a:pt x="2513" y="291039"/>
                    <a:pt x="0" y="284972"/>
                    <a:pt x="0" y="278647"/>
                  </a:cubicBezTo>
                  <a:lnTo>
                    <a:pt x="0" y="23850"/>
                  </a:lnTo>
                  <a:cubicBezTo>
                    <a:pt x="0" y="17525"/>
                    <a:pt x="2513" y="11458"/>
                    <a:pt x="6986" y="6986"/>
                  </a:cubicBezTo>
                  <a:cubicBezTo>
                    <a:pt x="11458" y="2513"/>
                    <a:pt x="17525" y="0"/>
                    <a:pt x="2385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05071749" name="TextBox 32"/>
            <p:cNvSpPr txBox="1"/>
            <p:nvPr/>
          </p:nvSpPr>
          <p:spPr bwMode="auto">
            <a:xfrm rot="0" flipH="0" flipV="0">
              <a:off x="0" y="0"/>
              <a:ext cx="1947637" cy="83896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408426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6000027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1751148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981656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092557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2704089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9242135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0024396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36239108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5549548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3210181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3367528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101327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6240516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167903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49121195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12640505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731389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324865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505837526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794209850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4495434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24137764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744194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848911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831078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344835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197133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680025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810242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408114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202224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90208152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0714764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791945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020015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1214859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14818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5203473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447978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46493535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3643068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9589348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11509647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482360268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2836234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0232357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0496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2875718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7030049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073933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3317793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1105962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850713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2632034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94819576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3944122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198250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0826720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7904287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992877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816617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19959549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8809345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40833459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9355002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3250254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29063065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742249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7427700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83970872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1001707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5083502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7552688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117066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2121021302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26472679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0884703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1136823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1377606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6902200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3391805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56312940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9582926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0611206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218895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92183784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094247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86728967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5596764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1955824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048064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644909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6685217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5718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2080588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427177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0345945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7493703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1243060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856899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4225165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0330262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278271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34920377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42657140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836314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895180644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266914818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2634639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9069074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036494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8710473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1282724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3747336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6028729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08347894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7533631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1209241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458957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4061724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982616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942791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51643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711543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07458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934383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074696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54404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650982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506548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93051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40949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42348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73792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779823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504459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3287742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107131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504262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895585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6598101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042788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043710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34241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28606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273756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374330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213188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578484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129792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861165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325415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971976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64232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423256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18756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35660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583195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522630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185553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24578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166152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141416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3194864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305833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108593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5565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787996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119256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900283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294291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0198971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56947761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9806151" name=""/>
          <p:cNvGrpSpPr/>
          <p:nvPr/>
        </p:nvGrpSpPr>
        <p:grpSpPr bwMode="auto">
          <a:xfrm>
            <a:off x="682404" y="2930832"/>
            <a:ext cx="1947240" cy="838793"/>
            <a:chOff x="0" y="0"/>
            <a:chExt cx="1947240" cy="838793"/>
          </a:xfrm>
        </p:grpSpPr>
        <p:sp>
          <p:nvSpPr>
            <p:cNvPr id="1195593315" name="Freeform 31"/>
            <p:cNvSpPr/>
            <p:nvPr/>
          </p:nvSpPr>
          <p:spPr bwMode="auto">
            <a:xfrm rot="0" flipH="0" flipV="0">
              <a:off x="0" y="114088"/>
              <a:ext cx="1947240" cy="724698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3855" y="0"/>
                  </a:moveTo>
                  <a:lnTo>
                    <a:pt x="788945" y="0"/>
                  </a:lnTo>
                  <a:cubicBezTo>
                    <a:pt x="802120" y="0"/>
                    <a:pt x="812800" y="10680"/>
                    <a:pt x="812800" y="23855"/>
                  </a:cubicBezTo>
                  <a:lnTo>
                    <a:pt x="812800" y="278642"/>
                  </a:lnTo>
                  <a:cubicBezTo>
                    <a:pt x="812800" y="291817"/>
                    <a:pt x="802120" y="302497"/>
                    <a:pt x="788945" y="302497"/>
                  </a:cubicBezTo>
                  <a:lnTo>
                    <a:pt x="23855" y="302497"/>
                  </a:lnTo>
                  <a:cubicBezTo>
                    <a:pt x="10680" y="302497"/>
                    <a:pt x="0" y="291817"/>
                    <a:pt x="0" y="278642"/>
                  </a:cubicBezTo>
                  <a:lnTo>
                    <a:pt x="0" y="23855"/>
                  </a:lnTo>
                  <a:cubicBezTo>
                    <a:pt x="0" y="10680"/>
                    <a:pt x="10680" y="0"/>
                    <a:pt x="2385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59803339" name="TextBox 32"/>
            <p:cNvSpPr txBox="1"/>
            <p:nvPr/>
          </p:nvSpPr>
          <p:spPr bwMode="auto">
            <a:xfrm rot="0" flipH="0" flipV="0">
              <a:off x="0" y="0"/>
              <a:ext cx="1947240" cy="8387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7925316" name=""/>
          <p:cNvGrpSpPr/>
          <p:nvPr/>
        </p:nvGrpSpPr>
        <p:grpSpPr bwMode="auto">
          <a:xfrm>
            <a:off x="967379" y="2905437"/>
            <a:ext cx="10191295" cy="1169673"/>
            <a:chOff x="0" y="0"/>
            <a:chExt cx="10191295" cy="1169673"/>
          </a:xfrm>
        </p:grpSpPr>
        <p:sp>
          <p:nvSpPr>
            <p:cNvPr id="1143932932" name="Freeform 27"/>
            <p:cNvSpPr/>
            <p:nvPr/>
          </p:nvSpPr>
          <p:spPr bwMode="auto">
            <a:xfrm rot="0" flipH="0" flipV="0">
              <a:off x="3196356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9088605" name="TextBox 28"/>
            <p:cNvSpPr txBox="1"/>
            <p:nvPr/>
          </p:nvSpPr>
          <p:spPr bwMode="auto">
            <a:xfrm rot="0" flipH="0" flipV="0">
              <a:off x="3241813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806896468" name="AutoShape 29"/>
            <p:cNvSpPr/>
            <p:nvPr/>
          </p:nvSpPr>
          <p:spPr bwMode="auto">
            <a:xfrm>
              <a:off x="2057400" y="727335"/>
              <a:ext cx="1138955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4525580" name="Freeform 31"/>
            <p:cNvSpPr/>
            <p:nvPr/>
          </p:nvSpPr>
          <p:spPr bwMode="auto">
            <a:xfrm rot="0" flipH="0" flipV="0">
              <a:off x="0" y="344486"/>
              <a:ext cx="2057400" cy="765693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2578" y="0"/>
                  </a:moveTo>
                  <a:lnTo>
                    <a:pt x="790222" y="0"/>
                  </a:lnTo>
                  <a:cubicBezTo>
                    <a:pt x="802692" y="0"/>
                    <a:pt x="812800" y="10108"/>
                    <a:pt x="812800" y="22578"/>
                  </a:cubicBezTo>
                  <a:lnTo>
                    <a:pt x="812800" y="279919"/>
                  </a:lnTo>
                  <a:cubicBezTo>
                    <a:pt x="812800" y="292388"/>
                    <a:pt x="802692" y="302497"/>
                    <a:pt x="790222" y="302497"/>
                  </a:cubicBezTo>
                  <a:lnTo>
                    <a:pt x="22578" y="302497"/>
                  </a:lnTo>
                  <a:cubicBezTo>
                    <a:pt x="10108" y="302497"/>
                    <a:pt x="0" y="292388"/>
                    <a:pt x="0" y="279919"/>
                  </a:cubicBezTo>
                  <a:lnTo>
                    <a:pt x="0" y="22578"/>
                  </a:lnTo>
                  <a:cubicBezTo>
                    <a:pt x="0" y="10108"/>
                    <a:pt x="10108" y="0"/>
                    <a:pt x="2257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581170420" name="TextBox 32"/>
            <p:cNvSpPr txBox="1"/>
            <p:nvPr/>
          </p:nvSpPr>
          <p:spPr bwMode="auto">
            <a:xfrm rot="0" flipH="0" flipV="0">
              <a:off x="0" y="223943"/>
              <a:ext cx="2057400" cy="8862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587407584" name="Freeform 34"/>
            <p:cNvSpPr/>
            <p:nvPr/>
          </p:nvSpPr>
          <p:spPr bwMode="auto">
            <a:xfrm rot="0" flipH="0" flipV="0">
              <a:off x="4824246" y="102041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140329" name="TextBox 35"/>
            <p:cNvSpPr txBox="1"/>
            <p:nvPr/>
          </p:nvSpPr>
          <p:spPr bwMode="auto">
            <a:xfrm rot="0" flipH="0" flipV="0">
              <a:off x="4869703" y="124769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002896800" name="Freeform 37"/>
            <p:cNvSpPr/>
            <p:nvPr/>
          </p:nvSpPr>
          <p:spPr bwMode="auto">
            <a:xfrm rot="0" flipH="0" flipV="0">
              <a:off x="7878494" y="0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0724404" name="TextBox 38"/>
            <p:cNvSpPr txBox="1"/>
            <p:nvPr/>
          </p:nvSpPr>
          <p:spPr bwMode="auto">
            <a:xfrm rot="0" flipH="0" flipV="0">
              <a:off x="7923951" y="2272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762463541" name="Freeform 40"/>
            <p:cNvSpPr/>
            <p:nvPr/>
          </p:nvSpPr>
          <p:spPr bwMode="auto">
            <a:xfrm rot="0" flipH="0" flipV="0">
              <a:off x="9706408" y="484889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3393138" name="TextBox 41"/>
            <p:cNvSpPr txBox="1"/>
            <p:nvPr/>
          </p:nvSpPr>
          <p:spPr bwMode="auto">
            <a:xfrm rot="0" flipH="0" flipV="0">
              <a:off x="9751865" y="507617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506563412" name="Freeform 43"/>
            <p:cNvSpPr/>
            <p:nvPr/>
          </p:nvSpPr>
          <p:spPr bwMode="auto">
            <a:xfrm rot="0" flipH="0" flipV="0">
              <a:off x="6449576" y="671818"/>
              <a:ext cx="484887" cy="484887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8239823" name="TextBox 44"/>
            <p:cNvSpPr txBox="1"/>
            <p:nvPr/>
          </p:nvSpPr>
          <p:spPr bwMode="auto">
            <a:xfrm rot="0" flipH="0" flipV="0">
              <a:off x="6495033" y="694546"/>
              <a:ext cx="393969" cy="4167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92987458" name="AutoShape 45"/>
            <p:cNvSpPr/>
            <p:nvPr/>
          </p:nvSpPr>
          <p:spPr bwMode="auto">
            <a:xfrm flipV="1">
              <a:off x="3674862" y="400004"/>
              <a:ext cx="1155771" cy="271813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55892539" name="AutoShape 46"/>
            <p:cNvSpPr/>
            <p:nvPr/>
          </p:nvSpPr>
          <p:spPr bwMode="auto">
            <a:xfrm>
              <a:off x="5295548" y="424715"/>
              <a:ext cx="1167616" cy="40932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0377152" name="AutoShape 47"/>
            <p:cNvSpPr/>
            <p:nvPr/>
          </p:nvSpPr>
          <p:spPr bwMode="auto">
            <a:xfrm flipV="1">
              <a:off x="6911480" y="345625"/>
              <a:ext cx="990002" cy="465457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0138336" name="AutoShape 48"/>
            <p:cNvSpPr/>
            <p:nvPr/>
          </p:nvSpPr>
          <p:spPr bwMode="auto">
            <a:xfrm>
              <a:off x="8355339" y="304623"/>
              <a:ext cx="1359117" cy="36053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38918" name=""/>
            <p:cNvSpPr txBox="1"/>
            <p:nvPr/>
          </p:nvSpPr>
          <p:spPr bwMode="auto">
            <a:xfrm rot="0" flipH="0" flipV="0">
              <a:off x="3839223" y="73306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2150678" name=""/>
            <p:cNvSpPr txBox="1"/>
            <p:nvPr/>
          </p:nvSpPr>
          <p:spPr bwMode="auto">
            <a:xfrm rot="0" flipH="0" flipV="0">
              <a:off x="8610504" y="6341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3359354" name=""/>
            <p:cNvSpPr txBox="1"/>
            <p:nvPr/>
          </p:nvSpPr>
          <p:spPr bwMode="auto">
            <a:xfrm rot="0" flipH="0" flipV="0">
              <a:off x="6934462" y="8907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30197732" name=""/>
            <p:cNvSpPr txBox="1"/>
            <p:nvPr/>
          </p:nvSpPr>
          <p:spPr bwMode="auto">
            <a:xfrm rot="0" flipH="0" flipV="0">
              <a:off x="5454963" y="727335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341438" name=""/>
            <p:cNvSpPr txBox="1"/>
            <p:nvPr/>
          </p:nvSpPr>
          <p:spPr bwMode="auto">
            <a:xfrm rot="0" flipH="0" flipV="0">
              <a:off x="2314085" y="834034"/>
              <a:ext cx="424391" cy="335639"/>
            </a:xfrm>
            <a:prstGeom prst="rect">
              <a:avLst/>
            </a:prstGeom>
            <a:noFill/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en-US" sz="1600">
                  <a:latin typeface="IBM Plex Sans"/>
                  <a:ea typeface="IBM Plex Sans"/>
                  <a:cs typeface="IBM Plex Sans"/>
                </a:rPr>
                <a:t>TX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9528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2312642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155893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379682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5891791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2064808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632392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4350342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3249367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249161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5026471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5896119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583814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081549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391260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85701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2396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9002230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0946114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6481183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36379299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799786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0186873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5273729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4530100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9420267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261976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205507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9638308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6989379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2029317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818503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43056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095803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9775709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23845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3631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0530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2692804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448284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1723754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586936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grpSp>
        <p:nvGrpSpPr>
          <p:cNvPr id="84969044" name=""/>
          <p:cNvGrpSpPr/>
          <p:nvPr/>
        </p:nvGrpSpPr>
        <p:grpSpPr bwMode="auto">
          <a:xfrm>
            <a:off x="681420" y="2833488"/>
            <a:ext cx="1880595" cy="810084"/>
            <a:chOff x="0" y="0"/>
            <a:chExt cx="1880595" cy="810084"/>
          </a:xfrm>
        </p:grpSpPr>
        <p:sp>
          <p:nvSpPr>
            <p:cNvPr id="1937013113" name="Freeform 31"/>
            <p:cNvSpPr/>
            <p:nvPr/>
          </p:nvSpPr>
          <p:spPr bwMode="auto">
            <a:xfrm rot="0" flipH="0" flipV="0">
              <a:off x="0" y="110183"/>
              <a:ext cx="1880595" cy="699894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0" y="0"/>
                  </a:moveTo>
                  <a:lnTo>
                    <a:pt x="788100" y="0"/>
                  </a:lnTo>
                  <a:cubicBezTo>
                    <a:pt x="801741" y="0"/>
                    <a:pt x="812800" y="11059"/>
                    <a:pt x="812800" y="24700"/>
                  </a:cubicBezTo>
                  <a:lnTo>
                    <a:pt x="812800" y="277796"/>
                  </a:lnTo>
                  <a:cubicBezTo>
                    <a:pt x="812800" y="291438"/>
                    <a:pt x="801741" y="302497"/>
                    <a:pt x="788100" y="302497"/>
                  </a:cubicBezTo>
                  <a:lnTo>
                    <a:pt x="24700" y="302497"/>
                  </a:lnTo>
                  <a:cubicBezTo>
                    <a:pt x="11059" y="302497"/>
                    <a:pt x="0" y="291438"/>
                    <a:pt x="0" y="277796"/>
                  </a:cubicBezTo>
                  <a:lnTo>
                    <a:pt x="0" y="24700"/>
                  </a:lnTo>
                  <a:cubicBezTo>
                    <a:pt x="0" y="11059"/>
                    <a:pt x="11059" y="0"/>
                    <a:pt x="2470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84104604" name="TextBox 32"/>
            <p:cNvSpPr txBox="1"/>
            <p:nvPr/>
          </p:nvSpPr>
          <p:spPr bwMode="auto">
            <a:xfrm rot="0" flipH="0" flipV="0">
              <a:off x="0" y="0"/>
              <a:ext cx="1880595" cy="8100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573541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67101803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2663195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768043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38900552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12458445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8474695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067940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9014245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1406992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155286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812192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84235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489254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32324687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872960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161154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49115521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619260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3161308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015767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17042088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5710323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511133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034046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1839108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1081092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1732577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772865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306787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99271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136906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66199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95757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0366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316385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4237917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90478623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138841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339353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86998641" name=""/>
          <p:cNvGrpSpPr/>
          <p:nvPr/>
        </p:nvGrpSpPr>
        <p:grpSpPr bwMode="auto">
          <a:xfrm>
            <a:off x="554915" y="2887241"/>
            <a:ext cx="3363984" cy="809865"/>
            <a:chOff x="0" y="0"/>
            <a:chExt cx="3363984" cy="809865"/>
          </a:xfrm>
        </p:grpSpPr>
        <p:sp>
          <p:nvSpPr>
            <p:cNvPr id="626930480" name="Freeform 27"/>
            <p:cNvSpPr/>
            <p:nvPr/>
          </p:nvSpPr>
          <p:spPr bwMode="auto">
            <a:xfrm rot="0" flipH="0" flipV="0">
              <a:off x="2920887" y="238457"/>
              <a:ext cx="443098" cy="443098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3397192" name="TextBox 28"/>
            <p:cNvSpPr txBox="1"/>
            <p:nvPr/>
          </p:nvSpPr>
          <p:spPr bwMode="auto">
            <a:xfrm rot="0" flipH="0" flipV="0">
              <a:off x="2962426" y="259225"/>
              <a:ext cx="360017" cy="38078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38359288" name="AutoShape 29"/>
            <p:cNvSpPr/>
            <p:nvPr/>
          </p:nvSpPr>
          <p:spPr bwMode="auto">
            <a:xfrm flipV="1">
              <a:off x="1880088" y="460008"/>
              <a:ext cx="1040797" cy="0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1403650" name="Freeform 31"/>
            <p:cNvSpPr/>
            <p:nvPr/>
          </p:nvSpPr>
          <p:spPr bwMode="auto">
            <a:xfrm rot="0" flipH="0" flipV="0">
              <a:off x="0" y="110154"/>
              <a:ext cx="1880085" cy="699705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707" y="0"/>
                  </a:moveTo>
                  <a:lnTo>
                    <a:pt x="788093" y="0"/>
                  </a:lnTo>
                  <a:cubicBezTo>
                    <a:pt x="794646" y="0"/>
                    <a:pt x="800930" y="2603"/>
                    <a:pt x="805563" y="7237"/>
                  </a:cubicBezTo>
                  <a:cubicBezTo>
                    <a:pt x="810197" y="11870"/>
                    <a:pt x="812800" y="18154"/>
                    <a:pt x="812800" y="24707"/>
                  </a:cubicBezTo>
                  <a:lnTo>
                    <a:pt x="812800" y="277790"/>
                  </a:lnTo>
                  <a:cubicBezTo>
                    <a:pt x="812800" y="291435"/>
                    <a:pt x="801738" y="302497"/>
                    <a:pt x="788093" y="302497"/>
                  </a:cubicBezTo>
                  <a:lnTo>
                    <a:pt x="24707" y="302497"/>
                  </a:lnTo>
                  <a:cubicBezTo>
                    <a:pt x="18154" y="302497"/>
                    <a:pt x="11870" y="299894"/>
                    <a:pt x="7237" y="295260"/>
                  </a:cubicBezTo>
                  <a:cubicBezTo>
                    <a:pt x="2603" y="290627"/>
                    <a:pt x="0" y="284342"/>
                    <a:pt x="0" y="277790"/>
                  </a:cubicBezTo>
                  <a:lnTo>
                    <a:pt x="0" y="24707"/>
                  </a:lnTo>
                  <a:cubicBezTo>
                    <a:pt x="0" y="18154"/>
                    <a:pt x="2603" y="11870"/>
                    <a:pt x="7237" y="7237"/>
                  </a:cubicBezTo>
                  <a:cubicBezTo>
                    <a:pt x="11870" y="2603"/>
                    <a:pt x="18154" y="0"/>
                    <a:pt x="247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087595909" name="TextBox 32"/>
            <p:cNvSpPr txBox="1"/>
            <p:nvPr/>
          </p:nvSpPr>
          <p:spPr bwMode="auto">
            <a:xfrm rot="0" flipH="0" flipV="0">
              <a:off x="0" y="0"/>
              <a:ext cx="1880085" cy="80986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9513389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469239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2245322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58375702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5730418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2924184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052437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73396586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1037596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151485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810441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694474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33698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263389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3164524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24809702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0239931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59509563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068214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39040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919326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32799500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5409802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50949247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872102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01972239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245967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1232039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450808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748324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83618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285146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444398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427139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810571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030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1436742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8313498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83056916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08423103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31172590" name=""/>
          <p:cNvGrpSpPr/>
          <p:nvPr/>
        </p:nvGrpSpPr>
        <p:grpSpPr bwMode="auto">
          <a:xfrm>
            <a:off x="605759" y="2866082"/>
            <a:ext cx="3365667" cy="810268"/>
            <a:chOff x="0" y="0"/>
            <a:chExt cx="3365667" cy="810268"/>
          </a:xfrm>
        </p:grpSpPr>
        <p:sp>
          <p:nvSpPr>
            <p:cNvPr id="118981897" name="Freeform 27"/>
            <p:cNvSpPr/>
            <p:nvPr/>
          </p:nvSpPr>
          <p:spPr bwMode="auto">
            <a:xfrm rot="0" flipH="0" flipV="0">
              <a:off x="2922345" y="238574"/>
              <a:ext cx="443322" cy="443322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22540567" name="TextBox 28"/>
            <p:cNvSpPr txBox="1"/>
            <p:nvPr/>
          </p:nvSpPr>
          <p:spPr bwMode="auto">
            <a:xfrm rot="0" flipH="0" flipV="0">
              <a:off x="2963905" y="259355"/>
              <a:ext cx="360198" cy="38097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  <p:sp>
          <p:nvSpPr>
            <p:cNvPr id="1630262755" name="AutoShape 29"/>
            <p:cNvSpPr/>
            <p:nvPr/>
          </p:nvSpPr>
          <p:spPr bwMode="auto">
            <a:xfrm>
              <a:off x="1881026" y="460237"/>
              <a:ext cx="1041318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6420264" name="Freeform 31"/>
            <p:cNvSpPr/>
            <p:nvPr/>
          </p:nvSpPr>
          <p:spPr bwMode="auto">
            <a:xfrm rot="0" flipH="0" flipV="0">
              <a:off x="0" y="110209"/>
              <a:ext cx="1881023" cy="700052"/>
            </a:xfrm>
            <a:custGeom>
              <a:avLst/>
              <a:gdLst/>
              <a:ahLst/>
              <a:cxnLst/>
              <a:rect l="l" t="t" r="r" b="b"/>
              <a:pathLst>
                <a:path w="812800" h="302497" fill="norm" stroke="1" extrusionOk="0">
                  <a:moveTo>
                    <a:pt x="24695" y="0"/>
                  </a:moveTo>
                  <a:lnTo>
                    <a:pt x="788105" y="0"/>
                  </a:lnTo>
                  <a:cubicBezTo>
                    <a:pt x="801744" y="0"/>
                    <a:pt x="812800" y="11056"/>
                    <a:pt x="812800" y="24695"/>
                  </a:cubicBezTo>
                  <a:lnTo>
                    <a:pt x="812800" y="277802"/>
                  </a:lnTo>
                  <a:cubicBezTo>
                    <a:pt x="812800" y="291441"/>
                    <a:pt x="801744" y="302497"/>
                    <a:pt x="788105" y="302497"/>
                  </a:cubicBezTo>
                  <a:lnTo>
                    <a:pt x="24695" y="302497"/>
                  </a:lnTo>
                  <a:cubicBezTo>
                    <a:pt x="18145" y="302497"/>
                    <a:pt x="11864" y="299895"/>
                    <a:pt x="7233" y="295264"/>
                  </a:cubicBezTo>
                  <a:cubicBezTo>
                    <a:pt x="2602" y="290633"/>
                    <a:pt x="0" y="284352"/>
                    <a:pt x="0" y="277802"/>
                  </a:cubicBezTo>
                  <a:lnTo>
                    <a:pt x="0" y="24695"/>
                  </a:lnTo>
                  <a:cubicBezTo>
                    <a:pt x="0" y="11056"/>
                    <a:pt x="11056" y="0"/>
                    <a:pt x="2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57297880" name="TextBox 32"/>
            <p:cNvSpPr txBox="1"/>
            <p:nvPr/>
          </p:nvSpPr>
          <p:spPr bwMode="auto">
            <a:xfrm rot="0" flipH="0" flipV="0">
              <a:off x="0" y="0"/>
              <a:ext cx="1881023" cy="81026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38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WALLET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21548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88877" y="632212"/>
            <a:ext cx="9615519" cy="5404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5308978" name=""/>
          <p:cNvGrpSpPr/>
          <p:nvPr/>
        </p:nvGrpSpPr>
        <p:grpSpPr bwMode="auto">
          <a:xfrm>
            <a:off x="1430615" y="496255"/>
            <a:ext cx="9348170" cy="6242964"/>
            <a:chOff x="0" y="0"/>
            <a:chExt cx="9348170" cy="6242964"/>
          </a:xfrm>
        </p:grpSpPr>
        <p:sp>
          <p:nvSpPr>
            <p:cNvPr id="205807114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8029151" name="AutoShape 27"/>
            <p:cNvSpPr/>
            <p:nvPr/>
          </p:nvSpPr>
          <p:spPr bwMode="auto">
            <a:xfrm flipH="1">
              <a:off x="2579040" y="133340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32477454" name="AutoShape 28"/>
            <p:cNvSpPr/>
            <p:nvPr/>
          </p:nvSpPr>
          <p:spPr bwMode="auto">
            <a:xfrm>
              <a:off x="2579040" y="165974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4421" name="Freeform 29"/>
            <p:cNvSpPr/>
            <p:nvPr/>
          </p:nvSpPr>
          <p:spPr bwMode="auto">
            <a:xfrm>
              <a:off x="4403021" y="176524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2795781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5576089" name="Freeform 31"/>
            <p:cNvSpPr/>
            <p:nvPr/>
          </p:nvSpPr>
          <p:spPr bwMode="auto">
            <a:xfrm>
              <a:off x="3797214" y="629012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964904" name="TextBox 32"/>
            <p:cNvSpPr txBox="1"/>
            <p:nvPr/>
          </p:nvSpPr>
          <p:spPr bwMode="auto">
            <a:xfrm>
              <a:off x="3922466" y="677997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bc1q...01</a:t>
              </a:r>
              <a:endParaRPr/>
            </a:p>
          </p:txBody>
        </p:sp>
        <p:sp>
          <p:nvSpPr>
            <p:cNvPr id="1892486827" name="AutoShape 33"/>
            <p:cNvSpPr/>
            <p:nvPr/>
          </p:nvSpPr>
          <p:spPr bwMode="auto">
            <a:xfrm flipH="1">
              <a:off x="2574716" y="3302867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7819675" name="AutoShape 34"/>
            <p:cNvSpPr/>
            <p:nvPr/>
          </p:nvSpPr>
          <p:spPr bwMode="auto">
            <a:xfrm>
              <a:off x="2574716" y="3629208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6341425" name="Freeform 35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55348925" name="Freeform 36"/>
            <p:cNvSpPr/>
            <p:nvPr/>
          </p:nvSpPr>
          <p:spPr bwMode="auto">
            <a:xfrm>
              <a:off x="3792890" y="2598475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9619537" name="TextBox 37"/>
            <p:cNvSpPr txBox="1"/>
            <p:nvPr/>
          </p:nvSpPr>
          <p:spPr bwMode="auto">
            <a:xfrm>
              <a:off x="3918144" y="2647459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bc1q...02</a:t>
              </a:r>
              <a:endParaRPr/>
            </a:p>
          </p:txBody>
        </p:sp>
        <p:sp>
          <p:nvSpPr>
            <p:cNvPr id="1051329191" name="AutoShape 38"/>
            <p:cNvSpPr/>
            <p:nvPr/>
          </p:nvSpPr>
          <p:spPr bwMode="auto">
            <a:xfrm flipH="1">
              <a:off x="2579040" y="527331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835526" name="AutoShape 39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9842725" name="Freeform 40"/>
            <p:cNvSpPr/>
            <p:nvPr/>
          </p:nvSpPr>
          <p:spPr bwMode="auto">
            <a:xfrm>
              <a:off x="4403021" y="5705160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098891" name="Freeform 41"/>
            <p:cNvSpPr/>
            <p:nvPr/>
          </p:nvSpPr>
          <p:spPr bwMode="auto">
            <a:xfrm>
              <a:off x="3797214" y="4568923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2"/>
                  </a:lnTo>
                  <a:lnTo>
                    <a:pt x="0" y="5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8753290" name="TextBox 42"/>
            <p:cNvSpPr txBox="1"/>
            <p:nvPr/>
          </p:nvSpPr>
          <p:spPr bwMode="auto">
            <a:xfrm>
              <a:off x="3922466" y="4617906"/>
              <a:ext cx="149963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bc1q...03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0464560" name=""/>
          <p:cNvGrpSpPr/>
          <p:nvPr/>
        </p:nvGrpSpPr>
        <p:grpSpPr bwMode="auto">
          <a:xfrm>
            <a:off x="1240115" y="490137"/>
            <a:ext cx="9348170" cy="6064698"/>
            <a:chOff x="0" y="0"/>
            <a:chExt cx="9348170" cy="6064698"/>
          </a:xfrm>
        </p:grpSpPr>
        <p:sp>
          <p:nvSpPr>
            <p:cNvPr id="1689390326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31269672" name="AutoShape 27"/>
            <p:cNvSpPr/>
            <p:nvPr/>
          </p:nvSpPr>
          <p:spPr bwMode="auto">
            <a:xfrm flipH="1">
              <a:off x="2579039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9078726" name="AutoShape 28"/>
            <p:cNvSpPr/>
            <p:nvPr/>
          </p:nvSpPr>
          <p:spPr bwMode="auto">
            <a:xfrm>
              <a:off x="2579039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270223" name="Freeform 29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4826774" name="Freeform 30"/>
            <p:cNvSpPr/>
            <p:nvPr/>
          </p:nvSpPr>
          <p:spPr bwMode="auto">
            <a:xfrm>
              <a:off x="3797215" y="629010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187030" name="AutoShape 31"/>
            <p:cNvSpPr/>
            <p:nvPr/>
          </p:nvSpPr>
          <p:spPr bwMode="auto">
            <a:xfrm>
              <a:off x="2574716" y="337571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1195071" name="AutoShape 32"/>
            <p:cNvSpPr/>
            <p:nvPr/>
          </p:nvSpPr>
          <p:spPr bwMode="auto">
            <a:xfrm>
              <a:off x="2579039" y="5091682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1370259" name="Freeform 33"/>
            <p:cNvSpPr/>
            <p:nvPr/>
          </p:nvSpPr>
          <p:spPr bwMode="auto">
            <a:xfrm>
              <a:off x="4174871" y="185024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3204720" name="TextBox 34"/>
            <p:cNvSpPr txBox="1"/>
            <p:nvPr/>
          </p:nvSpPr>
          <p:spPr bwMode="auto">
            <a:xfrm>
              <a:off x="3922466" y="677995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IBAN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42614650" name="Freeform 35"/>
            <p:cNvSpPr/>
            <p:nvPr/>
          </p:nvSpPr>
          <p:spPr bwMode="auto">
            <a:xfrm>
              <a:off x="4172710" y="3566214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9"/>
                  </a:lnTo>
                  <a:lnTo>
                    <a:pt x="0" y="78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6585943" name="Freeform 36"/>
            <p:cNvSpPr/>
            <p:nvPr/>
          </p:nvSpPr>
          <p:spPr bwMode="auto">
            <a:xfrm>
              <a:off x="4174871" y="5282182"/>
              <a:ext cx="998426" cy="782516"/>
            </a:xfrm>
            <a:custGeom>
              <a:avLst/>
              <a:gdLst/>
              <a:ahLst/>
              <a:cxnLst/>
              <a:rect l="l" t="t" r="r" b="b"/>
              <a:pathLst>
                <a:path w="998428" h="782518" fill="norm" stroke="1" extrusionOk="0">
                  <a:moveTo>
                    <a:pt x="0" y="0"/>
                  </a:moveTo>
                  <a:lnTo>
                    <a:pt x="998429" y="0"/>
                  </a:lnTo>
                  <a:lnTo>
                    <a:pt x="998429" y="782518"/>
                  </a:lnTo>
                  <a:lnTo>
                    <a:pt x="0" y="7825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41544509" name=""/>
          <p:cNvGrpSpPr/>
          <p:nvPr/>
        </p:nvGrpSpPr>
        <p:grpSpPr bwMode="auto">
          <a:xfrm>
            <a:off x="1356201" y="401006"/>
            <a:ext cx="9348170" cy="6242962"/>
            <a:chOff x="0" y="0"/>
            <a:chExt cx="9348170" cy="6242962"/>
          </a:xfrm>
        </p:grpSpPr>
        <p:sp>
          <p:nvSpPr>
            <p:cNvPr id="355204913" name="Freeform 26"/>
            <p:cNvSpPr/>
            <p:nvPr/>
          </p:nvSpPr>
          <p:spPr bwMode="auto">
            <a:xfrm>
              <a:off x="0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14866659" name="AutoShape 27"/>
            <p:cNvSpPr/>
            <p:nvPr/>
          </p:nvSpPr>
          <p:spPr bwMode="auto">
            <a:xfrm flipH="1">
              <a:off x="2579040" y="1333404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7484831" name="AutoShape 28"/>
            <p:cNvSpPr/>
            <p:nvPr/>
          </p:nvSpPr>
          <p:spPr bwMode="auto">
            <a:xfrm>
              <a:off x="2579040" y="1659745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09202867" name="Freeform 29"/>
            <p:cNvSpPr/>
            <p:nvPr/>
          </p:nvSpPr>
          <p:spPr bwMode="auto">
            <a:xfrm>
              <a:off x="4403021" y="176524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09848234" name="Freeform 30"/>
            <p:cNvSpPr/>
            <p:nvPr/>
          </p:nvSpPr>
          <p:spPr bwMode="auto">
            <a:xfrm>
              <a:off x="8306699" y="0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6087195" name="Freeform 31"/>
            <p:cNvSpPr/>
            <p:nvPr/>
          </p:nvSpPr>
          <p:spPr bwMode="auto">
            <a:xfrm>
              <a:off x="3797214" y="629011"/>
              <a:ext cx="1749420" cy="513889"/>
            </a:xfrm>
            <a:custGeom>
              <a:avLst/>
              <a:gdLst/>
              <a:ahLst/>
              <a:cxnLst/>
              <a:rect l="l" t="t" r="r" b="b"/>
              <a:pathLst>
                <a:path w="1749421" h="513892" fill="norm" stroke="1" extrusionOk="0">
                  <a:moveTo>
                    <a:pt x="0" y="0"/>
                  </a:moveTo>
                  <a:lnTo>
                    <a:pt x="1749421" y="0"/>
                  </a:lnTo>
                  <a:lnTo>
                    <a:pt x="1749421" y="513893"/>
                  </a:lnTo>
                  <a:lnTo>
                    <a:pt x="0" y="51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0678646" name="TextBox 32"/>
            <p:cNvSpPr txBox="1"/>
            <p:nvPr/>
          </p:nvSpPr>
          <p:spPr bwMode="auto">
            <a:xfrm>
              <a:off x="3922466" y="677997"/>
              <a:ext cx="1499994" cy="35583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8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0007877" name="AutoShape 33"/>
            <p:cNvSpPr/>
            <p:nvPr/>
          </p:nvSpPr>
          <p:spPr bwMode="auto">
            <a:xfrm>
              <a:off x="2574716" y="362920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708076" name="Freeform 34"/>
            <p:cNvSpPr/>
            <p:nvPr/>
          </p:nvSpPr>
          <p:spPr bwMode="auto">
            <a:xfrm>
              <a:off x="4398700" y="373471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98020798" name="AutoShape 35"/>
            <p:cNvSpPr/>
            <p:nvPr/>
          </p:nvSpPr>
          <p:spPr bwMode="auto">
            <a:xfrm>
              <a:off x="2579040" y="5599656"/>
              <a:ext cx="419441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4026491" name="Freeform 36"/>
            <p:cNvSpPr/>
            <p:nvPr/>
          </p:nvSpPr>
          <p:spPr bwMode="auto">
            <a:xfrm>
              <a:off x="4403021" y="570515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6586317" name=""/>
          <p:cNvGrpSpPr/>
          <p:nvPr/>
        </p:nvGrpSpPr>
        <p:grpSpPr bwMode="auto">
          <a:xfrm>
            <a:off x="1322620" y="640121"/>
            <a:ext cx="9290317" cy="5830214"/>
            <a:chOff x="0" y="0"/>
            <a:chExt cx="9290317" cy="5830214"/>
          </a:xfrm>
        </p:grpSpPr>
        <p:sp>
          <p:nvSpPr>
            <p:cNvPr id="687532361" name="Freeform 26"/>
            <p:cNvSpPr/>
            <p:nvPr/>
          </p:nvSpPr>
          <p:spPr bwMode="auto">
            <a:xfrm>
              <a:off x="7130096" y="2398145"/>
              <a:ext cx="1041471" cy="1142903"/>
            </a:xfrm>
            <a:custGeom>
              <a:avLst/>
              <a:gdLst/>
              <a:ahLst/>
              <a:cxnLst/>
              <a:rect l="l" t="t" r="r" b="b"/>
              <a:pathLst>
                <a:path w="1041472" h="1142905" fill="norm" stroke="1" extrusionOk="0">
                  <a:moveTo>
                    <a:pt x="0" y="0"/>
                  </a:moveTo>
                  <a:lnTo>
                    <a:pt x="1041472" y="0"/>
                  </a:lnTo>
                  <a:lnTo>
                    <a:pt x="1041472" y="1142905"/>
                  </a:lnTo>
                  <a:lnTo>
                    <a:pt x="0" y="11429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46011464" name="Freeform 27"/>
            <p:cNvSpPr/>
            <p:nvPr/>
          </p:nvSpPr>
          <p:spPr bwMode="auto">
            <a:xfrm>
              <a:off x="1735992" y="3081762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8597735" name="Freeform 28"/>
            <p:cNvSpPr/>
            <p:nvPr/>
          </p:nvSpPr>
          <p:spPr bwMode="auto">
            <a:xfrm>
              <a:off x="0" y="2540907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4028528" name="AutoShape 29"/>
            <p:cNvSpPr/>
            <p:nvPr/>
          </p:nvSpPr>
          <p:spPr bwMode="auto">
            <a:xfrm flipH="1" flipV="1">
              <a:off x="781291" y="2969598"/>
              <a:ext cx="2422194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7054599" name="Freeform 30"/>
            <p:cNvSpPr/>
            <p:nvPr/>
          </p:nvSpPr>
          <p:spPr bwMode="auto">
            <a:xfrm>
              <a:off x="2061943" y="1721596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8864371" name="AutoShape 31"/>
            <p:cNvSpPr/>
            <p:nvPr/>
          </p:nvSpPr>
          <p:spPr bwMode="auto">
            <a:xfrm flipV="1">
              <a:off x="5225629" y="916379"/>
              <a:ext cx="674401" cy="167865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54559620" name="Freeform 32"/>
            <p:cNvSpPr/>
            <p:nvPr/>
          </p:nvSpPr>
          <p:spPr bwMode="auto">
            <a:xfrm>
              <a:off x="4956727" y="1247751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9194060" name="Freeform 34"/>
            <p:cNvSpPr/>
            <p:nvPr/>
          </p:nvSpPr>
          <p:spPr bwMode="auto">
            <a:xfrm rot="0" flipH="0" flipV="0">
              <a:off x="3386664" y="2676152"/>
              <a:ext cx="3231050" cy="586889"/>
            </a:xfrm>
            <a:custGeom>
              <a:avLst/>
              <a:gdLst/>
              <a:ahLst/>
              <a:cxnLst/>
              <a:rect l="l" t="t" r="r" b="b"/>
              <a:pathLst>
                <a:path w="1276466" h="231859" fill="norm" stroke="1" extrusionOk="0">
                  <a:moveTo>
                    <a:pt x="64695" y="0"/>
                  </a:moveTo>
                  <a:lnTo>
                    <a:pt x="1211771" y="0"/>
                  </a:lnTo>
                  <a:cubicBezTo>
                    <a:pt x="1228929" y="0"/>
                    <a:pt x="1245384" y="6816"/>
                    <a:pt x="1257517" y="18949"/>
                  </a:cubicBezTo>
                  <a:cubicBezTo>
                    <a:pt x="1269650" y="31081"/>
                    <a:pt x="1276466" y="47537"/>
                    <a:pt x="1276466" y="64695"/>
                  </a:cubicBezTo>
                  <a:lnTo>
                    <a:pt x="1276466" y="167164"/>
                  </a:lnTo>
                  <a:cubicBezTo>
                    <a:pt x="1276466" y="184322"/>
                    <a:pt x="1269650" y="200777"/>
                    <a:pt x="1257517" y="212910"/>
                  </a:cubicBezTo>
                  <a:cubicBezTo>
                    <a:pt x="1245384" y="225043"/>
                    <a:pt x="1228929" y="231859"/>
                    <a:pt x="1211771" y="231859"/>
                  </a:cubicBezTo>
                  <a:lnTo>
                    <a:pt x="64695" y="231859"/>
                  </a:lnTo>
                  <a:cubicBezTo>
                    <a:pt x="47537" y="231859"/>
                    <a:pt x="31081" y="225043"/>
                    <a:pt x="18949" y="212910"/>
                  </a:cubicBezTo>
                  <a:cubicBezTo>
                    <a:pt x="6816" y="200777"/>
                    <a:pt x="0" y="184322"/>
                    <a:pt x="0" y="167164"/>
                  </a:cubicBezTo>
                  <a:lnTo>
                    <a:pt x="0" y="64695"/>
                  </a:lnTo>
                  <a:cubicBezTo>
                    <a:pt x="0" y="47537"/>
                    <a:pt x="6816" y="31081"/>
                    <a:pt x="18949" y="18949"/>
                  </a:cubicBezTo>
                  <a:cubicBezTo>
                    <a:pt x="31081" y="6816"/>
                    <a:pt x="47537" y="0"/>
                    <a:pt x="6469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41664107" name="TextBox 35"/>
            <p:cNvSpPr txBox="1"/>
            <p:nvPr/>
          </p:nvSpPr>
          <p:spPr bwMode="auto">
            <a:xfrm rot="0" flipH="0" flipV="0">
              <a:off x="3386664" y="2507385"/>
              <a:ext cx="3231050" cy="755658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198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17710778" name="Freeform 36"/>
            <p:cNvSpPr/>
            <p:nvPr/>
          </p:nvSpPr>
          <p:spPr bwMode="auto">
            <a:xfrm>
              <a:off x="659547" y="197004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57044786" name="AutoShape 37"/>
            <p:cNvSpPr/>
            <p:nvPr/>
          </p:nvSpPr>
          <p:spPr bwMode="auto">
            <a:xfrm flipH="1" flipV="1">
              <a:off x="1510896" y="970059"/>
              <a:ext cx="2343873" cy="162497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58310118" name="Freeform 38"/>
            <p:cNvSpPr/>
            <p:nvPr/>
          </p:nvSpPr>
          <p:spPr bwMode="auto">
            <a:xfrm>
              <a:off x="5709354" y="0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9904850" name="Freeform 39"/>
            <p:cNvSpPr/>
            <p:nvPr/>
          </p:nvSpPr>
          <p:spPr bwMode="auto">
            <a:xfrm>
              <a:off x="8275475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95937791" name="Freeform 40"/>
            <p:cNvSpPr/>
            <p:nvPr/>
          </p:nvSpPr>
          <p:spPr bwMode="auto">
            <a:xfrm>
              <a:off x="4713240" y="4972832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5981235" name="Freeform 41"/>
            <p:cNvSpPr/>
            <p:nvPr/>
          </p:nvSpPr>
          <p:spPr bwMode="auto">
            <a:xfrm>
              <a:off x="1345346" y="4855413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1" y="0"/>
                  </a:lnTo>
                  <a:lnTo>
                    <a:pt x="781291" y="857383"/>
                  </a:lnTo>
                  <a:lnTo>
                    <a:pt x="0" y="8573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06800924" name="Freeform 42"/>
            <p:cNvSpPr/>
            <p:nvPr/>
          </p:nvSpPr>
          <p:spPr bwMode="auto">
            <a:xfrm>
              <a:off x="8509027" y="226398"/>
              <a:ext cx="781290" cy="857382"/>
            </a:xfrm>
            <a:custGeom>
              <a:avLst/>
              <a:gdLst/>
              <a:ahLst/>
              <a:cxnLst/>
              <a:rect l="l" t="t" r="r" b="b"/>
              <a:pathLst>
                <a:path w="781291" h="857384" fill="norm" stroke="1" extrusionOk="0">
                  <a:moveTo>
                    <a:pt x="0" y="0"/>
                  </a:moveTo>
                  <a:lnTo>
                    <a:pt x="781290" y="0"/>
                  </a:lnTo>
                  <a:lnTo>
                    <a:pt x="781290" y="857384"/>
                  </a:lnTo>
                  <a:lnTo>
                    <a:pt x="0" y="857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9332009" name="AutoShape 43"/>
            <p:cNvSpPr/>
            <p:nvPr/>
          </p:nvSpPr>
          <p:spPr bwMode="auto">
            <a:xfrm flipV="1">
              <a:off x="6099999" y="1054386"/>
              <a:ext cx="2316844" cy="1486518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29833405" name="Freeform 44"/>
            <p:cNvSpPr/>
            <p:nvPr/>
          </p:nvSpPr>
          <p:spPr bwMode="auto">
            <a:xfrm>
              <a:off x="6817970" y="1174269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5586549" name="AutoShape 45"/>
            <p:cNvSpPr/>
            <p:nvPr/>
          </p:nvSpPr>
          <p:spPr bwMode="auto">
            <a:xfrm>
              <a:off x="6176509" y="3350664"/>
              <a:ext cx="2098964" cy="1630063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5083951" name="AutoShape 46"/>
            <p:cNvSpPr/>
            <p:nvPr/>
          </p:nvSpPr>
          <p:spPr bwMode="auto">
            <a:xfrm>
              <a:off x="5041593" y="3398290"/>
              <a:ext cx="62290" cy="1404351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41148630" name="AutoShape 47"/>
            <p:cNvSpPr/>
            <p:nvPr/>
          </p:nvSpPr>
          <p:spPr bwMode="auto">
            <a:xfrm flipH="1">
              <a:off x="2126637" y="3350664"/>
              <a:ext cx="1728132" cy="157696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3093904" name="Freeform 48"/>
            <p:cNvSpPr/>
            <p:nvPr/>
          </p:nvSpPr>
          <p:spPr bwMode="auto">
            <a:xfrm>
              <a:off x="6668493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87837625" name="Freeform 49"/>
            <p:cNvSpPr/>
            <p:nvPr/>
          </p:nvSpPr>
          <p:spPr bwMode="auto">
            <a:xfrm>
              <a:off x="4444338" y="4046098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63170645" name="Freeform 50"/>
            <p:cNvSpPr/>
            <p:nvPr/>
          </p:nvSpPr>
          <p:spPr bwMode="auto">
            <a:xfrm>
              <a:off x="2977468" y="4131823"/>
              <a:ext cx="537804" cy="537804"/>
            </a:xfrm>
            <a:custGeom>
              <a:avLst/>
              <a:gdLst/>
              <a:ahLst/>
              <a:cxnLst/>
              <a:rect l="l" t="t" r="r" b="b"/>
              <a:pathLst>
                <a:path w="537804" h="537804" fill="norm" stroke="1" extrusionOk="0">
                  <a:moveTo>
                    <a:pt x="0" y="0"/>
                  </a:moveTo>
                  <a:lnTo>
                    <a:pt x="537804" y="0"/>
                  </a:lnTo>
                  <a:lnTo>
                    <a:pt x="537804" y="537804"/>
                  </a:lnTo>
                  <a:lnTo>
                    <a:pt x="0" y="537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222194" name="AutoShape 51"/>
            <p:cNvSpPr/>
            <p:nvPr/>
          </p:nvSpPr>
          <p:spPr bwMode="auto">
            <a:xfrm>
              <a:off x="6617718" y="2969598"/>
              <a:ext cx="512379" cy="0"/>
            </a:xfrm>
            <a:prstGeom prst="line">
              <a:avLst/>
            </a:prstGeom>
            <a:grpFill/>
            <a:ln w="57150" cap="flat">
              <a:solidFill>
                <a:srgbClr val="FF5C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99004812" name=""/>
          <p:cNvGrpSpPr/>
          <p:nvPr/>
        </p:nvGrpSpPr>
        <p:grpSpPr bwMode="auto">
          <a:xfrm>
            <a:off x="1044189" y="435841"/>
            <a:ext cx="9392358" cy="6094818"/>
            <a:chOff x="0" y="0"/>
            <a:chExt cx="9392358" cy="6094818"/>
          </a:xfrm>
        </p:grpSpPr>
        <p:sp>
          <p:nvSpPr>
            <p:cNvPr id="1581791556" name="Freeform 27"/>
            <p:cNvSpPr/>
            <p:nvPr/>
          </p:nvSpPr>
          <p:spPr bwMode="auto">
            <a:xfrm rot="0" flipH="0" flipV="0">
              <a:off x="7465673" y="0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9801038" name="Freeform 28"/>
            <p:cNvSpPr/>
            <p:nvPr/>
          </p:nvSpPr>
          <p:spPr bwMode="auto">
            <a:xfrm>
              <a:off x="7535340" y="3813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0110582" name="Freeform 29"/>
            <p:cNvSpPr/>
            <p:nvPr/>
          </p:nvSpPr>
          <p:spPr bwMode="auto">
            <a:xfrm>
              <a:off x="7953591" y="57701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8326215" name="AutoShape 30"/>
            <p:cNvSpPr/>
            <p:nvPr/>
          </p:nvSpPr>
          <p:spPr bwMode="auto">
            <a:xfrm flipV="1">
              <a:off x="2079828" y="656280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6078587" name="AutoShape 31"/>
            <p:cNvSpPr/>
            <p:nvPr/>
          </p:nvSpPr>
          <p:spPr bwMode="auto">
            <a:xfrm>
              <a:off x="7880480" y="54347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2000179" name="Freeform 33"/>
            <p:cNvSpPr/>
            <p:nvPr/>
          </p:nvSpPr>
          <p:spPr bwMode="auto">
            <a:xfrm rot="0" flipH="0" flipV="0">
              <a:off x="7465673" y="926946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6504015" name="Freeform 34"/>
            <p:cNvSpPr/>
            <p:nvPr/>
          </p:nvSpPr>
          <p:spPr bwMode="auto">
            <a:xfrm>
              <a:off x="7535340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16177275" name="Freeform 35"/>
            <p:cNvSpPr/>
            <p:nvPr/>
          </p:nvSpPr>
          <p:spPr bwMode="auto">
            <a:xfrm>
              <a:off x="7650723" y="965084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0786009" name="Freeform 36"/>
            <p:cNvSpPr/>
            <p:nvPr/>
          </p:nvSpPr>
          <p:spPr bwMode="auto">
            <a:xfrm>
              <a:off x="7953591" y="984647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02873325" name="AutoShape 37"/>
            <p:cNvSpPr/>
            <p:nvPr/>
          </p:nvSpPr>
          <p:spPr bwMode="auto">
            <a:xfrm>
              <a:off x="2079828" y="1568214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09445936" name="AutoShape 38"/>
            <p:cNvSpPr/>
            <p:nvPr/>
          </p:nvSpPr>
          <p:spPr bwMode="auto">
            <a:xfrm>
              <a:off x="7880480" y="1455408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599828" name="Freeform 40"/>
            <p:cNvSpPr/>
            <p:nvPr/>
          </p:nvSpPr>
          <p:spPr bwMode="auto">
            <a:xfrm rot="0" flipH="0" flipV="0">
              <a:off x="7465673" y="183888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979507" name="Freeform 41"/>
            <p:cNvSpPr/>
            <p:nvPr/>
          </p:nvSpPr>
          <p:spPr bwMode="auto">
            <a:xfrm>
              <a:off x="7535340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6054400" name="Freeform 42"/>
            <p:cNvSpPr/>
            <p:nvPr/>
          </p:nvSpPr>
          <p:spPr bwMode="auto">
            <a:xfrm>
              <a:off x="7650723" y="1877018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0"/>
                  </a:lnTo>
                  <a:lnTo>
                    <a:pt x="0" y="306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92285140" name="Freeform 43"/>
            <p:cNvSpPr/>
            <p:nvPr/>
          </p:nvSpPr>
          <p:spPr bwMode="auto">
            <a:xfrm>
              <a:off x="7953591" y="1896584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34658529" name="AutoShape 44"/>
            <p:cNvSpPr/>
            <p:nvPr/>
          </p:nvSpPr>
          <p:spPr bwMode="auto">
            <a:xfrm>
              <a:off x="2079828" y="2480148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21341414" name="AutoShape 45"/>
            <p:cNvSpPr/>
            <p:nvPr/>
          </p:nvSpPr>
          <p:spPr bwMode="auto">
            <a:xfrm>
              <a:off x="7880480" y="2367342"/>
              <a:ext cx="0" cy="3510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5045028" name="Freeform 47"/>
            <p:cNvSpPr/>
            <p:nvPr/>
          </p:nvSpPr>
          <p:spPr bwMode="auto">
            <a:xfrm rot="0" flipH="0" flipV="0">
              <a:off x="5649777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95829874" name="Freeform 48"/>
            <p:cNvSpPr/>
            <p:nvPr/>
          </p:nvSpPr>
          <p:spPr bwMode="auto">
            <a:xfrm>
              <a:off x="571944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447185501" name="Freeform 49"/>
            <p:cNvSpPr/>
            <p:nvPr/>
          </p:nvSpPr>
          <p:spPr bwMode="auto">
            <a:xfrm>
              <a:off x="5834827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14683465" name="Freeform 50"/>
            <p:cNvSpPr/>
            <p:nvPr/>
          </p:nvSpPr>
          <p:spPr bwMode="auto">
            <a:xfrm>
              <a:off x="6137695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330187583" name="TextBox 51"/>
            <p:cNvSpPr txBox="1"/>
            <p:nvPr/>
          </p:nvSpPr>
          <p:spPr bwMode="auto">
            <a:xfrm>
              <a:off x="5553250" y="3115584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m/84'/0'/0'</a:t>
              </a:r>
              <a:endParaRPr sz="1600"/>
            </a:p>
          </p:txBody>
        </p:sp>
        <p:sp>
          <p:nvSpPr>
            <p:cNvPr id="1559099103" name="Freeform 53"/>
            <p:cNvSpPr/>
            <p:nvPr/>
          </p:nvSpPr>
          <p:spPr bwMode="auto">
            <a:xfrm rot="0" flipH="0" flipV="0">
              <a:off x="655802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0158636" name="Freeform 54"/>
            <p:cNvSpPr/>
            <p:nvPr/>
          </p:nvSpPr>
          <p:spPr bwMode="auto">
            <a:xfrm>
              <a:off x="6627691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29872373" name="Freeform 55"/>
            <p:cNvSpPr/>
            <p:nvPr/>
          </p:nvSpPr>
          <p:spPr bwMode="auto">
            <a:xfrm>
              <a:off x="6743075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40125931" name="Freeform 56"/>
            <p:cNvSpPr/>
            <p:nvPr/>
          </p:nvSpPr>
          <p:spPr bwMode="auto">
            <a:xfrm>
              <a:off x="7045940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64825900" name="TextBox 57"/>
            <p:cNvSpPr txBox="1"/>
            <p:nvPr/>
          </p:nvSpPr>
          <p:spPr bwMode="auto">
            <a:xfrm>
              <a:off x="6461499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</a:t>
              </a:r>
              <a:endParaRPr/>
            </a:p>
          </p:txBody>
        </p:sp>
        <p:sp>
          <p:nvSpPr>
            <p:cNvPr id="1859347160" name="Freeform 59"/>
            <p:cNvSpPr/>
            <p:nvPr/>
          </p:nvSpPr>
          <p:spPr bwMode="auto">
            <a:xfrm rot="0" flipH="0" flipV="0">
              <a:off x="7465673" y="2751651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6328351" name="Freeform 60"/>
            <p:cNvSpPr/>
            <p:nvPr/>
          </p:nvSpPr>
          <p:spPr bwMode="auto">
            <a:xfrm>
              <a:off x="7535340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03597889" name="Freeform 61"/>
            <p:cNvSpPr/>
            <p:nvPr/>
          </p:nvSpPr>
          <p:spPr bwMode="auto">
            <a:xfrm>
              <a:off x="7650723" y="278978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4021482" name="Freeform 62"/>
            <p:cNvSpPr/>
            <p:nvPr/>
          </p:nvSpPr>
          <p:spPr bwMode="auto">
            <a:xfrm>
              <a:off x="7953591" y="280935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87188587" name="TextBox 63"/>
            <p:cNvSpPr txBox="1"/>
            <p:nvPr/>
          </p:nvSpPr>
          <p:spPr bwMode="auto">
            <a:xfrm>
              <a:off x="7369146" y="311558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</a:t>
              </a:r>
              <a:endParaRPr/>
            </a:p>
          </p:txBody>
        </p:sp>
        <p:sp>
          <p:nvSpPr>
            <p:cNvPr id="825925901" name="AutoShape 64"/>
            <p:cNvSpPr/>
            <p:nvPr/>
          </p:nvSpPr>
          <p:spPr bwMode="auto">
            <a:xfrm flipV="1">
              <a:off x="2079828" y="3392916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27604619" name="AutoShape 65"/>
            <p:cNvSpPr/>
            <p:nvPr/>
          </p:nvSpPr>
          <p:spPr bwMode="auto">
            <a:xfrm>
              <a:off x="7880480" y="3280111"/>
              <a:ext cx="135504" cy="328437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027821" name="Freeform 67"/>
            <p:cNvSpPr/>
            <p:nvPr/>
          </p:nvSpPr>
          <p:spPr bwMode="auto">
            <a:xfrm rot="0" flipH="0" flipV="0">
              <a:off x="5594258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7825447" name="Freeform 68"/>
            <p:cNvSpPr/>
            <p:nvPr/>
          </p:nvSpPr>
          <p:spPr bwMode="auto">
            <a:xfrm>
              <a:off x="5663925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9026056" name="Freeform 69"/>
            <p:cNvSpPr/>
            <p:nvPr/>
          </p:nvSpPr>
          <p:spPr bwMode="auto">
            <a:xfrm>
              <a:off x="57793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85310793" name="Freeform 70"/>
            <p:cNvSpPr/>
            <p:nvPr/>
          </p:nvSpPr>
          <p:spPr bwMode="auto">
            <a:xfrm>
              <a:off x="6082176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06050345" name="Freeform 72"/>
            <p:cNvSpPr/>
            <p:nvPr/>
          </p:nvSpPr>
          <p:spPr bwMode="auto">
            <a:xfrm rot="0" flipH="0" flipV="0">
              <a:off x="6502503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59901812" name="Freeform 73"/>
            <p:cNvSpPr/>
            <p:nvPr/>
          </p:nvSpPr>
          <p:spPr bwMode="auto">
            <a:xfrm>
              <a:off x="6572172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73009527" name="Freeform 74"/>
            <p:cNvSpPr/>
            <p:nvPr/>
          </p:nvSpPr>
          <p:spPr bwMode="auto">
            <a:xfrm>
              <a:off x="66875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725712" name="Freeform 75"/>
            <p:cNvSpPr/>
            <p:nvPr/>
          </p:nvSpPr>
          <p:spPr bwMode="auto">
            <a:xfrm>
              <a:off x="6990420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2923869" name="Freeform 77"/>
            <p:cNvSpPr/>
            <p:nvPr/>
          </p:nvSpPr>
          <p:spPr bwMode="auto">
            <a:xfrm rot="0" flipH="0" flipV="0">
              <a:off x="7583789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6903666" name="Freeform 78"/>
            <p:cNvSpPr/>
            <p:nvPr/>
          </p:nvSpPr>
          <p:spPr bwMode="auto">
            <a:xfrm>
              <a:off x="765345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7826748" name="Freeform 79"/>
            <p:cNvSpPr/>
            <p:nvPr/>
          </p:nvSpPr>
          <p:spPr bwMode="auto">
            <a:xfrm>
              <a:off x="7768839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3634864" name="Freeform 80"/>
            <p:cNvSpPr/>
            <p:nvPr/>
          </p:nvSpPr>
          <p:spPr bwMode="auto">
            <a:xfrm>
              <a:off x="8071707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2" y="0"/>
                  </a:lnTo>
                  <a:lnTo>
                    <a:pt x="272032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280293" name="Freeform 82"/>
            <p:cNvSpPr/>
            <p:nvPr/>
          </p:nvSpPr>
          <p:spPr bwMode="auto">
            <a:xfrm rot="0" flipH="0" flipV="0">
              <a:off x="8492457" y="3664422"/>
              <a:ext cx="829612" cy="382979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3108433" name="Freeform 83"/>
            <p:cNvSpPr/>
            <p:nvPr/>
          </p:nvSpPr>
          <p:spPr bwMode="auto">
            <a:xfrm>
              <a:off x="8562126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8" y="0"/>
                  </a:lnTo>
                  <a:lnTo>
                    <a:pt x="230768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397375" name="Freeform 84"/>
            <p:cNvSpPr/>
            <p:nvPr/>
          </p:nvSpPr>
          <p:spPr bwMode="auto">
            <a:xfrm>
              <a:off x="8677508" y="3702556"/>
              <a:ext cx="230766" cy="306711"/>
            </a:xfrm>
            <a:custGeom>
              <a:avLst/>
              <a:gdLst/>
              <a:ahLst/>
              <a:cxnLst/>
              <a:rect l="l" t="t" r="r" b="b"/>
              <a:pathLst>
                <a:path w="230768" h="306711" fill="norm" stroke="1" extrusionOk="0">
                  <a:moveTo>
                    <a:pt x="0" y="0"/>
                  </a:moveTo>
                  <a:lnTo>
                    <a:pt x="230769" y="0"/>
                  </a:lnTo>
                  <a:lnTo>
                    <a:pt x="230769" y="306711"/>
                  </a:lnTo>
                  <a:lnTo>
                    <a:pt x="0" y="306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7224600" name="Freeform 85"/>
            <p:cNvSpPr/>
            <p:nvPr/>
          </p:nvSpPr>
          <p:spPr bwMode="auto">
            <a:xfrm>
              <a:off x="8980375" y="3722122"/>
              <a:ext cx="272029" cy="267579"/>
            </a:xfrm>
            <a:custGeom>
              <a:avLst/>
              <a:gdLst/>
              <a:ahLst/>
              <a:cxnLst/>
              <a:rect l="l" t="t" r="r" b="b"/>
              <a:pathLst>
                <a:path w="272031" h="267580" fill="norm" stroke="1" extrusionOk="0">
                  <a:moveTo>
                    <a:pt x="0" y="0"/>
                  </a:moveTo>
                  <a:lnTo>
                    <a:pt x="272031" y="0"/>
                  </a:lnTo>
                  <a:lnTo>
                    <a:pt x="272031" y="267580"/>
                  </a:lnTo>
                  <a:lnTo>
                    <a:pt x="0" y="267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95078292" name="AutoShape 86"/>
            <p:cNvSpPr/>
            <p:nvPr/>
          </p:nvSpPr>
          <p:spPr bwMode="auto">
            <a:xfrm>
              <a:off x="7880480" y="3287142"/>
              <a:ext cx="770405" cy="327235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5069394" name="AutoShape 87"/>
            <p:cNvSpPr/>
            <p:nvPr/>
          </p:nvSpPr>
          <p:spPr bwMode="auto">
            <a:xfrm flipH="1">
              <a:off x="6936570" y="3288731"/>
              <a:ext cx="37272" cy="33971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17566697" name="AutoShape 88"/>
            <p:cNvSpPr/>
            <p:nvPr/>
          </p:nvSpPr>
          <p:spPr bwMode="auto">
            <a:xfrm flipH="1">
              <a:off x="6356878" y="3296269"/>
              <a:ext cx="621337" cy="318109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27984" name="AutoShape 89"/>
            <p:cNvSpPr/>
            <p:nvPr/>
          </p:nvSpPr>
          <p:spPr bwMode="auto">
            <a:xfrm flipV="1">
              <a:off x="2079828" y="4458205"/>
              <a:ext cx="7309180" cy="0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5852213" name="Freeform 91"/>
            <p:cNvSpPr/>
            <p:nvPr/>
          </p:nvSpPr>
          <p:spPr bwMode="auto">
            <a:xfrm rot="0" flipH="0" flipV="0">
              <a:off x="6190749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35399568" name="Freeform 92"/>
            <p:cNvSpPr/>
            <p:nvPr/>
          </p:nvSpPr>
          <p:spPr bwMode="auto">
            <a:xfrm>
              <a:off x="6247684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88896704" name="Freeform 93"/>
            <p:cNvSpPr/>
            <p:nvPr/>
          </p:nvSpPr>
          <p:spPr bwMode="auto">
            <a:xfrm>
              <a:off x="6341980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658394062" name="Freeform 94"/>
            <p:cNvSpPr/>
            <p:nvPr/>
          </p:nvSpPr>
          <p:spPr bwMode="auto">
            <a:xfrm>
              <a:off x="6589492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60975674" name="AutoShape 95"/>
            <p:cNvSpPr/>
            <p:nvPr/>
          </p:nvSpPr>
          <p:spPr bwMode="auto">
            <a:xfrm>
              <a:off x="5959421" y="583268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988708138" name="Freeform 97"/>
            <p:cNvSpPr/>
            <p:nvPr/>
          </p:nvSpPr>
          <p:spPr bwMode="auto">
            <a:xfrm rot="0" flipH="0" flipV="0">
              <a:off x="6190749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14534155" name="Freeform 98"/>
            <p:cNvSpPr/>
            <p:nvPr/>
          </p:nvSpPr>
          <p:spPr bwMode="auto">
            <a:xfrm>
              <a:off x="6247684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7828728" name="Freeform 99"/>
            <p:cNvSpPr/>
            <p:nvPr/>
          </p:nvSpPr>
          <p:spPr bwMode="auto">
            <a:xfrm>
              <a:off x="6341980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72157022" name="Freeform 100"/>
            <p:cNvSpPr/>
            <p:nvPr/>
          </p:nvSpPr>
          <p:spPr bwMode="auto">
            <a:xfrm>
              <a:off x="6589492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805160461" name="Freeform 102"/>
            <p:cNvSpPr/>
            <p:nvPr/>
          </p:nvSpPr>
          <p:spPr bwMode="auto">
            <a:xfrm rot="0" flipH="0" flipV="0">
              <a:off x="6190749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74580726" name="Freeform 103"/>
            <p:cNvSpPr/>
            <p:nvPr/>
          </p:nvSpPr>
          <p:spPr bwMode="auto">
            <a:xfrm>
              <a:off x="6247684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15726014" name="Freeform 104"/>
            <p:cNvSpPr/>
            <p:nvPr/>
          </p:nvSpPr>
          <p:spPr bwMode="auto">
            <a:xfrm>
              <a:off x="6341980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633233366" name="Freeform 105"/>
            <p:cNvSpPr/>
            <p:nvPr/>
          </p:nvSpPr>
          <p:spPr bwMode="auto">
            <a:xfrm>
              <a:off x="6589492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/>
            </a:blipFill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74402821" name="Freeform 107"/>
            <p:cNvSpPr/>
            <p:nvPr/>
          </p:nvSpPr>
          <p:spPr bwMode="auto">
            <a:xfrm rot="0" flipH="0" flipV="0">
              <a:off x="7211864" y="4691853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7329899" name="Freeform 108"/>
            <p:cNvSpPr/>
            <p:nvPr/>
          </p:nvSpPr>
          <p:spPr bwMode="auto">
            <a:xfrm>
              <a:off x="7268799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0580693" name="Freeform 109"/>
            <p:cNvSpPr/>
            <p:nvPr/>
          </p:nvSpPr>
          <p:spPr bwMode="auto">
            <a:xfrm>
              <a:off x="7363093" y="4723018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8652758" name="Freeform 110"/>
            <p:cNvSpPr/>
            <p:nvPr/>
          </p:nvSpPr>
          <p:spPr bwMode="auto">
            <a:xfrm>
              <a:off x="7610605" y="4739009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5473753" name="Freeform 112"/>
            <p:cNvSpPr/>
            <p:nvPr/>
          </p:nvSpPr>
          <p:spPr bwMode="auto">
            <a:xfrm rot="0" flipH="0" flipV="0">
              <a:off x="7211864" y="5183448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734264" name="Freeform 113"/>
            <p:cNvSpPr/>
            <p:nvPr/>
          </p:nvSpPr>
          <p:spPr bwMode="auto">
            <a:xfrm>
              <a:off x="7268799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99837199" name="Freeform 114"/>
            <p:cNvSpPr/>
            <p:nvPr/>
          </p:nvSpPr>
          <p:spPr bwMode="auto">
            <a:xfrm>
              <a:off x="7363093" y="5214614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6159422" name="Freeform 115"/>
            <p:cNvSpPr/>
            <p:nvPr/>
          </p:nvSpPr>
          <p:spPr bwMode="auto">
            <a:xfrm>
              <a:off x="7610605" y="5230604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4"/>
                  </a:lnTo>
                  <a:lnTo>
                    <a:pt x="0" y="2186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08563674" name="Freeform 117"/>
            <p:cNvSpPr/>
            <p:nvPr/>
          </p:nvSpPr>
          <p:spPr bwMode="auto">
            <a:xfrm rot="0" flipH="0" flipV="0">
              <a:off x="7211864" y="5676192"/>
              <a:ext cx="677984" cy="312984"/>
            </a:xfrm>
            <a:custGeom>
              <a:avLst/>
              <a:gdLst/>
              <a:ahLst/>
              <a:cxnLst/>
              <a:rect l="l" t="t" r="r" b="b"/>
              <a:pathLst>
                <a:path w="2589837" h="1195569" fill="norm" stroke="1" extrusionOk="0">
                  <a:moveTo>
                    <a:pt x="0" y="0"/>
                  </a:moveTo>
                  <a:lnTo>
                    <a:pt x="0" y="1195569"/>
                  </a:lnTo>
                  <a:lnTo>
                    <a:pt x="2589837" y="1195569"/>
                  </a:lnTo>
                  <a:lnTo>
                    <a:pt x="2589837" y="0"/>
                  </a:lnTo>
                  <a:lnTo>
                    <a:pt x="0" y="0"/>
                  </a:lnTo>
                  <a:close/>
                  <a:moveTo>
                    <a:pt x="2528877" y="1134609"/>
                  </a:moveTo>
                  <a:lnTo>
                    <a:pt x="59690" y="1134609"/>
                  </a:lnTo>
                  <a:lnTo>
                    <a:pt x="59690" y="59690"/>
                  </a:lnTo>
                  <a:lnTo>
                    <a:pt x="2528877" y="59690"/>
                  </a:lnTo>
                  <a:lnTo>
                    <a:pt x="2528877" y="1134609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036099" name="Freeform 118"/>
            <p:cNvSpPr/>
            <p:nvPr/>
          </p:nvSpPr>
          <p:spPr bwMode="auto">
            <a:xfrm>
              <a:off x="7268799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8455" name="Freeform 119"/>
            <p:cNvSpPr/>
            <p:nvPr/>
          </p:nvSpPr>
          <p:spPr bwMode="auto">
            <a:xfrm>
              <a:off x="7363093" y="5707356"/>
              <a:ext cx="188589" cy="250651"/>
            </a:xfrm>
            <a:custGeom>
              <a:avLst/>
              <a:gdLst/>
              <a:ahLst/>
              <a:cxnLst/>
              <a:rect l="l" t="t" r="r" b="b"/>
              <a:pathLst>
                <a:path w="188591" h="250654" fill="norm" stroke="1" extrusionOk="0">
                  <a:moveTo>
                    <a:pt x="0" y="0"/>
                  </a:moveTo>
                  <a:lnTo>
                    <a:pt x="188591" y="0"/>
                  </a:lnTo>
                  <a:lnTo>
                    <a:pt x="188591" y="250654"/>
                  </a:lnTo>
                  <a:lnTo>
                    <a:pt x="0" y="25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16014229" name="Freeform 120"/>
            <p:cNvSpPr/>
            <p:nvPr/>
          </p:nvSpPr>
          <p:spPr bwMode="auto">
            <a:xfrm>
              <a:off x="7610605" y="5723346"/>
              <a:ext cx="222311" cy="218673"/>
            </a:xfrm>
            <a:custGeom>
              <a:avLst/>
              <a:gdLst/>
              <a:ahLst/>
              <a:cxnLst/>
              <a:rect l="l" t="t" r="r" b="b"/>
              <a:pathLst>
                <a:path w="222313" h="218675" fill="norm" stroke="1" extrusionOk="0">
                  <a:moveTo>
                    <a:pt x="0" y="0"/>
                  </a:moveTo>
                  <a:lnTo>
                    <a:pt x="222313" y="0"/>
                  </a:lnTo>
                  <a:lnTo>
                    <a:pt x="222313" y="218675"/>
                  </a:lnTo>
                  <a:lnTo>
                    <a:pt x="0" y="21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0280144" name="Freeform 121"/>
            <p:cNvSpPr/>
            <p:nvPr/>
          </p:nvSpPr>
          <p:spPr bwMode="auto">
            <a:xfrm>
              <a:off x="9116391" y="4920364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563556" name="TextBox 122"/>
            <p:cNvSpPr txBox="1"/>
            <p:nvPr/>
          </p:nvSpPr>
          <p:spPr bwMode="auto">
            <a:xfrm flipH="0" flipV="0">
              <a:off x="2079828" y="7902"/>
              <a:ext cx="41891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998019" name="TextBox 123"/>
            <p:cNvSpPr txBox="1"/>
            <p:nvPr/>
          </p:nvSpPr>
          <p:spPr bwMode="auto">
            <a:xfrm flipH="0" flipV="0">
              <a:off x="2079825" y="930241"/>
              <a:ext cx="419496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Purpose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96051341" name="TextBox 124"/>
            <p:cNvSpPr txBox="1"/>
            <p:nvPr/>
          </p:nvSpPr>
          <p:spPr bwMode="auto">
            <a:xfrm>
              <a:off x="7383940" y="356726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</a:t>
              </a:r>
              <a:endParaRPr/>
            </a:p>
          </p:txBody>
        </p:sp>
        <p:sp>
          <p:nvSpPr>
            <p:cNvPr id="2081417253" name="TextBox 125"/>
            <p:cNvSpPr txBox="1"/>
            <p:nvPr/>
          </p:nvSpPr>
          <p:spPr bwMode="auto">
            <a:xfrm>
              <a:off x="7369146" y="1290879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</a:t>
              </a:r>
              <a:endParaRPr/>
            </a:p>
          </p:txBody>
        </p:sp>
        <p:sp>
          <p:nvSpPr>
            <p:cNvPr id="1747675785" name="TextBox 126"/>
            <p:cNvSpPr txBox="1"/>
            <p:nvPr/>
          </p:nvSpPr>
          <p:spPr bwMode="auto">
            <a:xfrm flipH="0" flipV="0">
              <a:off x="2079825" y="1831320"/>
              <a:ext cx="3472681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Coin type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085761" name="TextBox 127"/>
            <p:cNvSpPr txBox="1"/>
            <p:nvPr/>
          </p:nvSpPr>
          <p:spPr bwMode="auto">
            <a:xfrm>
              <a:off x="7369146" y="2202814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</a:t>
              </a:r>
              <a:endParaRPr/>
            </a:p>
          </p:txBody>
        </p:sp>
        <p:sp>
          <p:nvSpPr>
            <p:cNvPr id="774425178" name="TextBox 128"/>
            <p:cNvSpPr txBox="1"/>
            <p:nvPr/>
          </p:nvSpPr>
          <p:spPr bwMode="auto">
            <a:xfrm flipH="0" flipV="0">
              <a:off x="2079828" y="2743254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Accounts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2398919" name="TextBox 129"/>
            <p:cNvSpPr txBox="1"/>
            <p:nvPr/>
          </p:nvSpPr>
          <p:spPr bwMode="auto">
            <a:xfrm flipH="0" flipV="0">
              <a:off x="2079828" y="3737367"/>
              <a:ext cx="3463892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Channels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3965968" name="TextBox 130"/>
            <p:cNvSpPr txBox="1"/>
            <p:nvPr/>
          </p:nvSpPr>
          <p:spPr bwMode="auto">
            <a:xfrm>
              <a:off x="5497731" y="4028352"/>
              <a:ext cx="99415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</a:t>
              </a:r>
              <a:endParaRPr sz="1600"/>
            </a:p>
          </p:txBody>
        </p:sp>
        <p:sp>
          <p:nvSpPr>
            <p:cNvPr id="1939177973" name="TextBox 131"/>
            <p:cNvSpPr txBox="1"/>
            <p:nvPr/>
          </p:nvSpPr>
          <p:spPr bwMode="auto">
            <a:xfrm>
              <a:off x="6405978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</a:t>
              </a:r>
              <a:endParaRPr/>
            </a:p>
          </p:txBody>
        </p:sp>
        <p:sp>
          <p:nvSpPr>
            <p:cNvPr id="618062480" name="TextBox 132"/>
            <p:cNvSpPr txBox="1"/>
            <p:nvPr/>
          </p:nvSpPr>
          <p:spPr bwMode="auto">
            <a:xfrm>
              <a:off x="748726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m/84'/0'/2'/0</a:t>
              </a:r>
              <a:endParaRPr/>
            </a:p>
          </p:txBody>
        </p:sp>
        <p:sp>
          <p:nvSpPr>
            <p:cNvPr id="1656514897" name="TextBox 133"/>
            <p:cNvSpPr txBox="1"/>
            <p:nvPr/>
          </p:nvSpPr>
          <p:spPr bwMode="auto">
            <a:xfrm>
              <a:off x="8395932" y="4028353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m/84'/0'/2'/1</a:t>
              </a:r>
              <a:endParaRPr/>
            </a:p>
          </p:txBody>
        </p:sp>
        <p:sp>
          <p:nvSpPr>
            <p:cNvPr id="1303073212" name="TextBox 134"/>
            <p:cNvSpPr txBox="1"/>
            <p:nvPr/>
          </p:nvSpPr>
          <p:spPr bwMode="auto">
            <a:xfrm>
              <a:off x="5513537" y="4173828"/>
              <a:ext cx="995238" cy="15606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8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 sz="1600"/>
            </a:p>
          </p:txBody>
        </p:sp>
        <p:sp>
          <p:nvSpPr>
            <p:cNvPr id="88412771" name="TextBox 135"/>
            <p:cNvSpPr txBox="1"/>
            <p:nvPr/>
          </p:nvSpPr>
          <p:spPr bwMode="auto">
            <a:xfrm>
              <a:off x="6424833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168893771" name="TextBox 136"/>
            <p:cNvSpPr txBox="1"/>
            <p:nvPr/>
          </p:nvSpPr>
          <p:spPr bwMode="auto">
            <a:xfrm>
              <a:off x="7582512" y="4173829"/>
              <a:ext cx="99487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external</a:t>
              </a:r>
              <a:endParaRPr/>
            </a:p>
          </p:txBody>
        </p:sp>
        <p:sp>
          <p:nvSpPr>
            <p:cNvPr id="719621284" name="TextBox 137"/>
            <p:cNvSpPr txBox="1"/>
            <p:nvPr/>
          </p:nvSpPr>
          <p:spPr bwMode="auto">
            <a:xfrm>
              <a:off x="8398560" y="4173831"/>
              <a:ext cx="993798" cy="15618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26"/>
                </a:lnSpc>
                <a:defRPr/>
              </a:pPr>
              <a:r>
                <a:rPr lang="en-US" sz="9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internal</a:t>
              </a:r>
              <a:endParaRPr/>
            </a:p>
          </p:txBody>
        </p:sp>
        <p:sp>
          <p:nvSpPr>
            <p:cNvPr id="1207543018" name="TextBox 138"/>
            <p:cNvSpPr txBox="1"/>
            <p:nvPr/>
          </p:nvSpPr>
          <p:spPr bwMode="auto">
            <a:xfrm flipH="0" flipV="0">
              <a:off x="2079825" y="5061885"/>
              <a:ext cx="3464477" cy="33144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3271517" name="TextBox 139"/>
            <p:cNvSpPr txBox="1"/>
            <p:nvPr/>
          </p:nvSpPr>
          <p:spPr bwMode="auto">
            <a:xfrm>
              <a:off x="6111867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m/84'/0'/1'/0/0</a:t>
              </a:r>
              <a:endParaRPr/>
            </a:p>
          </p:txBody>
        </p:sp>
        <p:sp>
          <p:nvSpPr>
            <p:cNvPr id="27249483" name="TextBox 140"/>
            <p:cNvSpPr txBox="1"/>
            <p:nvPr/>
          </p:nvSpPr>
          <p:spPr bwMode="auto">
            <a:xfrm>
              <a:off x="6111867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m/84'/0'/1'/0/1</a:t>
              </a:r>
              <a:endParaRPr/>
            </a:p>
          </p:txBody>
        </p:sp>
        <p:sp>
          <p:nvSpPr>
            <p:cNvPr id="1697131400" name="TextBox 141"/>
            <p:cNvSpPr txBox="1"/>
            <p:nvPr/>
          </p:nvSpPr>
          <p:spPr bwMode="auto">
            <a:xfrm>
              <a:off x="6111867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m/84'/0'/1'/0/2</a:t>
              </a:r>
              <a:endParaRPr/>
            </a:p>
          </p:txBody>
        </p:sp>
        <p:sp>
          <p:nvSpPr>
            <p:cNvPr id="1523660635" name="TextBox 142"/>
            <p:cNvSpPr txBox="1"/>
            <p:nvPr/>
          </p:nvSpPr>
          <p:spPr bwMode="auto">
            <a:xfrm>
              <a:off x="7132980" y="4985788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m/84'/0'/1'/1/0</a:t>
              </a:r>
              <a:endParaRPr/>
            </a:p>
          </p:txBody>
        </p:sp>
        <p:sp>
          <p:nvSpPr>
            <p:cNvPr id="289295053" name="TextBox 143"/>
            <p:cNvSpPr txBox="1"/>
            <p:nvPr/>
          </p:nvSpPr>
          <p:spPr bwMode="auto">
            <a:xfrm>
              <a:off x="7132980" y="5477383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m/84'/0'/1'/1/1</a:t>
              </a:r>
              <a:endParaRPr/>
            </a:p>
          </p:txBody>
        </p:sp>
        <p:sp>
          <p:nvSpPr>
            <p:cNvPr id="615690625" name="TextBox 144"/>
            <p:cNvSpPr txBox="1"/>
            <p:nvPr/>
          </p:nvSpPr>
          <p:spPr bwMode="auto">
            <a:xfrm>
              <a:off x="7132980" y="5970126"/>
              <a:ext cx="812295" cy="1246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8"/>
                </a:lnSpc>
                <a:defRPr/>
              </a:pPr>
              <a:r>
                <a:rPr lang="en-US" sz="7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m/84'/0'/1'/1/2</a:t>
              </a:r>
              <a:endParaRPr/>
            </a:p>
          </p:txBody>
        </p:sp>
        <p:sp>
          <p:nvSpPr>
            <p:cNvPr id="412695889" name="Freeform 145"/>
            <p:cNvSpPr/>
            <p:nvPr/>
          </p:nvSpPr>
          <p:spPr bwMode="auto">
            <a:xfrm>
              <a:off x="9116391" y="5182358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4421696" name="Freeform 146"/>
            <p:cNvSpPr/>
            <p:nvPr/>
          </p:nvSpPr>
          <p:spPr bwMode="auto">
            <a:xfrm>
              <a:off x="9116391" y="5444226"/>
              <a:ext cx="183672" cy="183672"/>
            </a:xfrm>
            <a:custGeom>
              <a:avLst/>
              <a:gdLst/>
              <a:ahLst/>
              <a:cxnLst/>
              <a:rect l="l" t="t" r="r" b="b"/>
              <a:pathLst>
                <a:path w="183672" h="183672" fill="norm" stroke="1" extrusionOk="0">
                  <a:moveTo>
                    <a:pt x="0" y="0"/>
                  </a:moveTo>
                  <a:lnTo>
                    <a:pt x="183673" y="0"/>
                  </a:lnTo>
                  <a:lnTo>
                    <a:pt x="183673" y="183672"/>
                  </a:lnTo>
                  <a:lnTo>
                    <a:pt x="0" y="18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87972" name="AutoShape 147"/>
            <p:cNvSpPr/>
            <p:nvPr/>
          </p:nvSpPr>
          <p:spPr bwMode="auto">
            <a:xfrm>
              <a:off x="5974236" y="4375648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135040205" name="AutoShape 148"/>
            <p:cNvSpPr/>
            <p:nvPr/>
          </p:nvSpPr>
          <p:spPr bwMode="auto">
            <a:xfrm>
              <a:off x="5958948" y="5355228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55614041" name="AutoShape 149"/>
            <p:cNvSpPr/>
            <p:nvPr/>
          </p:nvSpPr>
          <p:spPr bwMode="auto">
            <a:xfrm>
              <a:off x="5958948" y="4848344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485811774" name="AutoShape 150"/>
            <p:cNvSpPr/>
            <p:nvPr/>
          </p:nvSpPr>
          <p:spPr bwMode="auto">
            <a:xfrm>
              <a:off x="6978400" y="5835866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7233451" name="AutoShape 151"/>
            <p:cNvSpPr/>
            <p:nvPr/>
          </p:nvSpPr>
          <p:spPr bwMode="auto">
            <a:xfrm>
              <a:off x="6993214" y="4378829"/>
              <a:ext cx="0" cy="1472321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19170997" name="AutoShape 152"/>
            <p:cNvSpPr/>
            <p:nvPr/>
          </p:nvSpPr>
          <p:spPr bwMode="auto">
            <a:xfrm>
              <a:off x="6977928" y="5358411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75427107" name="AutoShape 153"/>
            <p:cNvSpPr/>
            <p:nvPr/>
          </p:nvSpPr>
          <p:spPr bwMode="auto">
            <a:xfrm>
              <a:off x="6977928" y="4851527"/>
              <a:ext cx="214488" cy="0"/>
            </a:xfrm>
            <a:prstGeom prst="line">
              <a:avLst/>
            </a:prstGeom>
            <a:grpFill/>
            <a:ln w="38100" cap="rnd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882833" name="Freeform 154"/>
            <p:cNvSpPr/>
            <p:nvPr/>
          </p:nvSpPr>
          <p:spPr bwMode="auto">
            <a:xfrm rot="-8534550" flipH="1">
              <a:off x="0" y="2303328"/>
              <a:ext cx="1849077" cy="661043"/>
            </a:xfrm>
            <a:custGeom>
              <a:avLst/>
              <a:gdLst/>
              <a:ahLst/>
              <a:cxnLst/>
              <a:rect l="l" t="t" r="r" b="b"/>
              <a:pathLst>
                <a:path w="1849077" h="661045" fill="norm" stroke="1" extrusionOk="0">
                  <a:moveTo>
                    <a:pt x="1849077" y="0"/>
                  </a:moveTo>
                  <a:lnTo>
                    <a:pt x="0" y="0"/>
                  </a:lnTo>
                  <a:lnTo>
                    <a:pt x="0" y="661045"/>
                  </a:lnTo>
                  <a:lnTo>
                    <a:pt x="1849077" y="661045"/>
                  </a:lnTo>
                  <a:lnTo>
                    <a:pt x="1849077" y="0"/>
                  </a:lnTo>
                  <a:close/>
                </a:path>
              </a:pathLst>
            </a:custGeom>
            <a:blipFill>
              <a:blip r:embed="rId5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39893130" name="Group 26"/>
          <p:cNvGrpSpPr/>
          <p:nvPr/>
        </p:nvGrpSpPr>
        <p:grpSpPr bwMode="auto">
          <a:xfrm>
            <a:off x="200386" y="1573962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630871931" name="Group 28"/>
          <p:cNvGrpSpPr/>
          <p:nvPr/>
        </p:nvGrpSpPr>
        <p:grpSpPr bwMode="auto">
          <a:xfrm>
            <a:off x="4140962" y="1573962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1835175448" name="Group 30"/>
          <p:cNvGrpSpPr/>
          <p:nvPr/>
        </p:nvGrpSpPr>
        <p:grpSpPr bwMode="auto">
          <a:xfrm>
            <a:off x="8081538" y="1573962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16179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540608426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408485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भविष्य में उपयोग के लिए आरक्षित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36083671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299376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चेन कोड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9458102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6395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सार्वजनिक कुंजी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7090460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54913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बिट फ़ील्ड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25785716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104312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8" name="TextBox 38"/>
          <p:cNvSpPr txBox="1"/>
          <p:nvPr/>
        </p:nvSpPr>
        <p:spPr bwMode="auto">
          <a:xfrm>
            <a:off x="3906920" y="1961569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वाई समता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724705196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1785128000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61658606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1557631490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संस्करण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430210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567080सी4</a:t>
            </a:r>
          </a:p>
        </p:txBody>
      </p:sp>
      <p:sp>
        <p:nvSpPr>
          <p:cNvPr id="740969164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अंततः,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6953745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2091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उपसर्ग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2585263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6165236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8060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9511221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1086225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760529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506677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8534975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968371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401172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6576750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728522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032264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126914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222072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230041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410151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61814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9305611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72707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1533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362266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मीटर/47'/0'/0'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61755704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एम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64801081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मीटर/47'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25252979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मीटर/47'/0'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860067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49616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327043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33646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374277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6408738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50352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986257014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890993057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2565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318429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232142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692523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550585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असुरक्षित नेटवर्क पर एक्सचेंज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35912588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295590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77571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साझा रहस्य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3308753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168310" name="Freeform 26"/>
          <p:cNvSpPr/>
          <p:nvPr/>
        </p:nvSpPr>
        <p:spPr bwMode="auto">
          <a:xfrm>
            <a:off x="2087802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130157" name="Freeform 27"/>
          <p:cNvSpPr/>
          <p:nvPr/>
        </p:nvSpPr>
        <p:spPr bwMode="auto">
          <a:xfrm>
            <a:off x="2330761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628924" name="Freeform 28"/>
          <p:cNvSpPr/>
          <p:nvPr/>
        </p:nvSpPr>
        <p:spPr bwMode="auto">
          <a:xfrm>
            <a:off x="10354792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402572" name="Freeform 29"/>
          <p:cNvSpPr/>
          <p:nvPr/>
        </p:nvSpPr>
        <p:spPr bwMode="auto">
          <a:xfrm>
            <a:off x="938170" y="2998642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63948" name="Freeform 30"/>
          <p:cNvSpPr/>
          <p:nvPr/>
        </p:nvSpPr>
        <p:spPr bwMode="auto">
          <a:xfrm>
            <a:off x="9497185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8701" name="Freeform 31"/>
          <p:cNvSpPr/>
          <p:nvPr/>
        </p:nvSpPr>
        <p:spPr bwMode="auto">
          <a:xfrm>
            <a:off x="9740146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230148" name="AutoShape 32"/>
          <p:cNvSpPr/>
          <p:nvPr/>
        </p:nvSpPr>
        <p:spPr bwMode="auto">
          <a:xfrm flipV="1">
            <a:off x="3862095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287339" name="Freeform 33"/>
          <p:cNvSpPr/>
          <p:nvPr/>
        </p:nvSpPr>
        <p:spPr bwMode="auto">
          <a:xfrm>
            <a:off x="3188050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958918" name="Freeform 34"/>
          <p:cNvSpPr/>
          <p:nvPr/>
        </p:nvSpPr>
        <p:spPr bwMode="auto">
          <a:xfrm rot="9324647" flipV="1">
            <a:off x="9671200" y="4732893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771986" name="Freeform 35"/>
          <p:cNvSpPr/>
          <p:nvPr/>
        </p:nvSpPr>
        <p:spPr bwMode="auto">
          <a:xfrm>
            <a:off x="3400902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080657" name="Freeform 36"/>
          <p:cNvSpPr/>
          <p:nvPr/>
        </p:nvSpPr>
        <p:spPr bwMode="auto">
          <a:xfrm rot="-1570360" flipV="1">
            <a:off x="1673769" y="2045069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6650061" name="Freeform 37"/>
          <p:cNvSpPr/>
          <p:nvPr/>
        </p:nvSpPr>
        <p:spPr bwMode="auto">
          <a:xfrm>
            <a:off x="1526838" y="1301461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648080" name="AutoShape 38"/>
          <p:cNvSpPr/>
          <p:nvPr/>
        </p:nvSpPr>
        <p:spPr bwMode="auto">
          <a:xfrm flipH="1">
            <a:off x="4323290" y="2313468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873424" name="Freeform 39"/>
          <p:cNvSpPr/>
          <p:nvPr/>
        </p:nvSpPr>
        <p:spPr bwMode="auto">
          <a:xfrm>
            <a:off x="3400902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067579" name="Freeform 41"/>
          <p:cNvSpPr/>
          <p:nvPr/>
        </p:nvSpPr>
        <p:spPr bwMode="auto">
          <a:xfrm>
            <a:off x="4158145" y="1194101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70302" name="Freeform 42"/>
          <p:cNvSpPr/>
          <p:nvPr/>
        </p:nvSpPr>
        <p:spPr bwMode="auto">
          <a:xfrm>
            <a:off x="7994253" y="1671152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492709" name="Freeform 44"/>
          <p:cNvSpPr/>
          <p:nvPr/>
        </p:nvSpPr>
        <p:spPr bwMode="auto">
          <a:xfrm>
            <a:off x="7994253" y="4794604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834" name="Freeform 45"/>
          <p:cNvSpPr/>
          <p:nvPr/>
        </p:nvSpPr>
        <p:spPr bwMode="auto">
          <a:xfrm>
            <a:off x="8751499" y="4317552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000245" name="AutoShape 46"/>
          <p:cNvSpPr/>
          <p:nvPr/>
        </p:nvSpPr>
        <p:spPr bwMode="auto">
          <a:xfrm flipH="1" flipV="1">
            <a:off x="8455448" y="2328565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737874" name="Freeform 47"/>
          <p:cNvSpPr/>
          <p:nvPr/>
        </p:nvSpPr>
        <p:spPr bwMode="auto">
          <a:xfrm>
            <a:off x="8640828" y="3237372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731113" name="Freeform 48"/>
          <p:cNvSpPr/>
          <p:nvPr/>
        </p:nvSpPr>
        <p:spPr bwMode="auto">
          <a:xfrm>
            <a:off x="10483677" y="5084073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418054" name="TextBox 49"/>
          <p:cNvSpPr txBox="1"/>
          <p:nvPr/>
        </p:nvSpPr>
        <p:spPr bwMode="auto">
          <a:xfrm>
            <a:off x="1219857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2028817115" name="TextBox 50"/>
          <p:cNvSpPr txBox="1"/>
          <p:nvPr/>
        </p:nvSpPr>
        <p:spPr bwMode="auto">
          <a:xfrm>
            <a:off x="10636479" y="3551280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pic>
        <p:nvPicPr>
          <p:cNvPr id="1391452384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2" y="4217422"/>
            <a:ext cx="573298" cy="804936"/>
          </a:xfrm>
          <a:prstGeom prst="rect">
            <a:avLst/>
          </a:prstGeom>
        </p:spPr>
      </p:pic>
      <p:pic>
        <p:nvPicPr>
          <p:cNvPr id="32526201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7" y="1148445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669621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773707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100617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6252747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370316670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47763976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4630756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91076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5966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87313399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471305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398373903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944151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2615112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53753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15838936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0645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सामान्य रंग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6170044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गुप्त रंग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3390324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सार्वजनिक विनिमय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5543379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गुप्त रंग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0292081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साझा रहस्य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22088794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71334870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6014710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63838342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95905185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44023125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1615343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979028675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84085859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47971475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51569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175664" name=""/>
          <p:cNvGrpSpPr/>
          <p:nvPr/>
        </p:nvGrpSpPr>
        <p:grpSpPr bwMode="auto">
          <a:xfrm>
            <a:off x="1370424" y="2065192"/>
            <a:ext cx="9367350" cy="3045557"/>
            <a:chOff x="0" y="0"/>
            <a:chExt cx="9367350" cy="3045557"/>
          </a:xfrm>
        </p:grpSpPr>
        <p:sp>
          <p:nvSpPr>
            <p:cNvPr id="1587550978" name="Freeform 26"/>
            <p:cNvSpPr/>
            <p:nvPr/>
          </p:nvSpPr>
          <p:spPr bwMode="auto">
            <a:xfrm>
              <a:off x="1721338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05615564" name="Freeform 27"/>
            <p:cNvSpPr/>
            <p:nvPr/>
          </p:nvSpPr>
          <p:spPr bwMode="auto">
            <a:xfrm>
              <a:off x="195022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11056334" name="Freeform 28"/>
            <p:cNvSpPr/>
            <p:nvPr/>
          </p:nvSpPr>
          <p:spPr bwMode="auto">
            <a:xfrm>
              <a:off x="7842573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83182932" name="Freeform 29"/>
            <p:cNvSpPr/>
            <p:nvPr/>
          </p:nvSpPr>
          <p:spPr bwMode="auto">
            <a:xfrm>
              <a:off x="0" y="0"/>
              <a:ext cx="1524777" cy="1673281"/>
            </a:xfrm>
            <a:custGeom>
              <a:avLst/>
              <a:gdLst/>
              <a:ahLst/>
              <a:cxnLst/>
              <a:rect l="l" t="t" r="r" b="b"/>
              <a:pathLst>
                <a:path w="1524779" h="1673283" fill="norm" stroke="1" extrusionOk="0">
                  <a:moveTo>
                    <a:pt x="0" y="0"/>
                  </a:moveTo>
                  <a:lnTo>
                    <a:pt x="1524779" y="0"/>
                  </a:lnTo>
                  <a:lnTo>
                    <a:pt x="1524779" y="1673283"/>
                  </a:lnTo>
                  <a:lnTo>
                    <a:pt x="0" y="167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65100837" name="TextBox 30"/>
            <p:cNvSpPr txBox="1"/>
            <p:nvPr/>
          </p:nvSpPr>
          <p:spPr bwMode="auto">
            <a:xfrm>
              <a:off x="419607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591642066" name="TextBox 31"/>
            <p:cNvSpPr txBox="1"/>
            <p:nvPr/>
          </p:nvSpPr>
          <p:spPr bwMode="auto">
            <a:xfrm>
              <a:off x="8262183" y="817770"/>
              <a:ext cx="686278" cy="88110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934"/>
                </a:lnSpc>
                <a:defRPr/>
              </a:pPr>
              <a:r>
                <a:rPr lang="en-US" sz="49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B</a:t>
              </a:r>
              <a:endParaRPr/>
            </a:p>
          </p:txBody>
        </p:sp>
        <p:sp>
          <p:nvSpPr>
            <p:cNvPr id="2091518547" name="Freeform 32"/>
            <p:cNvSpPr/>
            <p:nvPr/>
          </p:nvSpPr>
          <p:spPr bwMode="auto">
            <a:xfrm>
              <a:off x="6957062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8" y="0"/>
                  </a:lnTo>
                  <a:lnTo>
                    <a:pt x="457768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6769426" name="Freeform 33"/>
            <p:cNvSpPr/>
            <p:nvPr/>
          </p:nvSpPr>
          <p:spPr bwMode="auto">
            <a:xfrm>
              <a:off x="7185946" y="532433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13724599" name="AutoShape 34"/>
            <p:cNvSpPr/>
            <p:nvPr/>
          </p:nvSpPr>
          <p:spPr bwMode="auto">
            <a:xfrm>
              <a:off x="2894093" y="836640"/>
              <a:ext cx="3579165" cy="0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2701709" name="TextBox 35"/>
            <p:cNvSpPr txBox="1"/>
            <p:nvPr/>
          </p:nvSpPr>
          <p:spPr bwMode="auto">
            <a:xfrm flipH="0" flipV="0">
              <a:off x="3200121" y="339424"/>
              <a:ext cx="2947516" cy="36764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92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7845268" name="AutoShape 36"/>
            <p:cNvSpPr/>
            <p:nvPr/>
          </p:nvSpPr>
          <p:spPr bwMode="auto">
            <a:xfrm flipV="1">
              <a:off x="4683676" y="836640"/>
              <a:ext cx="0" cy="1450846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69021878" name="Freeform 37"/>
            <p:cNvSpPr/>
            <p:nvPr/>
          </p:nvSpPr>
          <p:spPr bwMode="auto">
            <a:xfrm>
              <a:off x="4454791" y="2437146"/>
              <a:ext cx="457767" cy="608412"/>
            </a:xfrm>
            <a:custGeom>
              <a:avLst/>
              <a:gdLst/>
              <a:ahLst/>
              <a:cxnLst/>
              <a:rect l="l" t="t" r="r" b="b"/>
              <a:pathLst>
                <a:path w="457768" h="608414" fill="norm" stroke="1" extrusionOk="0">
                  <a:moveTo>
                    <a:pt x="0" y="0"/>
                  </a:moveTo>
                  <a:lnTo>
                    <a:pt x="457769" y="0"/>
                  </a:lnTo>
                  <a:lnTo>
                    <a:pt x="457769" y="608414"/>
                  </a:lnTo>
                  <a:lnTo>
                    <a:pt x="0" y="6084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930007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54106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532499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3569433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8526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9889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75270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853118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395849191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अधिसूचना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लेनदेन</a:t>
            </a:r>
          </a:p>
        </p:txBody>
      </p:sp>
      <p:sp>
        <p:nvSpPr>
          <p:cNvPr id="1145168530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5567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167622170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842739338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86454233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"नमस्ते! यह मेरा भुगतान कोड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है। मैं आपको BIP47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के ज़रिए भुगतान भेजूँगा।"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422722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554261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306466235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915498052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407234372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बिटकॉइन का क्लासिक गोपनीयता मॉडल: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3269026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BIP47 भुगतान कोड का गोपनीयता मॉडल: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8211915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0440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436219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451863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01019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3798528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337401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35241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032034974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080019939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85328759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90366403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4812563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94769694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3514352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0109669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238284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177672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36011256" name=""/>
          <p:cNvGrpSpPr/>
          <p:nvPr/>
        </p:nvGrpSpPr>
        <p:grpSpPr bwMode="auto">
          <a:xfrm>
            <a:off x="433590" y="531265"/>
            <a:ext cx="11492487" cy="5901055"/>
            <a:chOff x="0" y="0"/>
            <a:chExt cx="11492487" cy="5901055"/>
          </a:xfrm>
        </p:grpSpPr>
        <p:sp>
          <p:nvSpPr>
            <p:cNvPr id="152761858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6926317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200440255" name="AutoShape 29"/>
            <p:cNvSpPr/>
            <p:nvPr/>
          </p:nvSpPr>
          <p:spPr bwMode="auto">
            <a:xfrm flipH="1">
              <a:off x="1471115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519894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2974425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08635091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8539531" name="Freeform 34"/>
            <p:cNvSpPr/>
            <p:nvPr/>
          </p:nvSpPr>
          <p:spPr bwMode="auto">
            <a:xfrm rot="0" flipH="0" flipV="0">
              <a:off x="1673395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418335633" name="TextBox 35"/>
            <p:cNvSpPr txBox="1"/>
            <p:nvPr/>
          </p:nvSpPr>
          <p:spPr bwMode="auto">
            <a:xfrm rot="0" flipH="0" flipV="0">
              <a:off x="1673395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2355220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34132775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5536846" name="TextBox 38"/>
            <p:cNvSpPr txBox="1"/>
            <p:nvPr/>
          </p:nvSpPr>
          <p:spPr bwMode="auto">
            <a:xfrm>
              <a:off x="3147525" y="529410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96588620" name="Freeform 40"/>
            <p:cNvSpPr/>
            <p:nvPr/>
          </p:nvSpPr>
          <p:spPr bwMode="auto">
            <a:xfrm rot="0" flipH="0" flipV="0">
              <a:off x="1673395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3204740" name="TextBox 41"/>
            <p:cNvSpPr txBox="1"/>
            <p:nvPr/>
          </p:nvSpPr>
          <p:spPr bwMode="auto">
            <a:xfrm rot="0" flipH="0" flipV="0">
              <a:off x="1673395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3572695" name="Freeform 43"/>
            <p:cNvSpPr/>
            <p:nvPr/>
          </p:nvSpPr>
          <p:spPr bwMode="auto">
            <a:xfrm rot="0" flipH="0" flipV="0">
              <a:off x="102016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4958505" name="TextBox 44"/>
            <p:cNvSpPr txBox="1"/>
            <p:nvPr/>
          </p:nvSpPr>
          <p:spPr bwMode="auto">
            <a:xfrm rot="0" flipH="0" flipV="0">
              <a:off x="102016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79938026" name="Freeform 46"/>
            <p:cNvSpPr/>
            <p:nvPr/>
          </p:nvSpPr>
          <p:spPr bwMode="auto">
            <a:xfrm rot="0" flipH="0" flipV="0">
              <a:off x="1040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9109787" name="TextBox 47"/>
            <p:cNvSpPr txBox="1"/>
            <p:nvPr/>
          </p:nvSpPr>
          <p:spPr bwMode="auto">
            <a:xfrm rot="0" flipH="0" flipV="0">
              <a:off x="104020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94183259" name="Freeform 49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77819835" name="TextBox 50"/>
            <p:cNvSpPr txBox="1"/>
            <p:nvPr/>
          </p:nvSpPr>
          <p:spPr bwMode="auto">
            <a:xfrm rot="0" flipH="0" flipV="0">
              <a:off x="324954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5003324" name="Freeform 52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8477600" name="TextBox 53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453298953" name="AutoShape 54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57074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93567880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526727" name="Freeform 58"/>
            <p:cNvSpPr/>
            <p:nvPr/>
          </p:nvSpPr>
          <p:spPr bwMode="auto">
            <a:xfrm rot="0" flipH="0" flipV="0">
              <a:off x="844379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4275054" name="TextBox 59"/>
            <p:cNvSpPr txBox="1"/>
            <p:nvPr/>
          </p:nvSpPr>
          <p:spPr bwMode="auto">
            <a:xfrm rot="0" flipH="0" flipV="0">
              <a:off x="8443791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59351300" name="TextBox 60"/>
            <p:cNvSpPr txBox="1"/>
            <p:nvPr/>
          </p:nvSpPr>
          <p:spPr bwMode="auto">
            <a:xfrm>
              <a:off x="6770394" y="529410"/>
              <a:ext cx="157564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36332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27167737" name="TextBox 62"/>
            <p:cNvSpPr txBox="1"/>
            <p:nvPr/>
          </p:nvSpPr>
          <p:spPr bwMode="auto">
            <a:xfrm>
              <a:off x="9917917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5617166" name="Freeform 64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0380400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34131" name="Freeform 67"/>
            <p:cNvSpPr/>
            <p:nvPr/>
          </p:nvSpPr>
          <p:spPr bwMode="auto">
            <a:xfrm rot="0" flipH="0" flipV="0">
              <a:off x="687241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968666" name="TextBox 68"/>
            <p:cNvSpPr txBox="1"/>
            <p:nvPr/>
          </p:nvSpPr>
          <p:spPr bwMode="auto">
            <a:xfrm rot="0" flipH="0" flipV="0">
              <a:off x="6872410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2087277" name="Freeform 70"/>
            <p:cNvSpPr/>
            <p:nvPr/>
          </p:nvSpPr>
          <p:spPr bwMode="auto">
            <a:xfrm rot="0" flipH="0" flipV="0">
              <a:off x="10019934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797262507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22163763" name="Freeform 73"/>
            <p:cNvSpPr/>
            <p:nvPr/>
          </p:nvSpPr>
          <p:spPr bwMode="auto">
            <a:xfrm rot="0" flipH="0" flipV="0">
              <a:off x="10019934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208902895" name="TextBox 74"/>
            <p:cNvSpPr txBox="1"/>
            <p:nvPr/>
          </p:nvSpPr>
          <p:spPr bwMode="auto">
            <a:xfrm rot="0" flipH="0" flipV="0">
              <a:off x="10019934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2136904" name="AutoShape 75"/>
            <p:cNvSpPr/>
            <p:nvPr/>
          </p:nvSpPr>
          <p:spPr bwMode="auto">
            <a:xfrm flipH="1">
              <a:off x="4618638" y="2808259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3889682" name="Freeform 77"/>
            <p:cNvSpPr/>
            <p:nvPr/>
          </p:nvSpPr>
          <p:spPr bwMode="auto">
            <a:xfrm rot="0" flipH="0" flipV="0">
              <a:off x="5060422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9325076" name="TextBox 78"/>
            <p:cNvSpPr txBox="1"/>
            <p:nvPr/>
          </p:nvSpPr>
          <p:spPr bwMode="auto">
            <a:xfrm rot="0" flipH="0" flipV="0">
              <a:off x="5060422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7057467" name="Freeform 80"/>
            <p:cNvSpPr/>
            <p:nvPr/>
          </p:nvSpPr>
          <p:spPr bwMode="auto">
            <a:xfrm rot="0" flipH="0" flipV="0">
              <a:off x="5060422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0697412" name="TextBox 81"/>
            <p:cNvSpPr txBox="1"/>
            <p:nvPr/>
          </p:nvSpPr>
          <p:spPr bwMode="auto">
            <a:xfrm rot="0" flipH="0" flipV="0">
              <a:off x="5060422" y="169899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</a:t>
              </a:r>
              <a:endParaRPr lang="en-US" sz="1000" b="1" i="0" u="none" strike="noStrike" cap="none" spc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7955485" name="Freeform 83"/>
            <p:cNvSpPr/>
            <p:nvPr/>
          </p:nvSpPr>
          <p:spPr bwMode="auto">
            <a:xfrm rot="0" flipH="0" flipV="0">
              <a:off x="5059780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088659" name="TextBox 84"/>
            <p:cNvSpPr txBox="1"/>
            <p:nvPr/>
          </p:nvSpPr>
          <p:spPr bwMode="auto">
            <a:xfrm rot="0" flipH="0" flipV="0">
              <a:off x="5059780" y="921615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5720037" name="AutoShape 85"/>
            <p:cNvSpPr/>
            <p:nvPr/>
          </p:nvSpPr>
          <p:spPr bwMode="auto">
            <a:xfrm>
              <a:off x="1473120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787958" name="AutoShape 86"/>
            <p:cNvSpPr/>
            <p:nvPr/>
          </p:nvSpPr>
          <p:spPr bwMode="auto">
            <a:xfrm flipH="1">
              <a:off x="3042495" y="2808259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77161506" name="AutoShape 87"/>
            <p:cNvSpPr/>
            <p:nvPr/>
          </p:nvSpPr>
          <p:spPr bwMode="auto">
            <a:xfrm flipH="1">
              <a:off x="786566" y="5789057"/>
              <a:ext cx="786640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98632066" name="AutoShape 88"/>
            <p:cNvSpPr/>
            <p:nvPr/>
          </p:nvSpPr>
          <p:spPr bwMode="auto">
            <a:xfrm flipH="1">
              <a:off x="8241509" y="2808259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3556295" name="AutoShape 89"/>
            <p:cNvSpPr/>
            <p:nvPr/>
          </p:nvSpPr>
          <p:spPr bwMode="auto">
            <a:xfrm>
              <a:off x="788571" y="5426303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4457808" name="AutoShape 90"/>
            <p:cNvSpPr/>
            <p:nvPr/>
          </p:nvSpPr>
          <p:spPr bwMode="auto">
            <a:xfrm>
              <a:off x="9578079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3719532" name="AutoShape 91"/>
            <p:cNvSpPr/>
            <p:nvPr/>
          </p:nvSpPr>
          <p:spPr bwMode="auto">
            <a:xfrm flipH="1">
              <a:off x="787856" y="2403941"/>
              <a:ext cx="713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5429801" name="AutoShape 92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069241042" name="AutoShape 93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7580520" name="AutoShape 94"/>
            <p:cNvSpPr/>
            <p:nvPr/>
          </p:nvSpPr>
          <p:spPr bwMode="auto">
            <a:xfrm>
              <a:off x="788571" y="2427752"/>
              <a:ext cx="314551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2324872" name="AutoShape 95"/>
            <p:cNvSpPr/>
            <p:nvPr/>
          </p:nvSpPr>
          <p:spPr bwMode="auto">
            <a:xfrm>
              <a:off x="3934089" y="1254051"/>
              <a:ext cx="112569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77054483" name="AutoShape 96"/>
            <p:cNvSpPr/>
            <p:nvPr/>
          </p:nvSpPr>
          <p:spPr bwMode="auto">
            <a:xfrm>
              <a:off x="3934089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97740342" name="AutoShape 97"/>
            <p:cNvSpPr/>
            <p:nvPr/>
          </p:nvSpPr>
          <p:spPr bwMode="auto">
            <a:xfrm>
              <a:off x="8835415" y="2403941"/>
              <a:ext cx="0" cy="144216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38680584" name="AutoShape 98"/>
            <p:cNvSpPr/>
            <p:nvPr/>
          </p:nvSpPr>
          <p:spPr bwMode="auto">
            <a:xfrm>
              <a:off x="7556960" y="2427752"/>
              <a:ext cx="1278453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5050931" name="AutoShape 99"/>
            <p:cNvSpPr/>
            <p:nvPr/>
          </p:nvSpPr>
          <p:spPr bwMode="auto">
            <a:xfrm flipV="1">
              <a:off x="7556960" y="1231165"/>
              <a:ext cx="0" cy="121945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36248206" name="AutoShape 100"/>
            <p:cNvSpPr/>
            <p:nvPr/>
          </p:nvSpPr>
          <p:spPr bwMode="auto">
            <a:xfrm>
              <a:off x="6428880" y="1254051"/>
              <a:ext cx="112807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27354098" name="AutoShape 101"/>
            <p:cNvSpPr/>
            <p:nvPr/>
          </p:nvSpPr>
          <p:spPr bwMode="auto">
            <a:xfrm flipH="1">
              <a:off x="3042495" y="2031430"/>
              <a:ext cx="2017926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4219083" name="AutoShape 102"/>
            <p:cNvSpPr/>
            <p:nvPr/>
          </p:nvSpPr>
          <p:spPr bwMode="auto">
            <a:xfrm flipH="1" flipV="1">
              <a:off x="5744331" y="1514151"/>
              <a:ext cx="637" cy="25717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53642762" name="AutoShape 103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09526768" name="AutoShape 104"/>
            <p:cNvSpPr/>
            <p:nvPr/>
          </p:nvSpPr>
          <p:spPr bwMode="auto">
            <a:xfrm flipH="1">
              <a:off x="788571" y="5068146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2552261" name="AutoShape 105"/>
            <p:cNvSpPr/>
            <p:nvPr/>
          </p:nvSpPr>
          <p:spPr bwMode="auto">
            <a:xfrm flipV="1">
              <a:off x="5744972" y="2291531"/>
              <a:ext cx="0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6507627" name="TextBox 106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05376366" name="TextBox 107"/>
            <p:cNvSpPr txBox="1"/>
            <p:nvPr/>
          </p:nvSpPr>
          <p:spPr bwMode="auto">
            <a:xfrm flipH="0" flipV="0">
              <a:off x="1886779" y="3880389"/>
              <a:ext cx="718893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95560611" name="TextBox 108"/>
            <p:cNvSpPr txBox="1"/>
            <p:nvPr/>
          </p:nvSpPr>
          <p:spPr bwMode="auto">
            <a:xfrm flipH="0" flipV="0">
              <a:off x="1886779" y="4243332"/>
              <a:ext cx="718147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6040274" name="TextBox 109"/>
            <p:cNvSpPr txBox="1"/>
            <p:nvPr/>
          </p:nvSpPr>
          <p:spPr bwMode="auto">
            <a:xfrm flipH="0" flipV="0">
              <a:off x="1886781" y="4601653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695090106" name="TextBox 110"/>
            <p:cNvSpPr txBox="1"/>
            <p:nvPr/>
          </p:nvSpPr>
          <p:spPr bwMode="auto">
            <a:xfrm flipH="0" flipV="0">
              <a:off x="1886781" y="4964601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OP_RETURN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86406251" name="TextBox 111"/>
            <p:cNvSpPr txBox="1"/>
            <p:nvPr/>
          </p:nvSpPr>
          <p:spPr bwMode="auto">
            <a:xfrm flipH="0" flipV="0">
              <a:off x="1886781" y="5324646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93669205" name="TextBox 112"/>
            <p:cNvSpPr txBox="1"/>
            <p:nvPr/>
          </p:nvSpPr>
          <p:spPr bwMode="auto">
            <a:xfrm flipH="0" flipV="0">
              <a:off x="1886781" y="5687590"/>
              <a:ext cx="717836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8993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5540" name="Freeform 26"/>
          <p:cNvSpPr/>
          <p:nvPr/>
        </p:nvSpPr>
        <p:spPr bwMode="auto">
          <a:xfrm>
            <a:off x="3067207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164338" name="Freeform 27"/>
          <p:cNvSpPr/>
          <p:nvPr/>
        </p:nvSpPr>
        <p:spPr bwMode="auto">
          <a:xfrm>
            <a:off x="7970168" y="323119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093223" name="Freeform 29"/>
          <p:cNvSpPr/>
          <p:nvPr/>
        </p:nvSpPr>
        <p:spPr bwMode="auto">
          <a:xfrm rot="0" flipH="0" flipV="0">
            <a:off x="3079026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93922102" name="TextBox 30"/>
          <p:cNvSpPr txBox="1"/>
          <p:nvPr/>
        </p:nvSpPr>
        <p:spPr bwMode="auto">
          <a:xfrm rot="0" flipH="0" flipV="0">
            <a:off x="3137119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जी</a:t>
            </a:r>
            <a:endParaRPr/>
          </a:p>
        </p:txBody>
      </p:sp>
      <p:sp>
        <p:nvSpPr>
          <p:cNvPr id="1526463792" name="Freeform 32"/>
          <p:cNvSpPr/>
          <p:nvPr/>
        </p:nvSpPr>
        <p:spPr bwMode="auto">
          <a:xfrm rot="0" flipH="0" flipV="0">
            <a:off x="3079026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380335749" name="TextBox 33"/>
          <p:cNvSpPr txBox="1"/>
          <p:nvPr/>
        </p:nvSpPr>
        <p:spPr bwMode="auto">
          <a:xfrm rot="0" flipH="0" flipV="0">
            <a:off x="3137119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25052679" name="Freeform 35"/>
          <p:cNvSpPr/>
          <p:nvPr/>
        </p:nvSpPr>
        <p:spPr bwMode="auto">
          <a:xfrm rot="0" flipH="0" flipV="0">
            <a:off x="3304596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7814407" name="TextBox 36"/>
          <p:cNvSpPr txBox="1"/>
          <p:nvPr/>
        </p:nvSpPr>
        <p:spPr bwMode="auto">
          <a:xfrm rot="0" flipH="0" flipV="0">
            <a:off x="3320394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571674841" name="Freeform 38"/>
          <p:cNvSpPr/>
          <p:nvPr/>
        </p:nvSpPr>
        <p:spPr bwMode="auto">
          <a:xfrm rot="0" flipH="0" flipV="0">
            <a:off x="3079026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1923431539" name="TextBox 39"/>
          <p:cNvSpPr txBox="1"/>
          <p:nvPr/>
        </p:nvSpPr>
        <p:spPr bwMode="auto">
          <a:xfrm rot="0" flipH="0" flipV="0">
            <a:off x="3137119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056860796" name="Freeform 40"/>
          <p:cNvSpPr/>
          <p:nvPr/>
        </p:nvSpPr>
        <p:spPr bwMode="auto">
          <a:xfrm>
            <a:off x="3253520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305623" name="TextBox 41"/>
          <p:cNvSpPr txBox="1"/>
          <p:nvPr/>
        </p:nvSpPr>
        <p:spPr bwMode="auto">
          <a:xfrm>
            <a:off x="3244242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823721061" name="TextBox 42"/>
          <p:cNvSpPr txBox="1"/>
          <p:nvPr/>
        </p:nvSpPr>
        <p:spPr bwMode="auto">
          <a:xfrm>
            <a:off x="8147203" y="664720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898781137" name="Freeform 44"/>
          <p:cNvSpPr/>
          <p:nvPr/>
        </p:nvSpPr>
        <p:spPr bwMode="auto">
          <a:xfrm rot="0" flipH="0" flipV="0">
            <a:off x="3079026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399598858" name="TextBox 45"/>
          <p:cNvSpPr txBox="1"/>
          <p:nvPr/>
        </p:nvSpPr>
        <p:spPr bwMode="auto">
          <a:xfrm rot="0" flipH="0" flipV="0">
            <a:off x="3137119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93695217" name="Freeform 47"/>
          <p:cNvSpPr/>
          <p:nvPr/>
        </p:nvSpPr>
        <p:spPr bwMode="auto">
          <a:xfrm rot="0" flipH="0" flipV="0">
            <a:off x="3079026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623334940" name="TextBox 48"/>
          <p:cNvSpPr txBox="1"/>
          <p:nvPr/>
        </p:nvSpPr>
        <p:spPr bwMode="auto">
          <a:xfrm rot="0" flipH="0" flipV="0">
            <a:off x="3137119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71037043" name="Freeform 50"/>
          <p:cNvSpPr/>
          <p:nvPr/>
        </p:nvSpPr>
        <p:spPr bwMode="auto">
          <a:xfrm rot="0" flipH="0" flipV="0">
            <a:off x="3304596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931885" name="TextBox 51"/>
          <p:cNvSpPr txBox="1"/>
          <p:nvPr/>
        </p:nvSpPr>
        <p:spPr bwMode="auto">
          <a:xfrm rot="0" flipH="0" flipV="0">
            <a:off x="3320394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10219236" name="Freeform 53"/>
          <p:cNvSpPr/>
          <p:nvPr/>
        </p:nvSpPr>
        <p:spPr bwMode="auto">
          <a:xfrm rot="0" flipH="0" flipV="0">
            <a:off x="3079026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763322124" name="TextBox 54"/>
          <p:cNvSpPr txBox="1"/>
          <p:nvPr/>
        </p:nvSpPr>
        <p:spPr bwMode="auto">
          <a:xfrm rot="0" flipH="0" flipV="0">
            <a:off x="3137119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एस</a:t>
            </a:r>
            <a:endParaRPr/>
          </a:p>
        </p:txBody>
      </p:sp>
      <p:sp>
        <p:nvSpPr>
          <p:cNvPr id="1715811791" name="Freeform 55"/>
          <p:cNvSpPr/>
          <p:nvPr/>
        </p:nvSpPr>
        <p:spPr bwMode="auto">
          <a:xfrm>
            <a:off x="3253520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71492" name="Freeform 57"/>
          <p:cNvSpPr/>
          <p:nvPr/>
        </p:nvSpPr>
        <p:spPr bwMode="auto">
          <a:xfrm rot="0" flipH="0" flipV="0">
            <a:off x="7981987" y="126305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417677" name="TextBox 58"/>
          <p:cNvSpPr txBox="1"/>
          <p:nvPr/>
        </p:nvSpPr>
        <p:spPr bwMode="auto">
          <a:xfrm rot="0" flipH="0" flipV="0">
            <a:off x="8040080" y="128484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जी</a:t>
            </a:r>
            <a:endParaRPr/>
          </a:p>
        </p:txBody>
      </p:sp>
      <p:sp>
        <p:nvSpPr>
          <p:cNvPr id="637157120" name="Freeform 60"/>
          <p:cNvSpPr/>
          <p:nvPr/>
        </p:nvSpPr>
        <p:spPr bwMode="auto">
          <a:xfrm rot="0" flipH="0" flipV="0">
            <a:off x="7981987" y="216316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69479643" name="TextBox 61"/>
          <p:cNvSpPr txBox="1"/>
          <p:nvPr/>
        </p:nvSpPr>
        <p:spPr bwMode="auto">
          <a:xfrm rot="0" flipH="0" flipV="0">
            <a:off x="8040080" y="218495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530874936" name="Freeform 63"/>
          <p:cNvSpPr/>
          <p:nvPr/>
        </p:nvSpPr>
        <p:spPr bwMode="auto">
          <a:xfrm rot="0" flipH="0" flipV="0">
            <a:off x="8207559" y="1939439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6370304" name="TextBox 64"/>
          <p:cNvSpPr txBox="1"/>
          <p:nvPr/>
        </p:nvSpPr>
        <p:spPr bwMode="auto">
          <a:xfrm rot="0" flipH="0" flipV="0">
            <a:off x="8223359" y="1945364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133211010" name="Freeform 66"/>
          <p:cNvSpPr/>
          <p:nvPr/>
        </p:nvSpPr>
        <p:spPr bwMode="auto">
          <a:xfrm rot="0" flipH="0" flipV="0">
            <a:off x="7981987" y="305880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687040422" name="TextBox 67"/>
          <p:cNvSpPr txBox="1"/>
          <p:nvPr/>
        </p:nvSpPr>
        <p:spPr bwMode="auto">
          <a:xfrm rot="0" flipH="0" flipV="0">
            <a:off x="8040080" y="308059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85136236" name="Freeform 68"/>
          <p:cNvSpPr/>
          <p:nvPr/>
        </p:nvSpPr>
        <p:spPr bwMode="auto">
          <a:xfrm>
            <a:off x="8156482" y="2838030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75274" name="Freeform 70"/>
          <p:cNvSpPr/>
          <p:nvPr/>
        </p:nvSpPr>
        <p:spPr bwMode="auto">
          <a:xfrm rot="0" flipH="0" flipV="0">
            <a:off x="7981987" y="40544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071911591" name="TextBox 71"/>
          <p:cNvSpPr txBox="1"/>
          <p:nvPr/>
        </p:nvSpPr>
        <p:spPr bwMode="auto">
          <a:xfrm rot="0" flipH="0" flipV="0">
            <a:off x="8040080" y="40762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285409838" name="Freeform 73"/>
          <p:cNvSpPr/>
          <p:nvPr/>
        </p:nvSpPr>
        <p:spPr bwMode="auto">
          <a:xfrm rot="0" flipH="0" flipV="0">
            <a:off x="7981987" y="4954524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914373242" name="TextBox 74"/>
          <p:cNvSpPr txBox="1"/>
          <p:nvPr/>
        </p:nvSpPr>
        <p:spPr bwMode="auto">
          <a:xfrm rot="0" flipH="0" flipV="0">
            <a:off x="8040080" y="4976310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19754759" name="Freeform 76"/>
          <p:cNvSpPr/>
          <p:nvPr/>
        </p:nvSpPr>
        <p:spPr bwMode="auto">
          <a:xfrm rot="0" flipH="0" flipV="0">
            <a:off x="8207559" y="473080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60235944" name="TextBox 77"/>
          <p:cNvSpPr txBox="1"/>
          <p:nvPr/>
        </p:nvSpPr>
        <p:spPr bwMode="auto">
          <a:xfrm rot="0" flipH="0" flipV="0">
            <a:off x="8223359" y="473672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1016814" name="Freeform 79"/>
          <p:cNvSpPr/>
          <p:nvPr/>
        </p:nvSpPr>
        <p:spPr bwMode="auto">
          <a:xfrm rot="0" flipH="0" flipV="0">
            <a:off x="7981987" y="58501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2136784800" name="TextBox 80"/>
          <p:cNvSpPr txBox="1"/>
          <p:nvPr/>
        </p:nvSpPr>
        <p:spPr bwMode="auto">
          <a:xfrm rot="0" flipH="0" flipV="0">
            <a:off x="8040080" y="58719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एस</a:t>
            </a:r>
            <a:endParaRPr/>
          </a:p>
        </p:txBody>
      </p:sp>
      <p:sp>
        <p:nvSpPr>
          <p:cNvPr id="948632971" name="Freeform 81"/>
          <p:cNvSpPr/>
          <p:nvPr/>
        </p:nvSpPr>
        <p:spPr bwMode="auto">
          <a:xfrm>
            <a:off x="8156482" y="562939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99796" name="AutoShape 82"/>
          <p:cNvSpPr/>
          <p:nvPr/>
        </p:nvSpPr>
        <p:spPr bwMode="auto">
          <a:xfrm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67620" name="AutoShape 83"/>
          <p:cNvSpPr/>
          <p:nvPr/>
        </p:nvSpPr>
        <p:spPr bwMode="auto">
          <a:xfrm flipH="1">
            <a:off x="3692560" y="343031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571057" name="TextBox 84"/>
          <p:cNvSpPr txBox="1"/>
          <p:nvPr/>
        </p:nvSpPr>
        <p:spPr bwMode="auto">
          <a:xfrm flipH="0" flipV="0">
            <a:off x="4309269" y="1262830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दीर्घवृत्तीय वक्र पर बिंदु G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83601132" name="TextBox 85"/>
          <p:cNvSpPr txBox="1"/>
          <p:nvPr/>
        </p:nvSpPr>
        <p:spPr bwMode="auto">
          <a:xfrm flipH="0" flipV="0">
            <a:off x="194583" y="2314718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ऐलिस की 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7068411" name="TextBox 87"/>
          <p:cNvSpPr txBox="1"/>
          <p:nvPr/>
        </p:nvSpPr>
        <p:spPr bwMode="auto">
          <a:xfrm flipH="0" flipV="0">
            <a:off x="192309" y="4205970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बॉब की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सार्वजनिक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9396010" name="TextBox 88"/>
          <p:cNvSpPr txBox="1"/>
          <p:nvPr/>
        </p:nvSpPr>
        <p:spPr bwMode="auto">
          <a:xfrm flipH="0" flipV="0">
            <a:off x="195036" y="5118382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ऐलिस की 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61487427" name="TextBox 90"/>
          <p:cNvSpPr txBox="1"/>
          <p:nvPr/>
        </p:nvSpPr>
        <p:spPr bwMode="auto">
          <a:xfrm flipH="0" flipV="0">
            <a:off x="8782298" y="2308743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बॉब की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59325704" name="TextBox 91"/>
          <p:cNvSpPr txBox="1"/>
          <p:nvPr/>
        </p:nvSpPr>
        <p:spPr bwMode="auto">
          <a:xfrm flipH="0" flipV="0">
            <a:off x="8782298" y="4205971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ऐलिस की सार्वजनिक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02294006" name="TextBox 92"/>
          <p:cNvSpPr txBox="1"/>
          <p:nvPr/>
        </p:nvSpPr>
        <p:spPr bwMode="auto">
          <a:xfrm flipH="0" flipV="0">
            <a:off x="8782298" y="5106078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बॉब की 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8239350" name="TextBox 93"/>
          <p:cNvSpPr txBox="1"/>
          <p:nvPr/>
        </p:nvSpPr>
        <p:spPr bwMode="auto">
          <a:xfrm flipH="0" flipV="0">
            <a:off x="195490" y="6009417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साझा रहस्य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95202481" name="TextBox 94"/>
          <p:cNvSpPr txBox="1"/>
          <p:nvPr/>
        </p:nvSpPr>
        <p:spPr bwMode="auto">
          <a:xfrm>
            <a:off x="4498327" y="2755031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असुरक्षित सार्वजनिक प्रसारण (बिटकॉइन)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96269631" name="TextBox 95"/>
          <p:cNvSpPr txBox="1"/>
          <p:nvPr/>
        </p:nvSpPr>
        <p:spPr bwMode="auto">
          <a:xfrm flipH="0" flipV="0">
            <a:off x="8782298" y="6009417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साझा रहस्य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74545002" name="TextBox 85"/>
          <p:cNvSpPr txBox="1"/>
          <p:nvPr/>
        </p:nvSpPr>
        <p:spPr bwMode="auto">
          <a:xfrm flipH="0" flipV="0">
            <a:off x="190947" y="3262494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ऐलिस की सार्वजनिक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60903165" name="TextBox 85"/>
          <p:cNvSpPr txBox="1"/>
          <p:nvPr/>
        </p:nvSpPr>
        <p:spPr bwMode="auto">
          <a:xfrm flipH="0" flipV="0">
            <a:off x="8782298" y="3248555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बॉब की सार्वजनिक कुंजी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0233083" name=""/>
          <p:cNvGrpSpPr/>
          <p:nvPr/>
        </p:nvGrpSpPr>
        <p:grpSpPr bwMode="auto">
          <a:xfrm>
            <a:off x="284761" y="638325"/>
            <a:ext cx="11492847" cy="5740641"/>
            <a:chOff x="0" y="0"/>
            <a:chExt cx="11492847" cy="5740641"/>
          </a:xfrm>
        </p:grpSpPr>
        <p:sp>
          <p:nvSpPr>
            <p:cNvPr id="1329824788" name="Freeform 27"/>
            <p:cNvSpPr/>
            <p:nvPr/>
          </p:nvSpPr>
          <p:spPr bwMode="auto">
            <a:xfrm rot="0" flipH="0" flipV="0">
              <a:off x="0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58682" name="TextBox 28"/>
            <p:cNvSpPr txBox="1"/>
            <p:nvPr/>
          </p:nvSpPr>
          <p:spPr bwMode="auto">
            <a:xfrm rot="0" flipH="0" flipV="0">
              <a:off x="0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039432260" name="AutoShape 30"/>
            <p:cNvSpPr/>
            <p:nvPr/>
          </p:nvSpPr>
          <p:spPr bwMode="auto">
            <a:xfrm>
              <a:off x="0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9287664" name="AutoShape 31"/>
            <p:cNvSpPr/>
            <p:nvPr/>
          </p:nvSpPr>
          <p:spPr bwMode="auto">
            <a:xfrm>
              <a:off x="1574571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1982819" name="AutoShape 32"/>
            <p:cNvSpPr/>
            <p:nvPr/>
          </p:nvSpPr>
          <p:spPr bwMode="auto">
            <a:xfrm>
              <a:off x="3142759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8439515" name="Freeform 34"/>
            <p:cNvSpPr/>
            <p:nvPr/>
          </p:nvSpPr>
          <p:spPr bwMode="auto">
            <a:xfrm rot="0" flipH="0" flipV="0">
              <a:off x="3221974" y="2449695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582614" name="TextBox 35"/>
            <p:cNvSpPr txBox="1"/>
            <p:nvPr/>
          </p:nvSpPr>
          <p:spPr bwMode="auto">
            <a:xfrm rot="0" flipH="0" flipV="0">
              <a:off x="3221974" y="2377363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12919023" name="TextBox 36"/>
            <p:cNvSpPr txBox="1"/>
            <p:nvPr/>
          </p:nvSpPr>
          <p:spPr bwMode="auto">
            <a:xfrm>
              <a:off x="0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39486865" name="TextBox 37"/>
            <p:cNvSpPr txBox="1"/>
            <p:nvPr/>
          </p:nvSpPr>
          <p:spPr bwMode="auto">
            <a:xfrm>
              <a:off x="1573209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52850479" name="TextBox 38"/>
            <p:cNvSpPr txBox="1"/>
            <p:nvPr/>
          </p:nvSpPr>
          <p:spPr bwMode="auto">
            <a:xfrm>
              <a:off x="3147525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356616" name="Freeform 46"/>
            <p:cNvSpPr/>
            <p:nvPr/>
          </p:nvSpPr>
          <p:spPr bwMode="auto">
            <a:xfrm rot="0" flipH="0" flipV="0">
              <a:off x="1652598" y="1674403"/>
              <a:ext cx="1389897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95912352" name="TextBox 47"/>
            <p:cNvSpPr txBox="1"/>
            <p:nvPr/>
          </p:nvSpPr>
          <p:spPr bwMode="auto">
            <a:xfrm rot="0" flipH="0" flipV="0">
              <a:off x="1652598" y="1602074"/>
              <a:ext cx="1336979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65179447" name="Freeform 52"/>
            <p:cNvSpPr/>
            <p:nvPr/>
          </p:nvSpPr>
          <p:spPr bwMode="auto">
            <a:xfrm rot="0" flipH="0" flipV="0">
              <a:off x="6770394" y="120540"/>
              <a:ext cx="4719546" cy="3263464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35343366" name="TextBox 53"/>
            <p:cNvSpPr txBox="1"/>
            <p:nvPr/>
          </p:nvSpPr>
          <p:spPr bwMode="auto">
            <a:xfrm rot="0" flipH="0" flipV="0">
              <a:off x="6770394" y="0"/>
              <a:ext cx="4719546" cy="338402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236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  <a:p>
              <a:pPr algn="ctr">
                <a:lnSpc>
                  <a:spcPts val="2236"/>
                </a:lnSpc>
                <a:defRPr/>
              </a:pPr>
              <a:endParaRPr/>
            </a:p>
          </p:txBody>
        </p:sp>
        <p:sp>
          <p:nvSpPr>
            <p:cNvPr id="1415442456" name="AutoShape 54"/>
            <p:cNvSpPr/>
            <p:nvPr/>
          </p:nvSpPr>
          <p:spPr bwMode="auto">
            <a:xfrm>
              <a:off x="6770394" y="502560"/>
              <a:ext cx="471954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34493" name="AutoShape 55"/>
            <p:cNvSpPr/>
            <p:nvPr/>
          </p:nvSpPr>
          <p:spPr bwMode="auto">
            <a:xfrm>
              <a:off x="8343526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6174548" name="AutoShape 56"/>
            <p:cNvSpPr/>
            <p:nvPr/>
          </p:nvSpPr>
          <p:spPr bwMode="auto">
            <a:xfrm>
              <a:off x="9913155" y="502560"/>
              <a:ext cx="0" cy="2824298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55649214" name="TextBox 60"/>
            <p:cNvSpPr txBox="1"/>
            <p:nvPr/>
          </p:nvSpPr>
          <p:spPr bwMode="auto">
            <a:xfrm>
              <a:off x="6770394" y="529407"/>
              <a:ext cx="1575288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11087108" name="TextBox 61"/>
            <p:cNvSpPr txBox="1"/>
            <p:nvPr/>
          </p:nvSpPr>
          <p:spPr bwMode="auto">
            <a:xfrm>
              <a:off x="8343603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8623711" name="TextBox 62"/>
            <p:cNvSpPr txBox="1"/>
            <p:nvPr/>
          </p:nvSpPr>
          <p:spPr bwMode="auto">
            <a:xfrm>
              <a:off x="9917917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75446002" name="Freeform 67"/>
            <p:cNvSpPr/>
            <p:nvPr/>
          </p:nvSpPr>
          <p:spPr bwMode="auto">
            <a:xfrm rot="0" flipH="0" flipV="0">
              <a:off x="6872410" y="2572203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42493614" name="TextBox 68"/>
            <p:cNvSpPr txBox="1"/>
            <p:nvPr/>
          </p:nvSpPr>
          <p:spPr bwMode="auto">
            <a:xfrm rot="0" flipH="0" flipV="0">
              <a:off x="6872410" y="2499872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9933366" name="Freeform 77"/>
            <p:cNvSpPr/>
            <p:nvPr/>
          </p:nvSpPr>
          <p:spPr bwMode="auto">
            <a:xfrm rot="0" flipH="0" flipV="0">
              <a:off x="5060421" y="2564080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0484047" name="TextBox 78"/>
            <p:cNvSpPr txBox="1"/>
            <p:nvPr/>
          </p:nvSpPr>
          <p:spPr bwMode="auto">
            <a:xfrm rot="0" flipH="0" flipV="0">
              <a:off x="5060421" y="2491749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Notification transaction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3073225" name="Freeform 80"/>
            <p:cNvSpPr/>
            <p:nvPr/>
          </p:nvSpPr>
          <p:spPr bwMode="auto">
            <a:xfrm rot="0" flipH="0" flipV="0">
              <a:off x="5086880" y="1654959"/>
              <a:ext cx="1473106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20510046" name="TextBox 81"/>
            <p:cNvSpPr txBox="1"/>
            <p:nvPr/>
          </p:nvSpPr>
          <p:spPr bwMode="auto">
            <a:xfrm rot="0" flipH="0" flipV="0">
              <a:off x="5086880" y="1582629"/>
              <a:ext cx="1473106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Encrypted 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4185355" name="AutoShape 83"/>
            <p:cNvSpPr/>
            <p:nvPr/>
          </p:nvSpPr>
          <p:spPr bwMode="auto">
            <a:xfrm flipH="1">
              <a:off x="3016037" y="2702425"/>
              <a:ext cx="207045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734876765" name="TextBox 89"/>
            <p:cNvSpPr txBox="1"/>
            <p:nvPr/>
          </p:nvSpPr>
          <p:spPr bwMode="auto">
            <a:xfrm>
              <a:off x="4958958" y="529408"/>
              <a:ext cx="1574929" cy="1956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57752380" name="Freeform 99"/>
            <p:cNvSpPr/>
            <p:nvPr/>
          </p:nvSpPr>
          <p:spPr bwMode="auto">
            <a:xfrm rot="0" flipH="0" flipV="0">
              <a:off x="1654854" y="2435859"/>
              <a:ext cx="1369098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680336390" name="TextBox 100"/>
            <p:cNvSpPr txBox="1"/>
            <p:nvPr/>
          </p:nvSpPr>
          <p:spPr bwMode="auto">
            <a:xfrm rot="0" flipH="0" flipV="0">
              <a:off x="1654854" y="2363528"/>
              <a:ext cx="1369098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0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Public key</a:t>
              </a:r>
              <a:endParaRPr sz="1000" b="0"/>
            </a:p>
          </p:txBody>
        </p:sp>
        <p:sp>
          <p:nvSpPr>
            <p:cNvPr id="1003580460" name="Freeform 109"/>
            <p:cNvSpPr/>
            <p:nvPr/>
          </p:nvSpPr>
          <p:spPr bwMode="auto">
            <a:xfrm rot="0" flipH="0" flipV="0">
              <a:off x="8417333" y="1615234"/>
              <a:ext cx="1419535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9083694" name="TextBox 110"/>
            <p:cNvSpPr txBox="1"/>
            <p:nvPr/>
          </p:nvSpPr>
          <p:spPr bwMode="auto">
            <a:xfrm rot="0" flipH="0" flipV="0">
              <a:off x="8417333" y="1542906"/>
              <a:ext cx="1419535" cy="59253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4077683" name="AutoShape 111"/>
            <p:cNvSpPr/>
            <p:nvPr/>
          </p:nvSpPr>
          <p:spPr bwMode="auto">
            <a:xfrm flipH="0" flipV="0">
              <a:off x="8243514" y="2818827"/>
              <a:ext cx="173819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7502338" name="AutoShape 116"/>
            <p:cNvSpPr/>
            <p:nvPr/>
          </p:nvSpPr>
          <p:spPr bwMode="auto">
            <a:xfrm rot="10799952" flipH="0" flipV="1">
              <a:off x="5771430" y="2245243"/>
              <a:ext cx="0" cy="276453"/>
            </a:xfrm>
            <a:prstGeom prst="line">
              <a:avLst/>
            </a:prstGeom>
            <a:grpFill/>
            <a:ln w="47625" cap="flat">
              <a:solidFill>
                <a:srgbClr val="00B05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62773553" name="AutoShape 117"/>
            <p:cNvSpPr/>
            <p:nvPr/>
          </p:nvSpPr>
          <p:spPr bwMode="auto">
            <a:xfrm flipH="1" flipV="0">
              <a:off x="2264496" y="1457343"/>
              <a:ext cx="3534832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523067678" name="AutoShape 119"/>
            <p:cNvSpPr/>
            <p:nvPr/>
          </p:nvSpPr>
          <p:spPr bwMode="auto">
            <a:xfrm flipH="0" flipV="1">
              <a:off x="10649844" y="2322721"/>
              <a:ext cx="0" cy="224815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06547386" name="AutoShape 121"/>
            <p:cNvSpPr/>
            <p:nvPr/>
          </p:nvSpPr>
          <p:spPr bwMode="auto">
            <a:xfrm flipH="1">
              <a:off x="7626470" y="2348982"/>
              <a:ext cx="301977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0228250" name="AutoShape 122"/>
            <p:cNvSpPr/>
            <p:nvPr/>
          </p:nvSpPr>
          <p:spPr bwMode="auto">
            <a:xfrm flipH="1" flipV="1">
              <a:off x="5776721" y="1346050"/>
              <a:ext cx="0" cy="104285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76440880" name="AutoShape 124"/>
            <p:cNvSpPr/>
            <p:nvPr/>
          </p:nvSpPr>
          <p:spPr bwMode="auto">
            <a:xfrm flipH="1">
              <a:off x="6597174" y="1083042"/>
              <a:ext cx="202279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7549778" name=""/>
            <p:cNvSpPr/>
            <p:nvPr/>
          </p:nvSpPr>
          <p:spPr bwMode="auto">
            <a:xfrm rot="0" flipH="0" flipV="0">
              <a:off x="222827" y="2474284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1260597547" name=""/>
            <p:cNvSpPr/>
            <p:nvPr/>
          </p:nvSpPr>
          <p:spPr bwMode="auto">
            <a:xfrm rot="0" flipH="0" flipV="0">
              <a:off x="222827" y="1740639"/>
              <a:ext cx="1181432" cy="471528"/>
            </a:xfrm>
            <a:prstGeom prst="rect">
              <a:avLst/>
            </a:prstGeom>
            <a:noFill/>
            <a:ln w="25400" cap="flat" cmpd="sng" algn="ctr">
              <a:solidFill>
                <a:srgbClr val="3A5F8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>
                <a:defRPr/>
              </a:pPr>
              <a:endParaRPr sz="1000"/>
            </a:p>
          </p:txBody>
        </p:sp>
        <p:sp>
          <p:nvSpPr>
            <p:cNvPr id="726865324" name="AutoShape 118"/>
            <p:cNvSpPr/>
            <p:nvPr/>
          </p:nvSpPr>
          <p:spPr bwMode="auto">
            <a:xfrm rot="10799952" flipV="1">
              <a:off x="2336257" y="3078639"/>
              <a:ext cx="0" cy="206442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21715856" name="AutoShape 75"/>
            <p:cNvSpPr/>
            <p:nvPr/>
          </p:nvSpPr>
          <p:spPr bwMode="auto">
            <a:xfrm rot="10799952" flipH="1" flipV="0">
              <a:off x="6507072" y="2860574"/>
              <a:ext cx="345298" cy="0"/>
            </a:xfrm>
            <a:prstGeom prst="line">
              <a:avLst/>
            </a:prstGeom>
            <a:grpFill/>
            <a:ln w="47625" cap="flat">
              <a:solidFill>
                <a:srgbClr val="FF0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485888046" name="AutoShape 117"/>
            <p:cNvSpPr/>
            <p:nvPr/>
          </p:nvSpPr>
          <p:spPr bwMode="auto">
            <a:xfrm rot="5399942" flipH="1" flipV="0">
              <a:off x="5662834" y="3212020"/>
              <a:ext cx="20637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661405782" name="AutoShape 75"/>
            <p:cNvSpPr/>
            <p:nvPr/>
          </p:nvSpPr>
          <p:spPr bwMode="auto">
            <a:xfrm rot="0" flipH="1" flipV="0">
              <a:off x="3861489" y="1083042"/>
              <a:ext cx="11509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897152348" name="AutoShape 117"/>
            <p:cNvSpPr/>
            <p:nvPr/>
          </p:nvSpPr>
          <p:spPr bwMode="auto">
            <a:xfrm flipH="1" flipV="0">
              <a:off x="2314303" y="3300399"/>
              <a:ext cx="3457125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284665489" name="AutoShape 75"/>
            <p:cNvSpPr/>
            <p:nvPr/>
          </p:nvSpPr>
          <p:spPr bwMode="auto">
            <a:xfrm rot="10799952" flipH="1" flipV="0">
              <a:off x="3090538" y="1957932"/>
              <a:ext cx="1962186" cy="0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041097981" name="Freeform 80"/>
            <p:cNvSpPr/>
            <p:nvPr/>
          </p:nvSpPr>
          <p:spPr bwMode="auto">
            <a:xfrm rot="0" flipH="0" flipV="0">
              <a:off x="5054070" y="828399"/>
              <a:ext cx="147310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4823353" name="TextBox 81"/>
            <p:cNvSpPr txBox="1"/>
            <p:nvPr/>
          </p:nvSpPr>
          <p:spPr bwMode="auto">
            <a:xfrm rot="0" flipH="0" flipV="0">
              <a:off x="5054070" y="756072"/>
              <a:ext cx="147310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Shared secret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78919553" name="AutoShape 118"/>
            <p:cNvSpPr/>
            <p:nvPr/>
          </p:nvSpPr>
          <p:spPr bwMode="auto">
            <a:xfrm flipH="0" flipV="1">
              <a:off x="2287845" y="1451884"/>
              <a:ext cx="0" cy="168099"/>
            </a:xfrm>
            <a:prstGeom prst="line">
              <a:avLst/>
            </a:prstGeom>
            <a:grpFill/>
            <a:ln w="47625" cap="flat">
              <a:solidFill>
                <a:srgbClr val="00B0F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79590060" name="AutoShape 122"/>
            <p:cNvSpPr/>
            <p:nvPr/>
          </p:nvSpPr>
          <p:spPr bwMode="auto">
            <a:xfrm flipH="1" flipV="1">
              <a:off x="2314303" y="2331574"/>
              <a:ext cx="0" cy="104284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2653503" name="AutoShape 117"/>
            <p:cNvSpPr/>
            <p:nvPr/>
          </p:nvSpPr>
          <p:spPr bwMode="auto">
            <a:xfrm flipH="1" flipV="0">
              <a:off x="2284604" y="2324119"/>
              <a:ext cx="1623925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411762675" name="AutoShape 117"/>
            <p:cNvSpPr/>
            <p:nvPr/>
          </p:nvSpPr>
          <p:spPr bwMode="auto">
            <a:xfrm rot="5399942" flipH="1" flipV="0">
              <a:off x="3246455" y="1698471"/>
              <a:ext cx="1275022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41565990" name="Freeform 109"/>
            <p:cNvSpPr/>
            <p:nvPr/>
          </p:nvSpPr>
          <p:spPr bwMode="auto">
            <a:xfrm rot="0" flipH="0" flipV="0">
              <a:off x="9998481" y="1608883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6607607" name="TextBox 110"/>
            <p:cNvSpPr txBox="1"/>
            <p:nvPr/>
          </p:nvSpPr>
          <p:spPr bwMode="auto">
            <a:xfrm rot="0" flipH="0" flipV="0">
              <a:off x="9998481" y="1536552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28786686" name="Freeform 109"/>
            <p:cNvSpPr/>
            <p:nvPr/>
          </p:nvSpPr>
          <p:spPr bwMode="auto">
            <a:xfrm rot="0" flipH="0" flipV="0">
              <a:off x="8410983" y="2561384"/>
              <a:ext cx="1419535" cy="520201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3655294" name="TextBox 110"/>
            <p:cNvSpPr txBox="1"/>
            <p:nvPr/>
          </p:nvSpPr>
          <p:spPr bwMode="auto">
            <a:xfrm rot="0" flipH="0" flipV="0">
              <a:off x="8410983" y="2489056"/>
              <a:ext cx="1419535" cy="592533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Child public key  #0</a:t>
              </a:r>
              <a:endParaRPr sz="1000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35162657" name="Freeform 67"/>
            <p:cNvSpPr/>
            <p:nvPr/>
          </p:nvSpPr>
          <p:spPr bwMode="auto">
            <a:xfrm rot="0" flipH="0" flipV="0">
              <a:off x="9988143" y="2542291"/>
              <a:ext cx="1369098" cy="520200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39187594" name="TextBox 68"/>
            <p:cNvSpPr txBox="1"/>
            <p:nvPr/>
          </p:nvSpPr>
          <p:spPr bwMode="auto">
            <a:xfrm rot="0" flipH="0" flipV="0">
              <a:off x="9988143" y="2469960"/>
              <a:ext cx="1369098" cy="592532"/>
            </a:xfrm>
            <a:prstGeom prst="rect">
              <a:avLst/>
            </a:prstGeom>
            <a:grpFill/>
          </p:spPr>
          <p:txBody>
            <a:bodyPr lIns="50796" tIns="50796" rIns="50796" bIns="50796" rtlCol="0" anchor="ctr"/>
            <a:lstStyle/>
            <a:p>
              <a:pPr algn="ctr">
                <a:lnSpc>
                  <a:spcPts val="1536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Child private key  #0</a:t>
              </a:r>
              <a:endParaRPr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92361003" name="AutoShape 111"/>
            <p:cNvSpPr/>
            <p:nvPr/>
          </p:nvSpPr>
          <p:spPr bwMode="auto">
            <a:xfrm flipH="0" flipV="0">
              <a:off x="9824663" y="2812477"/>
              <a:ext cx="173818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50196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705382179" name="AutoShape 111"/>
            <p:cNvSpPr/>
            <p:nvPr/>
          </p:nvSpPr>
          <p:spPr bwMode="auto">
            <a:xfrm flipH="0" flipV="0">
              <a:off x="9836871" y="1879724"/>
              <a:ext cx="161610" cy="0"/>
            </a:xfrm>
            <a:prstGeom prst="line">
              <a:avLst/>
            </a:prstGeom>
            <a:grpFill/>
            <a:ln w="47625" cap="flat">
              <a:solidFill>
                <a:schemeClr val="bg1">
                  <a:lumMod val="65098"/>
                  <a:alpha val="40000"/>
                </a:scheme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2126072875" name="AutoShape 117"/>
            <p:cNvSpPr/>
            <p:nvPr/>
          </p:nvSpPr>
          <p:spPr bwMode="auto">
            <a:xfrm rot="5399942" flipH="1" flipV="0">
              <a:off x="6970729" y="1718577"/>
              <a:ext cx="1275021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362482942" name="AutoShape 117"/>
            <p:cNvSpPr/>
            <p:nvPr/>
          </p:nvSpPr>
          <p:spPr bwMode="auto">
            <a:xfrm rot="10799952" flipH="1" flipV="0">
              <a:off x="6770394" y="1083577"/>
              <a:ext cx="840357" cy="0"/>
            </a:xfrm>
            <a:prstGeom prst="line">
              <a:avLst/>
            </a:prstGeom>
            <a:grpFill/>
            <a:ln w="47625" cap="flat">
              <a:solidFill>
                <a:srgbClr val="FFC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/>
            </a:p>
          </p:txBody>
        </p:sp>
        <p:sp>
          <p:nvSpPr>
            <p:cNvPr id="1999717268" name="AutoShape 84"/>
            <p:cNvSpPr/>
            <p:nvPr/>
          </p:nvSpPr>
          <p:spPr bwMode="auto">
            <a:xfrm>
              <a:off x="281922" y="5628960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11619036" name="AutoShape 85"/>
            <p:cNvSpPr/>
            <p:nvPr/>
          </p:nvSpPr>
          <p:spPr bwMode="auto">
            <a:xfrm flipH="1">
              <a:off x="281922" y="4552852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726666429" name="AutoShape 86"/>
            <p:cNvSpPr/>
            <p:nvPr/>
          </p:nvSpPr>
          <p:spPr bwMode="auto">
            <a:xfrm>
              <a:off x="279918" y="4189908"/>
              <a:ext cx="78286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9953191" name="AutoShape 87"/>
            <p:cNvSpPr/>
            <p:nvPr/>
          </p:nvSpPr>
          <p:spPr bwMode="auto">
            <a:xfrm flipH="1">
              <a:off x="281922" y="4913503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376444157" name="AutoShape 88"/>
            <p:cNvSpPr/>
            <p:nvPr/>
          </p:nvSpPr>
          <p:spPr bwMode="auto">
            <a:xfrm flipH="1">
              <a:off x="281922" y="527080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000"/>
            </a:p>
          </p:txBody>
        </p:sp>
        <p:sp>
          <p:nvSpPr>
            <p:cNvPr id="1646301924" name="TextBox 90"/>
            <p:cNvSpPr txBox="1"/>
            <p:nvPr/>
          </p:nvSpPr>
          <p:spPr bwMode="auto">
            <a:xfrm flipH="0" flipV="0">
              <a:off x="1380132" y="4081319"/>
              <a:ext cx="700219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N</a:t>
              </a:r>
              <a:r>
                <a:rPr sz="2000" b="1" i="1">
                  <a:latin typeface="IBM Plex Sans"/>
                  <a:cs typeface="IBM Plex Sans"/>
                </a:rPr>
                <a:t>otification identifier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928296789" name="TextBox 91"/>
            <p:cNvSpPr txBox="1"/>
            <p:nvPr/>
          </p:nvSpPr>
          <p:spPr bwMode="auto">
            <a:xfrm flipH="0" flipV="0">
              <a:off x="1380132" y="4444265"/>
              <a:ext cx="704144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identifier of the first</a:t>
              </a:r>
              <a:r>
                <a:rPr sz="2000" b="1" i="1">
                  <a:latin typeface="IBM Plex Sans"/>
                  <a:cs typeface="IBM Plex Sans"/>
                </a:rPr>
                <a:t> input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2010758176" name="TextBox 92"/>
            <p:cNvSpPr txBox="1"/>
            <p:nvPr/>
          </p:nvSpPr>
          <p:spPr bwMode="auto">
            <a:xfrm flipH="0" flipV="0">
              <a:off x="1380133" y="4804312"/>
              <a:ext cx="6973815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HMAC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5702803" name="TextBox 93"/>
            <p:cNvSpPr txBox="1"/>
            <p:nvPr/>
          </p:nvSpPr>
          <p:spPr bwMode="auto">
            <a:xfrm flipH="0" flipV="0">
              <a:off x="1380132" y="5167258"/>
              <a:ext cx="70029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’</a:t>
              </a:r>
              <a:r>
                <a:rPr sz="2000" b="1" i="1">
                  <a:latin typeface="IBM Plex Sans"/>
                  <a:cs typeface="IBM Plex Sans"/>
                </a:rPr>
                <a:t>OP</a:t>
              </a:r>
              <a:r>
                <a:rPr sz="2000" b="1" i="1">
                  <a:latin typeface="IBM Plex Sans"/>
                  <a:cs typeface="IBM Plex Sans"/>
                </a:rPr>
                <a:t>_RETURN’  </a:t>
              </a:r>
              <a:r>
                <a:rPr lang="en-US" sz="20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Identifier</a:t>
              </a:r>
              <a:r>
                <a:rPr lang="en-US" sz="2000" b="1" i="1" u="none" strike="noStrike" cap="none" spc="0">
                  <a:solidFill>
                    <a:schemeClr val="tx1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endParaRPr sz="2000" b="1" i="1">
                <a:latin typeface="IBM Plex Sans"/>
                <a:cs typeface="IBM Plex Sans"/>
              </a:endParaRPr>
            </a:p>
          </p:txBody>
        </p:sp>
        <p:sp>
          <p:nvSpPr>
            <p:cNvPr id="1553258370" name="TextBox 94"/>
            <p:cNvSpPr txBox="1"/>
            <p:nvPr/>
          </p:nvSpPr>
          <p:spPr bwMode="auto">
            <a:xfrm flipH="0" flipV="0">
              <a:off x="1380133" y="5527303"/>
              <a:ext cx="6973212" cy="21333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7"/>
                </a:lnSpc>
                <a:defRPr/>
              </a:pPr>
              <a:r>
                <a:rPr lang="en-US" sz="20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XOR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63806808" name=""/>
          <p:cNvGrpSpPr/>
          <p:nvPr/>
        </p:nvGrpSpPr>
        <p:grpSpPr bwMode="auto">
          <a:xfrm>
            <a:off x="508005" y="787152"/>
            <a:ext cx="11389032" cy="5538112"/>
            <a:chOff x="0" y="0"/>
            <a:chExt cx="11389032" cy="5538112"/>
          </a:xfrm>
        </p:grpSpPr>
        <p:sp>
          <p:nvSpPr>
            <p:cNvPr id="914739871" name="Freeform 27"/>
            <p:cNvSpPr/>
            <p:nvPr/>
          </p:nvSpPr>
          <p:spPr bwMode="auto">
            <a:xfrm rot="0" flipH="0" flipV="0">
              <a:off x="0" y="120543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7223564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48561492" name="AutoShape 29"/>
            <p:cNvSpPr/>
            <p:nvPr/>
          </p:nvSpPr>
          <p:spPr bwMode="auto">
            <a:xfrm flipH="1">
              <a:off x="1471115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60870970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7148741" name="AutoShape 31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5462839" name="AutoShape 32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4315190" name="Freeform 34"/>
            <p:cNvSpPr/>
            <p:nvPr/>
          </p:nvSpPr>
          <p:spPr bwMode="auto">
            <a:xfrm rot="0" flipH="0" flipV="0">
              <a:off x="1671392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4471122" name="TextBox 35"/>
            <p:cNvSpPr txBox="1"/>
            <p:nvPr/>
          </p:nvSpPr>
          <p:spPr bwMode="auto">
            <a:xfrm rot="0" flipH="0" flipV="0">
              <a:off x="1671392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85402581" name="TextBox 36"/>
            <p:cNvSpPr txBox="1"/>
            <p:nvPr/>
          </p:nvSpPr>
          <p:spPr bwMode="auto">
            <a:xfrm>
              <a:off x="0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42917372" name="TextBox 37"/>
            <p:cNvSpPr txBox="1"/>
            <p:nvPr/>
          </p:nvSpPr>
          <p:spPr bwMode="auto">
            <a:xfrm>
              <a:off x="1573209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55522731" name="TextBox 38"/>
            <p:cNvSpPr txBox="1"/>
            <p:nvPr/>
          </p:nvSpPr>
          <p:spPr bwMode="auto">
            <a:xfrm>
              <a:off x="3147525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0409829" name="Freeform 40"/>
            <p:cNvSpPr/>
            <p:nvPr/>
          </p:nvSpPr>
          <p:spPr bwMode="auto">
            <a:xfrm rot="0" flipH="0" flipV="0">
              <a:off x="167339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21022820" name="TextBox 41"/>
            <p:cNvSpPr txBox="1"/>
            <p:nvPr/>
          </p:nvSpPr>
          <p:spPr bwMode="auto">
            <a:xfrm rot="0" flipH="0" flipV="0">
              <a:off x="167339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70121213" name="Freeform 43"/>
            <p:cNvSpPr/>
            <p:nvPr/>
          </p:nvSpPr>
          <p:spPr bwMode="auto">
            <a:xfrm rot="0" flipH="0" flipV="0">
              <a:off x="102015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68366164" name="TextBox 44"/>
            <p:cNvSpPr txBox="1"/>
            <p:nvPr/>
          </p:nvSpPr>
          <p:spPr bwMode="auto">
            <a:xfrm rot="0" flipH="0" flipV="0">
              <a:off x="102015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45150622" name="Freeform 46"/>
            <p:cNvSpPr/>
            <p:nvPr/>
          </p:nvSpPr>
          <p:spPr bwMode="auto">
            <a:xfrm rot="0" flipH="0" flipV="0">
              <a:off x="102015" y="100987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07696458" name="TextBox 47"/>
            <p:cNvSpPr txBox="1"/>
            <p:nvPr/>
          </p:nvSpPr>
          <p:spPr bwMode="auto">
            <a:xfrm rot="0" flipH="0" flipV="0">
              <a:off x="102015" y="93754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464094" name="Freeform 49"/>
            <p:cNvSpPr/>
            <p:nvPr/>
          </p:nvSpPr>
          <p:spPr bwMode="auto">
            <a:xfrm rot="0" flipH="0" flipV="0">
              <a:off x="324954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6859879" name="TextBox 50"/>
            <p:cNvSpPr txBox="1"/>
            <p:nvPr/>
          </p:nvSpPr>
          <p:spPr bwMode="auto">
            <a:xfrm rot="0" flipH="0" flipV="0">
              <a:off x="324954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99756432" name="AutoShape 55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81670316" name="AutoShape 56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5922197" name="Freeform 58"/>
            <p:cNvSpPr/>
            <p:nvPr/>
          </p:nvSpPr>
          <p:spPr bwMode="auto">
            <a:xfrm rot="0" flipH="0" flipV="0">
              <a:off x="8443791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9714991" name="TextBox 59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29198524" name="TextBox 60"/>
            <p:cNvSpPr txBox="1"/>
            <p:nvPr/>
          </p:nvSpPr>
          <p:spPr bwMode="auto">
            <a:xfrm>
              <a:off x="6770394" y="529409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529060" name="TextBox 61"/>
            <p:cNvSpPr txBox="1"/>
            <p:nvPr/>
          </p:nvSpPr>
          <p:spPr bwMode="auto">
            <a:xfrm>
              <a:off x="8343603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7165443" name="Freeform 64"/>
            <p:cNvSpPr/>
            <p:nvPr/>
          </p:nvSpPr>
          <p:spPr bwMode="auto">
            <a:xfrm rot="0" flipH="0" flipV="0">
              <a:off x="8443791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15402567" name="TextBox 65"/>
            <p:cNvSpPr txBox="1"/>
            <p:nvPr/>
          </p:nvSpPr>
          <p:spPr bwMode="auto">
            <a:xfrm rot="0" flipH="0" flipV="0">
              <a:off x="8443791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14824314" name="Freeform 67"/>
            <p:cNvSpPr/>
            <p:nvPr/>
          </p:nvSpPr>
          <p:spPr bwMode="auto">
            <a:xfrm rot="0" flipH="0" flipV="0">
              <a:off x="6872410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28913794" name="TextBox 68"/>
            <p:cNvSpPr txBox="1"/>
            <p:nvPr/>
          </p:nvSpPr>
          <p:spPr bwMode="auto">
            <a:xfrm rot="0" flipH="0" flipV="0">
              <a:off x="6872410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</a:t>
              </a:r>
              <a:endParaRPr lang="en-US" sz="12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 K0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131951664" name="Freeform 70"/>
            <p:cNvSpPr/>
            <p:nvPr/>
          </p:nvSpPr>
          <p:spPr bwMode="auto">
            <a:xfrm rot="0" flipH="0" flipV="0">
              <a:off x="10019934" y="2548158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02368105" name="TextBox 71"/>
            <p:cNvSpPr txBox="1"/>
            <p:nvPr/>
          </p:nvSpPr>
          <p:spPr bwMode="auto">
            <a:xfrm rot="0" flipH="0" flipV="0">
              <a:off x="10019934" y="2475828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004114306" name="Freeform 73"/>
            <p:cNvSpPr/>
            <p:nvPr/>
          </p:nvSpPr>
          <p:spPr bwMode="auto">
            <a:xfrm rot="0" flipH="0" flipV="0">
              <a:off x="1001993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980385" name="TextBox 74"/>
            <p:cNvSpPr txBox="1"/>
            <p:nvPr/>
          </p:nvSpPr>
          <p:spPr bwMode="auto">
            <a:xfrm rot="0" flipH="0" flipV="0">
              <a:off x="1001993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2108457443" name="AutoShape 75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74799039" name="Freeform 77"/>
            <p:cNvSpPr/>
            <p:nvPr/>
          </p:nvSpPr>
          <p:spPr bwMode="auto">
            <a:xfrm rot="0" flipH="0" flipV="0">
              <a:off x="5060421" y="256408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98681928" name="TextBox 78"/>
            <p:cNvSpPr txBox="1"/>
            <p:nvPr/>
          </p:nvSpPr>
          <p:spPr bwMode="auto">
            <a:xfrm rot="0" flipH="0" flipV="0">
              <a:off x="5060421" y="2491753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r>
                <a:rPr lang="en-US" sz="12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payment 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2061704" name="Freeform 80"/>
            <p:cNvSpPr/>
            <p:nvPr/>
          </p:nvSpPr>
          <p:spPr bwMode="auto">
            <a:xfrm rot="0" flipH="0" flipV="0">
              <a:off x="5060421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58255982" name="TextBox 81"/>
            <p:cNvSpPr txBox="1"/>
            <p:nvPr/>
          </p:nvSpPr>
          <p:spPr bwMode="auto">
            <a:xfrm rot="0" flipH="0" flipV="0">
              <a:off x="5060421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0483921" name="AutoShape 82"/>
            <p:cNvSpPr/>
            <p:nvPr/>
          </p:nvSpPr>
          <p:spPr bwMode="auto">
            <a:xfrm>
              <a:off x="1473120" y="1254051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988048" name="AutoShape 83"/>
            <p:cNvSpPr/>
            <p:nvPr/>
          </p:nvSpPr>
          <p:spPr bwMode="auto">
            <a:xfrm flipH="1"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13905709" name="AutoShape 84"/>
            <p:cNvSpPr/>
            <p:nvPr/>
          </p:nvSpPr>
          <p:spPr bwMode="auto">
            <a:xfrm>
              <a:off x="232947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643573738" name="AutoShape 85"/>
            <p:cNvSpPr/>
            <p:nvPr/>
          </p:nvSpPr>
          <p:spPr bwMode="auto">
            <a:xfrm flipH="1">
              <a:off x="232947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255859118" name="AutoShape 86"/>
            <p:cNvSpPr/>
            <p:nvPr/>
          </p:nvSpPr>
          <p:spPr bwMode="auto">
            <a:xfrm>
              <a:off x="230940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816638285" name="AutoShape 87"/>
            <p:cNvSpPr/>
            <p:nvPr/>
          </p:nvSpPr>
          <p:spPr bwMode="auto">
            <a:xfrm flipH="1">
              <a:off x="232947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466401743" name="AutoShape 88"/>
            <p:cNvSpPr/>
            <p:nvPr/>
          </p:nvSpPr>
          <p:spPr bwMode="auto">
            <a:xfrm flipH="1">
              <a:off x="232947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400"/>
            </a:p>
          </p:txBody>
        </p:sp>
        <p:sp>
          <p:nvSpPr>
            <p:cNvPr id="1532823672" name="TextBox 89"/>
            <p:cNvSpPr txBox="1"/>
            <p:nvPr/>
          </p:nvSpPr>
          <p:spPr bwMode="auto">
            <a:xfrm>
              <a:off x="4958958" y="529411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74077760" name="TextBox 90"/>
            <p:cNvSpPr txBox="1"/>
            <p:nvPr/>
          </p:nvSpPr>
          <p:spPr bwMode="auto">
            <a:xfrm flipH="0" flipV="0">
              <a:off x="1331155" y="3878662"/>
              <a:ext cx="771993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73480734" name="TextBox 91"/>
            <p:cNvSpPr txBox="1"/>
            <p:nvPr/>
          </p:nvSpPr>
          <p:spPr bwMode="auto">
            <a:xfrm flipH="0" flipV="0">
              <a:off x="1331155" y="4241606"/>
              <a:ext cx="7716591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8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66285003" name="TextBox 92"/>
            <p:cNvSpPr txBox="1"/>
            <p:nvPr/>
          </p:nvSpPr>
          <p:spPr bwMode="auto">
            <a:xfrm flipH="0" flipV="0">
              <a:off x="1331157" y="4601655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479772601" name="TextBox 93"/>
            <p:cNvSpPr txBox="1"/>
            <p:nvPr/>
          </p:nvSpPr>
          <p:spPr bwMode="auto">
            <a:xfrm flipH="0" flipV="0">
              <a:off x="1331157" y="4964600"/>
              <a:ext cx="779911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1173276689" name="TextBox 94"/>
            <p:cNvSpPr txBox="1"/>
            <p:nvPr/>
          </p:nvSpPr>
          <p:spPr bwMode="auto">
            <a:xfrm flipH="0" flipV="0">
              <a:off x="1331157" y="5324647"/>
              <a:ext cx="7713252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8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400">
                <a:latin typeface="IBM Plex Sans"/>
                <a:cs typeface="IBM Plex Sans"/>
              </a:endParaRPr>
            </a:p>
          </p:txBody>
        </p:sp>
        <p:sp>
          <p:nvSpPr>
            <p:cNvPr id="2019387189" name="Freeform 96"/>
            <p:cNvSpPr/>
            <p:nvPr/>
          </p:nvSpPr>
          <p:spPr bwMode="auto">
            <a:xfrm rot="0" flipH="0" flipV="0">
              <a:off x="1671645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7681592" name="TextBox 97"/>
            <p:cNvSpPr txBox="1"/>
            <p:nvPr/>
          </p:nvSpPr>
          <p:spPr bwMode="auto">
            <a:xfrm rot="0" flipH="0" flipV="0">
              <a:off x="1671645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3355050" name="Freeform 99"/>
            <p:cNvSpPr/>
            <p:nvPr/>
          </p:nvSpPr>
          <p:spPr bwMode="auto">
            <a:xfrm rot="0" flipH="0" flipV="0">
              <a:off x="104274" y="177132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5232094" name="TextBox 100"/>
            <p:cNvSpPr txBox="1"/>
            <p:nvPr/>
          </p:nvSpPr>
          <p:spPr bwMode="auto">
            <a:xfrm rot="0" flipH="0" flipV="0">
              <a:off x="104274" y="1698997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100" b="1">
                  <a:solidFill>
                    <a:srgbClr val="FFFFFF"/>
                  </a:solidFill>
                  <a:latin typeface="Rubik Medium"/>
                  <a:ea typeface="Rubik Medium"/>
                  <a:cs typeface="Rubik Medium"/>
                </a:rPr>
                <a:t>a</a:t>
              </a:r>
              <a:endParaRPr/>
            </a:p>
          </p:txBody>
        </p:sp>
        <p:sp>
          <p:nvSpPr>
            <p:cNvPr id="546176773" name="AutoShape 101"/>
            <p:cNvSpPr/>
            <p:nvPr/>
          </p:nvSpPr>
          <p:spPr bwMode="auto">
            <a:xfrm>
              <a:off x="1473372" y="2031430"/>
              <a:ext cx="20027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91173755" name="Freeform 103"/>
            <p:cNvSpPr/>
            <p:nvPr/>
          </p:nvSpPr>
          <p:spPr bwMode="auto">
            <a:xfrm rot="0" flipH="0" flipV="0">
              <a:off x="10019934" y="99394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187708208" name="TextBox 104"/>
            <p:cNvSpPr txBox="1"/>
            <p:nvPr/>
          </p:nvSpPr>
          <p:spPr bwMode="auto">
            <a:xfrm rot="0" flipH="0" flipV="0">
              <a:off x="10019934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834475564" name="Freeform 106"/>
            <p:cNvSpPr/>
            <p:nvPr/>
          </p:nvSpPr>
          <p:spPr bwMode="auto">
            <a:xfrm rot="0" flipH="0" flipV="0">
              <a:off x="8445619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545894" name="TextBox 107"/>
            <p:cNvSpPr txBox="1"/>
            <p:nvPr/>
          </p:nvSpPr>
          <p:spPr bwMode="auto">
            <a:xfrm rot="0" flipH="0" flipV="0">
              <a:off x="8445619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70710994" name="Freeform 109"/>
            <p:cNvSpPr/>
            <p:nvPr/>
          </p:nvSpPr>
          <p:spPr bwMode="auto">
            <a:xfrm rot="0" flipH="0" flipV="0">
              <a:off x="6874416" y="1787252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18696609" name="TextBox 110"/>
            <p:cNvSpPr txBox="1"/>
            <p:nvPr/>
          </p:nvSpPr>
          <p:spPr bwMode="auto">
            <a:xfrm rot="0" flipH="0" flipV="0">
              <a:off x="6874416" y="17149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2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61962632" name="AutoShape 111"/>
            <p:cNvSpPr/>
            <p:nvPr/>
          </p:nvSpPr>
          <p:spPr bwMode="auto">
            <a:xfrm>
              <a:off x="8243513" y="2031430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01799493" name="AutoShape 112"/>
            <p:cNvSpPr/>
            <p:nvPr/>
          </p:nvSpPr>
          <p:spPr bwMode="auto">
            <a:xfrm>
              <a:off x="9128952" y="1514153"/>
              <a:ext cx="603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732603" name="AutoShape 113"/>
            <p:cNvSpPr/>
            <p:nvPr/>
          </p:nvSpPr>
          <p:spPr bwMode="auto">
            <a:xfrm>
              <a:off x="788655" y="1514153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58450842" name="AutoShape 114"/>
            <p:cNvSpPr/>
            <p:nvPr/>
          </p:nvSpPr>
          <p:spPr bwMode="auto">
            <a:xfrm flipH="1">
              <a:off x="1176715" y="1588694"/>
              <a:ext cx="4165927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4873973" name="AutoShape 115"/>
            <p:cNvSpPr/>
            <p:nvPr/>
          </p:nvSpPr>
          <p:spPr bwMode="auto">
            <a:xfrm flipV="1">
              <a:off x="1199574" y="1588694"/>
              <a:ext cx="0" cy="18263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27861812" name="AutoShape 116"/>
            <p:cNvSpPr/>
            <p:nvPr/>
          </p:nvSpPr>
          <p:spPr bwMode="auto">
            <a:xfrm flipV="1">
              <a:off x="534264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30808137" name="AutoShape 117"/>
            <p:cNvSpPr/>
            <p:nvPr/>
          </p:nvSpPr>
          <p:spPr bwMode="auto">
            <a:xfrm flipH="1">
              <a:off x="6148917" y="1589638"/>
              <a:ext cx="2569465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80645299" name="AutoShape 118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44021044" name="AutoShape 119"/>
            <p:cNvSpPr/>
            <p:nvPr/>
          </p:nvSpPr>
          <p:spPr bwMode="auto">
            <a:xfrm flipV="1">
              <a:off x="8718385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1717708" name="AutoShape 120"/>
            <p:cNvSpPr/>
            <p:nvPr/>
          </p:nvSpPr>
          <p:spPr bwMode="auto">
            <a:xfrm flipV="1">
              <a:off x="9128341" y="2291532"/>
              <a:ext cx="1827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46325123" name="AutoShape 121"/>
            <p:cNvSpPr/>
            <p:nvPr/>
          </p:nvSpPr>
          <p:spPr bwMode="auto">
            <a:xfrm flipH="1">
              <a:off x="5721470" y="2365560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90303789" name="AutoShape 122"/>
            <p:cNvSpPr/>
            <p:nvPr/>
          </p:nvSpPr>
          <p:spPr bwMode="auto">
            <a:xfrm flipH="1" flipV="1">
              <a:off x="5744972" y="2291532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75298650" name="AutoShape 123"/>
            <p:cNvSpPr/>
            <p:nvPr/>
          </p:nvSpPr>
          <p:spPr bwMode="auto">
            <a:xfrm flipV="1">
              <a:off x="8718385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73780646" name="AutoShape 124"/>
            <p:cNvSpPr/>
            <p:nvPr/>
          </p:nvSpPr>
          <p:spPr bwMode="auto">
            <a:xfrm flipH="1"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49649562" name=""/>
          <p:cNvGrpSpPr/>
          <p:nvPr/>
        </p:nvGrpSpPr>
        <p:grpSpPr bwMode="auto">
          <a:xfrm>
            <a:off x="708227" y="451873"/>
            <a:ext cx="10902257" cy="5803113"/>
            <a:chOff x="0" y="0"/>
            <a:chExt cx="10902257" cy="5803113"/>
          </a:xfrm>
        </p:grpSpPr>
        <p:sp>
          <p:nvSpPr>
            <p:cNvPr id="760810367" name="Freeform 27"/>
            <p:cNvSpPr/>
            <p:nvPr/>
          </p:nvSpPr>
          <p:spPr bwMode="auto">
            <a:xfrm rot="0" flipH="0" flipV="0">
              <a:off x="0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1360984" name="TextBox 28"/>
            <p:cNvSpPr txBox="1"/>
            <p:nvPr/>
          </p:nvSpPr>
          <p:spPr bwMode="auto">
            <a:xfrm rot="0" flipH="0" flipV="0">
              <a:off x="0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14904593" name="AutoShape 29"/>
            <p:cNvSpPr/>
            <p:nvPr/>
          </p:nvSpPr>
          <p:spPr bwMode="auto">
            <a:xfrm flipH="1">
              <a:off x="1473444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0989071" name="AutoShape 30"/>
            <p:cNvSpPr/>
            <p:nvPr/>
          </p:nvSpPr>
          <p:spPr bwMode="auto">
            <a:xfrm>
              <a:off x="0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20522214" name="AutoShape 31"/>
            <p:cNvSpPr/>
            <p:nvPr/>
          </p:nvSpPr>
          <p:spPr bwMode="auto">
            <a:xfrm>
              <a:off x="2943608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5335218" name="Freeform 33"/>
            <p:cNvSpPr/>
            <p:nvPr/>
          </p:nvSpPr>
          <p:spPr bwMode="auto">
            <a:xfrm rot="0" flipH="0" flipV="0">
              <a:off x="156735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3776423" name="TextBox 34"/>
            <p:cNvSpPr txBox="1"/>
            <p:nvPr/>
          </p:nvSpPr>
          <p:spPr bwMode="auto">
            <a:xfrm rot="0" flipH="0" flipV="0">
              <a:off x="156735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3893382" name="TextBox 35"/>
            <p:cNvSpPr txBox="1"/>
            <p:nvPr/>
          </p:nvSpPr>
          <p:spPr bwMode="auto">
            <a:xfrm>
              <a:off x="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06234592" name="TextBox 36"/>
            <p:cNvSpPr txBox="1"/>
            <p:nvPr/>
          </p:nvSpPr>
          <p:spPr bwMode="auto">
            <a:xfrm>
              <a:off x="147351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8460734" name="TextBox 37"/>
            <p:cNvSpPr txBox="1"/>
            <p:nvPr/>
          </p:nvSpPr>
          <p:spPr bwMode="auto">
            <a:xfrm>
              <a:off x="2948067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3320216" name="Freeform 42"/>
            <p:cNvSpPr/>
            <p:nvPr/>
          </p:nvSpPr>
          <p:spPr bwMode="auto">
            <a:xfrm rot="0" flipH="0" flipV="0">
              <a:off x="6341362" y="67746"/>
              <a:ext cx="4420475" cy="4608990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5020112" name="TextBox 43"/>
            <p:cNvSpPr txBox="1"/>
            <p:nvPr/>
          </p:nvSpPr>
          <p:spPr bwMode="auto">
            <a:xfrm rot="0" flipH="0" flipV="0">
              <a:off x="6341362" y="0"/>
              <a:ext cx="4420475" cy="467674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70510175" name="AutoShape 44"/>
            <p:cNvSpPr/>
            <p:nvPr/>
          </p:nvSpPr>
          <p:spPr bwMode="auto">
            <a:xfrm>
              <a:off x="6341364" y="425554"/>
              <a:ext cx="4420476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2522779" name="AutoShape 45"/>
            <p:cNvSpPr/>
            <p:nvPr/>
          </p:nvSpPr>
          <p:spPr bwMode="auto">
            <a:xfrm>
              <a:off x="7814808" y="425554"/>
              <a:ext cx="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3790351" name="AutoShape 46"/>
            <p:cNvSpPr/>
            <p:nvPr/>
          </p:nvSpPr>
          <p:spPr bwMode="auto">
            <a:xfrm>
              <a:off x="9284969" y="425554"/>
              <a:ext cx="3350" cy="425118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79904940" name="Freeform 48"/>
            <p:cNvSpPr/>
            <p:nvPr/>
          </p:nvSpPr>
          <p:spPr bwMode="auto">
            <a:xfrm rot="0" flipH="0" flipV="0">
              <a:off x="7908717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59418770" name="TextBox 49"/>
            <p:cNvSpPr txBox="1"/>
            <p:nvPr/>
          </p:nvSpPr>
          <p:spPr bwMode="auto">
            <a:xfrm rot="0" flipH="0" flipV="0">
              <a:off x="7908717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7014087" name="TextBox 50"/>
            <p:cNvSpPr txBox="1"/>
            <p:nvPr/>
          </p:nvSpPr>
          <p:spPr bwMode="auto">
            <a:xfrm>
              <a:off x="6341362" y="448893"/>
              <a:ext cx="1475241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11530573" name="TextBox 51"/>
            <p:cNvSpPr txBox="1"/>
            <p:nvPr/>
          </p:nvSpPr>
          <p:spPr bwMode="auto">
            <a:xfrm>
              <a:off x="7814877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6078094" name="TextBox 52"/>
            <p:cNvSpPr txBox="1"/>
            <p:nvPr/>
          </p:nvSpPr>
          <p:spPr bwMode="auto">
            <a:xfrm>
              <a:off x="9289430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31879437" name="Freeform 54"/>
            <p:cNvSpPr/>
            <p:nvPr/>
          </p:nvSpPr>
          <p:spPr bwMode="auto">
            <a:xfrm rot="0" flipH="0" flipV="0">
              <a:off x="7908717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69758804" name="TextBox 55"/>
            <p:cNvSpPr txBox="1"/>
            <p:nvPr/>
          </p:nvSpPr>
          <p:spPr bwMode="auto">
            <a:xfrm rot="0" flipH="0" flipV="0">
              <a:off x="7908717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2947587" name="Freeform 57"/>
            <p:cNvSpPr/>
            <p:nvPr/>
          </p:nvSpPr>
          <p:spPr bwMode="auto">
            <a:xfrm rot="0" flipH="0" flipV="0">
              <a:off x="6436915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1349834" name="TextBox 58"/>
            <p:cNvSpPr txBox="1"/>
            <p:nvPr/>
          </p:nvSpPr>
          <p:spPr bwMode="auto">
            <a:xfrm rot="0" flipH="0" flipV="0">
              <a:off x="6436915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 K0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802056" name="Freeform 60"/>
            <p:cNvSpPr/>
            <p:nvPr/>
          </p:nvSpPr>
          <p:spPr bwMode="auto">
            <a:xfrm rot="0" flipH="0" flipV="0">
              <a:off x="9384982" y="2341527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454297293" name="TextBox 61"/>
            <p:cNvSpPr txBox="1"/>
            <p:nvPr/>
          </p:nvSpPr>
          <p:spPr bwMode="auto">
            <a:xfrm rot="0" flipH="0" flipV="0">
              <a:off x="9384982" y="2273779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360455499" name="Freeform 63"/>
            <p:cNvSpPr/>
            <p:nvPr/>
          </p:nvSpPr>
          <p:spPr bwMode="auto">
            <a:xfrm rot="0" flipH="0" flipV="0">
              <a:off x="9384982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060039789" name="TextBox 64"/>
            <p:cNvSpPr txBox="1"/>
            <p:nvPr/>
          </p:nvSpPr>
          <p:spPr bwMode="auto">
            <a:xfrm rot="0" flipH="0" flipV="0">
              <a:off x="9384982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54331887" name="Freeform 66"/>
            <p:cNvSpPr/>
            <p:nvPr/>
          </p:nvSpPr>
          <p:spPr bwMode="auto">
            <a:xfrm rot="0" flipH="0" flipV="0">
              <a:off x="4739749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63763668" name="TextBox 67"/>
            <p:cNvSpPr txBox="1"/>
            <p:nvPr/>
          </p:nvSpPr>
          <p:spPr bwMode="auto">
            <a:xfrm rot="0" flipH="0" flipV="0">
              <a:off x="4739749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20847150" name="AutoShape 68"/>
            <p:cNvSpPr/>
            <p:nvPr/>
          </p:nvSpPr>
          <p:spPr bwMode="auto">
            <a:xfrm>
              <a:off x="1379772" y="112942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40427918" name="AutoShape 69"/>
            <p:cNvSpPr/>
            <p:nvPr/>
          </p:nvSpPr>
          <p:spPr bwMode="auto">
            <a:xfrm>
              <a:off x="5982029" y="5385748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439068248" name="AutoShape 70"/>
            <p:cNvSpPr/>
            <p:nvPr/>
          </p:nvSpPr>
          <p:spPr bwMode="auto">
            <a:xfrm flipH="1">
              <a:off x="602470" y="5394955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5416684" name="AutoShape 71"/>
            <p:cNvSpPr/>
            <p:nvPr/>
          </p:nvSpPr>
          <p:spPr bwMode="auto">
            <a:xfrm>
              <a:off x="600593" y="5055009"/>
              <a:ext cx="73325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33922031" name="AutoShape 72"/>
            <p:cNvSpPr/>
            <p:nvPr/>
          </p:nvSpPr>
          <p:spPr bwMode="auto">
            <a:xfrm flipH="1">
              <a:off x="602470" y="5732750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00396717" name="AutoShape 73"/>
            <p:cNvSpPr/>
            <p:nvPr/>
          </p:nvSpPr>
          <p:spPr bwMode="auto">
            <a:xfrm flipH="1">
              <a:off x="5982029" y="5050286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15588759" name="TextBox 74"/>
            <p:cNvSpPr txBox="1"/>
            <p:nvPr/>
          </p:nvSpPr>
          <p:spPr bwMode="auto">
            <a:xfrm>
              <a:off x="4644716" y="448895"/>
              <a:ext cx="1474882" cy="16660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9962641" name="TextBox 75"/>
            <p:cNvSpPr txBox="1"/>
            <p:nvPr/>
          </p:nvSpPr>
          <p:spPr bwMode="auto">
            <a:xfrm>
              <a:off x="1631088" y="4942572"/>
              <a:ext cx="38952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3406945" name="TextBox 76"/>
            <p:cNvSpPr txBox="1"/>
            <p:nvPr/>
          </p:nvSpPr>
          <p:spPr bwMode="auto">
            <a:xfrm>
              <a:off x="1631088" y="5282517"/>
              <a:ext cx="38934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4364723" name="TextBox 77"/>
            <p:cNvSpPr txBox="1"/>
            <p:nvPr/>
          </p:nvSpPr>
          <p:spPr bwMode="auto">
            <a:xfrm>
              <a:off x="1631088" y="5619747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8554654" name="TextBox 78"/>
            <p:cNvSpPr txBox="1"/>
            <p:nvPr/>
          </p:nvSpPr>
          <p:spPr bwMode="auto">
            <a:xfrm>
              <a:off x="7010649" y="4942572"/>
              <a:ext cx="371021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0510888" name="TextBox 79"/>
            <p:cNvSpPr txBox="1"/>
            <p:nvPr/>
          </p:nvSpPr>
          <p:spPr bwMode="auto">
            <a:xfrm>
              <a:off x="7010649" y="5279801"/>
              <a:ext cx="3891609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1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9828791" name="Freeform 81"/>
            <p:cNvSpPr/>
            <p:nvPr/>
          </p:nvSpPr>
          <p:spPr bwMode="auto">
            <a:xfrm rot="0" flipH="0" flipV="0">
              <a:off x="1567593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31285401" name="TextBox 82"/>
            <p:cNvSpPr txBox="1"/>
            <p:nvPr/>
          </p:nvSpPr>
          <p:spPr bwMode="auto">
            <a:xfrm rot="0" flipH="0" flipV="0">
              <a:off x="1567593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90274790" name="Freeform 84"/>
            <p:cNvSpPr/>
            <p:nvPr/>
          </p:nvSpPr>
          <p:spPr bwMode="auto">
            <a:xfrm rot="0" flipH="0" flipV="0">
              <a:off x="97666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76549166" name="TextBox 85"/>
            <p:cNvSpPr txBox="1"/>
            <p:nvPr/>
          </p:nvSpPr>
          <p:spPr bwMode="auto">
            <a:xfrm rot="0" flipH="0" flipV="0">
              <a:off x="97666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13145956" name="AutoShape 86"/>
            <p:cNvSpPr/>
            <p:nvPr/>
          </p:nvSpPr>
          <p:spPr bwMode="auto">
            <a:xfrm>
              <a:off x="1380007" y="1857543"/>
              <a:ext cx="18758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24250710" name="Freeform 88"/>
            <p:cNvSpPr/>
            <p:nvPr/>
          </p:nvSpPr>
          <p:spPr bwMode="auto">
            <a:xfrm rot="0" flipH="0" flipV="0">
              <a:off x="7910431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2177912" name="TextBox 89"/>
            <p:cNvSpPr txBox="1"/>
            <p:nvPr/>
          </p:nvSpPr>
          <p:spPr bwMode="auto">
            <a:xfrm rot="0" flipH="0" flipV="0">
              <a:off x="7910431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1861070" name="Freeform 91"/>
            <p:cNvSpPr/>
            <p:nvPr/>
          </p:nvSpPr>
          <p:spPr bwMode="auto">
            <a:xfrm rot="0" flipH="0" flipV="0">
              <a:off x="6438790" y="1613920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38426322" name="TextBox 92"/>
            <p:cNvSpPr txBox="1"/>
            <p:nvPr/>
          </p:nvSpPr>
          <p:spPr bwMode="auto">
            <a:xfrm rot="0" flipH="0" flipV="0">
              <a:off x="6438790" y="1546173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25334609" name="AutoShape 93"/>
            <p:cNvSpPr/>
            <p:nvPr/>
          </p:nvSpPr>
          <p:spPr bwMode="auto">
            <a:xfrm>
              <a:off x="7721131" y="1857543"/>
              <a:ext cx="189297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37489758" name="AutoShape 94"/>
            <p:cNvSpPr/>
            <p:nvPr/>
          </p:nvSpPr>
          <p:spPr bwMode="auto">
            <a:xfrm flipH="1">
              <a:off x="9190540" y="3313264"/>
              <a:ext cx="194441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78580102" name="AutoShape 95"/>
            <p:cNvSpPr/>
            <p:nvPr/>
          </p:nvSpPr>
          <p:spPr bwMode="auto">
            <a:xfrm>
              <a:off x="738680" y="1373044"/>
              <a:ext cx="76" cy="24087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5564839" name="AutoShape 96"/>
            <p:cNvSpPr/>
            <p:nvPr/>
          </p:nvSpPr>
          <p:spPr bwMode="auto">
            <a:xfrm flipH="1">
              <a:off x="1102149" y="1442862"/>
              <a:ext cx="260405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42083618" name="AutoShape 97"/>
            <p:cNvSpPr/>
            <p:nvPr/>
          </p:nvSpPr>
          <p:spPr bwMode="auto">
            <a:xfrm flipV="1">
              <a:off x="1123560" y="1442862"/>
              <a:ext cx="0" cy="1710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25579228" name="AutoShape 98"/>
            <p:cNvSpPr/>
            <p:nvPr/>
          </p:nvSpPr>
          <p:spPr bwMode="auto">
            <a:xfrm flipV="1">
              <a:off x="5004087" y="2873373"/>
              <a:ext cx="0" cy="19626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8053960" name="AutoShape 99"/>
            <p:cNvSpPr/>
            <p:nvPr/>
          </p:nvSpPr>
          <p:spPr bwMode="auto">
            <a:xfrm flipV="1">
              <a:off x="8549370" y="3556882"/>
              <a:ext cx="0" cy="24087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9533382" name="AutoShape 100"/>
            <p:cNvSpPr/>
            <p:nvPr/>
          </p:nvSpPr>
          <p:spPr bwMode="auto">
            <a:xfrm flipH="1">
              <a:off x="1377376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04041770" name="Freeform 102"/>
            <p:cNvSpPr/>
            <p:nvPr/>
          </p:nvSpPr>
          <p:spPr bwMode="auto">
            <a:xfrm rot="0" flipH="0" flipV="0">
              <a:off x="1566838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95559843" name="TextBox 103"/>
            <p:cNvSpPr txBox="1"/>
            <p:nvPr/>
          </p:nvSpPr>
          <p:spPr bwMode="auto">
            <a:xfrm rot="0" flipH="0" flipV="0">
              <a:off x="1566838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807781" name="Freeform 105"/>
            <p:cNvSpPr/>
            <p:nvPr/>
          </p:nvSpPr>
          <p:spPr bwMode="auto">
            <a:xfrm rot="0" flipH="0" flipV="0">
              <a:off x="95034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5112665" name="TextBox 106"/>
            <p:cNvSpPr txBox="1"/>
            <p:nvPr/>
          </p:nvSpPr>
          <p:spPr bwMode="auto">
            <a:xfrm rot="0" flipH="0" flipV="0">
              <a:off x="95034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33095674" name="Freeform 108"/>
            <p:cNvSpPr/>
            <p:nvPr/>
          </p:nvSpPr>
          <p:spPr bwMode="auto">
            <a:xfrm rot="0" flipH="0" flipV="0">
              <a:off x="3043102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61771056" name="TextBox 109"/>
            <p:cNvSpPr txBox="1"/>
            <p:nvPr/>
          </p:nvSpPr>
          <p:spPr bwMode="auto">
            <a:xfrm rot="0" flipH="0" flipV="0">
              <a:off x="3043102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5037369" name="Freeform 111"/>
            <p:cNvSpPr/>
            <p:nvPr/>
          </p:nvSpPr>
          <p:spPr bwMode="auto">
            <a:xfrm rot="0" flipH="0" flipV="0">
              <a:off x="7908199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23268" name="TextBox 112"/>
            <p:cNvSpPr txBox="1"/>
            <p:nvPr/>
          </p:nvSpPr>
          <p:spPr bwMode="auto">
            <a:xfrm rot="0" flipH="0" flipV="0">
              <a:off x="7908199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44227327" name="Freeform 114"/>
            <p:cNvSpPr/>
            <p:nvPr/>
          </p:nvSpPr>
          <p:spPr bwMode="auto">
            <a:xfrm rot="0" flipH="0" flipV="0">
              <a:off x="6436396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3774784" name="TextBox 115"/>
            <p:cNvSpPr txBox="1"/>
            <p:nvPr/>
          </p:nvSpPr>
          <p:spPr bwMode="auto">
            <a:xfrm rot="0" flipH="0" flipV="0">
              <a:off x="6436396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78484979" name="Freeform 117"/>
            <p:cNvSpPr/>
            <p:nvPr/>
          </p:nvSpPr>
          <p:spPr bwMode="auto">
            <a:xfrm rot="0" flipH="0" flipV="0">
              <a:off x="9384463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10184804" name="TextBox 118"/>
            <p:cNvSpPr txBox="1"/>
            <p:nvPr/>
          </p:nvSpPr>
          <p:spPr bwMode="auto">
            <a:xfrm rot="0" flipH="0" flipV="0">
              <a:off x="9384463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720013979" name="AutoShape 119"/>
            <p:cNvSpPr/>
            <p:nvPr/>
          </p:nvSpPr>
          <p:spPr bwMode="auto">
            <a:xfrm flipH="1">
              <a:off x="4325443" y="4041382"/>
              <a:ext cx="2110952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3587932" name="Freeform 121"/>
            <p:cNvSpPr/>
            <p:nvPr/>
          </p:nvSpPr>
          <p:spPr bwMode="auto">
            <a:xfrm rot="0" flipH="0" flipV="0">
              <a:off x="4739231" y="379776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3024174" name="TextBox 122"/>
            <p:cNvSpPr txBox="1"/>
            <p:nvPr/>
          </p:nvSpPr>
          <p:spPr bwMode="auto">
            <a:xfrm rot="0" flipH="0" flipV="0">
              <a:off x="4739231" y="3730015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Second payment BIP47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571460355" name="AutoShape 123"/>
            <p:cNvSpPr/>
            <p:nvPr/>
          </p:nvSpPr>
          <p:spPr bwMode="auto">
            <a:xfrm flipH="1">
              <a:off x="2849177" y="4041382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8296151" name="AutoShape 124"/>
            <p:cNvSpPr/>
            <p:nvPr/>
          </p:nvSpPr>
          <p:spPr bwMode="auto">
            <a:xfrm flipH="1">
              <a:off x="7718737" y="4041382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3852829" name="Freeform 126"/>
            <p:cNvSpPr/>
            <p:nvPr/>
          </p:nvSpPr>
          <p:spPr bwMode="auto">
            <a:xfrm rot="0" flipH="0" flipV="0">
              <a:off x="7908199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617266083" name="TextBox 127"/>
            <p:cNvSpPr txBox="1"/>
            <p:nvPr/>
          </p:nvSpPr>
          <p:spPr bwMode="auto">
            <a:xfrm rot="0" flipH="0" flipV="0">
              <a:off x="7908199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43578123" name="AutoShape 128"/>
            <p:cNvSpPr/>
            <p:nvPr/>
          </p:nvSpPr>
          <p:spPr bwMode="auto">
            <a:xfrm>
              <a:off x="7719255" y="2585145"/>
              <a:ext cx="189462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52121898" name="Freeform 130"/>
            <p:cNvSpPr/>
            <p:nvPr/>
          </p:nvSpPr>
          <p:spPr bwMode="auto">
            <a:xfrm rot="0" flipH="0" flipV="0">
              <a:off x="4740267" y="3069643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59016555" name="TextBox 131"/>
            <p:cNvSpPr txBox="1"/>
            <p:nvPr/>
          </p:nvSpPr>
          <p:spPr bwMode="auto">
            <a:xfrm rot="0" flipH="0" flipV="0">
              <a:off x="4740267" y="300189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64841869" name="AutoShape 132"/>
            <p:cNvSpPr/>
            <p:nvPr/>
          </p:nvSpPr>
          <p:spPr bwMode="auto">
            <a:xfrm flipH="1">
              <a:off x="5358907" y="3611819"/>
              <a:ext cx="282841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2583605" name="AutoShape 133"/>
            <p:cNvSpPr/>
            <p:nvPr/>
          </p:nvSpPr>
          <p:spPr bwMode="auto">
            <a:xfrm flipV="1">
              <a:off x="5380920" y="3557398"/>
              <a:ext cx="0" cy="5441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8635334" name="AutoShape 134"/>
            <p:cNvSpPr/>
            <p:nvPr/>
          </p:nvSpPr>
          <p:spPr bwMode="auto">
            <a:xfrm flipV="1">
              <a:off x="8165911" y="3611819"/>
              <a:ext cx="0" cy="18594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3781374" name="AutoShape 135"/>
            <p:cNvSpPr/>
            <p:nvPr/>
          </p:nvSpPr>
          <p:spPr bwMode="auto">
            <a:xfrm flipH="1">
              <a:off x="5759269" y="2895675"/>
              <a:ext cx="2406641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8025004" name="AutoShape 136"/>
            <p:cNvSpPr/>
            <p:nvPr/>
          </p:nvSpPr>
          <p:spPr bwMode="auto">
            <a:xfrm flipV="1">
              <a:off x="5759269" y="2873373"/>
              <a:ext cx="0" cy="193361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77272125" name="AutoShape 137"/>
            <p:cNvSpPr/>
            <p:nvPr/>
          </p:nvSpPr>
          <p:spPr bwMode="auto">
            <a:xfrm flipV="1">
              <a:off x="8165911" y="2873373"/>
              <a:ext cx="0" cy="19247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61557365" name="AutoShape 138"/>
            <p:cNvSpPr/>
            <p:nvPr/>
          </p:nvSpPr>
          <p:spPr bwMode="auto">
            <a:xfrm flipH="1">
              <a:off x="3659806" y="2895675"/>
              <a:ext cx="134428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1510852" name="AutoShape 139"/>
            <p:cNvSpPr/>
            <p:nvPr/>
          </p:nvSpPr>
          <p:spPr bwMode="auto">
            <a:xfrm flipV="1">
              <a:off x="3684274" y="1442862"/>
              <a:ext cx="0" cy="145281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7644897" name="AutoShape 140"/>
            <p:cNvSpPr/>
            <p:nvPr/>
          </p:nvSpPr>
          <p:spPr bwMode="auto">
            <a:xfrm flipV="1">
              <a:off x="9191057" y="1129423"/>
              <a:ext cx="193923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647458150" name="Freeform 142"/>
            <p:cNvSpPr/>
            <p:nvPr/>
          </p:nvSpPr>
          <p:spPr bwMode="auto">
            <a:xfrm rot="0" flipH="0" flipV="0">
              <a:off x="9381997" y="3065851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54085188" name="TextBox 143"/>
            <p:cNvSpPr txBox="1"/>
            <p:nvPr/>
          </p:nvSpPr>
          <p:spPr bwMode="auto">
            <a:xfrm rot="0" flipH="0" flipV="0">
              <a:off x="9381997" y="2998104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124322071" name="Freeform 145"/>
            <p:cNvSpPr/>
            <p:nvPr/>
          </p:nvSpPr>
          <p:spPr bwMode="auto">
            <a:xfrm rot="0" flipH="0" flipV="0">
              <a:off x="9384982" y="885804"/>
              <a:ext cx="1282338" cy="487237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666730732" name="TextBox 146"/>
            <p:cNvSpPr txBox="1"/>
            <p:nvPr/>
          </p:nvSpPr>
          <p:spPr bwMode="auto">
            <a:xfrm rot="0" flipH="0" flipV="0">
              <a:off x="9384982" y="818056"/>
              <a:ext cx="1282338" cy="5549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2033375712" name="AutoShape 147"/>
            <p:cNvSpPr/>
            <p:nvPr/>
          </p:nvSpPr>
          <p:spPr bwMode="auto">
            <a:xfrm flipV="1">
              <a:off x="9384982" y="1108012"/>
              <a:ext cx="0" cy="223023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02229411" name=""/>
            <p:cNvGrpSpPr/>
            <p:nvPr/>
          </p:nvGrpSpPr>
          <p:grpSpPr bwMode="auto">
            <a:xfrm>
              <a:off x="95034" y="843246"/>
              <a:ext cx="1282336" cy="554984"/>
              <a:chOff x="0" y="0"/>
              <a:chExt cx="1282336" cy="554984"/>
            </a:xfrm>
          </p:grpSpPr>
          <p:sp>
            <p:nvSpPr>
              <p:cNvPr id="500002838" name="Freeform 39"/>
              <p:cNvSpPr/>
              <p:nvPr/>
            </p:nvSpPr>
            <p:spPr bwMode="auto">
              <a:xfrm rot="0" flipH="0" flipV="0">
                <a:off x="0" y="67746"/>
                <a:ext cx="1282338" cy="487237"/>
              </a:xfrm>
              <a:custGeom>
                <a:avLst/>
                <a:gdLst/>
                <a:ahLst/>
                <a:cxnLst/>
                <a:rect l="l" t="t" r="r" b="b"/>
                <a:pathLst>
                  <a:path w="540878" h="205513" fill="norm" stroke="1" extrusionOk="0">
                    <a:moveTo>
                      <a:pt x="0" y="0"/>
                    </a:moveTo>
                    <a:lnTo>
                      <a:pt x="540878" y="0"/>
                    </a:lnTo>
                    <a:lnTo>
                      <a:pt x="540878" y="205513"/>
                    </a:lnTo>
                    <a:lnTo>
                      <a:pt x="0" y="20551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pPr>
                  <a:defRPr/>
                </a:pPr>
                <a:endParaRPr>
                  <a:latin typeface="IBM Plex Sans"/>
                  <a:cs typeface="IBM Plex Sans"/>
                </a:endParaRPr>
              </a:p>
            </p:txBody>
          </p:sp>
          <p:sp>
            <p:nvSpPr>
              <p:cNvPr id="166436179" name="TextBox 40"/>
              <p:cNvSpPr txBox="1"/>
              <p:nvPr/>
            </p:nvSpPr>
            <p:spPr bwMode="auto">
              <a:xfrm rot="0" flipH="0" flipV="0">
                <a:off x="0" y="0"/>
                <a:ext cx="1282338" cy="554985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1398"/>
                  </a:lnSpc>
                  <a:defRPr/>
                </a:pPr>
                <a:r>
                  <a:rPr lang="en-US" sz="10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Master key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0789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020029" name=""/>
          <p:cNvGrpSpPr/>
          <p:nvPr/>
        </p:nvGrpSpPr>
        <p:grpSpPr bwMode="auto">
          <a:xfrm>
            <a:off x="707303" y="642746"/>
            <a:ext cx="10903540" cy="5816346"/>
            <a:chOff x="0" y="0"/>
            <a:chExt cx="10903540" cy="5816346"/>
          </a:xfrm>
        </p:grpSpPr>
        <p:sp>
          <p:nvSpPr>
            <p:cNvPr id="996424954" name="Freeform 27"/>
            <p:cNvSpPr/>
            <p:nvPr/>
          </p:nvSpPr>
          <p:spPr bwMode="auto">
            <a:xfrm rot="0" flipH="0" flipV="0">
              <a:off x="0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32514489" name="TextBox 28"/>
            <p:cNvSpPr txBox="1"/>
            <p:nvPr/>
          </p:nvSpPr>
          <p:spPr bwMode="auto">
            <a:xfrm rot="0" flipH="0" flipV="0">
              <a:off x="0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484834561" name="AutoShape 29"/>
            <p:cNvSpPr/>
            <p:nvPr/>
          </p:nvSpPr>
          <p:spPr bwMode="auto">
            <a:xfrm flipH="1">
              <a:off x="1479327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1342361" name="AutoShape 30"/>
            <p:cNvSpPr/>
            <p:nvPr/>
          </p:nvSpPr>
          <p:spPr bwMode="auto">
            <a:xfrm>
              <a:off x="0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43693702" name="AutoShape 31"/>
            <p:cNvSpPr/>
            <p:nvPr/>
          </p:nvSpPr>
          <p:spPr bwMode="auto">
            <a:xfrm>
              <a:off x="2955361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4031477" name="Freeform 33"/>
            <p:cNvSpPr/>
            <p:nvPr/>
          </p:nvSpPr>
          <p:spPr bwMode="auto">
            <a:xfrm rot="0" flipH="0" flipV="0">
              <a:off x="1573614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5621518" name="TextBox 34"/>
            <p:cNvSpPr txBox="1"/>
            <p:nvPr/>
          </p:nvSpPr>
          <p:spPr bwMode="auto">
            <a:xfrm rot="0" flipH="0" flipV="0">
              <a:off x="1573614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27072987" name="TextBox 35"/>
            <p:cNvSpPr txBox="1"/>
            <p:nvPr/>
          </p:nvSpPr>
          <p:spPr bwMode="auto">
            <a:xfrm>
              <a:off x="0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04953556" name="TextBox 36"/>
            <p:cNvSpPr txBox="1"/>
            <p:nvPr/>
          </p:nvSpPr>
          <p:spPr bwMode="auto">
            <a:xfrm>
              <a:off x="1479399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6147096" name="TextBox 37"/>
            <p:cNvSpPr txBox="1"/>
            <p:nvPr/>
          </p:nvSpPr>
          <p:spPr bwMode="auto">
            <a:xfrm>
              <a:off x="2959838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87048741" name="Freeform 39"/>
            <p:cNvSpPr/>
            <p:nvPr/>
          </p:nvSpPr>
          <p:spPr bwMode="auto">
            <a:xfrm rot="0" flipH="0" flipV="0">
              <a:off x="6366683" y="68016"/>
              <a:ext cx="4438125" cy="4627391"/>
            </a:xfrm>
            <a:custGeom>
              <a:avLst/>
              <a:gdLst/>
              <a:ahLst/>
              <a:cxnLst/>
              <a:rect l="l" t="t" r="r" b="b"/>
              <a:pathLst>
                <a:path w="1864513" h="1944027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944027"/>
                  </a:lnTo>
                  <a:lnTo>
                    <a:pt x="0" y="19440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12638335" name="TextBox 40"/>
            <p:cNvSpPr txBox="1"/>
            <p:nvPr/>
          </p:nvSpPr>
          <p:spPr bwMode="auto">
            <a:xfrm rot="0" flipH="0" flipV="0">
              <a:off x="6366683" y="0"/>
              <a:ext cx="4438125" cy="469541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97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 sz="1400">
                <a:latin typeface="IBM Plex Sans"/>
                <a:cs typeface="IBM Plex Sans"/>
              </a:endParaRPr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  <a:p>
              <a:pPr algn="ctr">
                <a:lnSpc>
                  <a:spcPts val="2097"/>
                </a:lnSpc>
                <a:defRPr/>
              </a:pPr>
              <a:endParaRPr/>
            </a:p>
          </p:txBody>
        </p:sp>
        <p:sp>
          <p:nvSpPr>
            <p:cNvPr id="1721920855" name="AutoShape 41"/>
            <p:cNvSpPr/>
            <p:nvPr/>
          </p:nvSpPr>
          <p:spPr bwMode="auto">
            <a:xfrm>
              <a:off x="6366683" y="427255"/>
              <a:ext cx="4438125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0462839" name="AutoShape 42"/>
            <p:cNvSpPr/>
            <p:nvPr/>
          </p:nvSpPr>
          <p:spPr bwMode="auto">
            <a:xfrm>
              <a:off x="7846011" y="427255"/>
              <a:ext cx="0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13463821" name="AutoShape 43"/>
            <p:cNvSpPr/>
            <p:nvPr/>
          </p:nvSpPr>
          <p:spPr bwMode="auto">
            <a:xfrm>
              <a:off x="9322043" y="427255"/>
              <a:ext cx="3366" cy="4268155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3704654" name="Freeform 45"/>
            <p:cNvSpPr/>
            <p:nvPr/>
          </p:nvSpPr>
          <p:spPr bwMode="auto">
            <a:xfrm rot="0" flipH="0" flipV="0">
              <a:off x="7940296" y="905245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19010908" name="TextBox 46"/>
            <p:cNvSpPr txBox="1"/>
            <p:nvPr/>
          </p:nvSpPr>
          <p:spPr bwMode="auto">
            <a:xfrm rot="0" flipH="0" flipV="0">
              <a:off x="7940296" y="837227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284546360" name="TextBox 47"/>
            <p:cNvSpPr txBox="1"/>
            <p:nvPr/>
          </p:nvSpPr>
          <p:spPr bwMode="auto">
            <a:xfrm>
              <a:off x="6366683" y="450801"/>
              <a:ext cx="1481125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004124" name="TextBox 48"/>
            <p:cNvSpPr txBox="1"/>
            <p:nvPr/>
          </p:nvSpPr>
          <p:spPr bwMode="auto">
            <a:xfrm>
              <a:off x="7846083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270408" name="TextBox 49"/>
            <p:cNvSpPr txBox="1"/>
            <p:nvPr/>
          </p:nvSpPr>
          <p:spPr bwMode="auto">
            <a:xfrm>
              <a:off x="9326522" y="450801"/>
              <a:ext cx="1480766" cy="16749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15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78134182" name="Freeform 51"/>
            <p:cNvSpPr/>
            <p:nvPr/>
          </p:nvSpPr>
          <p:spPr bwMode="auto">
            <a:xfrm rot="0" flipH="0" flipV="0">
              <a:off x="7940296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0748852" name="TextBox 52"/>
            <p:cNvSpPr txBox="1"/>
            <p:nvPr/>
          </p:nvSpPr>
          <p:spPr bwMode="auto">
            <a:xfrm rot="0" flipH="0" flipV="0">
              <a:off x="7940296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0401888" name="Freeform 54"/>
            <p:cNvSpPr/>
            <p:nvPr/>
          </p:nvSpPr>
          <p:spPr bwMode="auto">
            <a:xfrm rot="0" flipH="0" flipV="0">
              <a:off x="6462615" y="23508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97131464" name="TextBox 55"/>
            <p:cNvSpPr txBox="1"/>
            <p:nvPr/>
          </p:nvSpPr>
          <p:spPr bwMode="auto">
            <a:xfrm rot="0" flipH="0" flipV="0">
              <a:off x="6462615" y="22828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193147" name="Freeform 57"/>
            <p:cNvSpPr/>
            <p:nvPr/>
          </p:nvSpPr>
          <p:spPr bwMode="auto">
            <a:xfrm rot="0" flipH="0" flipV="0">
              <a:off x="4758674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40624935" name="TextBox 58"/>
            <p:cNvSpPr txBox="1"/>
            <p:nvPr/>
          </p:nvSpPr>
          <p:spPr bwMode="auto">
            <a:xfrm rot="0" flipH="0" flipV="0">
              <a:off x="4758674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42155843" name="AutoShape 60"/>
            <p:cNvSpPr/>
            <p:nvPr/>
          </p:nvSpPr>
          <p:spPr bwMode="auto">
            <a:xfrm flipH="1">
              <a:off x="604875" y="5416497"/>
              <a:ext cx="737848" cy="0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343348560" name="TextBox 65"/>
            <p:cNvSpPr txBox="1"/>
            <p:nvPr/>
          </p:nvSpPr>
          <p:spPr bwMode="auto">
            <a:xfrm>
              <a:off x="1637600" y="4962420"/>
              <a:ext cx="3910738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14720499" name="TextBox 66"/>
            <p:cNvSpPr txBox="1"/>
            <p:nvPr/>
          </p:nvSpPr>
          <p:spPr bwMode="auto">
            <a:xfrm>
              <a:off x="1637601" y="5303725"/>
              <a:ext cx="3907139" cy="18412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7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3303235" name="Freeform 71"/>
            <p:cNvSpPr/>
            <p:nvPr/>
          </p:nvSpPr>
          <p:spPr bwMode="auto">
            <a:xfrm rot="0" flipH="0" flipV="0">
              <a:off x="1573851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41627753" name="TextBox 72"/>
            <p:cNvSpPr txBox="1"/>
            <p:nvPr/>
          </p:nvSpPr>
          <p:spPr bwMode="auto">
            <a:xfrm rot="0" flipH="0" flipV="0">
              <a:off x="1573851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62326755" name="Freeform 74"/>
            <p:cNvSpPr/>
            <p:nvPr/>
          </p:nvSpPr>
          <p:spPr bwMode="auto">
            <a:xfrm rot="0" flipH="0" flipV="0">
              <a:off x="7942015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088475" name="TextBox 75"/>
            <p:cNvSpPr txBox="1"/>
            <p:nvPr/>
          </p:nvSpPr>
          <p:spPr bwMode="auto">
            <a:xfrm rot="0" flipH="0" flipV="0">
              <a:off x="7942015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57608007" name="Freeform 77"/>
            <p:cNvSpPr/>
            <p:nvPr/>
          </p:nvSpPr>
          <p:spPr bwMode="auto">
            <a:xfrm rot="0" flipH="0" flipV="0">
              <a:off x="6464500" y="1636270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51629963" name="TextBox 78"/>
            <p:cNvSpPr txBox="1"/>
            <p:nvPr/>
          </p:nvSpPr>
          <p:spPr bwMode="auto">
            <a:xfrm rot="0" flipH="0" flipV="0">
              <a:off x="6464500" y="156825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5116468" name="AutoShape 79"/>
            <p:cNvSpPr/>
            <p:nvPr/>
          </p:nvSpPr>
          <p:spPr bwMode="auto">
            <a:xfrm>
              <a:off x="7751962" y="1864960"/>
              <a:ext cx="190053" cy="0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50094853" name="AutoShape 80"/>
            <p:cNvSpPr/>
            <p:nvPr/>
          </p:nvSpPr>
          <p:spPr bwMode="auto">
            <a:xfrm>
              <a:off x="1385280" y="1861153"/>
              <a:ext cx="188571" cy="380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9064551" name="AutoShape 81"/>
            <p:cNvSpPr/>
            <p:nvPr/>
          </p:nvSpPr>
          <p:spPr bwMode="auto">
            <a:xfrm flipH="1" flipV="1">
              <a:off x="3698983" y="3326238"/>
              <a:ext cx="1060210" cy="15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66113" name="Freeform 83"/>
            <p:cNvSpPr/>
            <p:nvPr/>
          </p:nvSpPr>
          <p:spPr bwMode="auto">
            <a:xfrm rot="0" flipH="0" flipV="0">
              <a:off x="7939776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74590862" name="TextBox 84"/>
            <p:cNvSpPr txBox="1"/>
            <p:nvPr/>
          </p:nvSpPr>
          <p:spPr bwMode="auto">
            <a:xfrm rot="0" flipH="0" flipV="0">
              <a:off x="7939776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55474136" name="Freeform 86"/>
            <p:cNvSpPr/>
            <p:nvPr/>
          </p:nvSpPr>
          <p:spPr bwMode="auto">
            <a:xfrm rot="0" flipH="0" flipV="0">
              <a:off x="6462095" y="3812926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9625291" name="TextBox 87"/>
            <p:cNvSpPr txBox="1"/>
            <p:nvPr/>
          </p:nvSpPr>
          <p:spPr bwMode="auto">
            <a:xfrm rot="0" flipH="0" flipV="0">
              <a:off x="6462095" y="374490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address 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59479962" name="AutoShape 88"/>
            <p:cNvSpPr/>
            <p:nvPr/>
          </p:nvSpPr>
          <p:spPr bwMode="auto">
            <a:xfrm flipH="1">
              <a:off x="7749556" y="4057520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35106940" name="Freeform 90"/>
            <p:cNvSpPr/>
            <p:nvPr/>
          </p:nvSpPr>
          <p:spPr bwMode="auto">
            <a:xfrm rot="0" flipH="0" flipV="0">
              <a:off x="7939776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90649" name="TextBox 91"/>
            <p:cNvSpPr txBox="1"/>
            <p:nvPr/>
          </p:nvSpPr>
          <p:spPr bwMode="auto">
            <a:xfrm rot="0" flipH="0" flipV="0">
              <a:off x="7939776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730912851" name="Freeform 93"/>
            <p:cNvSpPr/>
            <p:nvPr/>
          </p:nvSpPr>
          <p:spPr bwMode="auto">
            <a:xfrm rot="0" flipH="0" flipV="0">
              <a:off x="4759194" y="308190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141601966" name="TextBox 94"/>
            <p:cNvSpPr txBox="1"/>
            <p:nvPr/>
          </p:nvSpPr>
          <p:spPr bwMode="auto">
            <a:xfrm rot="0" flipH="0" flipV="0">
              <a:off x="4759194" y="301388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32852479" name="AutoShape 95"/>
            <p:cNvSpPr/>
            <p:nvPr/>
          </p:nvSpPr>
          <p:spPr bwMode="auto">
            <a:xfrm flipH="1" flipV="1">
              <a:off x="5380304" y="3626241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1865405" name="AutoShape 96"/>
            <p:cNvSpPr/>
            <p:nvPr/>
          </p:nvSpPr>
          <p:spPr bwMode="auto">
            <a:xfrm flipH="1" flipV="1">
              <a:off x="5402404" y="3571603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3872552" name="AutoShape 97"/>
            <p:cNvSpPr/>
            <p:nvPr/>
          </p:nvSpPr>
          <p:spPr bwMode="auto">
            <a:xfrm flipH="1" flipV="1">
              <a:off x="5782264" y="2907240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3374964" name="AutoShape 98"/>
            <p:cNvSpPr/>
            <p:nvPr/>
          </p:nvSpPr>
          <p:spPr bwMode="auto">
            <a:xfrm flipV="1">
              <a:off x="5782264" y="2884847"/>
              <a:ext cx="0" cy="19413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6274182" name="AutoShape 99"/>
            <p:cNvSpPr/>
            <p:nvPr/>
          </p:nvSpPr>
          <p:spPr bwMode="auto">
            <a:xfrm flipV="1">
              <a:off x="10061470" y="2884847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16080340" name="AutoShape 100"/>
            <p:cNvSpPr/>
            <p:nvPr/>
          </p:nvSpPr>
          <p:spPr bwMode="auto">
            <a:xfrm flipV="1">
              <a:off x="3698983" y="1861153"/>
              <a:ext cx="0" cy="149041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589977" name="AutoShape 101"/>
            <p:cNvSpPr/>
            <p:nvPr/>
          </p:nvSpPr>
          <p:spPr bwMode="auto">
            <a:xfrm flipH="1">
              <a:off x="10706919" y="3326495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9941300" name="AutoShape 102"/>
            <p:cNvSpPr/>
            <p:nvPr/>
          </p:nvSpPr>
          <p:spPr bwMode="auto">
            <a:xfrm flipV="1">
              <a:off x="10707439" y="1133934"/>
              <a:ext cx="194697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18432390" name="AutoShape 103"/>
            <p:cNvSpPr/>
            <p:nvPr/>
          </p:nvSpPr>
          <p:spPr bwMode="auto">
            <a:xfrm flipV="1">
              <a:off x="10902138" y="1112436"/>
              <a:ext cx="0" cy="2239137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5599368" name="Freeform 105"/>
            <p:cNvSpPr/>
            <p:nvPr/>
          </p:nvSpPr>
          <p:spPr bwMode="auto">
            <a:xfrm rot="0" flipH="0" flipV="0">
              <a:off x="9418259" y="90498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99361827" name="TextBox 106"/>
            <p:cNvSpPr txBox="1"/>
            <p:nvPr/>
          </p:nvSpPr>
          <p:spPr bwMode="auto">
            <a:xfrm rot="0" flipH="0" flipV="0">
              <a:off x="9418259" y="83697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9545850" name="Freeform 108"/>
            <p:cNvSpPr/>
            <p:nvPr/>
          </p:nvSpPr>
          <p:spPr bwMode="auto">
            <a:xfrm rot="0" flipH="0" flipV="0">
              <a:off x="9419978" y="163601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4966215" name="TextBox 109"/>
            <p:cNvSpPr txBox="1"/>
            <p:nvPr/>
          </p:nvSpPr>
          <p:spPr bwMode="auto">
            <a:xfrm rot="0" flipH="0" flipV="0">
              <a:off x="9419978" y="156799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84518480" name="Freeform 111"/>
            <p:cNvSpPr/>
            <p:nvPr/>
          </p:nvSpPr>
          <p:spPr bwMode="auto">
            <a:xfrm rot="0" flipH="0" flipV="0">
              <a:off x="9417740" y="3828573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905881" name="TextBox 112"/>
            <p:cNvSpPr txBox="1"/>
            <p:nvPr/>
          </p:nvSpPr>
          <p:spPr bwMode="auto">
            <a:xfrm rot="0" flipH="0" flipV="0">
              <a:off x="9417740" y="3760555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28834037" name="Freeform 114"/>
            <p:cNvSpPr/>
            <p:nvPr/>
          </p:nvSpPr>
          <p:spPr bwMode="auto">
            <a:xfrm rot="0" flipH="0" flipV="0">
              <a:off x="9417740" y="3097548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46598017" name="TextBox 115"/>
            <p:cNvSpPr txBox="1"/>
            <p:nvPr/>
          </p:nvSpPr>
          <p:spPr bwMode="auto">
            <a:xfrm rot="0" flipH="0" flipV="0">
              <a:off x="9417740" y="3029529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#1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16510172" name="AutoShape 116"/>
            <p:cNvSpPr/>
            <p:nvPr/>
          </p:nvSpPr>
          <p:spPr bwMode="auto">
            <a:xfrm flipV="1">
              <a:off x="9227757" y="1133788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6689727" name="AutoShape 117"/>
            <p:cNvSpPr/>
            <p:nvPr/>
          </p:nvSpPr>
          <p:spPr bwMode="auto">
            <a:xfrm flipV="1">
              <a:off x="9229476" y="186481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7860380" name="AutoShape 118"/>
            <p:cNvSpPr/>
            <p:nvPr/>
          </p:nvSpPr>
          <p:spPr bwMode="auto">
            <a:xfrm flipV="1">
              <a:off x="9227237" y="3326349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999999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84694115" name="AutoShape 119"/>
            <p:cNvSpPr/>
            <p:nvPr/>
          </p:nvSpPr>
          <p:spPr bwMode="auto">
            <a:xfrm flipH="1">
              <a:off x="7751962" y="2595469"/>
              <a:ext cx="19021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10498116" name="AutoShape 120"/>
            <p:cNvSpPr/>
            <p:nvPr/>
          </p:nvSpPr>
          <p:spPr bwMode="auto">
            <a:xfrm flipH="1">
              <a:off x="10705200" y="1864702"/>
              <a:ext cx="195219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04221959" name="Freeform 122"/>
            <p:cNvSpPr/>
            <p:nvPr/>
          </p:nvSpPr>
          <p:spPr bwMode="auto">
            <a:xfrm rot="0" flipH="0" flipV="0">
              <a:off x="9418259" y="236652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12267624" name="TextBox 123"/>
            <p:cNvSpPr txBox="1"/>
            <p:nvPr/>
          </p:nvSpPr>
          <p:spPr bwMode="auto">
            <a:xfrm rot="0" flipH="0" flipV="0">
              <a:off x="9418259" y="2298502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25078143" name="AutoShape 124"/>
            <p:cNvSpPr/>
            <p:nvPr/>
          </p:nvSpPr>
          <p:spPr bwMode="auto">
            <a:xfrm flipH="1" flipV="1">
              <a:off x="5782500" y="1461609"/>
              <a:ext cx="428392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25798601" name="AutoShape 125"/>
            <p:cNvSpPr/>
            <p:nvPr/>
          </p:nvSpPr>
          <p:spPr bwMode="auto">
            <a:xfrm flipH="0" flipV="1">
              <a:off x="5782500" y="1461411"/>
              <a:ext cx="0" cy="194133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74759189" name="AutoShape 126"/>
            <p:cNvSpPr/>
            <p:nvPr/>
          </p:nvSpPr>
          <p:spPr bwMode="auto">
            <a:xfrm flipV="1">
              <a:off x="10061706" y="1461411"/>
              <a:ext cx="0" cy="193248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85726826" name="AutoShape 127"/>
            <p:cNvSpPr/>
            <p:nvPr/>
          </p:nvSpPr>
          <p:spPr bwMode="auto">
            <a:xfrm flipH="1">
              <a:off x="9227757" y="2595324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36100527" name="AutoShape 128"/>
            <p:cNvSpPr/>
            <p:nvPr/>
          </p:nvSpPr>
          <p:spPr bwMode="auto">
            <a:xfrm flipH="1">
              <a:off x="9227237" y="4057375"/>
              <a:ext cx="190503" cy="31"/>
            </a:xfrm>
            <a:prstGeom prst="line">
              <a:avLst/>
            </a:prstGeom>
            <a:grpFill/>
            <a:ln w="47625" cap="flat">
              <a:solidFill>
                <a:srgbClr val="8C52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18682663" name="AutoShape 129"/>
            <p:cNvSpPr/>
            <p:nvPr/>
          </p:nvSpPr>
          <p:spPr bwMode="auto">
            <a:xfrm flipV="1">
              <a:off x="10066186" y="3570831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38034917" name="AutoShape 130"/>
            <p:cNvSpPr/>
            <p:nvPr/>
          </p:nvSpPr>
          <p:spPr bwMode="auto">
            <a:xfrm flipV="1">
              <a:off x="9813925" y="3626241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69345411" name="AutoShape 131"/>
            <p:cNvSpPr/>
            <p:nvPr/>
          </p:nvSpPr>
          <p:spPr bwMode="auto">
            <a:xfrm flipH="1">
              <a:off x="5380594" y="2164964"/>
              <a:ext cx="4456012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91377853" name="AutoShape 132"/>
            <p:cNvSpPr/>
            <p:nvPr/>
          </p:nvSpPr>
          <p:spPr bwMode="auto">
            <a:xfrm flipV="1">
              <a:off x="5402696" y="2110326"/>
              <a:ext cx="0" cy="5463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84921002" name="AutoShape 133"/>
            <p:cNvSpPr/>
            <p:nvPr/>
          </p:nvSpPr>
          <p:spPr bwMode="auto">
            <a:xfrm flipV="1">
              <a:off x="10066476" y="2109552"/>
              <a:ext cx="0" cy="241839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2161324" name="AutoShape 134"/>
            <p:cNvSpPr/>
            <p:nvPr/>
          </p:nvSpPr>
          <p:spPr bwMode="auto">
            <a:xfrm flipV="1">
              <a:off x="9814217" y="2164964"/>
              <a:ext cx="0" cy="186684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79844173" name="AutoShape 135"/>
            <p:cNvSpPr/>
            <p:nvPr/>
          </p:nvSpPr>
          <p:spPr bwMode="auto">
            <a:xfrm>
              <a:off x="1385280" y="1133676"/>
              <a:ext cx="188332" cy="256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43940506" name="Freeform 137"/>
            <p:cNvSpPr/>
            <p:nvPr/>
          </p:nvSpPr>
          <p:spPr bwMode="auto">
            <a:xfrm rot="0" flipH="0" flipV="0">
              <a:off x="97818" y="1616559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687681386" name="TextBox 138"/>
            <p:cNvSpPr txBox="1"/>
            <p:nvPr/>
          </p:nvSpPr>
          <p:spPr bwMode="auto">
            <a:xfrm rot="0" flipH="0" flipV="0">
              <a:off x="97818" y="1548540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1206615634" name="AutoShape 139"/>
            <p:cNvSpPr/>
            <p:nvPr/>
          </p:nvSpPr>
          <p:spPr bwMode="auto">
            <a:xfrm flipH="1">
              <a:off x="2861312" y="1864960"/>
              <a:ext cx="1897362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34289137" name="Freeform 141"/>
            <p:cNvSpPr/>
            <p:nvPr/>
          </p:nvSpPr>
          <p:spPr bwMode="auto">
            <a:xfrm rot="0" flipH="0" flipV="0">
              <a:off x="97818" y="889081"/>
              <a:ext cx="1287457" cy="489186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483070347" name="TextBox 142"/>
            <p:cNvSpPr txBox="1"/>
            <p:nvPr/>
          </p:nvSpPr>
          <p:spPr bwMode="auto">
            <a:xfrm rot="0" flipH="0" flipV="0">
              <a:off x="97818" y="821063"/>
              <a:ext cx="1287457" cy="5572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endParaRPr/>
            </a:p>
          </p:txBody>
        </p:sp>
        <p:sp>
          <p:nvSpPr>
            <p:cNvPr id="975284644" name="AutoShape 143"/>
            <p:cNvSpPr/>
            <p:nvPr/>
          </p:nvSpPr>
          <p:spPr bwMode="auto">
            <a:xfrm flipH="1">
              <a:off x="1385280" y="1112436"/>
              <a:ext cx="0" cy="768429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88851763" name="AutoShape 69"/>
            <p:cNvSpPr/>
            <p:nvPr/>
          </p:nvSpPr>
          <p:spPr bwMode="auto">
            <a:xfrm>
              <a:off x="5982953" y="5467016"/>
              <a:ext cx="731376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834936005" name="AutoShape 71"/>
            <p:cNvSpPr/>
            <p:nvPr/>
          </p:nvSpPr>
          <p:spPr bwMode="auto">
            <a:xfrm>
              <a:off x="601516" y="5022885"/>
              <a:ext cx="73325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11418798" name="AutoShape 72"/>
            <p:cNvSpPr/>
            <p:nvPr/>
          </p:nvSpPr>
          <p:spPr bwMode="auto">
            <a:xfrm flipH="1">
              <a:off x="603393" y="5745983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633648249" name="AutoShape 73"/>
            <p:cNvSpPr/>
            <p:nvPr/>
          </p:nvSpPr>
          <p:spPr bwMode="auto">
            <a:xfrm flipH="1">
              <a:off x="5982953" y="5131554"/>
              <a:ext cx="734913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487535259" name="TextBox 74"/>
            <p:cNvSpPr txBox="1"/>
            <p:nvPr/>
          </p:nvSpPr>
          <p:spPr bwMode="auto">
            <a:xfrm>
              <a:off x="4645640" y="258021"/>
              <a:ext cx="1475241" cy="16647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07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70680034" name="TextBox 77"/>
            <p:cNvSpPr txBox="1"/>
            <p:nvPr/>
          </p:nvSpPr>
          <p:spPr bwMode="auto">
            <a:xfrm>
              <a:off x="1632011" y="5632980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2007787" name="TextBox 78"/>
            <p:cNvSpPr txBox="1"/>
            <p:nvPr/>
          </p:nvSpPr>
          <p:spPr bwMode="auto">
            <a:xfrm>
              <a:off x="7011572" y="5023841"/>
              <a:ext cx="3710574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7039942" name="TextBox 79"/>
            <p:cNvSpPr txBox="1"/>
            <p:nvPr/>
          </p:nvSpPr>
          <p:spPr bwMode="auto">
            <a:xfrm>
              <a:off x="7011572" y="5361069"/>
              <a:ext cx="3891968" cy="183366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40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3981292" name="AutoShape 133"/>
            <p:cNvSpPr/>
            <p:nvPr/>
          </p:nvSpPr>
          <p:spPr bwMode="auto">
            <a:xfrm flipV="1">
              <a:off x="5381844" y="3366524"/>
              <a:ext cx="0" cy="54418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39760" name="Freeform 26"/>
          <p:cNvSpPr/>
          <p:nvPr/>
        </p:nvSpPr>
        <p:spPr bwMode="auto">
          <a:xfrm>
            <a:off x="3289788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118867" name="Freeform 27"/>
          <p:cNvSpPr/>
          <p:nvPr/>
        </p:nvSpPr>
        <p:spPr bwMode="auto">
          <a:xfrm>
            <a:off x="8192749" y="26888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552189" name="Freeform 29"/>
          <p:cNvSpPr/>
          <p:nvPr/>
        </p:nvSpPr>
        <p:spPr bwMode="auto">
          <a:xfrm rot="0" flipH="0" flipV="0">
            <a:off x="3301605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2065333258" name="TextBox 30"/>
          <p:cNvSpPr txBox="1"/>
          <p:nvPr/>
        </p:nvSpPr>
        <p:spPr bwMode="auto">
          <a:xfrm rot="0" flipH="0" flipV="0">
            <a:off x="3359698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जी</a:t>
            </a:r>
            <a:endParaRPr/>
          </a:p>
        </p:txBody>
      </p:sp>
      <p:sp>
        <p:nvSpPr>
          <p:cNvPr id="43827833" name="Freeform 32"/>
          <p:cNvSpPr/>
          <p:nvPr/>
        </p:nvSpPr>
        <p:spPr bwMode="auto">
          <a:xfrm rot="0" flipH="0" flipV="0">
            <a:off x="3301605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458810485" name="TextBox 33"/>
          <p:cNvSpPr txBox="1"/>
          <p:nvPr/>
        </p:nvSpPr>
        <p:spPr bwMode="auto">
          <a:xfrm rot="0" flipH="0" flipV="0">
            <a:off x="3359698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826703899" name="Freeform 35"/>
          <p:cNvSpPr/>
          <p:nvPr/>
        </p:nvSpPr>
        <p:spPr bwMode="auto">
          <a:xfrm rot="0" flipH="0" flipV="0">
            <a:off x="3527176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240958" name="TextBox 36"/>
          <p:cNvSpPr txBox="1"/>
          <p:nvPr/>
        </p:nvSpPr>
        <p:spPr bwMode="auto">
          <a:xfrm rot="0" flipH="0" flipV="0">
            <a:off x="3542976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09771617" name="Freeform 38"/>
          <p:cNvSpPr/>
          <p:nvPr/>
        </p:nvSpPr>
        <p:spPr bwMode="auto">
          <a:xfrm rot="0" flipH="0" flipV="0">
            <a:off x="3301605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756789214" name="TextBox 39"/>
          <p:cNvSpPr txBox="1"/>
          <p:nvPr/>
        </p:nvSpPr>
        <p:spPr bwMode="auto">
          <a:xfrm rot="0" flipH="0" flipV="0">
            <a:off x="3359698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110302426" name="Freeform 40"/>
          <p:cNvSpPr/>
          <p:nvPr/>
        </p:nvSpPr>
        <p:spPr bwMode="auto">
          <a:xfrm>
            <a:off x="3476098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535904" name="TextBox 41"/>
          <p:cNvSpPr txBox="1"/>
          <p:nvPr/>
        </p:nvSpPr>
        <p:spPr bwMode="auto">
          <a:xfrm>
            <a:off x="3466822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404140445" name="TextBox 42"/>
          <p:cNvSpPr txBox="1"/>
          <p:nvPr/>
        </p:nvSpPr>
        <p:spPr bwMode="auto">
          <a:xfrm>
            <a:off x="8369784" y="61048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046652023" name="Freeform 44"/>
          <p:cNvSpPr/>
          <p:nvPr/>
        </p:nvSpPr>
        <p:spPr bwMode="auto">
          <a:xfrm rot="0" flipH="0" flipV="0">
            <a:off x="3301605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979930058" name="TextBox 45"/>
          <p:cNvSpPr txBox="1"/>
          <p:nvPr/>
        </p:nvSpPr>
        <p:spPr bwMode="auto">
          <a:xfrm rot="0" flipH="0" flipV="0">
            <a:off x="3359698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2053597362" name="Freeform 47"/>
          <p:cNvSpPr/>
          <p:nvPr/>
        </p:nvSpPr>
        <p:spPr bwMode="auto">
          <a:xfrm rot="0" flipH="0" flipV="0">
            <a:off x="3301605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34409667" name="TextBox 48"/>
          <p:cNvSpPr txBox="1"/>
          <p:nvPr/>
        </p:nvSpPr>
        <p:spPr bwMode="auto">
          <a:xfrm rot="0" flipH="0" flipV="0">
            <a:off x="3359698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572891697" name="Freeform 50"/>
          <p:cNvSpPr/>
          <p:nvPr/>
        </p:nvSpPr>
        <p:spPr bwMode="auto">
          <a:xfrm rot="0" flipH="0" flipV="0">
            <a:off x="3527176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170280" name="TextBox 51"/>
          <p:cNvSpPr txBox="1"/>
          <p:nvPr/>
        </p:nvSpPr>
        <p:spPr bwMode="auto">
          <a:xfrm rot="0" flipH="0" flipV="0">
            <a:off x="3542976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42488444" name="Freeform 53"/>
          <p:cNvSpPr/>
          <p:nvPr/>
        </p:nvSpPr>
        <p:spPr bwMode="auto">
          <a:xfrm rot="0" flipH="0" flipV="0">
            <a:off x="3301605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82011402" name="TextBox 54"/>
          <p:cNvSpPr txBox="1"/>
          <p:nvPr/>
        </p:nvSpPr>
        <p:spPr bwMode="auto">
          <a:xfrm rot="0" flipH="0" flipV="0">
            <a:off x="3359698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एस</a:t>
            </a:r>
            <a:endParaRPr/>
          </a:p>
        </p:txBody>
      </p:sp>
      <p:sp>
        <p:nvSpPr>
          <p:cNvPr id="958794215" name="Freeform 55"/>
          <p:cNvSpPr/>
          <p:nvPr/>
        </p:nvSpPr>
        <p:spPr bwMode="auto">
          <a:xfrm>
            <a:off x="3476098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83561" name="Freeform 57"/>
          <p:cNvSpPr/>
          <p:nvPr/>
        </p:nvSpPr>
        <p:spPr bwMode="auto">
          <a:xfrm rot="0" flipH="0" flipV="0">
            <a:off x="8204566" y="120881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86109663" name="TextBox 58"/>
          <p:cNvSpPr txBox="1"/>
          <p:nvPr/>
        </p:nvSpPr>
        <p:spPr bwMode="auto">
          <a:xfrm rot="0" flipH="0" flipV="0">
            <a:off x="8262659" y="123060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जी</a:t>
            </a:r>
            <a:endParaRPr/>
          </a:p>
        </p:txBody>
      </p:sp>
      <p:sp>
        <p:nvSpPr>
          <p:cNvPr id="731633844" name="Freeform 60"/>
          <p:cNvSpPr/>
          <p:nvPr/>
        </p:nvSpPr>
        <p:spPr bwMode="auto">
          <a:xfrm rot="0" flipH="0" flipV="0">
            <a:off x="8204566" y="210892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037887726" name="TextBox 61"/>
          <p:cNvSpPr txBox="1"/>
          <p:nvPr/>
        </p:nvSpPr>
        <p:spPr bwMode="auto">
          <a:xfrm rot="0" flipH="0" flipV="0">
            <a:off x="8262659" y="213071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324071329" name="Freeform 63"/>
          <p:cNvSpPr/>
          <p:nvPr/>
        </p:nvSpPr>
        <p:spPr bwMode="auto">
          <a:xfrm rot="0" flipH="0" flipV="0">
            <a:off x="8430138" y="188520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5818797" name="TextBox 64"/>
          <p:cNvSpPr txBox="1"/>
          <p:nvPr/>
        </p:nvSpPr>
        <p:spPr bwMode="auto">
          <a:xfrm rot="0" flipH="0" flipV="0">
            <a:off x="8445938" y="189112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855343928" name="Freeform 66"/>
          <p:cNvSpPr/>
          <p:nvPr/>
        </p:nvSpPr>
        <p:spPr bwMode="auto">
          <a:xfrm rot="0" flipH="0" flipV="0">
            <a:off x="8204566" y="300456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596799176" name="TextBox 67"/>
          <p:cNvSpPr txBox="1"/>
          <p:nvPr/>
        </p:nvSpPr>
        <p:spPr bwMode="auto">
          <a:xfrm rot="0" flipH="0" flipV="0">
            <a:off x="8262659" y="302635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734693297" name="Freeform 68"/>
          <p:cNvSpPr/>
          <p:nvPr/>
        </p:nvSpPr>
        <p:spPr bwMode="auto">
          <a:xfrm>
            <a:off x="8379061" y="278379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02614" name="Freeform 70"/>
          <p:cNvSpPr/>
          <p:nvPr/>
        </p:nvSpPr>
        <p:spPr bwMode="auto">
          <a:xfrm rot="0" flipH="0" flipV="0">
            <a:off x="8204566" y="400017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61399787" name="TextBox 71"/>
          <p:cNvSpPr txBox="1"/>
          <p:nvPr/>
        </p:nvSpPr>
        <p:spPr bwMode="auto">
          <a:xfrm rot="0" flipH="0" flipV="0">
            <a:off x="8262659" y="402196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089819149" name="Freeform 73"/>
          <p:cNvSpPr/>
          <p:nvPr/>
        </p:nvSpPr>
        <p:spPr bwMode="auto">
          <a:xfrm rot="0" flipH="0" flipV="0">
            <a:off x="8204566" y="490028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15358570" name="TextBox 74"/>
          <p:cNvSpPr txBox="1"/>
          <p:nvPr/>
        </p:nvSpPr>
        <p:spPr bwMode="auto">
          <a:xfrm rot="0" flipH="0" flipV="0">
            <a:off x="8262659" y="492207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984912999" name="Freeform 76"/>
          <p:cNvSpPr/>
          <p:nvPr/>
        </p:nvSpPr>
        <p:spPr bwMode="auto">
          <a:xfrm rot="0" flipH="0" flipV="0">
            <a:off x="8430138" y="4676561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1160039" name="TextBox 77"/>
          <p:cNvSpPr txBox="1"/>
          <p:nvPr/>
        </p:nvSpPr>
        <p:spPr bwMode="auto">
          <a:xfrm rot="0" flipH="0" flipV="0">
            <a:off x="8445938" y="4682486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383493400" name="Freeform 79"/>
          <p:cNvSpPr/>
          <p:nvPr/>
        </p:nvSpPr>
        <p:spPr bwMode="auto">
          <a:xfrm rot="0" flipH="0" flipV="0">
            <a:off x="8204566" y="579592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173700246" name="TextBox 80"/>
          <p:cNvSpPr txBox="1"/>
          <p:nvPr/>
        </p:nvSpPr>
        <p:spPr bwMode="auto">
          <a:xfrm rot="0" flipH="0" flipV="0">
            <a:off x="8262659" y="581771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एस</a:t>
            </a:r>
            <a:endParaRPr/>
          </a:p>
        </p:txBody>
      </p:sp>
      <p:sp>
        <p:nvSpPr>
          <p:cNvPr id="518985216" name="Freeform 81"/>
          <p:cNvSpPr/>
          <p:nvPr/>
        </p:nvSpPr>
        <p:spPr bwMode="auto">
          <a:xfrm>
            <a:off x="8379061" y="5575153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54393" name="AutoShape 82"/>
          <p:cNvSpPr/>
          <p:nvPr/>
        </p:nvSpPr>
        <p:spPr bwMode="auto">
          <a:xfrm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222126" name="AutoShape 83"/>
          <p:cNvSpPr/>
          <p:nvPr/>
        </p:nvSpPr>
        <p:spPr bwMode="auto">
          <a:xfrm flipH="1">
            <a:off x="3915141" y="3376074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87863" name="TextBox 84"/>
          <p:cNvSpPr txBox="1"/>
          <p:nvPr/>
        </p:nvSpPr>
        <p:spPr bwMode="auto">
          <a:xfrm flipH="0" flipV="0">
            <a:off x="4228241" y="1357419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दीर्घवृत्तीय वक्र पर बिंदु G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1890560113" name="TextBox 85"/>
          <p:cNvSpPr txBox="1"/>
          <p:nvPr/>
        </p:nvSpPr>
        <p:spPr bwMode="auto">
          <a:xfrm flipH="0" flipV="0">
            <a:off x="150349" y="2260478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ऐलिस की 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86332912" name="TextBox 86"/>
          <p:cNvSpPr txBox="1"/>
          <p:nvPr/>
        </p:nvSpPr>
        <p:spPr bwMode="auto">
          <a:xfrm flipH="0" flipV="0">
            <a:off x="788562" y="3156122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ऐलिस सार्वजनिक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37463720" name="TextBox 87"/>
          <p:cNvSpPr txBox="1"/>
          <p:nvPr/>
        </p:nvSpPr>
        <p:spPr bwMode="auto">
          <a:xfrm flipH="0" flipV="0">
            <a:off x="149357" y="4151733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बॉब की सार्वजनिक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34863820" name="TextBox 88"/>
          <p:cNvSpPr txBox="1"/>
          <p:nvPr/>
        </p:nvSpPr>
        <p:spPr bwMode="auto">
          <a:xfrm flipH="0" flipV="0">
            <a:off x="150349" y="5064143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ऐलिस की 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5902966" name="TextBox 89"/>
          <p:cNvSpPr txBox="1"/>
          <p:nvPr/>
        </p:nvSpPr>
        <p:spPr bwMode="auto">
          <a:xfrm flipH="0" flipV="0">
            <a:off x="8976210" y="3156122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सार्वजनिक कुंजी बॉब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74074342" name="TextBox 90"/>
          <p:cNvSpPr txBox="1"/>
          <p:nvPr/>
        </p:nvSpPr>
        <p:spPr bwMode="auto">
          <a:xfrm flipH="0" flipV="0">
            <a:off x="8975858" y="2260479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बॉब की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9120766" name="TextBox 91"/>
          <p:cNvSpPr txBox="1"/>
          <p:nvPr/>
        </p:nvSpPr>
        <p:spPr bwMode="auto">
          <a:xfrm flipH="0" flipV="0">
            <a:off x="8976109" y="4151733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ऐलिस की सार्वजनिक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53716349" name="TextBox 92"/>
          <p:cNvSpPr txBox="1"/>
          <p:nvPr/>
        </p:nvSpPr>
        <p:spPr bwMode="auto">
          <a:xfrm flipH="0" flipV="0">
            <a:off x="8975657" y="5051841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बॉब की निजी कुंजी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2912558" name="TextBox 93"/>
          <p:cNvSpPr txBox="1"/>
          <p:nvPr/>
        </p:nvSpPr>
        <p:spPr bwMode="auto">
          <a:xfrm flipH="0" flipV="0">
            <a:off x="150570" y="5955179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साझा रहस्य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8426140" name="TextBox 94"/>
          <p:cNvSpPr txBox="1"/>
          <p:nvPr/>
        </p:nvSpPr>
        <p:spPr bwMode="auto">
          <a:xfrm>
            <a:off x="4729014" y="2794363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असुरक्षित सार्वजनिक प्रसारण (बिटकॉइन)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48628234" name="TextBox 95"/>
          <p:cNvSpPr txBox="1"/>
          <p:nvPr/>
        </p:nvSpPr>
        <p:spPr bwMode="auto">
          <a:xfrm flipH="0" flipV="0">
            <a:off x="8976210" y="5955179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साझा रहस्य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61058676" name=""/>
          <p:cNvSpPr/>
          <p:nvPr/>
        </p:nvSpPr>
        <p:spPr bwMode="auto">
          <a:xfrm rot="0" flipH="0" flipV="0">
            <a:off x="1080057" y="3155285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6461169" name=""/>
          <p:cNvSpPr txBox="1"/>
          <p:nvPr/>
        </p:nvSpPr>
        <p:spPr bwMode="auto">
          <a:xfrm rot="0" flipH="0" flipV="0">
            <a:off x="172386" y="3193382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ऐलिस की सार्वजनिक कुंजी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016112" name="Freeform 26"/>
          <p:cNvSpPr/>
          <p:nvPr/>
        </p:nvSpPr>
        <p:spPr bwMode="auto">
          <a:xfrm>
            <a:off x="2228998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603389" name="Freeform 27"/>
          <p:cNvSpPr/>
          <p:nvPr/>
        </p:nvSpPr>
        <p:spPr bwMode="auto">
          <a:xfrm>
            <a:off x="6531021" y="40817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814224" name="Freeform 29"/>
          <p:cNvSpPr/>
          <p:nvPr/>
        </p:nvSpPr>
        <p:spPr bwMode="auto">
          <a:xfrm rot="0" flipH="0" flipV="0">
            <a:off x="2240397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07499589" name="TextBox 30"/>
          <p:cNvSpPr txBox="1"/>
          <p:nvPr/>
        </p:nvSpPr>
        <p:spPr bwMode="auto">
          <a:xfrm rot="0" flipH="0" flipV="0">
            <a:off x="2296419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एस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9570750" name="Freeform 32"/>
          <p:cNvSpPr/>
          <p:nvPr/>
        </p:nvSpPr>
        <p:spPr bwMode="auto">
          <a:xfrm rot="0" flipH="0" flipV="0">
            <a:off x="2240397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76798806" name="TextBox 33"/>
          <p:cNvSpPr txBox="1"/>
          <p:nvPr/>
        </p:nvSpPr>
        <p:spPr bwMode="auto">
          <a:xfrm rot="0" flipH="0" flipV="0">
            <a:off x="2296419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एसएक्स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7386406" name="Freeform 35"/>
          <p:cNvSpPr/>
          <p:nvPr/>
        </p:nvSpPr>
        <p:spPr bwMode="auto">
          <a:xfrm rot="0" flipH="0" flipV="0">
            <a:off x="6542418" y="131464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89310955" name="TextBox 36"/>
          <p:cNvSpPr txBox="1"/>
          <p:nvPr/>
        </p:nvSpPr>
        <p:spPr bwMode="auto">
          <a:xfrm rot="0" flipH="0" flipV="0">
            <a:off x="6598442" y="134265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एस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33558643" name="Freeform 38"/>
          <p:cNvSpPr/>
          <p:nvPr/>
        </p:nvSpPr>
        <p:spPr bwMode="auto">
          <a:xfrm rot="0" flipH="0" flipV="0">
            <a:off x="6542418" y="214721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29138290" name="TextBox 39"/>
          <p:cNvSpPr txBox="1"/>
          <p:nvPr/>
        </p:nvSpPr>
        <p:spPr bwMode="auto">
          <a:xfrm rot="0" flipH="0" flipV="0">
            <a:off x="6598442" y="217522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एसएक्स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46684120" name="Freeform 40"/>
          <p:cNvSpPr/>
          <p:nvPr/>
        </p:nvSpPr>
        <p:spPr bwMode="auto">
          <a:xfrm>
            <a:off x="8341403" y="2360400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670996" name="AutoShape 41"/>
          <p:cNvSpPr/>
          <p:nvPr/>
        </p:nvSpPr>
        <p:spPr bwMode="auto">
          <a:xfrm>
            <a:off x="2539201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925439" name="AutoShape 42"/>
          <p:cNvSpPr/>
          <p:nvPr/>
        </p:nvSpPr>
        <p:spPr bwMode="auto">
          <a:xfrm>
            <a:off x="6841224" y="1912252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99693" name="Freeform 44"/>
          <p:cNvSpPr/>
          <p:nvPr/>
        </p:nvSpPr>
        <p:spPr bwMode="auto">
          <a:xfrm rot="0" flipH="0" flipV="0">
            <a:off x="2240397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05910291" name="TextBox 45"/>
          <p:cNvSpPr txBox="1"/>
          <p:nvPr/>
        </p:nvSpPr>
        <p:spPr bwMode="auto">
          <a:xfrm rot="0" flipH="0" flipV="0">
            <a:off x="2296419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एस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6990620" name="Freeform 47"/>
          <p:cNvSpPr/>
          <p:nvPr/>
        </p:nvSpPr>
        <p:spPr bwMode="auto">
          <a:xfrm rot="0" flipH="0" flipV="0">
            <a:off x="6542418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32991044" name="TextBox 48"/>
          <p:cNvSpPr txBox="1"/>
          <p:nvPr/>
        </p:nvSpPr>
        <p:spPr bwMode="auto">
          <a:xfrm rot="0" flipH="0" flipV="0">
            <a:off x="6598442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एस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0584229" name="AutoShape 49"/>
          <p:cNvSpPr/>
          <p:nvPr/>
        </p:nvSpPr>
        <p:spPr bwMode="auto">
          <a:xfrm>
            <a:off x="6841224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280" name="Freeform 51"/>
          <p:cNvSpPr/>
          <p:nvPr/>
        </p:nvSpPr>
        <p:spPr bwMode="auto">
          <a:xfrm rot="0" flipH="0" flipV="0">
            <a:off x="6397875" y="281219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4753469" name="TextBox 52"/>
          <p:cNvSpPr txBox="1"/>
          <p:nvPr/>
        </p:nvSpPr>
        <p:spPr bwMode="auto">
          <a:xfrm rot="0" flipH="0" flipV="0">
            <a:off x="6397875" y="2744822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एसएचए256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5289547" name="AutoShape 53"/>
          <p:cNvSpPr/>
          <p:nvPr/>
        </p:nvSpPr>
        <p:spPr bwMode="auto">
          <a:xfrm>
            <a:off x="2539201" y="2744822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2068627" name="Freeform 55"/>
          <p:cNvSpPr/>
          <p:nvPr/>
        </p:nvSpPr>
        <p:spPr bwMode="auto">
          <a:xfrm rot="0" flipH="0" flipV="0">
            <a:off x="2095851" y="2792707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9232757" name="TextBox 56"/>
          <p:cNvSpPr txBox="1"/>
          <p:nvPr/>
        </p:nvSpPr>
        <p:spPr bwMode="auto">
          <a:xfrm rot="0" flipH="0" flipV="0">
            <a:off x="2095851" y="2725341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एसएचए256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698949" name="Freeform 58"/>
          <p:cNvSpPr/>
          <p:nvPr/>
        </p:nvSpPr>
        <p:spPr bwMode="auto">
          <a:xfrm rot="0" flipH="0" flipV="0">
            <a:off x="2240397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42052155" name="TextBox 59"/>
          <p:cNvSpPr txBox="1"/>
          <p:nvPr/>
        </p:nvSpPr>
        <p:spPr bwMode="auto">
          <a:xfrm rot="0" flipH="0" flipV="0">
            <a:off x="2296419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0380655" name="Freeform 61"/>
          <p:cNvSpPr/>
          <p:nvPr/>
        </p:nvSpPr>
        <p:spPr bwMode="auto">
          <a:xfrm rot="0" flipH="0" flipV="0">
            <a:off x="6542418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2699645" name="TextBox 62"/>
          <p:cNvSpPr txBox="1"/>
          <p:nvPr/>
        </p:nvSpPr>
        <p:spPr bwMode="auto">
          <a:xfrm rot="0" flipH="0" flipV="0">
            <a:off x="6598442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जी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91348981" name="Freeform 64"/>
          <p:cNvSpPr/>
          <p:nvPr/>
        </p:nvSpPr>
        <p:spPr bwMode="auto">
          <a:xfrm rot="0" flipH="0" flipV="0">
            <a:off x="2240397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71979784" name="TextBox 65"/>
          <p:cNvSpPr txBox="1"/>
          <p:nvPr/>
        </p:nvSpPr>
        <p:spPr bwMode="auto">
          <a:xfrm rot="0" flipH="0" flipV="0">
            <a:off x="2296419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बी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058097" name="Freeform 67"/>
          <p:cNvSpPr/>
          <p:nvPr/>
        </p:nvSpPr>
        <p:spPr bwMode="auto">
          <a:xfrm rot="0" flipH="0" flipV="0">
            <a:off x="6542418" y="491591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4232696" name="TextBox 68"/>
          <p:cNvSpPr txBox="1"/>
          <p:nvPr/>
        </p:nvSpPr>
        <p:spPr bwMode="auto">
          <a:xfrm rot="0" flipH="0" flipV="0">
            <a:off x="6598442" y="494393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बी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1744445" name="Freeform 70"/>
          <p:cNvSpPr/>
          <p:nvPr/>
        </p:nvSpPr>
        <p:spPr bwMode="auto">
          <a:xfrm rot="0" flipH="0" flipV="0">
            <a:off x="2240397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86447967" name="TextBox 71"/>
          <p:cNvSpPr txBox="1"/>
          <p:nvPr/>
        </p:nvSpPr>
        <p:spPr bwMode="auto">
          <a:xfrm rot="0" flipH="0" flipV="0">
            <a:off x="2296419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के0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2952005" name="Freeform 73"/>
          <p:cNvSpPr/>
          <p:nvPr/>
        </p:nvSpPr>
        <p:spPr bwMode="auto">
          <a:xfrm rot="0" flipH="0" flipV="0">
            <a:off x="6542418" y="574418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889082588" name="TextBox 74"/>
          <p:cNvSpPr txBox="1"/>
          <p:nvPr/>
        </p:nvSpPr>
        <p:spPr bwMode="auto">
          <a:xfrm rot="0" flipH="0" flipV="0">
            <a:off x="6598442" y="577219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के0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7764550" name="Freeform 76"/>
          <p:cNvSpPr/>
          <p:nvPr/>
        </p:nvSpPr>
        <p:spPr bwMode="auto">
          <a:xfrm rot="0" flipH="0" flipV="0">
            <a:off x="8352801" y="3259389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68074172" name="TextBox 77"/>
          <p:cNvSpPr txBox="1"/>
          <p:nvPr/>
        </p:nvSpPr>
        <p:spPr bwMode="auto">
          <a:xfrm rot="0" flipH="0" flipV="0">
            <a:off x="8408826" y="3287401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बी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6631906" name="Freeform 79"/>
          <p:cNvSpPr/>
          <p:nvPr/>
        </p:nvSpPr>
        <p:spPr bwMode="auto">
          <a:xfrm rot="0" flipH="0" flipV="0">
            <a:off x="8352801" y="4087654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144287762" name="TextBox 80"/>
          <p:cNvSpPr txBox="1"/>
          <p:nvPr/>
        </p:nvSpPr>
        <p:spPr bwMode="auto">
          <a:xfrm rot="0" flipH="0" flipV="0">
            <a:off x="8408826" y="4115666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के0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8687967" name="AutoShape 81"/>
          <p:cNvSpPr/>
          <p:nvPr/>
        </p:nvSpPr>
        <p:spPr bwMode="auto">
          <a:xfrm flipH="1">
            <a:off x="7061670" y="4588171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326636" name="Freeform 82"/>
          <p:cNvSpPr/>
          <p:nvPr/>
        </p:nvSpPr>
        <p:spPr bwMode="auto">
          <a:xfrm>
            <a:off x="8521083" y="3894014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404537" name="Freeform 83"/>
          <p:cNvSpPr/>
          <p:nvPr/>
        </p:nvSpPr>
        <p:spPr bwMode="auto">
          <a:xfrm>
            <a:off x="6710701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353896" name="Freeform 84"/>
          <p:cNvSpPr/>
          <p:nvPr/>
        </p:nvSpPr>
        <p:spPr bwMode="auto">
          <a:xfrm>
            <a:off x="2408677" y="5550542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447046" name="Freeform 86"/>
          <p:cNvSpPr/>
          <p:nvPr/>
        </p:nvSpPr>
        <p:spPr bwMode="auto">
          <a:xfrm rot="0" flipH="0" flipV="0">
            <a:off x="6759957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195245" name="TextBox 87"/>
          <p:cNvSpPr txBox="1"/>
          <p:nvPr/>
        </p:nvSpPr>
        <p:spPr bwMode="auto">
          <a:xfrm rot="0" flipH="0" flipV="0">
            <a:off x="6775194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2067331123" name="Freeform 89"/>
          <p:cNvSpPr/>
          <p:nvPr/>
        </p:nvSpPr>
        <p:spPr bwMode="auto">
          <a:xfrm rot="0" flipH="0" flipV="0">
            <a:off x="2457936" y="3888109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6978349" name="TextBox 90"/>
          <p:cNvSpPr txBox="1"/>
          <p:nvPr/>
        </p:nvSpPr>
        <p:spPr bwMode="auto">
          <a:xfrm rot="0" flipH="0" flipV="0">
            <a:off x="2473171" y="3895728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428237979" name="Freeform 91"/>
          <p:cNvSpPr/>
          <p:nvPr/>
        </p:nvSpPr>
        <p:spPr bwMode="auto">
          <a:xfrm>
            <a:off x="6759958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85455" name="TextBox 92"/>
          <p:cNvSpPr txBox="1"/>
          <p:nvPr/>
        </p:nvSpPr>
        <p:spPr bwMode="auto">
          <a:xfrm>
            <a:off x="2399729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ए</a:t>
            </a:r>
            <a:endParaRPr/>
          </a:p>
        </p:txBody>
      </p:sp>
      <p:sp>
        <p:nvSpPr>
          <p:cNvPr id="1844817187" name="TextBox 93"/>
          <p:cNvSpPr txBox="1"/>
          <p:nvPr/>
        </p:nvSpPr>
        <p:spPr bwMode="auto">
          <a:xfrm>
            <a:off x="6701752" y="745440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1680732132" name="TextBox 94"/>
          <p:cNvSpPr txBox="1"/>
          <p:nvPr/>
        </p:nvSpPr>
        <p:spPr bwMode="auto">
          <a:xfrm flipH="0" flipV="0">
            <a:off x="3097147" y="1450261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गुप्त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7470605" name="TextBox 95"/>
          <p:cNvSpPr txBox="1"/>
          <p:nvPr/>
        </p:nvSpPr>
        <p:spPr bwMode="auto">
          <a:xfrm>
            <a:off x="8512137" y="2697667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बी</a:t>
            </a:r>
            <a:endParaRPr/>
          </a:p>
        </p:txBody>
      </p:sp>
      <p:sp>
        <p:nvSpPr>
          <p:cNvPr id="792303612" name="TextBox 96"/>
          <p:cNvSpPr txBox="1"/>
          <p:nvPr/>
        </p:nvSpPr>
        <p:spPr bwMode="auto">
          <a:xfrm flipH="0" flipV="0">
            <a:off x="3097147" y="2282829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रहस्य का भुज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49588399" name="TextBox 97"/>
          <p:cNvSpPr txBox="1"/>
          <p:nvPr/>
        </p:nvSpPr>
        <p:spPr bwMode="auto">
          <a:xfrm flipH="0" flipV="0">
            <a:off x="3097147" y="339500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गुप्त हैश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57249532" name="TextBox 98"/>
          <p:cNvSpPr txBox="1"/>
          <p:nvPr/>
        </p:nvSpPr>
        <p:spPr bwMode="auto">
          <a:xfrm flipH="0" flipV="0">
            <a:off x="3097147" y="422327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वक्र पर बिंदु 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17772454" name="TextBox 99"/>
          <p:cNvSpPr txBox="1"/>
          <p:nvPr/>
        </p:nvSpPr>
        <p:spPr bwMode="auto">
          <a:xfrm flipH="0" flipV="0">
            <a:off x="3095973" y="5050086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बॉब की सार्वजनिक कुंजी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5024341" name="TextBox 101"/>
          <p:cNvSpPr txBox="1"/>
          <p:nvPr/>
        </p:nvSpPr>
        <p:spPr bwMode="auto">
          <a:xfrm flipH="0" flipV="0">
            <a:off x="9243621" y="3395005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बॉब की निजी कुंजी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3206352" name="Freeform 103"/>
          <p:cNvSpPr/>
          <p:nvPr/>
        </p:nvSpPr>
        <p:spPr bwMode="auto">
          <a:xfrm>
            <a:off x="2457936" y="472074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782870" name="Freeform 104"/>
          <p:cNvSpPr/>
          <p:nvPr/>
        </p:nvSpPr>
        <p:spPr bwMode="auto">
          <a:xfrm>
            <a:off x="7665151" y="3476929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509502069" name=""/>
          <p:cNvGrpSpPr/>
          <p:nvPr/>
        </p:nvGrpSpPr>
        <p:grpSpPr bwMode="auto">
          <a:xfrm>
            <a:off x="3096559" y="4076891"/>
            <a:ext cx="8958184" cy="2186097"/>
            <a:chOff x="0" y="0"/>
            <a:chExt cx="8958184" cy="2186097"/>
          </a:xfrm>
        </p:grpSpPr>
        <p:sp>
          <p:nvSpPr>
            <p:cNvPr id="647572760" name="TextBox 100"/>
            <p:cNvSpPr txBox="1"/>
            <p:nvPr/>
          </p:nvSpPr>
          <p:spPr bwMode="auto">
            <a:xfrm flipH="0" flipV="0">
              <a:off x="0" y="1656527"/>
              <a:ext cx="3174071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public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4939921" name="TextBox 102"/>
            <p:cNvSpPr txBox="1"/>
            <p:nvPr/>
          </p:nvSpPr>
          <p:spPr bwMode="auto">
            <a:xfrm flipH="0" flipV="0">
              <a:off x="6147061" y="0"/>
              <a:ext cx="2811123" cy="52956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84"/>
                </a:lnSpc>
                <a:defRPr/>
              </a:pPr>
              <a:r>
                <a:rPr lang="en-US" sz="1400" b="1" i="0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BIP47</a:t>
              </a: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 private </a:t>
              </a:r>
              <a:endParaRPr lang="en-US" sz="1400" b="1">
                <a:solidFill>
                  <a:srgbClr val="000000"/>
                </a:solidFill>
                <a:latin typeface="IBM Plex Sans"/>
                <a:ea typeface="IBM Plex Sans"/>
                <a:cs typeface="IBM Plex Sans"/>
              </a:endParaRPr>
            </a:p>
            <a:p>
              <a:pPr algn="l">
                <a:lnSpc>
                  <a:spcPts val="2083"/>
                </a:lnSpc>
                <a:defRPr/>
              </a:pPr>
              <a:r>
                <a:rPr lang="en-US" sz="14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payment key 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51754962" name=""/>
          <p:cNvGrpSpPr/>
          <p:nvPr/>
        </p:nvGrpSpPr>
        <p:grpSpPr bwMode="auto">
          <a:xfrm>
            <a:off x="412754" y="671067"/>
            <a:ext cx="11492487" cy="5538110"/>
            <a:chOff x="0" y="0"/>
            <a:chExt cx="11492487" cy="5538110"/>
          </a:xfrm>
        </p:grpSpPr>
        <p:sp>
          <p:nvSpPr>
            <p:cNvPr id="1263865662" name="Freeform 27"/>
            <p:cNvSpPr/>
            <p:nvPr/>
          </p:nvSpPr>
          <p:spPr bwMode="auto">
            <a:xfrm rot="0" flipH="0" flipV="0">
              <a:off x="0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0357955" name="TextBox 28"/>
            <p:cNvSpPr txBox="1"/>
            <p:nvPr/>
          </p:nvSpPr>
          <p:spPr bwMode="auto">
            <a:xfrm rot="0" flipH="0" flipV="0">
              <a:off x="0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Alice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816989499" name="AutoShape 29"/>
            <p:cNvSpPr/>
            <p:nvPr/>
          </p:nvSpPr>
          <p:spPr bwMode="auto">
            <a:xfrm>
              <a:off x="1573132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3529552" name="AutoShape 30"/>
            <p:cNvSpPr/>
            <p:nvPr/>
          </p:nvSpPr>
          <p:spPr bwMode="auto">
            <a:xfrm>
              <a:off x="0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25588932" name="AutoShape 31"/>
            <p:cNvSpPr/>
            <p:nvPr/>
          </p:nvSpPr>
          <p:spPr bwMode="auto">
            <a:xfrm>
              <a:off x="3142759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55955201" name="Freeform 33"/>
            <p:cNvSpPr/>
            <p:nvPr/>
          </p:nvSpPr>
          <p:spPr bwMode="auto">
            <a:xfrm rot="0" flipH="0" flipV="0">
              <a:off x="167339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91033526" name="TextBox 34"/>
            <p:cNvSpPr txBox="1"/>
            <p:nvPr/>
          </p:nvSpPr>
          <p:spPr bwMode="auto">
            <a:xfrm rot="0" flipH="0" flipV="0">
              <a:off x="167339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446875600" name="TextBox 35"/>
            <p:cNvSpPr txBox="1"/>
            <p:nvPr/>
          </p:nvSpPr>
          <p:spPr bwMode="auto">
            <a:xfrm>
              <a:off x="0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51431830" name="TextBox 36"/>
            <p:cNvSpPr txBox="1"/>
            <p:nvPr/>
          </p:nvSpPr>
          <p:spPr bwMode="auto">
            <a:xfrm>
              <a:off x="1573209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16942647" name="TextBox 37"/>
            <p:cNvSpPr txBox="1"/>
            <p:nvPr/>
          </p:nvSpPr>
          <p:spPr bwMode="auto">
            <a:xfrm>
              <a:off x="3147522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8723153" name="Freeform 39"/>
            <p:cNvSpPr/>
            <p:nvPr/>
          </p:nvSpPr>
          <p:spPr bwMode="auto">
            <a:xfrm rot="0" flipH="0" flipV="0">
              <a:off x="1673397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2525681" name="TextBox 40"/>
            <p:cNvSpPr txBox="1"/>
            <p:nvPr/>
          </p:nvSpPr>
          <p:spPr bwMode="auto">
            <a:xfrm rot="0" flipH="0" flipV="0">
              <a:off x="1673397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6297" name="Freeform 42"/>
            <p:cNvSpPr/>
            <p:nvPr/>
          </p:nvSpPr>
          <p:spPr bwMode="auto">
            <a:xfrm rot="0" flipH="0" flipV="0">
              <a:off x="324954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93412858" name="TextBox 43"/>
            <p:cNvSpPr txBox="1"/>
            <p:nvPr/>
          </p:nvSpPr>
          <p:spPr bwMode="auto">
            <a:xfrm rot="0" flipH="0" flipV="0">
              <a:off x="324954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39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Address K0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11329861" name="Freeform 45"/>
            <p:cNvSpPr/>
            <p:nvPr/>
          </p:nvSpPr>
          <p:spPr bwMode="auto">
            <a:xfrm rot="0" flipH="0" flipV="0">
              <a:off x="6770394" y="120542"/>
              <a:ext cx="4719546" cy="3263465"/>
            </a:xfrm>
            <a:custGeom>
              <a:avLst/>
              <a:gdLst/>
              <a:ahLst/>
              <a:cxnLst/>
              <a:rect l="l" t="t" r="r" b="b"/>
              <a:pathLst>
                <a:path w="1864513" h="1289271" fill="norm" stroke="1" extrusionOk="0">
                  <a:moveTo>
                    <a:pt x="0" y="0"/>
                  </a:moveTo>
                  <a:lnTo>
                    <a:pt x="1864513" y="0"/>
                  </a:lnTo>
                  <a:lnTo>
                    <a:pt x="1864513" y="1289271"/>
                  </a:lnTo>
                  <a:lnTo>
                    <a:pt x="0" y="1289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41912934" name="TextBox 46"/>
            <p:cNvSpPr txBox="1"/>
            <p:nvPr/>
          </p:nvSpPr>
          <p:spPr bwMode="auto">
            <a:xfrm rot="0" flipH="0" flipV="0">
              <a:off x="6770394" y="0"/>
              <a:ext cx="4719546" cy="33840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23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Bob</a:t>
              </a:r>
              <a:endParaRPr>
                <a:latin typeface="IBM Plex Sans"/>
                <a:cs typeface="IBM Plex Sans"/>
              </a:endParaRPr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  <a:p>
              <a:pPr algn="ctr">
                <a:lnSpc>
                  <a:spcPts val="2237"/>
                </a:lnSpc>
                <a:defRPr/>
              </a:pPr>
              <a:endParaRPr/>
            </a:p>
          </p:txBody>
        </p:sp>
        <p:sp>
          <p:nvSpPr>
            <p:cNvPr id="1317006613" name="AutoShape 47"/>
            <p:cNvSpPr/>
            <p:nvPr/>
          </p:nvSpPr>
          <p:spPr bwMode="auto">
            <a:xfrm>
              <a:off x="6770394" y="502560"/>
              <a:ext cx="4719547" cy="0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69794358" name="AutoShape 48"/>
            <p:cNvSpPr/>
            <p:nvPr/>
          </p:nvSpPr>
          <p:spPr bwMode="auto">
            <a:xfrm>
              <a:off x="8343526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04601862" name="AutoShape 49"/>
            <p:cNvSpPr/>
            <p:nvPr/>
          </p:nvSpPr>
          <p:spPr bwMode="auto">
            <a:xfrm>
              <a:off x="9913155" y="502560"/>
              <a:ext cx="0" cy="2824299"/>
            </a:xfrm>
            <a:prstGeom prst="line">
              <a:avLst/>
            </a:prstGeom>
            <a:grpFill/>
            <a:ln w="9525" cap="flat">
              <a:solidFill>
                <a:srgbClr val="00000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01346698" name="Freeform 51"/>
            <p:cNvSpPr/>
            <p:nvPr/>
          </p:nvSpPr>
          <p:spPr bwMode="auto">
            <a:xfrm rot="0" flipH="0" flipV="0">
              <a:off x="8443791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02632762" name="TextBox 52"/>
            <p:cNvSpPr txBox="1"/>
            <p:nvPr/>
          </p:nvSpPr>
          <p:spPr bwMode="auto">
            <a:xfrm rot="0" flipH="0" flipV="0">
              <a:off x="8443791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Payment code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81782449" name="TextBox 53"/>
            <p:cNvSpPr txBox="1"/>
            <p:nvPr/>
          </p:nvSpPr>
          <p:spPr bwMode="auto">
            <a:xfrm>
              <a:off x="6770394" y="529408"/>
              <a:ext cx="1574929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Addresses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602933500" name="TextBox 54"/>
            <p:cNvSpPr txBox="1"/>
            <p:nvPr/>
          </p:nvSpPr>
          <p:spPr bwMode="auto">
            <a:xfrm>
              <a:off x="8343603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Public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27827669" name="TextBox 55"/>
            <p:cNvSpPr txBox="1"/>
            <p:nvPr/>
          </p:nvSpPr>
          <p:spPr bwMode="auto">
            <a:xfrm>
              <a:off x="9917917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Private keys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79140825" name="Freeform 57"/>
            <p:cNvSpPr/>
            <p:nvPr/>
          </p:nvSpPr>
          <p:spPr bwMode="auto">
            <a:xfrm rot="0" flipH="0" flipV="0">
              <a:off x="844379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43452266" name="TextBox 58"/>
            <p:cNvSpPr txBox="1"/>
            <p:nvPr/>
          </p:nvSpPr>
          <p:spPr bwMode="auto">
            <a:xfrm rot="0" flipH="0" flipV="0">
              <a:off x="844379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public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91115595" name="Freeform 60"/>
            <p:cNvSpPr/>
            <p:nvPr/>
          </p:nvSpPr>
          <p:spPr bwMode="auto">
            <a:xfrm rot="0" flipH="0" flipV="0">
              <a:off x="6872411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60775467" name="TextBox 61"/>
            <p:cNvSpPr txBox="1"/>
            <p:nvPr/>
          </p:nvSpPr>
          <p:spPr bwMode="auto">
            <a:xfrm rot="0" flipH="0" flipV="0">
              <a:off x="6872411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Other 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621889930" name="AutoShape 62"/>
            <p:cNvSpPr/>
            <p:nvPr/>
          </p:nvSpPr>
          <p:spPr bwMode="auto">
            <a:xfrm flipH="1">
              <a:off x="4618638" y="2808261"/>
              <a:ext cx="2253771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71496535" name="Freeform 64"/>
            <p:cNvSpPr/>
            <p:nvPr/>
          </p:nvSpPr>
          <p:spPr bwMode="auto">
            <a:xfrm rot="0" flipH="0" flipV="0">
              <a:off x="5060423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7882831" name="TextBox 65"/>
            <p:cNvSpPr txBox="1"/>
            <p:nvPr/>
          </p:nvSpPr>
          <p:spPr bwMode="auto">
            <a:xfrm rot="0" flipH="0" flipV="0">
              <a:off x="5060423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First </a:t>
              </a:r>
              <a:endParaRPr lang="en-US" sz="10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reimbursement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54885957" name="Freeform 67"/>
            <p:cNvSpPr/>
            <p:nvPr/>
          </p:nvSpPr>
          <p:spPr bwMode="auto">
            <a:xfrm rot="0" flipH="0" flipV="0">
              <a:off x="5060423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354828406" name="TextBox 68"/>
            <p:cNvSpPr txBox="1"/>
            <p:nvPr/>
          </p:nvSpPr>
          <p:spPr bwMode="auto">
            <a:xfrm rot="0" flipH="0" flipV="0">
              <a:off x="5060423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18303143" name="AutoShape 69"/>
            <p:cNvSpPr/>
            <p:nvPr/>
          </p:nvSpPr>
          <p:spPr bwMode="auto">
            <a:xfrm>
              <a:off x="788571" y="5426302"/>
              <a:ext cx="780858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770766167" name="AutoShape 70"/>
            <p:cNvSpPr/>
            <p:nvPr/>
          </p:nvSpPr>
          <p:spPr bwMode="auto">
            <a:xfrm flipH="1">
              <a:off x="788571" y="4350195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5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886034616" name="AutoShape 71"/>
            <p:cNvSpPr/>
            <p:nvPr/>
          </p:nvSpPr>
          <p:spPr bwMode="auto">
            <a:xfrm>
              <a:off x="786566" y="3987249"/>
              <a:ext cx="782862" cy="0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945089251" name="AutoShape 72"/>
            <p:cNvSpPr/>
            <p:nvPr/>
          </p:nvSpPr>
          <p:spPr bwMode="auto">
            <a:xfrm flipH="1">
              <a:off x="788571" y="47108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337795368" name="AutoShape 73"/>
            <p:cNvSpPr/>
            <p:nvPr/>
          </p:nvSpPr>
          <p:spPr bwMode="auto">
            <a:xfrm flipH="1">
              <a:off x="788571" y="5068144"/>
              <a:ext cx="784638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2200"/>
            </a:p>
          </p:txBody>
        </p:sp>
        <p:sp>
          <p:nvSpPr>
            <p:cNvPr id="1276282287" name="TextBox 74"/>
            <p:cNvSpPr txBox="1"/>
            <p:nvPr/>
          </p:nvSpPr>
          <p:spPr bwMode="auto">
            <a:xfrm>
              <a:off x="4958958" y="529410"/>
              <a:ext cx="1574570" cy="19581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Shared secrets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804172600" name="TextBox 75"/>
            <p:cNvSpPr txBox="1"/>
            <p:nvPr/>
          </p:nvSpPr>
          <p:spPr bwMode="auto">
            <a:xfrm flipH="0" flipV="0">
              <a:off x="1886781" y="3878662"/>
              <a:ext cx="6358199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Child key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3945162" name="TextBox 76"/>
            <p:cNvSpPr txBox="1"/>
            <p:nvPr/>
          </p:nvSpPr>
          <p:spPr bwMode="auto">
            <a:xfrm flipH="0" flipV="0">
              <a:off x="1886781" y="4241608"/>
              <a:ext cx="635544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Bitcoin </a:t>
              </a:r>
              <a:r>
                <a:rPr lang="en-US" sz="1600" b="1" i="1" u="none" strike="noStrike" cap="none" spc="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 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50365095" name="TextBox 77"/>
            <p:cNvSpPr txBox="1"/>
            <p:nvPr/>
          </p:nvSpPr>
          <p:spPr bwMode="auto">
            <a:xfrm flipH="0" flipV="0">
              <a:off x="1886782" y="460165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ECDH + SHA256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826537214" name="TextBox 78"/>
            <p:cNvSpPr txBox="1"/>
            <p:nvPr/>
          </p:nvSpPr>
          <p:spPr bwMode="auto">
            <a:xfrm flipH="0" flipV="0">
              <a:off x="1886782" y="4964600"/>
              <a:ext cx="6311658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Point addition on elliptic curves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73181821" name="TextBox 79"/>
            <p:cNvSpPr txBox="1"/>
            <p:nvPr/>
          </p:nvSpPr>
          <p:spPr bwMode="auto">
            <a:xfrm flipH="0" flipV="0">
              <a:off x="1886782" y="5324645"/>
              <a:ext cx="6352696" cy="2134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78"/>
                </a:lnSpc>
                <a:defRPr/>
              </a:pPr>
              <a:r>
                <a:rPr lang="en-US" sz="1600" b="1" i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Address derivation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21392054" name="Freeform 81"/>
            <p:cNvSpPr/>
            <p:nvPr/>
          </p:nvSpPr>
          <p:spPr bwMode="auto">
            <a:xfrm rot="0" flipH="0" flipV="0">
              <a:off x="1673651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33675206" name="TextBox 82"/>
            <p:cNvSpPr txBox="1"/>
            <p:nvPr/>
          </p:nvSpPr>
          <p:spPr bwMode="auto">
            <a:xfrm rot="0" flipH="0" flipV="0">
              <a:off x="1673651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A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364029205" name="Freeform 84"/>
            <p:cNvSpPr/>
            <p:nvPr/>
          </p:nvSpPr>
          <p:spPr bwMode="auto">
            <a:xfrm rot="0" flipH="0" flipV="0">
              <a:off x="8445620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067951926" name="TextBox 85"/>
            <p:cNvSpPr txBox="1"/>
            <p:nvPr/>
          </p:nvSpPr>
          <p:spPr bwMode="auto">
            <a:xfrm rot="0" flipH="0" flipV="0">
              <a:off x="8445620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154517080" name="Freeform 87"/>
            <p:cNvSpPr/>
            <p:nvPr/>
          </p:nvSpPr>
          <p:spPr bwMode="auto">
            <a:xfrm rot="0" flipH="0" flipV="0">
              <a:off x="6874416" y="177132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738389724" name="TextBox 88"/>
            <p:cNvSpPr txBox="1"/>
            <p:nvPr/>
          </p:nvSpPr>
          <p:spPr bwMode="auto">
            <a:xfrm rot="0" flipH="0" flipV="0">
              <a:off x="6874416" y="169899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Notification</a:t>
              </a:r>
              <a:endParaRPr lang="en-US" sz="1000" b="1">
                <a:solidFill>
                  <a:srgbClr val="FFFFFF">
                    <a:alpha val="40000"/>
                  </a:srgbClr>
                </a:solidFill>
                <a:latin typeface="IBM Plex Sans"/>
                <a:ea typeface="IBM Plex Sans"/>
                <a:cs typeface="IBM Plex Sans"/>
              </a:endParaRPr>
            </a:p>
            <a:p>
              <a:pPr algn="ctr">
                <a:lnSpc>
                  <a:spcPts val="1537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Address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029057493" name="AutoShape 89"/>
            <p:cNvSpPr/>
            <p:nvPr/>
          </p:nvSpPr>
          <p:spPr bwMode="auto">
            <a:xfrm>
              <a:off x="8243514" y="2031429"/>
              <a:ext cx="202104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64707639" name="AutoShape 90"/>
            <p:cNvSpPr/>
            <p:nvPr/>
          </p:nvSpPr>
          <p:spPr bwMode="auto">
            <a:xfrm>
              <a:off x="10697716" y="1514425"/>
              <a:ext cx="1827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454956395" name="AutoShape 91"/>
            <p:cNvSpPr/>
            <p:nvPr/>
          </p:nvSpPr>
          <p:spPr bwMode="auto">
            <a:xfrm flipH="1">
              <a:off x="3042749" y="2031429"/>
              <a:ext cx="2017674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54435560" name="AutoShape 92"/>
            <p:cNvSpPr/>
            <p:nvPr/>
          </p:nvSpPr>
          <p:spPr bwMode="auto">
            <a:xfrm flipH="1">
              <a:off x="6148917" y="1589637"/>
              <a:ext cx="4097610" cy="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65524110" name="AutoShape 93"/>
            <p:cNvSpPr/>
            <p:nvPr/>
          </p:nvSpPr>
          <p:spPr bwMode="auto">
            <a:xfrm flipV="1">
              <a:off x="6148917" y="1565825"/>
              <a:ext cx="0" cy="206444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4081152" name="AutoShape 94"/>
            <p:cNvSpPr/>
            <p:nvPr/>
          </p:nvSpPr>
          <p:spPr bwMode="auto">
            <a:xfrm flipV="1">
              <a:off x="10246530" y="1565825"/>
              <a:ext cx="0" cy="205500"/>
            </a:xfrm>
            <a:prstGeom prst="line">
              <a:avLst/>
            </a:prstGeom>
            <a:grpFill/>
            <a:ln w="47625" cap="flat">
              <a:solidFill>
                <a:srgbClr val="FFC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87937227" name="AutoShape 95"/>
            <p:cNvSpPr/>
            <p:nvPr/>
          </p:nvSpPr>
          <p:spPr bwMode="auto">
            <a:xfrm flipV="1">
              <a:off x="2358031" y="2291531"/>
              <a:ext cx="81" cy="256626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5120490" name="AutoShape 96"/>
            <p:cNvSpPr/>
            <p:nvPr/>
          </p:nvSpPr>
          <p:spPr bwMode="auto">
            <a:xfrm flipH="1">
              <a:off x="2752902" y="2349634"/>
              <a:ext cx="3019776" cy="0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7072861" name="AutoShape 97"/>
            <p:cNvSpPr/>
            <p:nvPr/>
          </p:nvSpPr>
          <p:spPr bwMode="auto">
            <a:xfrm flipH="1" flipV="1">
              <a:off x="5744972" y="2291531"/>
              <a:ext cx="0" cy="58101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10711338" name="AutoShape 98"/>
            <p:cNvSpPr/>
            <p:nvPr/>
          </p:nvSpPr>
          <p:spPr bwMode="auto">
            <a:xfrm flipV="1">
              <a:off x="2776714" y="2349634"/>
              <a:ext cx="0" cy="198522"/>
            </a:xfrm>
            <a:prstGeom prst="line">
              <a:avLst/>
            </a:prstGeom>
            <a:grpFill/>
            <a:ln w="47625" cap="flat">
              <a:solidFill>
                <a:srgbClr val="00BF63"/>
              </a:solidFill>
              <a:prstDash val="solid"/>
              <a:headEnd type="arrow" w="med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9850960" name="Freeform 100"/>
            <p:cNvSpPr/>
            <p:nvPr/>
          </p:nvSpPr>
          <p:spPr bwMode="auto">
            <a:xfrm rot="0" flipH="0" flipV="0">
              <a:off x="10013166" y="99422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47851297" name="TextBox 101"/>
            <p:cNvSpPr txBox="1"/>
            <p:nvPr/>
          </p:nvSpPr>
          <p:spPr bwMode="auto">
            <a:xfrm rot="0" flipH="0" flipV="0">
              <a:off x="10013166" y="921889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Master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260008777" name="Freeform 103"/>
            <p:cNvSpPr/>
            <p:nvPr/>
          </p:nvSpPr>
          <p:spPr bwMode="auto">
            <a:xfrm rot="0" flipH="0" flipV="0">
              <a:off x="10014993" y="1771600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823874315" name="TextBox 104"/>
            <p:cNvSpPr txBox="1"/>
            <p:nvPr/>
          </p:nvSpPr>
          <p:spPr bwMode="auto">
            <a:xfrm rot="0" flipH="0" flipV="0">
              <a:off x="10014993" y="1699270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b #0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544901689" name="Freeform 106"/>
            <p:cNvSpPr/>
            <p:nvPr/>
          </p:nvSpPr>
          <p:spPr bwMode="auto">
            <a:xfrm rot="0" flipH="0" flipV="0">
              <a:off x="10013166" y="2548431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</p:spPr>
          <p:txBody>
            <a:bodyPr/>
            <a:lstStyle/>
            <a:p>
              <a:pPr>
                <a:defRPr/>
              </a:pP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1907367478" name="TextBox 107"/>
            <p:cNvSpPr txBox="1"/>
            <p:nvPr/>
          </p:nvSpPr>
          <p:spPr bwMode="auto">
            <a:xfrm rot="0" flipH="0" flipV="0">
              <a:off x="10013166" y="247610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r>
                <a:rPr lang="en-US" sz="1000" b="1">
                  <a:solidFill>
                    <a:srgbClr val="FFFFFF">
                      <a:alpha val="40000"/>
                    </a:srgbClr>
                  </a:solidFill>
                  <a:latin typeface="IBM Plex Sans"/>
                  <a:ea typeface="IBM Plex Sans"/>
                  <a:cs typeface="IBM Plex Sans"/>
                </a:rPr>
                <a:t>Other private key</a:t>
              </a:r>
              <a:endParaRPr sz="1000">
                <a:latin typeface="IBM Plex Sans"/>
                <a:cs typeface="IBM Plex Sans"/>
              </a:endParaRPr>
            </a:p>
          </p:txBody>
        </p:sp>
        <p:sp>
          <p:nvSpPr>
            <p:cNvPr id="929033821" name="AutoShape 108"/>
            <p:cNvSpPr/>
            <p:nvPr/>
          </p:nvSpPr>
          <p:spPr bwMode="auto">
            <a:xfrm>
              <a:off x="9812891" y="2808377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2245193" name="AutoShape 109"/>
            <p:cNvSpPr/>
            <p:nvPr/>
          </p:nvSpPr>
          <p:spPr bwMode="auto">
            <a:xfrm>
              <a:off x="9814718" y="2031548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143816976" name="AutoShape 110"/>
            <p:cNvSpPr/>
            <p:nvPr/>
          </p:nvSpPr>
          <p:spPr bwMode="auto">
            <a:xfrm>
              <a:off x="9812891" y="1254169"/>
              <a:ext cx="200277" cy="33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58592085" name="AutoShape 111"/>
            <p:cNvSpPr/>
            <p:nvPr/>
          </p:nvSpPr>
          <p:spPr bwMode="auto">
            <a:xfrm>
              <a:off x="2358031" y="1514152"/>
              <a:ext cx="82" cy="257175"/>
            </a:xfrm>
            <a:prstGeom prst="line">
              <a:avLst/>
            </a:prstGeom>
            <a:grpFill/>
            <a:ln w="47625" cap="flat">
              <a:solidFill>
                <a:srgbClr val="FF3131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12511" name="AutoShape 112"/>
            <p:cNvSpPr/>
            <p:nvPr/>
          </p:nvSpPr>
          <p:spPr bwMode="auto">
            <a:xfrm>
              <a:off x="3042495" y="2808261"/>
              <a:ext cx="207045" cy="0"/>
            </a:xfrm>
            <a:prstGeom prst="line">
              <a:avLst/>
            </a:prstGeom>
            <a:grpFill/>
            <a:ln w="47625" cap="flat">
              <a:solidFill>
                <a:srgbClr val="0096FF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20724637" name="AutoShape 113"/>
            <p:cNvSpPr/>
            <p:nvPr/>
          </p:nvSpPr>
          <p:spPr bwMode="auto">
            <a:xfrm>
              <a:off x="8241509" y="2808261"/>
              <a:ext cx="202280" cy="0"/>
            </a:xfrm>
            <a:prstGeom prst="line">
              <a:avLst/>
            </a:prstGeom>
            <a:grpFill/>
            <a:ln w="47625" cap="flat">
              <a:solidFill>
                <a:srgbClr val="000000">
                  <a:alpha val="40000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70657156" name="Freeform 115"/>
            <p:cNvSpPr/>
            <p:nvPr/>
          </p:nvSpPr>
          <p:spPr bwMode="auto">
            <a:xfrm rot="0" flipH="0" flipV="0">
              <a:off x="102017" y="1767553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068820272" name="TextBox 116"/>
            <p:cNvSpPr txBox="1"/>
            <p:nvPr/>
          </p:nvSpPr>
          <p:spPr bwMode="auto">
            <a:xfrm rot="0" flipH="0" flipV="0">
              <a:off x="102017" y="1695221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5908364" name="Freeform 118"/>
            <p:cNvSpPr/>
            <p:nvPr/>
          </p:nvSpPr>
          <p:spPr bwMode="auto">
            <a:xfrm rot="0" flipH="0" flipV="0">
              <a:off x="102017" y="993946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1775822187" name="TextBox 119"/>
            <p:cNvSpPr txBox="1"/>
            <p:nvPr/>
          </p:nvSpPr>
          <p:spPr bwMode="auto">
            <a:xfrm rot="0" flipH="0" flipV="0">
              <a:off x="102017" y="921616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  <p:sp>
          <p:nvSpPr>
            <p:cNvPr id="1729128760" name="Freeform 121"/>
            <p:cNvSpPr/>
            <p:nvPr/>
          </p:nvSpPr>
          <p:spPr bwMode="auto">
            <a:xfrm rot="0" flipH="0" flipV="0">
              <a:off x="104020" y="2548157"/>
              <a:ext cx="1369098" cy="520202"/>
            </a:xfrm>
            <a:custGeom>
              <a:avLst/>
              <a:gdLst/>
              <a:ahLst/>
              <a:cxnLst/>
              <a:rect l="l" t="t" r="r" b="b"/>
              <a:pathLst>
                <a:path w="540878" h="205513" fill="norm" stroke="1" extrusionOk="0">
                  <a:moveTo>
                    <a:pt x="0" y="0"/>
                  </a:moveTo>
                  <a:lnTo>
                    <a:pt x="540878" y="0"/>
                  </a:lnTo>
                  <a:lnTo>
                    <a:pt x="540878" y="205513"/>
                  </a:lnTo>
                  <a:lnTo>
                    <a:pt x="0" y="205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>
                  <a:alpha val="40000"/>
                </a:srgbClr>
              </a:solidFill>
              <a:prstDash val="sysDot"/>
              <a:miter/>
            </a:ln>
          </p:spPr>
        </p:sp>
        <p:sp>
          <p:nvSpPr>
            <p:cNvPr id="2125317705" name="TextBox 122"/>
            <p:cNvSpPr txBox="1"/>
            <p:nvPr/>
          </p:nvSpPr>
          <p:spPr bwMode="auto">
            <a:xfrm rot="0" flipH="0" flipV="0">
              <a:off x="104020" y="2475824"/>
              <a:ext cx="1369098" cy="59253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538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764368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क्लासिक भुगतान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सार्वजनिक कुंजी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grpSp>
        <p:nvGrpSpPr>
          <p:cNvPr id="598994975" name=""/>
          <p:cNvGrpSpPr/>
          <p:nvPr/>
        </p:nvGrpSpPr>
        <p:grpSpPr bwMode="auto">
          <a:xfrm>
            <a:off x="4333218" y="2394821"/>
            <a:ext cx="7254418" cy="3927862"/>
            <a:chOff x="0" y="0"/>
            <a:chExt cx="7254418" cy="3927862"/>
          </a:xfrm>
        </p:grpSpPr>
        <p:sp>
          <p:nvSpPr>
            <p:cNvPr id="350105946" name="AutoShape 29"/>
            <p:cNvSpPr/>
            <p:nvPr/>
          </p:nvSpPr>
          <p:spPr bwMode="auto">
            <a:xfrm flipV="1">
              <a:off x="776945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89181" name="AutoShape 39"/>
            <p:cNvSpPr/>
            <p:nvPr/>
          </p:nvSpPr>
          <p:spPr bwMode="auto">
            <a:xfrm flipV="1">
              <a:off x="2677171" y="3096698"/>
              <a:ext cx="0" cy="27756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0468102" name="AutoShape 46"/>
            <p:cNvSpPr/>
            <p:nvPr/>
          </p:nvSpPr>
          <p:spPr bwMode="auto">
            <a:xfrm flipV="1">
              <a:off x="776945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786218052" name="AutoShape 47"/>
            <p:cNvSpPr/>
            <p:nvPr/>
          </p:nvSpPr>
          <p:spPr bwMode="auto">
            <a:xfrm flipH="1" flipV="1">
              <a:off x="1717701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52215495" name="AutoShape 48"/>
            <p:cNvSpPr/>
            <p:nvPr/>
          </p:nvSpPr>
          <p:spPr bwMode="auto">
            <a:xfrm flipH="0" flipV="1">
              <a:off x="1717699" y="1142533"/>
              <a:ext cx="1636697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499561" name="AutoShape 52"/>
            <p:cNvSpPr/>
            <p:nvPr/>
          </p:nvSpPr>
          <p:spPr bwMode="auto">
            <a:xfrm flipH="1" flipV="1">
              <a:off x="4579150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759740187" name="AutoShape 62"/>
            <p:cNvSpPr/>
            <p:nvPr/>
          </p:nvSpPr>
          <p:spPr bwMode="auto">
            <a:xfrm flipV="1">
              <a:off x="6479377" y="3096698"/>
              <a:ext cx="0" cy="29798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01797373" name="AutoShape 66"/>
            <p:cNvSpPr/>
            <p:nvPr/>
          </p:nvSpPr>
          <p:spPr bwMode="auto">
            <a:xfrm flipV="1">
              <a:off x="4579150" y="2214692"/>
              <a:ext cx="940753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3573745" name="AutoShape 67"/>
            <p:cNvSpPr/>
            <p:nvPr/>
          </p:nvSpPr>
          <p:spPr bwMode="auto">
            <a:xfrm flipH="1" flipV="1">
              <a:off x="5519908" y="2214692"/>
              <a:ext cx="959466" cy="274971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70160931" name="AutoShape 68"/>
            <p:cNvSpPr/>
            <p:nvPr/>
          </p:nvSpPr>
          <p:spPr bwMode="auto">
            <a:xfrm flipH="1" flipV="1">
              <a:off x="3962378" y="1142533"/>
              <a:ext cx="1557525" cy="47140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37867557" name="Rectangle 867144088"/>
            <p:cNvSpPr txBox="1"/>
            <p:nvPr/>
          </p:nvSpPr>
          <p:spPr bwMode="auto">
            <a:xfrm rot="0" flipH="0" flipV="0">
              <a:off x="1643455" y="0"/>
              <a:ext cx="3695940" cy="1034701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360000" rIns="91440" bIns="360000" numCol="1" spcCol="0" rtlCol="0" fromWordArt="0" anchor="ctr" anchorCtr="0" forceAA="0" upright="0" compatLnSpc="0">
              <a:spAutoFit/>
            </a:bodyPr>
            <a:p>
              <a:pPr algn="ctr">
                <a:defRPr/>
              </a:pPr>
              <a:r>
                <a:rPr lang="en-US" sz="14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Merkle Root</a:t>
              </a:r>
              <a:endParaRPr sz="14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78308789" name=""/>
            <p:cNvSpPr txBox="1"/>
            <p:nvPr/>
          </p:nvSpPr>
          <p:spPr bwMode="auto">
            <a:xfrm rot="0" flipH="0" flipV="0">
              <a:off x="925772" y="1613943"/>
              <a:ext cx="1552451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(A,B)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559912022" name=""/>
            <p:cNvSpPr txBox="1"/>
            <p:nvPr/>
          </p:nvSpPr>
          <p:spPr bwMode="auto">
            <a:xfrm rot="0" flipH="0" flipV="0">
              <a:off x="4798875" y="1617516"/>
              <a:ext cx="1553170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(C,D)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41106844" name=""/>
            <p:cNvSpPr txBox="1"/>
            <p:nvPr/>
          </p:nvSpPr>
          <p:spPr bwMode="auto">
            <a:xfrm rot="0" flipH="0" flipV="0">
              <a:off x="0" y="2564079"/>
              <a:ext cx="1553889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(A)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005145" name=""/>
            <p:cNvSpPr txBox="1"/>
            <p:nvPr/>
          </p:nvSpPr>
          <p:spPr bwMode="auto">
            <a:xfrm rot="0" flipH="0" flipV="0">
              <a:off x="1899682" y="2564079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(B)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43934722" name=""/>
            <p:cNvSpPr txBox="1"/>
            <p:nvPr/>
          </p:nvSpPr>
          <p:spPr bwMode="auto">
            <a:xfrm rot="0" flipH="0" flipV="0">
              <a:off x="18452" y="3490565"/>
              <a:ext cx="155460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A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61508708" name=""/>
            <p:cNvSpPr txBox="1"/>
            <p:nvPr/>
          </p:nvSpPr>
          <p:spPr bwMode="auto">
            <a:xfrm rot="0" flipH="0" flipV="0">
              <a:off x="1882376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B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08212560" name=""/>
            <p:cNvSpPr txBox="1"/>
            <p:nvPr/>
          </p:nvSpPr>
          <p:spPr bwMode="auto">
            <a:xfrm rot="0" flipH="0" flipV="0">
              <a:off x="3798687" y="2567651"/>
              <a:ext cx="1554968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(C)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3444828" name=""/>
            <p:cNvSpPr txBox="1"/>
            <p:nvPr/>
          </p:nvSpPr>
          <p:spPr bwMode="auto">
            <a:xfrm rot="0" flipH="0" flipV="0">
              <a:off x="5698371" y="2567651"/>
              <a:ext cx="155604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h (D)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26339364" name=""/>
            <p:cNvSpPr txBox="1"/>
            <p:nvPr/>
          </p:nvSpPr>
          <p:spPr bwMode="auto">
            <a:xfrm rot="0" flipH="0" flipV="0">
              <a:off x="3817141" y="3494136"/>
              <a:ext cx="1555687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C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79976499" name=""/>
            <p:cNvSpPr txBox="1"/>
            <p:nvPr/>
          </p:nvSpPr>
          <p:spPr bwMode="auto">
            <a:xfrm rot="0" flipH="0" flipV="0">
              <a:off x="5681064" y="3497706"/>
              <a:ext cx="1556766" cy="430156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script D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1151986373" name=""/>
          <p:cNvGrpSpPr/>
          <p:nvPr/>
        </p:nvGrpSpPr>
        <p:grpSpPr bwMode="auto">
          <a:xfrm>
            <a:off x="1993089" y="540216"/>
            <a:ext cx="5976459" cy="1725336"/>
            <a:chOff x="0" y="0"/>
            <a:chExt cx="5976459" cy="1725336"/>
          </a:xfrm>
        </p:grpSpPr>
        <p:sp>
          <p:nvSpPr>
            <p:cNvPr id="895020035" name="AutoShape 75"/>
            <p:cNvSpPr/>
            <p:nvPr/>
          </p:nvSpPr>
          <p:spPr bwMode="auto">
            <a:xfrm flipH="0" flipV="1">
              <a:off x="0" y="1253951"/>
              <a:ext cx="2674900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77376370" name="AutoShape 76"/>
            <p:cNvSpPr/>
            <p:nvPr/>
          </p:nvSpPr>
          <p:spPr bwMode="auto">
            <a:xfrm flipH="1" flipV="1">
              <a:off x="3303146" y="1253951"/>
              <a:ext cx="2673312" cy="471384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780737486" name=""/>
            <p:cNvSpPr txBox="1"/>
            <p:nvPr/>
          </p:nvSpPr>
          <p:spPr bwMode="auto">
            <a:xfrm rot="0" flipH="0" flipV="0">
              <a:off x="491733" y="0"/>
              <a:ext cx="4831827" cy="97645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720000" tIns="288000" rIns="720000" bIns="288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Tweaked public key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5913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595430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39" y="209548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43551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38901491" name=""/>
          <p:cNvGrpSpPr/>
          <p:nvPr/>
        </p:nvGrpSpPr>
        <p:grpSpPr bwMode="auto">
          <a:xfrm>
            <a:off x="1238256" y="253006"/>
            <a:ext cx="10348374" cy="6369841"/>
            <a:chOff x="0" y="0"/>
            <a:chExt cx="10348374" cy="6369841"/>
          </a:xfrm>
        </p:grpSpPr>
        <p:sp>
          <p:nvSpPr>
            <p:cNvPr id="200246910" name="Freeform 30"/>
            <p:cNvSpPr/>
            <p:nvPr/>
          </p:nvSpPr>
          <p:spPr bwMode="auto">
            <a:xfrm rot="0" flipH="0" flipV="0">
              <a:off x="4830042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20666334" name="TextBox 31"/>
            <p:cNvSpPr txBox="1"/>
            <p:nvPr/>
          </p:nvSpPr>
          <p:spPr bwMode="auto">
            <a:xfrm rot="0" flipH="0" flipV="0">
              <a:off x="4830042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143972311" name="TextBox 32"/>
            <p:cNvSpPr txBox="1"/>
            <p:nvPr/>
          </p:nvSpPr>
          <p:spPr bwMode="auto">
            <a:xfrm>
              <a:off x="4684256" y="190504"/>
              <a:ext cx="5448437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Transaction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31490584" name="TextBox 33"/>
            <p:cNvSpPr txBox="1"/>
            <p:nvPr/>
          </p:nvSpPr>
          <p:spPr bwMode="auto">
            <a:xfrm>
              <a:off x="4871361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inputs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35349762" name="AutoShape 34"/>
            <p:cNvSpPr/>
            <p:nvPr/>
          </p:nvSpPr>
          <p:spPr bwMode="auto">
            <a:xfrm>
              <a:off x="7355659" y="867971"/>
              <a:ext cx="0" cy="518683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2014066404" name="TextBox 35"/>
            <p:cNvSpPr txBox="1"/>
            <p:nvPr/>
          </p:nvSpPr>
          <p:spPr bwMode="auto">
            <a:xfrm>
              <a:off x="7654153" y="795974"/>
              <a:ext cx="2224983" cy="46251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8"/>
                </a:lnSpc>
                <a:defRPr/>
              </a:pPr>
              <a:r>
                <a:rPr lang="en-US" sz="2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outputs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933213" name="Freeform 37"/>
            <p:cNvSpPr/>
            <p:nvPr/>
          </p:nvSpPr>
          <p:spPr bwMode="auto">
            <a:xfrm rot="0" flipH="0" flipV="0">
              <a:off x="7612833" y="147289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54378922" name="TextBox 38"/>
            <p:cNvSpPr txBox="1"/>
            <p:nvPr/>
          </p:nvSpPr>
          <p:spPr bwMode="auto">
            <a:xfrm rot="0" flipH="0" flipV="0">
              <a:off x="7612833" y="130413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P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72906041" name="Freeform 40"/>
            <p:cNvSpPr/>
            <p:nvPr/>
          </p:nvSpPr>
          <p:spPr bwMode="auto">
            <a:xfrm rot="0" flipH="0" flipV="0">
              <a:off x="7612833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37829953" name="TextBox 41"/>
            <p:cNvSpPr txBox="1"/>
            <p:nvPr/>
          </p:nvSpPr>
          <p:spPr bwMode="auto">
            <a:xfrm rot="0" flipH="0" flipV="0">
              <a:off x="7612833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Change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44957697" name="Freeform 43"/>
            <p:cNvSpPr/>
            <p:nvPr/>
          </p:nvSpPr>
          <p:spPr bwMode="auto">
            <a:xfrm rot="0" flipH="0" flipV="0">
              <a:off x="4830042" y="24197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7336449" name="TextBox 44"/>
            <p:cNvSpPr txBox="1"/>
            <p:nvPr/>
          </p:nvSpPr>
          <p:spPr bwMode="auto">
            <a:xfrm rot="0" flipH="0" flipV="0">
              <a:off x="4830042" y="225099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63192528" name="Freeform 46"/>
            <p:cNvSpPr/>
            <p:nvPr/>
          </p:nvSpPr>
          <p:spPr bwMode="auto">
            <a:xfrm rot="0" flipH="0" flipV="0">
              <a:off x="4830042" y="336661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7429470" name="TextBox 47"/>
            <p:cNvSpPr txBox="1"/>
            <p:nvPr/>
          </p:nvSpPr>
          <p:spPr bwMode="auto">
            <a:xfrm rot="0" flipH="0" flipV="0">
              <a:off x="4830042" y="319785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00061489" name="Freeform 49"/>
            <p:cNvSpPr/>
            <p:nvPr/>
          </p:nvSpPr>
          <p:spPr bwMode="auto">
            <a:xfrm rot="0" flipH="0" flipV="0">
              <a:off x="0" y="1328409"/>
              <a:ext cx="2515523" cy="2900961"/>
            </a:xfrm>
            <a:custGeom>
              <a:avLst/>
              <a:gdLst/>
              <a:ahLst/>
              <a:cxnLst/>
              <a:rect l="l" t="t" r="r" b="b"/>
              <a:pathLst>
                <a:path w="993788" h="1146059" fill="norm" stroke="1" extrusionOk="0">
                  <a:moveTo>
                    <a:pt x="0" y="0"/>
                  </a:moveTo>
                  <a:lnTo>
                    <a:pt x="993788" y="0"/>
                  </a:lnTo>
                  <a:lnTo>
                    <a:pt x="993788" y="1146059"/>
                  </a:lnTo>
                  <a:lnTo>
                    <a:pt x="0" y="11460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25982865" name="TextBox 50"/>
            <p:cNvSpPr txBox="1"/>
            <p:nvPr/>
          </p:nvSpPr>
          <p:spPr bwMode="auto">
            <a:xfrm rot="0" flipH="0" flipV="0">
              <a:off x="0" y="1207864"/>
              <a:ext cx="2515523" cy="302151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endParaRPr/>
            </a:p>
          </p:txBody>
        </p:sp>
        <p:sp>
          <p:nvSpPr>
            <p:cNvPr id="1515850674" name="AutoShape 51"/>
            <p:cNvSpPr/>
            <p:nvPr/>
          </p:nvSpPr>
          <p:spPr bwMode="auto">
            <a:xfrm flipV="1">
              <a:off x="2281117" y="1832027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246038198" name="Freeform 53"/>
            <p:cNvSpPr/>
            <p:nvPr/>
          </p:nvSpPr>
          <p:spPr bwMode="auto">
            <a:xfrm rot="0" flipH="0" flipV="0">
              <a:off x="1470488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7" y="0"/>
                  </a:lnTo>
                  <a:lnTo>
                    <a:pt x="720557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38580016" name="Freeform 54"/>
            <p:cNvSpPr/>
            <p:nvPr/>
          </p:nvSpPr>
          <p:spPr bwMode="auto">
            <a:xfrm rot="0" flipH="0" flipV="0">
              <a:off x="1740697" y="1472895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720556" h="957682" fill="norm" stroke="1" extrusionOk="0">
                  <a:moveTo>
                    <a:pt x="0" y="0"/>
                  </a:moveTo>
                  <a:lnTo>
                    <a:pt x="720556" y="0"/>
                  </a:lnTo>
                  <a:lnTo>
                    <a:pt x="720556" y="957682"/>
                  </a:lnTo>
                  <a:lnTo>
                    <a:pt x="0" y="95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83458825" name="TextBox 55"/>
            <p:cNvSpPr txBox="1"/>
            <p:nvPr/>
          </p:nvSpPr>
          <p:spPr bwMode="auto">
            <a:xfrm rot="0" flipH="0" flipV="0">
              <a:off x="235663" y="1585328"/>
              <a:ext cx="1036239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a0 A0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16065634" name="Freeform 56"/>
            <p:cNvSpPr/>
            <p:nvPr/>
          </p:nvSpPr>
          <p:spPr bwMode="auto">
            <a:xfrm>
              <a:off x="1470492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989737684" name="Freeform 57"/>
            <p:cNvSpPr/>
            <p:nvPr/>
          </p:nvSpPr>
          <p:spPr bwMode="auto">
            <a:xfrm>
              <a:off x="1740699" y="2419758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1"/>
                  </a:lnTo>
                  <a:lnTo>
                    <a:pt x="0" y="7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07969103" name="TextBox 58"/>
            <p:cNvSpPr txBox="1"/>
            <p:nvPr/>
          </p:nvSpPr>
          <p:spPr bwMode="auto">
            <a:xfrm>
              <a:off x="235665" y="2517904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a1 A1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30016098" name="Freeform 59"/>
            <p:cNvSpPr/>
            <p:nvPr/>
          </p:nvSpPr>
          <p:spPr bwMode="auto">
            <a:xfrm>
              <a:off x="1470492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61184764" name="Freeform 60"/>
            <p:cNvSpPr/>
            <p:nvPr/>
          </p:nvSpPr>
          <p:spPr bwMode="auto">
            <a:xfrm>
              <a:off x="1740699" y="3366619"/>
              <a:ext cx="540415" cy="718260"/>
            </a:xfrm>
            <a:custGeom>
              <a:avLst/>
              <a:gdLst/>
              <a:ahLst/>
              <a:cxnLst/>
              <a:rect l="l" t="t" r="r" b="b"/>
              <a:pathLst>
                <a:path w="540417" h="718262" fill="norm" stroke="1" extrusionOk="0">
                  <a:moveTo>
                    <a:pt x="0" y="0"/>
                  </a:moveTo>
                  <a:lnTo>
                    <a:pt x="540417" y="0"/>
                  </a:lnTo>
                  <a:lnTo>
                    <a:pt x="540417" y="718262"/>
                  </a:lnTo>
                  <a:lnTo>
                    <a:pt x="0" y="718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304196330" name="TextBox 61"/>
            <p:cNvSpPr txBox="1"/>
            <p:nvPr/>
          </p:nvSpPr>
          <p:spPr bwMode="auto">
            <a:xfrm>
              <a:off x="235665" y="3464766"/>
              <a:ext cx="1035882" cy="4801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7"/>
                </a:lnSpc>
                <a:defRPr/>
              </a:pPr>
              <a:r>
                <a:rPr lang="en-US" sz="27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a2 A2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20836840" name="Freeform 63"/>
            <p:cNvSpPr/>
            <p:nvPr/>
          </p:nvSpPr>
          <p:spPr bwMode="auto">
            <a:xfrm rot="0" flipH="0" flipV="0">
              <a:off x="675076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6" y="0"/>
                  </a:lnTo>
                  <a:lnTo>
                    <a:pt x="1035886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/>
            </a:blipFill>
          </p:spPr>
        </p:sp>
        <p:sp>
          <p:nvSpPr>
            <p:cNvPr id="1967770454" name="Freeform 64"/>
            <p:cNvSpPr/>
            <p:nvPr/>
          </p:nvSpPr>
          <p:spPr bwMode="auto">
            <a:xfrm rot="0" flipH="0" flipV="0">
              <a:off x="1063532" y="5029197"/>
              <a:ext cx="776912" cy="1032584"/>
            </a:xfrm>
            <a:custGeom>
              <a:avLst/>
              <a:gdLst/>
              <a:ahLst/>
              <a:cxnLst/>
              <a:rect l="l" t="t" r="r" b="b"/>
              <a:pathLst>
                <a:path w="1035886" h="1376782" fill="norm" stroke="1" extrusionOk="0">
                  <a:moveTo>
                    <a:pt x="0" y="0"/>
                  </a:moveTo>
                  <a:lnTo>
                    <a:pt x="1035885" y="0"/>
                  </a:lnTo>
                  <a:lnTo>
                    <a:pt x="1035885" y="1376782"/>
                  </a:lnTo>
                  <a:lnTo>
                    <a:pt x="0" y="13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/>
            </a:blipFill>
          </p:spPr>
        </p:sp>
        <p:sp>
          <p:nvSpPr>
            <p:cNvPr id="1964473494" name="TextBox 65"/>
            <p:cNvSpPr txBox="1"/>
            <p:nvPr/>
          </p:nvSpPr>
          <p:spPr bwMode="auto">
            <a:xfrm>
              <a:off x="2010909" y="5238469"/>
              <a:ext cx="1035882" cy="56919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8"/>
                </a:lnSpc>
                <a:defRPr/>
              </a:pPr>
              <a:r>
                <a:rPr lang="en-US" sz="32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a A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21724387" name="AutoShape 66"/>
            <p:cNvSpPr/>
            <p:nvPr/>
          </p:nvSpPr>
          <p:spPr bwMode="auto">
            <a:xfrm>
              <a:off x="2281117" y="2778888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469984689" name="AutoShape 67"/>
            <p:cNvSpPr/>
            <p:nvPr/>
          </p:nvSpPr>
          <p:spPr bwMode="auto">
            <a:xfrm>
              <a:off x="2281117" y="3725749"/>
              <a:ext cx="2548922" cy="0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ysDash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45378754" name="Freeform 69"/>
            <p:cNvSpPr/>
            <p:nvPr/>
          </p:nvSpPr>
          <p:spPr bwMode="auto">
            <a:xfrm rot="0" flipH="0" flipV="0">
              <a:off x="854262" y="347796"/>
              <a:ext cx="808254" cy="886973"/>
            </a:xfrm>
            <a:custGeom>
              <a:avLst/>
              <a:gdLst/>
              <a:ahLst/>
              <a:cxnLst/>
              <a:rect l="l" t="t" r="r" b="b"/>
              <a:pathLst>
                <a:path w="1077675" h="1182634" fill="norm" stroke="1" extrusionOk="0">
                  <a:moveTo>
                    <a:pt x="0" y="0"/>
                  </a:moveTo>
                  <a:lnTo>
                    <a:pt x="1077675" y="0"/>
                  </a:lnTo>
                  <a:lnTo>
                    <a:pt x="1077675" y="1182634"/>
                  </a:lnTo>
                  <a:lnTo>
                    <a:pt x="0" y="11826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/>
            </a:blipFill>
          </p:spPr>
        </p:sp>
        <p:sp>
          <p:nvSpPr>
            <p:cNvPr id="200375469" name="TextBox 70"/>
            <p:cNvSpPr txBox="1"/>
            <p:nvPr/>
          </p:nvSpPr>
          <p:spPr bwMode="auto">
            <a:xfrm rot="0" flipH="0" flipV="0">
              <a:off x="1076688" y="793955"/>
              <a:ext cx="364122" cy="46721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75"/>
                </a:lnSpc>
                <a:defRPr/>
              </a:pPr>
              <a:r>
                <a:rPr lang="en-US" sz="2650" b="1">
                  <a:solidFill>
                    <a:srgbClr val="FFFFFF"/>
                  </a:solidFill>
                  <a:latin typeface="Rubik Bold"/>
                  <a:ea typeface="Rubik Bold"/>
                  <a:cs typeface="Rubik Bold"/>
                </a:rPr>
                <a:t>A</a:t>
              </a:r>
              <a:endParaRPr/>
            </a:p>
          </p:txBody>
        </p:sp>
        <p:sp>
          <p:nvSpPr>
            <p:cNvPr id="301879396" name="AutoShape 71"/>
            <p:cNvSpPr/>
            <p:nvPr/>
          </p:nvSpPr>
          <p:spPr bwMode="auto">
            <a:xfrm>
              <a:off x="1257763" y="4229368"/>
              <a:ext cx="0" cy="704577"/>
            </a:xfrm>
            <a:prstGeom prst="line">
              <a:avLst/>
            </a:prstGeom>
            <a:grpFill/>
            <a:ln w="57150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9409008" name="Rectangle: Rounded Corners 12"/>
            <p:cNvSpPr/>
            <p:nvPr/>
          </p:nvSpPr>
          <p:spPr bwMode="auto">
            <a:xfrm flipH="0" flipV="0">
              <a:off x="4468575" y="0"/>
              <a:ext cx="5879799" cy="6369842"/>
            </a:xfrm>
            <a:prstGeom prst="roundRect">
              <a:avLst>
                <a:gd name="adj" fmla="val 7239"/>
              </a:avLst>
            </a:prstGeom>
            <a:noFill/>
            <a:ln w="19049" cap="flat" cmpd="sng" algn="ctr">
              <a:solidFill>
                <a:srgbClr val="FF5C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4402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20620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modified xsi:type="dcterms:W3CDTF">2025-09-23T16:09:32Z</dcterms:modified>
</cp:coreProperties>
</file>