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for konfidensialitet i banksystemet: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personvernmodell: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Felles eiendom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Internasjonalt ord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eller </a:t>
            </a:r>
            <a:r>
              <a:rPr lang="fr-FR"/>
              <a:t>satoshier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Alice's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Charles's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Davids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Emmas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Kundens bankkonto: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Bakers bankkonto: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UTXOer som brukes til utgifter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UTXO-er opprettet for mottakerne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Den lar deg signere for å tilfredsstille skriptet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Et skript opprettes for å låse en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Offentlig nøkkel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Privat nøkkel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Bitcoin-lommebok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Skriptet er fornøyd med å bruke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Nye UTXOer opprettet og låst med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nye skript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NR. 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Alices UTXO brukes til å innfri betalingen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En UTXO opprettes for å betale bakeren for brød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En endring UTXO returnerer til Alices lommebok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slår sammen 2 UTXO-er til inndata for å dekke betalingsbehov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UTXO opprettes for å betale bakeren for brød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endring UTXO returnerer til Alices lommebok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Alices UTXO brukes til å innfri betalingen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UTXO opprettes for å betale bakeren for brød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En endring UTXO returnerer til Alices lommebok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Transaksjonsgebyr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Blokkbelønning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Blokktilskudd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Transaksjonsgebyrer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for konfidensialitet i banksystemet: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Kunde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Baker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Nabo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Bankmann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Modell for konfidensialitet i banksystemet: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Bitcoin personvernmodell: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Nabo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Kunde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Baker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Overvåking av blokkjeden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Funksjoner identifikasjon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Utledning av hypoteser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Tilgjengelig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Enkel betaling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Feiing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Konsolidering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Grupperte utgifter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Samarbeidstransaksjon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som tilhører den spores brukeren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Hvilken utgang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representerer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endringen?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Gjenbruk av interne adresser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Gjenbruk av versjonering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Betalinger med runde tall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Betalinger med runde tall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Den største produksjonen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Felles eier av alle UTXO-ene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Tilgjengelig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Felles avsender for alle transaksjoner?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Heuristikk for felles input-eierskap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Tilgjengelig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Justert offentlig nøkkel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Klassisk offentlig nøkkel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manus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manus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manus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manus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Section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Tilgjengelig på: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Felles eier av alle UTXO-ene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Gjenbruk av interne adresser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kanin satoshi pizza matte smil dal egg piano ferie høst hallo bakke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Vekslepenger for kjøp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av sofa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Uttak fra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Kunde David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Kjøp av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datamaskin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P2P-kjøp fra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Lommebok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Etiketter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P2P-kjøp fra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Betaling til kunden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Endre for sofakjøp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Exchange.com uttak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Client David-betaling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Kjøp av datamaskin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INGEN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P2P-kjøp fra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Lommebok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Etiketter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INGEN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P2P-kjøp fra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Betaling til kunden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Transaksjon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Transaksjon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Transaksjon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Transaksjon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Gjennomsnittlige utgifter i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Exchange.kyc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Modell for konfidensialitet i banksystemet: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Bitcoin personvernmodell: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Motpart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Bank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Identiteter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Offentlig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Transaksjoner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Identiteter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Emmas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Davids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Emmas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Frank's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Davids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Frank's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Grace's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Victors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blind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blind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blind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avblindet utdata +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blind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avblindet utdata +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usignert transaksjon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inngang + blindet utgang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blind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avblindet utdata + 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usignert transaksjon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transaksjonssignatur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forblanding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sammenføyninger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lommebok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Innkommende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Innkommende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Blandet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Blandet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Blandet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Blandet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Blandet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Hovednøkkel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Formål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Mynttype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Regnskap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Kjeder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ekst.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ekst.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brukes til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sammenføyningssykluser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Gruvedriftskostnader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Utjevnede UTXO-er klare for miksing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Doxisk endring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Serviceavgifter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Mix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forblanding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Spurv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før sammenføyning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etter sammenføyning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Analytikeren vet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denne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Analytikeren ønsker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å finne denne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før sammenføyning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etter sammenføyning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Analytikeren vet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denne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Analytikeren ønsker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å finne denne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før sammenføyning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Analytikeren vet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denne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Analytikeren står overfor en gruppe UTXO-er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som kan matche søket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MIXED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Forward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før sammenføyning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Analytikeren står overfor en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gruppe UTXO-er som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kan være kilden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etter sammenføyning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Analytikeren vet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at denne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Mix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Sannsynlig kilde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etter sammenføyning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Sykluser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kilder...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innganger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utganger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Feil!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Betalingsbeløp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Feil!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Faktisk betaling av 4 000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>
                <a:latin typeface="IBM Plex Sans"/>
              </a:rPr>
              <a:t>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innganger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utganger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Bobs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Alice's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sammenføyning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Utstederen gjennomfører 4 transaksjoner mot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Utstederen utfører 4 transaksjoner overfor seg selv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Den siste transaksjonen brukes til å betale den endelige mottakeren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 er ikke dem lenger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 er kunden min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sammenføyning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Det er nok dem igjen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Er de fortsatt kunden min?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er ikke fra min kunde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Utvekslet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Utvekslet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LOMMEPUNG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Hovednøkkel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Formål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Mynttype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Regnskap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Kanaler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utvendig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internt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utvendig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internt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Reserveres for fremtidig bruk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Kjedekode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Offentlig nøkkel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Bit-felt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Paritet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Versjon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Sjekksum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Prefiks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Utveksling over et usikret nettverk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Vanlig farge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Hemmelige farger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Offentlig utveksling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Hemmelige farger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Varsling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Transaksjon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"Hei! Her er betalingskoden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min. Jeg vil sende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deg betalinger med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Bitcoins klassiske personvernmodell: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Konfidensialitetsmodell for BIP47-betalingskoder: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Offentlig 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Privat 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Hovednøkkel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Barnets offentlige 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Melding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Melding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transaksjon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Kryptert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betalingskode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Delt hemmelighet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underordnede nøkler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adresse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på den elliptiske kurven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offentlige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offentlige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Usikret offentlig overføring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offentlige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offentlige nøkkel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Adresse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for varsling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Meldingstransaksjon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Kryptert betalingskode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Offentlig nøkkel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Betalingskode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Delt hemmelighet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Hovednøkkel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Barnets offentlige nøkkel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Barnets private nøkkel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Meldingsidentifikator </a:t>
            </a:r>
            <a:r>
              <a:rPr sz="2000" b="1" i="1"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Offentlig nøkkelidentifikator for </a:t>
            </a:r>
            <a:r>
              <a:rPr sz="2000" b="1" i="1">
                <a:latin typeface="IBM Plex Sans"/>
              </a:rPr>
              <a:t>den første inndataen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'OP_RETURN' </a:t>
            </a:r>
            <a:r>
              <a:rPr sz="2000" b="1" i="1">
                <a:latin typeface="IBM Plex Sans"/>
              </a:rPr>
              <a:t>Identifikator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Annen offentlig nøkkel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Annen privat nøkkel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Hovednøkkel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Annen adresse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Betaling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Første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BIP47-betaling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Avledning av underordnet nøkkel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Punktaddering på elliptiske kurver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Avledning av adresse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Adresse for varsling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Hovednøkkel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Betalingsadresse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underordnet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Punktaddering på elliptiske kurver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adresse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for varsling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offentlig nøkkel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privat nøkkel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adresse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Betalingsadresse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Andre betaling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Betalingsadresse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underordnet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offentlig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for varsling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Betalingsadresse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Hovednøkkel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Punktaddering på elliptiske kurver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adresse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Punkt G på den elliptiske kurven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 offentlig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offentlige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Offentlig nøkkel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Bobs private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Alices offentlige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Bobs private nøkkel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Usikret offentlig overføring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Delt hemmelighet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Alices offentlige nøkkel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Hemmelig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Abscissen til hemmeligheten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Hemmelig hash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Punkt G på kurven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offentlige nøkkel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offentlig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betalingsnøkkel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Bobs private nøkkel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privat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betalingsnøkkel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Betalingskode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Adresser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Offentlige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Private nøkler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offentlig 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adresse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Første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refusjon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Delte hemmeligheter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underordnet nøkkel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Bitcoin-transaksjon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Punktaddering på elliptiske kurver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Avledning av adresse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Melding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Adresse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Hovednøkkel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Annen privat nøkkel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Justert offentlig nøkkel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Offentlig nøkkel for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klassisk betaling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Merkle Root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manus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manus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manus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manus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Transaksjon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innganger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utganger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Forandring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