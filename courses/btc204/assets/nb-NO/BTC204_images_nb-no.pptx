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for konfidensialitet i banksystemet: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personvernmodell: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Offentlig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Transaksjoner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Offentlig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Transaksjoner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Felles eiendom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Internasjonalt ord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Kundens bankkonto: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Bakers bankkonto: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Bitcoin-transaksjon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UTXOer som brukes til utgifter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UTXO-er opprettet for mottakerne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Den lar deg signere for å tilfredsstille skriptet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Et skript opprettes for å låse 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Offentlig nøkkel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Privat nøkkel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Bitcoin-lommebok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Bitcoin-transaksjon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Skriptet er fornøyd med å bruke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Nye UTXOer opprettet og låst med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nye skript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Alices UTXO brukes til å innfri betalingen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En UTXO opprettes for å betale bakeren for brød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En endring UTXO returnerer til Alices lommebok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slår sammen 2 UTXO-er til inndata for å dekke betalingsbehov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UTXO opprettes for å betale bakeren for brød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endring UTXO returnerer til Alices lommebok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 brukes til å innfri betalingen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UTXO opprettes for å betale bakeren for brød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En endring UTXO returnerer til Alices lommebok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Transaksjonsgebyr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for konfidensialitet i banksystemet: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Offentlig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Transaksjoner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Kunde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Nabo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Bankmann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for konfidensialitet i banksystemet: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personvernmodell: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Offentlig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Transaksjoner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Offentlig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Transaksjoner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Nabo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Kunde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Overvåking av blokkjeden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innganger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utganger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Funksjoner identifikasjon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Utledning av hypoteser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Tilgjengelig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Enkel betaling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Feiing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Konsolidering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Konsolidering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Batchet betaling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Samarbeidstransaksjon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som tilhører den spores brukeren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Hvilken utgang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representerer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endringen?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Gjenbruk av interne adresser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Gjenbruk av versjonering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Betalinger med runde tall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Betalinger med runde tall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Største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produksjon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Felles eier av alle UTXO-ene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Tilgjengelig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Felles avsender for alle transaksjoner?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Tilgjengelig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Transaksjon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Klassisk offentlig nøkkel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Tilgjengelig på: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Felles eier av alle UTXO-ene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Gjenbruk av interne adresser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kanin satoshi pizza matte smil dal egg piano ferie høst hallo bakke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Vekslepenger for kjøp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av sofa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Uttak fra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Kunde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betaling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Kjøp av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datamaskin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P2P-kjøp fra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Lommebok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Etiketter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P2P-kjøp fra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Betaling til kunden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Endre for sofakjøp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uttak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Client David-betaling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Kjøp av datamaskin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INGEN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P2P-kjøp fra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Lommebok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INGEN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P2P-kjøp fra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Betaling til kunden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Gjennomsnittlige utgifter i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Modell for konfidensialitet i banksystemet: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 personvernmodell: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Motpart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Offentlig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Transaksjoner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Identiteter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Offentlig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Transaksjoner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Identiteter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brukes til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sammenføyningssykluser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Gruvedriftskostnader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Utjevnede UTXO-er klare for miksing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Doxisk endring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Serviceavgifter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Analytikeren vet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denne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Analytikeren ønsker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å finne denne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Analytikeren vet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denne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Analytikeren ønsker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å finne denne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Analytikeren vet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denne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Analytikeren står overfor en gruppe UTXO-er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som kan matche søket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Analytikeren står overfor en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gruppe UTXO-er som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kan være kilden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Analytikeren vet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at denne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Sannsynlig kilde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kilder...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Betalingsbeløp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Faktisk betaling av 4 000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Utstederen utfører 4 transaksjoner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mot seg selv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Utstederen utfører 4 transaksjoner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mot seg selv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Den siste transaksjonen brukes til å betale den endelige mottakeren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Det er ikke dem lenger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 er kunden min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Det er nok dem igjen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Er de fortsatt kunden min?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er ikke fra min kunde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Utvekslet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Utvekslet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Reserveres for fremtidig bruk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Kjedekode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Offentlig nøkkel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Bit-felt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Paritet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Versjon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Sjekksum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Prefiks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Utveksling over et usikret nettverk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Delt hemmelighet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Vanlig farge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Hemmelige farger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Offentlig utveksling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Hemmelige farger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Delt hemmelighet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Varsling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Transaksjon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"Hei! Her er betalingskoden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min. Jeg vil sende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deg betalinger med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Bitcoins klassiske personvernmodell: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Konfidensialitetsmodell for BIP47-betalingskoder: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på den elliptiske kurven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private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offentlige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Alices private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offentlige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Delt hemmelighet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Usikret offentlig overføring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Delt hemmelighet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offentlige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offentlige nøkkel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på den elliptiske kurven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private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offentlig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offentlige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private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Offentlig nøkkel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Alices offentlige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private nøkkel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Delt hemmelighet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Usikret offentlig overføring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Delt hemmelighet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Alices offentlige nøkkel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Hemmelig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Abscissen til hemmeligheten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Hemmelig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Punkt G på kurven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offentlige nøkkel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private nøkkel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Offentlig nøkkel for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klassisk betaling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