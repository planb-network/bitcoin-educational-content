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銀行系統保密模型：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隱私模型：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對應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共同財產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國際字 ：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薩特或薩托希斯 </a:t>
            </a:r>
            <a:r>
              <a:rPr lang="fr-FR"/>
              <a:t/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愛麗絲的UTXO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 的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大衛的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Emma's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客戶的銀行帳戶：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 的銀行帳戶：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比特幣交易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用於支出的 UTXOs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為收件人建立的 UTXOs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它允許您簽名以滿足腳本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建立腳本以鎖定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公開金鑰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私人密碼匙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比特幣錢包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比特幣交易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腳本滿足了花費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建立新的 UTXOs 並使用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新指令碼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的 UTXO 用於支付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設立 UTXO 以支付麵包師傅的麵包費用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變更 UTXO 返回 Alice 的錢包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將 2 個 UTXO 合併為輸入，以滿足付款需求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設立 UTXO 以支付麵包師傅的麵包費用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變更 UTXO 返回 Alice 的錢包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 的 UTXO 用於支付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設立 UTXO 以支付麵包師傅的麵包費用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變更 UTXO 返回 Alice 的錢包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交易費用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區塊獎勵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整體補貼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交易費用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銀行系統保密模型：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對應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客戶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貝克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鄰居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銀行家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銀行系統保密模型：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隱私模型：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對應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鄰居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客戶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貝克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區塊鏈監控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功能識別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假設推論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中本聰(2008).Bitcoin: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Privacy. Available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at: https://bitcoin.org/bitcoin.pdf.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簡單付款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清掃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整合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整合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成組支出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合作交易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屬於被追蹤使用者的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哪個輸出代表變更？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內部位址重複使用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版本的重複使用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整數付款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整數付款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最大輸出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所有 UTXO 的共同擁有人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中本聰(2008).Bitcoin: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Privacy. Available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at: https://bitcoin.org/bitcoin.pdf.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所有交易的共同寄件者？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"sequence"：0x00000834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"sequence"：0x00000834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"sequence"：0x00000834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共同輸入所有權啟發式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中本聰(2008).Bitcoin: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Privacy. Available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at: https://bitcoin.org/bitcoin.pdf.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經過調整的公開金鑰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經典支出公開金鑰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Merkle Root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劇本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劇本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腳本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劇本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中本聰(2008).Bitcoin: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Privacy. Available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at: https://bitcoin.org/bitcoin.pdf.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所有 UTXO 的共同擁有人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內部位址重複使用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兔子中本聪比萨数学微笑谷鸡蛋钢琴假日秋季你好山丘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購買沙發的零錢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提款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客戶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購買電腦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從 Charles 購買 P2P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錢包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標籤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從 Alice 購買 P2P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付款給客戶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購買沙發的變更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提款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客戶大衛付款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無需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購買電腦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從 Charles 購買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錢包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標籤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從 Alice 購買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向客戶大衛付款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聯接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平均支出（以噸計）/ 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銀行系統保密模型：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 隱私模型：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對應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公眾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聯接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大衛的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Emma's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大衛的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Emma's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大衛的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法蘭克的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大衛的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法蘭克的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夏娃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格雷斯的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 的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格雷斯的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 的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格雷斯的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 的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聯接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輸入 + 盲目輸出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輸入 + 盲目輸出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輸入 + 盲目輸出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輸入 + 盲目輸出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非盲輸出 + 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輸入 + 盲目輸出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非盲輸出 + 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無簽名交易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輸入 + 盲目輸出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非盲輸出 + 簽名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無簽名交易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交易簽章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預混合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混音後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聯繫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錢包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CIOH！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山葵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傳入的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混音版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傳入的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混音版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混音版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主鑰匙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目的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硬幣類型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帳戶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鏈條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UTXO用於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共接循環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採礦成本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均衡化的 UTXO 準備好進行混合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毒性改變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服務費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混合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後混合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預混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！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Sparrow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共同接合前的 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共同接合後的 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聯結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循環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分析師知道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此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分析師希望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找到這個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共同接合前的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共同接合後的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聯結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循環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分析師知道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此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分析師希望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找到這個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共同接合前的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聯結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循環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分析師知道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此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分析師面對一組UTXOs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可能符合搜尋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混合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混合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混合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前進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共同接合前的 UTXO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聯結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循環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分析師面對的UTXO群組可能是來源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共同接合後的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聯結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循環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分析師知道這個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UTXO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混音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混音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混音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混合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混合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混合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混合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可能來源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共同接合後的 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聯結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循環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來源...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德州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付費加入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付費加入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輸入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產出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付費加入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錯了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付費加入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付費加入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付款金額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錯了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付費加入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實際支付 4,000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石牆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石牆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石牆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查爾斯的 </a:t>
            </a:r>
            <a:r>
              <a:rPr>
                <a:latin typeface="IBM Plex Sans"/>
              </a:rPr>
              <a:t>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鮑勃的UTXO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石牆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石牆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石牆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輸入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產出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鮑勃的UTXO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查爾斯的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愛麗絲的UTXO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德州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聯接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聯接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發行人針對 oneel 進行 4 項交易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發行人對自己進行 4 項交易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最後一筆交易用於支付最終收款人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聯接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聯接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不再是他們了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他們是我的客戶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聯接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可能又是他們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他們還是我的客戶嗎？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該 coinjoin 並非來自我的客戶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交換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交換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駭客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德州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錢包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主鑰匙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目的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硬幣類型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帳戶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頻道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外部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內部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外部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內部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預留給未來使用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鏈碼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公開金鑰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位元欄位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奇偶校驗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版本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校驗碼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前綴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透過不安全的網路進行交換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共用秘密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常見顏色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秘密顏色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公開交流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秘密顏色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共用秘密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交易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"你好！這是我的付款代碼。我將使用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BIP47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向您發送付款"。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 的經典隱私模式：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付款代碼的保密模式：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主鑰匙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子公開金鑰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交易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加密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付款代碼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共用秘密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共享的秘密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子金鑰衍生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比特幣交易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地址衍生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橢圓曲線上的 G 點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的私人密碼匙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鮑勃的公開金鑰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 的私人密碼匙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鮑勃的私人密碼匙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的公開金鑰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鮑勃的私人密碼匙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共用秘密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無擔保公開傳輸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共用秘密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的公開金鑰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鮑勃的公開金鑰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地址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通知交易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加密付款代碼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共享的秘密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公開金鑰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付款代碼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共用秘密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主鑰匙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子公開金鑰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兒童私密金鑰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通知識別碼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第一筆輸入的公開金鑰識別碼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OP_RETURN' </a:t>
            </a:r>
            <a:r>
              <a:rPr sz="2000" b="1" i="1">
                <a:latin typeface="IBM Plex Sans"/>
              </a:rPr>
              <a:t>識別碼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其他公開金鑰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其他私密金鑰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主鑰匙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其他地址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付款方式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地址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第一筆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BIP47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付款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共享的秘密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子金鑰衍生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比特幣交易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橢圓曲線上的點加法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地址衍生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主鑰匙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共享的秘密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子金鑰衍生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比特幣交易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橢圓曲線上的點加法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地址衍生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其他公開金鑰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其他私密金鑰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其他地址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第二筆付款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子金鑰衍生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公開金鑰衍生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主鑰匙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共享的秘密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橢圓曲線上的點加法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地址衍生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橢圓曲線上的 G 點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的私人密碼匙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公開金鑰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鮑勃的公開金鑰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的私人密碼匙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公開金鑰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鮑勃的私人密碼匙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的公開金鑰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鮑勃的私人密碼匙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共用秘密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無擔保公開傳輸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共用秘密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 的公開金鑰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秘密的 Abscissa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秘密切細值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曲線上的 G 點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鮑勃的公開金鑰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公開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支付鑰匙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鮑勃的私人密碼匙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私人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支付鑰匙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愛麗絲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鮑勃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其他公開金鑰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第一次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報銷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共享的秘密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子金鑰衍生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比特幣交易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橢圓曲線上的點加法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地址衍生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通知書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主鑰匙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其他私密金鑰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經過調整的公開金鑰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經典付款公開金鑰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/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Merkle Root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劇本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劇本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腳本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劇本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輸入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產出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變更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