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42579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0133925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410923279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70836558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828589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56021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8248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2876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955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15188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29105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946575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6468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018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28850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36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1393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36576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4634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355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39893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180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92631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67547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62042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24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96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9066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86724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80628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2543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47873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25988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82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1141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81780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766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1957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6992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53912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3404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80896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17751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27282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9528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3756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9074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23600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0433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875279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13494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58147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0855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60207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13425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5694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296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6925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34862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29570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3625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13653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5854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0712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86960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33737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778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34965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67211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96477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316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56305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568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48573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6071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39802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50062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16273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2455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40015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53707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00039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63612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214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6472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9583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48251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296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2260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1167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74876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13389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8401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0017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0485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329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08634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4991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8992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0035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7272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81750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8035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917968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70363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8707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58235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0854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1665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6586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41490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6512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58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43808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2609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5575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5704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27964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22616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36452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40816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05601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0931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1098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03423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094017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527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3084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1272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754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1597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39489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12757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33290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744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591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7578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25578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88219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3679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8966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6130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35849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1728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525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48344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82926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5010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94066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18349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79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699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76822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9067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0837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74336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5264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40281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4263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6546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6719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487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357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93513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9137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24562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07318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0583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72589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3866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13049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1506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43067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44398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31763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638084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5261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57357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0147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46087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2292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42438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9644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1960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7603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05478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99220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92212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4021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9501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031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9421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97169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13722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90435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1551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8019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65069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03959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56675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0641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49220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781452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2107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1698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2672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015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21558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415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4350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39402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99863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11817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7365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335291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5457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738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8455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1914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1361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4661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4257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01113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88062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7432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6674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9418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17990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2904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7113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05516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3119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67219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0823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4310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3117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654773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8438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28095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502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4228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8229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7144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94323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0809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83227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65217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4201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1742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81061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4812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37033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582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93094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75923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45324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64527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34630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8738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117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6180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92806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816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17756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52668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51818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34599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5484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5991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45606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9137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7372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349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2784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79508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0706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37117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89750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91892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52973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2382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4735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9881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15338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4722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45502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5620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254645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5204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1050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468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37944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341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4246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5705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64460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3019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853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3860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3234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75915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96433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58557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9954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67384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06568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0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56236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7768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2634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77059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73774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8205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283021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78356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0264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07768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422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9393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9386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1752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9593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5318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323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5998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9478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36258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79715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1660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4071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3978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91991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35901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3399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28902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3339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90501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83172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62112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88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47012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4420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3263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372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88664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81487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21784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48501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45523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0603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361698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6861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9246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35454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074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89573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2508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71431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58041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33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7853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22806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6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619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426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37903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443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7134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6991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02738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636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772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99036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9590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67608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4527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318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66930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15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65071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3726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38409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91257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34355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64459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6299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14705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1783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46439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11330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2161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4029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699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9985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46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7432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759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93452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941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287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3402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22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6699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0627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92576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6824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0343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69443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7997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93162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754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8604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0197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4107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39006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269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6501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2352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4440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71379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3465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612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4097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4366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150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0144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69517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647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05908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82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52741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98555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84332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72394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10008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7176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246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0703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666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47853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0682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12755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78787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321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49191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8723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17258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78198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34724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568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21924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26086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598067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90187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55860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68457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57456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2377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779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0133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9503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02598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339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41884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68801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60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876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89257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4590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6756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35336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48413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353025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6302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9756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5800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86334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004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66011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6237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61669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6534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34680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7978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4520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97314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600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24060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753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3969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7204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33441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0695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7356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927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0726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91328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390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28833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70477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2718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3723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29861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83397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7386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5756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755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8406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62788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9409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99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87047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12272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47199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173764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8227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6091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44743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73960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1175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571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8688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5610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46514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64161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1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3013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06556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0401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42277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570327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9866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54714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0510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28380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72170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80324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0936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892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16893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55877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699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11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96070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6023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0508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23606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89264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91669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2240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0028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6204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0674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20387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55379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77140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721675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733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31608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48420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7209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7710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9749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356460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2192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962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6266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24555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9317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5392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34651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8676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952142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91175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62401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2922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77584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82665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0153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422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83467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01208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075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39774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61722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4499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4437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66645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826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7729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52961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170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11360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4665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1829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50464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6323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084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47077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3988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0186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44444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50014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456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4498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54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3144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85319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318180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81730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160053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51655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2790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6525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439289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7466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53175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915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33987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32657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7486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4941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67401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75188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8201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3814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98789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73472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77546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0500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3072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9552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34936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5896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65177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452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2723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3111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32922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71041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907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601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68440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4662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73872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72558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4870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6392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80806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69422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35140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9363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474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81505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98222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2917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1309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773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2366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4705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0548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52816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22746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842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54374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33504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5010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12086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9922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3108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62285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42832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7362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1539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4482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31959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22809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81056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3024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7055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7959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26385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38398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9277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95516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8559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2638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16601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99125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39080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7670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94711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82764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04067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40878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81007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06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42073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79220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69016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1846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5620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1031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2755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6775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50366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4825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9001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6645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4340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80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3440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01219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51010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5258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8796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8840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2371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7817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9363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9783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797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35026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35056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9689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36589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84990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427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04866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0985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50261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6698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1622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56724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1645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43800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13230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617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62113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60393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87698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71201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18880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0974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3062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3867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4681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4274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69815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75856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0849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579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7970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9676340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45491614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965241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6524788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096871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171396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3470728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980858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3047696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120967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3350550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630737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5779970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5508299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244323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6850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4451420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7402414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561549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4069640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0347711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756954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0882312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1775417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9748258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3211504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718375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1274589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15013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273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866699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372918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4385131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44812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2582500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8754897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12468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5756150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9532523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046233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3073081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8399900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296121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58926708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7588772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187234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936215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8911668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27510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6678367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8419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4907322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950196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49790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647140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629884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265847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8962125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8928797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100913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39457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9323439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934282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585638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Pankkijärjestelmän luottamuksellisuusmalli: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85476114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Bitcoinin yksityisyysmalli: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9140924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07433750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Vastapuoli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7103197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6087750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Julkinen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6304143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01106233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Pankki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84991520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1443541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Tapahtumat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0616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94884571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Identiteetit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02594361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762519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36272541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Julkinen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16470174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06697532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Tapahtumat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20512268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155871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Identiteetti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07973677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5692568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4663064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76440666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16772365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5576084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017216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45371866" name="TextBox 49"/>
          <p:cNvSpPr txBox="1"/>
          <p:nvPr/>
        </p:nvSpPr>
        <p:spPr bwMode="auto">
          <a:xfrm flipH="0" flipV="0">
            <a:off x="2037895" y="3270249"/>
            <a:ext cx="2420578" cy="462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Yhteinen omaisuus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115509817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Kansainvälinen sana :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2065919393" name=""/>
          <p:cNvGrpSpPr/>
          <p:nvPr/>
        </p:nvGrpSpPr>
        <p:grpSpPr bwMode="auto">
          <a:xfrm flipH="0" flipV="0">
            <a:off x="262618" y="310051"/>
            <a:ext cx="2765298" cy="2531751"/>
            <a:chOff x="0" y="0"/>
            <a:chExt cx="2765298" cy="2531751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4" y="611151"/>
              <a:ext cx="2257699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84762051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6" y="333039"/>
              <a:ext cx="5400829" cy="4623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8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28373022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379709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4895420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354017405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Asiakkaan pankkitili: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126204890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39880999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332408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949086205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Bakerin pankkitili: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947297373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51062033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5061852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3705296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551999108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001820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Bitcoin-transaktio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0801833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Menoihin käytetyt UTXO:t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784246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404891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Vastaanottajia varten luodut UTXO:t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0362993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327881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18751563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96261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695488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74372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647241117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Sen avulla voit allekirjoittaa täyttämään käsikirjoituksen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64694608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Luodaan skripti UTXO:n lukitsemista varten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00084539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Julkinen avain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546583938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Yksityinen avain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144533008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0578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8388096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Bitcoin-lompakko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94811415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963076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Bitcoin-transaktio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7756379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Käsikirjoitus on tyytyväinen UTXO:n käyttämiseen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84615916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35986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Uudet UTXO:t, jotka on luotu ja lukittu seuraavasti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uudet skriptit</a:t>
            </a:r>
          </a:p>
        </p:txBody>
      </p:sp>
      <p:sp>
        <p:nvSpPr>
          <p:cNvPr id="480863282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5311408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76315653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9507213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3283464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4439065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Alicen UTXO käytetään maksun suorittamiseen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108132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278648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luodaan leipurille leivästä maksettavaa palkkaa varten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521528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703829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73557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Muutos UTXO palaa Alicen lompakkoon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826197124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416027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yhdistää 2 UTXO:ta tuloiksi maksutarpeiden täyttämiseksi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95459493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81032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luodaan leipurille leivästä maksettavaa palkkaa varten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6961483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745346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875928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Muutos UTXO palaa Alicen lompakkoon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128686530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8584837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 käytetään maksun suorittamiseen</a:t>
            </a:r>
            <a:endParaRPr/>
          </a:p>
        </p:txBody>
      </p:sp>
      <p:sp>
        <p:nvSpPr>
          <p:cNvPr id="147511569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513420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luodaan leipurille leivästä maksettavaa palkkaa varten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45904265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327273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682510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Muutos UTXO palaa Alicen lompakkoon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05576444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Transaktiomaksu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886586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40001764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50287510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236870723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811379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098593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32113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6696736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45096674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1649090883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887456013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3041954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1816438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832487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330491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9759569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92406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0409975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4067507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1205977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4320872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7331341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932080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974822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2908165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1981373098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1034780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104971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943525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375007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254600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386450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247448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249396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7407375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9685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63612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089322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2354113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09584039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1603521583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129329127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350167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778881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728094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53324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218018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2447093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493922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4937042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605779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Pankkijärjestelmän luottamuksellisuusmalli: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77855146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9938466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Vastapuoli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06246418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63629623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Julkinen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763629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26257938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Pankki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02833858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19598074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Tapahtumat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21127032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17489246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Identiteetit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67569102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64165104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1372811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73598768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07556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924123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669968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68257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261033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230328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52386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05116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366425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264227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226933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Asiakas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73015713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Baker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71119161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Naapuri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9182228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Pankkiiri</a:t>
            </a:r>
            <a:endParaRPr/>
          </a:p>
        </p:txBody>
      </p:sp>
      <p:sp>
        <p:nvSpPr>
          <p:cNvPr id="664631096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875655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796020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02809694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8034518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312427099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Pankkijärjestelmän luottamuksellisuusmalli: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103066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Bitcoinin yksityisyysmalli: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469047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44090811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Vastapuoli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8169924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5900573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Julkinen</a:t>
            </a:r>
            <a:endParaRPr sz="1600"/>
          </a:p>
        </p:txBody>
      </p:sp>
      <p:sp>
        <p:nvSpPr>
          <p:cNvPr id="1919927347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76644056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Pankki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8812270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5938411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Tapahtumat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3899808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10919646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Identiteetit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426267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7071100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36090130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Julkinen</a:t>
            </a:r>
            <a:endParaRPr sz="1600"/>
          </a:p>
        </p:txBody>
      </p:sp>
      <p:sp>
        <p:nvSpPr>
          <p:cNvPr id="514346463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18197433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Tapahtumat</a:t>
            </a:r>
            <a:endParaRPr sz="1600"/>
          </a:p>
        </p:txBody>
      </p:sp>
      <p:sp>
        <p:nvSpPr>
          <p:cNvPr id="735400455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88438597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Identiteetit</a:t>
            </a:r>
            <a:endParaRPr sz="1600"/>
          </a:p>
        </p:txBody>
      </p:sp>
      <p:sp>
        <p:nvSpPr>
          <p:cNvPr id="2041698545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65378545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6200504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70040264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11141915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527857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277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559789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7799659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696839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3411351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589595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379227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503462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993822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374388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360991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317329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851686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389236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3868827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335685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954837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4497095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Naapuri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2897145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Asiakas</a:t>
            </a:r>
            <a:endParaRPr sz="2000"/>
          </a:p>
        </p:txBody>
      </p:sp>
      <p:sp>
        <p:nvSpPr>
          <p:cNvPr id="2052908676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Baker</a:t>
            </a:r>
            <a:endParaRPr sz="2000"/>
          </a:p>
        </p:txBody>
      </p:sp>
      <p:pic>
        <p:nvPicPr>
          <p:cNvPr id="756318737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260432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3131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544587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7885387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9040970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416024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6767805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6754351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3877878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35093458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57349320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195806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8370055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7095416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4327226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12060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461528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76087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901055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990985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79005708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6571419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8046385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86784674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428232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8515207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8828343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4615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9012666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47854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3465527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5620896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87982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796796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621061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205883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9567878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108019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617177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021400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336823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8621835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Lohkoketjun seuranta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1490427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tulot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5027356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4134718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Ominaisuuksien tunnistaminen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94071120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Hypoteesin päättely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5078515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83809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492454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9794440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98769966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9956245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60005924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9364415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26659649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445424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61794471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09116732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999288809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8744612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49893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1784192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129452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38784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7161343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531954105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21924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4733278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0185518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31313917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2697036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2650808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2274857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446112979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560987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3136266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3285272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0428325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831851090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1269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3534552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9185110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38905146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75341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40540486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5232934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37762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2456178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0040124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88774277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59326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03691629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22556751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26508852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1907106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0365228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48919270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08825945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3415695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16668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1994955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75236520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397985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2531376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00641972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89634684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0598502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98646288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2106808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138438075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685575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8519572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0770161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26857706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97885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15288617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856785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274731103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6592373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3147727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06178930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61458494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349417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1142175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46481635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972743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97622871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96118278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54154473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81386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2250500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93189644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669703797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111315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18749281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463619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5322120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652214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5336341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23402841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73392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472765357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312761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789541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6699777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581792157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5136586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0388431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26522313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200119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003721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9644420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767769493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205298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36671993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37274917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661751193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6800200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0986130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4377526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9662924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89114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5095442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98065598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68806359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77381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548318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58000581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849167082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2716693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8556419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31979583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64764076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0154378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85290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91373731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823841919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309204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122278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2767251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300057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738966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104290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4629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696694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974274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400539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34632180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74175172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8312845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2983797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832593558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6751871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474884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590931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17098543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87428307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602801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86203986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119710709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2113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0646814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89002632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488729148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44538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1000896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06375528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60756398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998576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9258838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0141354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073021748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317075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158995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352627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4123102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70637457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578804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58709017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92296813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31836708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4050140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54117663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44372460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1584366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6840211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53116051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319446044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583059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232722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0889706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689883381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382282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061374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0448063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1908467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319722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1928199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39505259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756681223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7626624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1526799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77975855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92496548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984815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4014536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63464434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430704349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8005389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146668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56351441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20317652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224392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185115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431699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31810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641790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1804314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620731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114465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7689698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252199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7107758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530788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198444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1357074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8623551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900540333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728619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025495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141711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605764293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7163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5450384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91421381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95733370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289629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64951992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01291019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1879931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3931706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5210001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322022748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1680620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55380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3959027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843741395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39996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0266423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277438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75932341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446857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216054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25606353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84343024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831936591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164860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2286167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88982116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098746722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3776042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30300906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030828153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30118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7203228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629587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2967962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492662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46728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5993708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448122988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499916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0118923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97303128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804130019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053033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646678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48594952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81375172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174653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4523949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96703545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66621109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359933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8296176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23614899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709037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9273626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291188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1504642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47461056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203288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544124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36922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378948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918544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384868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903408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5987346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98558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20861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055278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5352766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077427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19102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57615639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25609520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Saatavilla osoitteessa: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039731876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14536784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1879310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Yksinkertainen maksu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8823076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543119281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1934942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266563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Nuohous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50981627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3330375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7668313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3269131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91494406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Konsolidointi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531288183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95745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562612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Konsolidointi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2759446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8933001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06249291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264092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62508351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2946382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Eräkohtainen maksu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0682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571733943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382007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16531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Yhteistyöhön perustuva liiketoimi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2535666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61439060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60522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1624496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69909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1823826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UTXO, joka kuuluu seuratulle käyttäjälle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45426635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Mikä tuotos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edustaa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muutosta?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472599908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72549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Sisäisen osoitteen uudelleenkäyttö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352389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89701158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235353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565717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Versionoinnin uudelleenkäyttö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1160537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59090144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86789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9331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Pyöreät numeromaksut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6189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2312463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679990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Pyöreät numeromaksut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72472289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67555063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7232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300041" name="TextBox 39"/>
          <p:cNvSpPr txBox="1"/>
          <p:nvPr/>
        </p:nvSpPr>
        <p:spPr bwMode="auto">
          <a:xfrm rot="0" flipH="0" flipV="0">
            <a:off x="2859070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Suurin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>tuotanto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4965290" name="Rectangle: Rounded Corners 12"/>
          <p:cNvSpPr/>
          <p:nvPr/>
        </p:nvSpPr>
        <p:spPr bwMode="auto">
          <a:xfrm rot="0" flipH="0" flipV="0">
            <a:off x="2859070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19280406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54994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696900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446339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477518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0609960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Kaikkien UTXO:iden yhteinen omistaja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787593025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2134848549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36765819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2822288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Saatavilla osoitteessa: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80646192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942663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893988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204315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458231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060503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Yhteinen lähettäjä kaikille tapahtumille?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219471724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457610192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41863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63713725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59548754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843728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1913932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Saatavilla osoitteessa: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62215125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1969767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34270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191075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68324279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330847465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125277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210220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577977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7698089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5292513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4595206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702626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89443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23977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57272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59814120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2381993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4001818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97201277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8569651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434388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728343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166844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1620551671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8825432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68930152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275606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3114900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198752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794275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053185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30951283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1298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48209683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05632533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24705571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8106589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54930431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1496746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00417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0259405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779441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6038266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0267581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4124900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29108302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3985524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707056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199568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5320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5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0327470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1551822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798569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53014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8757745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Transaktio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6805966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44953388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784463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Klassiset menot julkinen avain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210546268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74401237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7750241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65992299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Saatavilla osoitteessa: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198928894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5700211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406709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2501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604943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04442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Kaikkien UTXO:iden yhteinen omistaja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57633279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211358886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240274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Sisäisen osoitteen uudelleenkäyttö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3021366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97010430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58567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1828619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976671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4650785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9848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710248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13426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4109516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026120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640703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301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01176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147158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686395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5268948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898006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89813009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834009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24077405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126592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77548195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60680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61854958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186487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jänis satoshi pizza matematiikka hymy laakso muna piano loma syksy hello hill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7576671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9829367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6490959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Muuta sohvan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ostoa varten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0872598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3157529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Exchange.comin peruuttaminen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90521974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8781755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Asiakas David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maksu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4542706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7049480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Tietokoneen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hankinta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5079561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8744051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Osto Charlesilta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3146061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708739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894398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955101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7330541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28512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Lompakko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5026485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Tarrat</a:t>
            </a:r>
            <a:endParaRPr/>
          </a:p>
        </p:txBody>
      </p:sp>
      <p:sp>
        <p:nvSpPr>
          <p:cNvPr id="978989508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520628738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9250016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P2P-ostos Alicelta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15419929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3211159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54699726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225767065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Maksu asiakkaalle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761424490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055344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68874224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Muuta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sohvan ostoa varten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4027882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93315386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Exchange.com peruuttaminen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07448965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4265760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Asiakas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David maksu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12082338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1812678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Tietokoneen osto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811054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982933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P2P-ostot Charlesilta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40202110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Lompakko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3708265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Tarrat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6931245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371946300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0712040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EI KYC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-P2P-ostot Alicelta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0370002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584972214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41533365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Maksu asiakkaalle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156766530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1563974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71782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4590883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012093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431122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794465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51736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46584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64822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597377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423111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58040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69839396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8648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192459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91747205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60752217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60735880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1204150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7648908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72057769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04043318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337440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739125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41801223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7196788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012266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41504492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8848961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473267325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0067857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3508746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298266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2417340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553314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4797970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66252694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3022353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06584862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790585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983140604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601113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92534403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4103518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7375970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079218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206576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995966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290059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933170808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2017613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88462675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711322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594839880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12106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0652655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7606959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972591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670735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2121830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032507042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637502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8164514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4189972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7286694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452718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3490811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32539285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38576909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226039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738198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53186924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73959218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662506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089326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312340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120301324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1400083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6624878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3152470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2638116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2777674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3349004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048830344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2038955830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4836110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783614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939688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594622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963877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522923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36260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855763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7589514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5551741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34105960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20346392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2748747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6280660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7798054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5061826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06528237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87773680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053446518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26291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6241026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57921687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32832581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426543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0845688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9819096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881619548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0149282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0402205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87900858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966414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4276734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611319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98195641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7482189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669066116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99406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60734837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4382433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657013014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1029473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3602650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295031022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78010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3779972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7617934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686935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928689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1479270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8442047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69241974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4717869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727363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42993657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004031845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32650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2013315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8149139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66890436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5074547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677019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83007034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219708799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909657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8084534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2846916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24414321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704175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5852446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84024931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2101546029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2376714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243509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9014523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4801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495384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076467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706677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3404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637374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367945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209081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81114259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5211612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72105005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964764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3189048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98097506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5172357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66840773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308018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921979949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6159329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600436849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147037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086918049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93378970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292516541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231917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56484520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45207410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704656060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144249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20800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32565561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21075128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306532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338036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6933205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9440467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8349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764575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017461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54297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01789949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6416619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605294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347897828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2808364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23748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435755003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777367614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2199446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0520874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1603332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13102607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562873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490658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756586285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156845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209469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0229145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61510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0835293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9010618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3587852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190035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226029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701786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706364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7410086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129810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9090105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084235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38351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460676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674565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8456973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375781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4021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4532474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3963864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850926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43659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692006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864229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256576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3972368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8013595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8814238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43284123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361758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6261715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547080070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279607869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996701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19552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390716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4099667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906449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22663633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35083518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845333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545864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771180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19984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739529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6327235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8789138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04971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02004990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55577926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23668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31889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18731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19553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3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479743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47177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306908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13408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77380495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592423071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7752010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2532589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702995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341356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531276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549983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043209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710936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293043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0814142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51980452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3105048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048899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37802162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89388679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791580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981744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30184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43376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3263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780980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987717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990580115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200120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851417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47842448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2164922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47733945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9154154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194477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5695645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630755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04842504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232656794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0777141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042066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074191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961782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3603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186241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5089931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054757264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827537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038468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49985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6539931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682000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0884678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157882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484423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473964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2024953796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79164786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50779624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45315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144825652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Keskimääräiset kustannukset sats/vB:nä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0962066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2894437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208895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69626320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04750286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045612653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00113921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230038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9738594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6484602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308592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2144227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0447392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01945613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7182860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5199031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501826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99568665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3553863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3755561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2504572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18680898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772502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413810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7802651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1964878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99476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4228518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0813820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615017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9126990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1944409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5795212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789484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162603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1737822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8523606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3244462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7724466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6176972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532657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7357760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569657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9588658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501782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37612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65123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104131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1989546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8311141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72296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9562229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354523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064546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75482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901399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73019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448708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3695654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013061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63247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7123592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55347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3008919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4807829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2692429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608888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446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93263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760269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743785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9376123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455280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26819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826503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228313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57379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6782624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6423265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67296971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94373869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506627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1078976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83732508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5417155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4743520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6102485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8053599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674116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2233759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62287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7983028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39689378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277375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05750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8489129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479206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010340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862457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939098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434321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544507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509672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52356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753164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0982686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22328727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25925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Pankkijärjestelmän luottamuksellisuusmalli: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34180774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Bitcoinin yksityisyysmalli: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88476745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8281165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Vastapuoli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5875366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65907107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Julkinen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7725507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4479724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Pankki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6132816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7651464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Tapahtumat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67698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2892226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Identiteetit</a:t>
            </a:r>
            <a:endParaRPr/>
          </a:p>
        </p:txBody>
      </p:sp>
      <p:sp>
        <p:nvSpPr>
          <p:cNvPr id="333233776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196400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72355868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Julkinen</a:t>
            </a:r>
            <a:endParaRPr/>
          </a:p>
        </p:txBody>
      </p:sp>
      <p:sp>
        <p:nvSpPr>
          <p:cNvPr id="1161922347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993992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Tapahtumat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7324284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549296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Identiteetit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85313073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790175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2627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046943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27128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0770935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838084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202720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4576145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7525364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99365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890120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478256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600240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976463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055160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3784172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90240701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70476055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0866497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43093898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80620557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89100158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154301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78283004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71603450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9679310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8879704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646096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26267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462114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22499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531741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217013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943485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798226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469800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129220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417233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14573621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683873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4120135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8559060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0122011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749780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699758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442116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207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18761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5490994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551433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9387379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413096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4629259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4653557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007007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2601281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97913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6674427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5194140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1309190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36394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4156606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571703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319644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670963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540119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945145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4638877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0281935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4135032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3289045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5486862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3469016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6634536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4029991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5334444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5571892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2736803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12889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6893425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764372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5936815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20816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8035114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80005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3771664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3103328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3854723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5434571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1029338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5699431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9241447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802948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8268017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4232963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174559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6842941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0835308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992342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2398356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7508492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1983334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78838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901929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7557282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10845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515700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636694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7535440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677029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738519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3798056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8602675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3086381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607794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13242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99927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91390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468047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3485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8520318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3919893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4329303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1671146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6181181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2979641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5541150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836339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6687156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6252750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5723725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316948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478452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73651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56771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6770427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320033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2584459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1400720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734002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5410240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89752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228603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061977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0928537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716662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5232488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9002995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8052166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9658798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173156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5430578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8225003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7587579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855717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32551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4866692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91227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254588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93792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12552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6000704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233440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0586768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000212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320650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218584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5997109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8277623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6410314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2984912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469442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4403382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5316787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862100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924638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7166845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113657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324112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1394632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2190144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6166138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2645725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8387822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73185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8373394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2470083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7432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255851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250938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1691163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6055405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837706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1776571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696281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5814471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310748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5379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843912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970979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1673987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5994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3719149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1288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020943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1285854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9723545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2250113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485808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3521281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87875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5016273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174545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4412261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021525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1470216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4818426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362710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545422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061796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802311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259497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5716932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33631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3972031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0582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6478205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9363508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1198976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4606324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297691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5232091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856446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679190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1983714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397507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1449101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30251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30677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318497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5790854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264164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474182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7390991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38392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0374241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3530603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3061713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3248649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799654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557882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616853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1631925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9625411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092259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4431452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3813961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6009701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2318764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6552152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4245647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5999456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793656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6252842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40694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903593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5078061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599164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0266723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906249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58169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9708593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691604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7875947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48124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0963438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671902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1073323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0885262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218508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06341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5464799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032657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1007895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1397347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544054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93819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5336461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3495281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205882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099030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5244730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3418989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190797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4532295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89673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6275842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4095820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8015830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3990420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2745392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334284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898400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2494816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2094864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9088932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3555458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503363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0009847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7688441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2033996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0381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993886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4716225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546806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2582433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6552497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2823667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8566682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192210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986703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2525289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396335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4034145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7009134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913559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4192536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1500133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8342097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4967581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928303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016438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5774713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814962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8606883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242140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327171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7593070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9224778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7628125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2705256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5813434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4220363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543285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8851820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4108580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317465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2506812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1464046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520373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5186338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2320220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671492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69238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7262002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7933653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4387732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649774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3034529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246325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0194510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195308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946874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645825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7371477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3687388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71392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1820250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832994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300323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0001983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4553553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1236448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896634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5535186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073701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2095780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0099825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8837448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8241311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523990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9749395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226020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2301095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41561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227606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360837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5741884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8653425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4317115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3769718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1011586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0884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6405360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4890285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8114072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924741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6858176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983525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1753253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393242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6434941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457898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5808212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3250479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0238234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3004776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230930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6543546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6677868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125504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248285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5646458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4493671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3870145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3580690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1395953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8775315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4351418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645722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3196054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924086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687282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0655243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7196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1582363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443617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8710320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31664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4709023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8493673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1936282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2076187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3578993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2191412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778812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7639799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69294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5858585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208057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77279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0200501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325698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10148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1455614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674559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4897525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7590875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5933782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32366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1962481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7090194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8996823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9319652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818423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621281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0860833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845386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784463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7146179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618316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8089072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8281007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982673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056668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32756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380012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879065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2018113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129111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037533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415784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794735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76702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4608802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0803040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485935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1011278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4824462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46308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1121276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8379397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91917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186987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7252884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7918714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9921002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8345936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12313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8588621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0889634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7108427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7208267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915468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2514237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5847603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6253624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779652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970332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4267631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8633564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532623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05238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531911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381020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973216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5468032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4143463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669427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0923746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4355236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9690491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8689897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4790117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498845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3185266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2754354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30058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785018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143244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89836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7422042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8300999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582269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7779132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2249007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9725148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15760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133528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4154659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816511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624260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51367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409853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1341974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1207540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6116592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55335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9734159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872506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714348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7597783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63307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208807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7030836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8122035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530070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770013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8173432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6451047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516796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8253389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821038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434823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41019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79782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8189127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7895768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6293565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095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728099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2673159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34226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923060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113266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22330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301902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683645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397747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9136024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771946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1658096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382604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5105791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90597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3146723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7196564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670455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6125092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5059324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0770562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334558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7198105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2552424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895593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8793259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0135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982978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4467104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7809643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407834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363514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3813518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358843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2082174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579261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3402621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8100933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4335630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8644545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2987234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4234559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8627663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0233559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8707790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1717905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626992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9143987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809220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191102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5224804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965908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7018907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385857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4902907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3721392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221415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818749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1305788564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708508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6097636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4232594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67043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915955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9022032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19419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438270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7236056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304674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048950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06461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906755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404756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145422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86294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879585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771254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594669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974808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75744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196628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760033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04444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277839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403324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8146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70463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6511642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749614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0833970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640037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637890162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152026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2027025604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2129835945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560035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23498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97101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043305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5097590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360051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494987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77809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21007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9505600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276587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8408302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3675364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36570147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42669827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22915820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42099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72552835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6964410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7213366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01038975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555530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12774806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23542923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75172455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4678375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701904286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9726399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88311675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799060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376255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595399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74304683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1580284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33634085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1402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212972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896538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906843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827294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688055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386834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07043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306450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372500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957785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43994680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347901117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58844332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80212795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3755261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63538000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922983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61826675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5261635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047545986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168245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14393114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86814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2001443643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50512190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94178606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64679265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31338525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13096074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449860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1957047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35709594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7523818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95367724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98884402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8416787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168457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2983630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807490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276813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5702863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507951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925545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518216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860474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981856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85114875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664035571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4120180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504680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243879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5425189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2359713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6823923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4789729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12900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28340032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860190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48841113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2132322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40002722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19730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5351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1982149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1722255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647707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368809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649739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31150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981479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517266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822567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138461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0645291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02608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7733996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8651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9719156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230180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949025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15209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092847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421779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263472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72926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111835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542728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464737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718076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9142239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742124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9667249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795930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831318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32915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4815225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9660973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380237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197247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400084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316858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416497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03152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418340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688863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072494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000314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757941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6452951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672220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099210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599494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5765166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379783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211546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616104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95246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51720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737888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721976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2056555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861509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64360300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298045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4922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314567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14954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467753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714073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UTXO, jota käytetään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coinjoin-syklit</a:t>
            </a:r>
          </a:p>
        </p:txBody>
      </p:sp>
      <p:sp>
        <p:nvSpPr>
          <p:cNvPr id="1193556662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Kaivostoiminnan kustannukset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7333889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Tasapainotetut UTXO:t valmiina sekoittamista varten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3669128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Doksinen muutos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14004120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7832347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Palvelumaksut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334098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9269316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5768720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49863069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54287147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6614342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837301" name="Freeform 26"/>
          <p:cNvSpPr/>
          <p:nvPr/>
        </p:nvSpPr>
        <p:spPr bwMode="auto">
          <a:xfrm flipH="0" flipV="0">
            <a:off x="2937705" y="1401220"/>
            <a:ext cx="2907092" cy="2926917"/>
          </a:xfrm>
          <a:custGeom>
            <a:avLst/>
            <a:gdLst/>
            <a:ahLst/>
            <a:cxnLst/>
            <a:rect l="l" t="t" r="r" b="b"/>
            <a:pathLst>
              <a:path w="2770268" h="2770268" fill="norm" stroke="1" extrusionOk="0">
                <a:moveTo>
                  <a:pt x="0" y="0"/>
                </a:moveTo>
                <a:lnTo>
                  <a:pt x="2770268" y="0"/>
                </a:lnTo>
                <a:lnTo>
                  <a:pt x="2770268" y="2770268"/>
                </a:lnTo>
                <a:lnTo>
                  <a:pt x="0" y="2770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428178494" name="Group 27"/>
          <p:cNvGrpSpPr/>
          <p:nvPr/>
        </p:nvGrpSpPr>
        <p:grpSpPr bwMode="auto">
          <a:xfrm flipH="0" flipV="0">
            <a:off x="6760609" y="1367065"/>
            <a:ext cx="2783855" cy="2802841"/>
            <a:chOff x="0" y="0"/>
            <a:chExt cx="2783855" cy="2802841"/>
          </a:xfrm>
        </p:grpSpPr>
        <p:sp>
          <p:nvSpPr>
            <p:cNvPr id="1259803084" name="Freeform 28"/>
            <p:cNvSpPr/>
            <p:nvPr/>
          </p:nvSpPr>
          <p:spPr bwMode="auto">
            <a:xfrm>
              <a:off x="0" y="0"/>
              <a:ext cx="2783855" cy="28028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/>
            </a:blipFill>
          </p:spPr>
        </p:sp>
      </p:grpSp>
      <p:sp>
        <p:nvSpPr>
          <p:cNvPr id="2053154519" name=""/>
          <p:cNvSpPr txBox="1"/>
          <p:nvPr/>
        </p:nvSpPr>
        <p:spPr bwMode="auto">
          <a:xfrm rot="0" flipH="0" flipV="0">
            <a:off x="4912374" y="4599914"/>
            <a:ext cx="2057689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i="1" lang="en-US">
                <a:latin typeface="IBM Plex Sans"/>
              </a:rPr>
              <a:t>Varpunen &amp; </a:t>
            </a:r>
            <a:r>
              <a:rPr sz="1600" i="1" lang="fr-FR">
                <a:latin typeface="IBM Plex Sans"/>
              </a:rPr>
              <a:t>Samourai</a:t>
            </a:r>
            <a:endParaRPr sz="16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8072204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Analyytikko tietää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tämän UTXO</a:t>
            </a:r>
          </a:p>
        </p:txBody>
      </p:sp>
      <p:sp>
        <p:nvSpPr>
          <p:cNvPr id="98318037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966257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Analyytikko haluaa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löytää tämän UTXO</a:t>
            </a:r>
          </a:p>
        </p:txBody>
      </p:sp>
      <p:sp>
        <p:nvSpPr>
          <p:cNvPr id="1847729171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2997799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79505853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002702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Analyytikko tietää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tämän UTXO</a:t>
            </a:r>
          </a:p>
        </p:txBody>
      </p:sp>
      <p:sp>
        <p:nvSpPr>
          <p:cNvPr id="1497944770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046678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Analyytikko haluaa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löytää tämän UTXO</a:t>
            </a:r>
          </a:p>
        </p:txBody>
      </p:sp>
      <p:sp>
        <p:nvSpPr>
          <p:cNvPr id="12404091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9045330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67485163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40726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51643677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Analyytikko tietää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tämän UTXO</a:t>
            </a:r>
          </a:p>
        </p:txBody>
      </p:sp>
      <p:sp>
        <p:nvSpPr>
          <p:cNvPr id="1682365610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57102980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Analyytikko kohtaa ryhmän UTXO:ita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jotka voivat vastata hakua</a:t>
            </a:r>
          </a:p>
        </p:txBody>
      </p:sp>
      <p:sp>
        <p:nvSpPr>
          <p:cNvPr id="1739251119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224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1851273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95945682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50997044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09271973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4142311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7141215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20273819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7499028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77382153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7761361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1741214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6554864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34961552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16483421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52048525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642451417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25219310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514397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61926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93665483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78445654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697274067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6199169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43191977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739769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80873384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43463948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61081285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93173648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740898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68332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7807708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2880508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636038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63953688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99522149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204391598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1270710543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365013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Analyytikko kohtaa UTXO-ryhmän,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joka voi olla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lähde -</a:t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2019518405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87410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12646884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78923890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80025306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50251893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285791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0735824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16148469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01338112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52010001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064208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42591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162851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Analyytikko tietää </a:t>
            </a:r>
            <a:r>
              <a:rPr sz="1600" lang="fr-FR">
                <a:solidFill>
                  <a:srgbClr val="000000"/>
                </a:solidFill>
                <a:latin typeface="IBM Plex Sans"/>
              </a:rPr>
              <a:t>tämän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9445829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117145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567922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768711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05684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94796700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31992420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79080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56119792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82769937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5813613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97169910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51121553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6332380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83183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84210221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1290894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1299393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09341824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3351237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77075301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4765736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60213429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26958944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04615053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lähdettä...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45611616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34108101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876927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54911037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9533179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86422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9049856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6180096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90940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6865073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21923697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554873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36142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943968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967316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Maksun määrä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22702037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428330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Todellinen maksu 4 000 satsista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81359992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73546785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480478509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41681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418429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22423676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3359426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6182612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37959075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8580807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5446895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1088446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1766440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26120071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54168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1664579896" name=""/>
          <p:cNvPicPr>
            <a:picLocks noChangeAspect="1"/>
          </p:cNvPicPr>
          <p:nvPr/>
        </p:nvPicPr>
        <p:blipFill>
          <a:blip r:embed="rId4"/>
          <a:srcRect l="27256" t="4687" r="34266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713381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91602638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632272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Liikkeeseenlaskija suorittaa 4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>tapahtumaa itseään kohtaan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3739209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645545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468151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421507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28411804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5192815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Liikkeeseenlaskija suorittaa 4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>tapahtumaa itseään kohtaan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91355817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99698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Viimeinen maksutapahtuma käytetään viimeisen vastaanottajan maksamiseen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6589699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003189005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2477612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6646119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Se ei ole enää heitä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4554756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He ovat asiakkaitani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73801399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98412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Se on luultavasti ne taas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16669504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Ovatko he edelleen asiakkaitani?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79706323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467193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Coinjoin ei ole minun asiakkaani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995678795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77202987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854294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2181123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925926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4622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101935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648800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082187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5266255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548031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499782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7159062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0531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6951726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58905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23706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191605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993748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70489819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50549397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2762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348591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987939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239447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58849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483472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654039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591696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99398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828399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47106003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280463728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8703939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47836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0396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770350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624636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0217023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4657513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510339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3223264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32392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157130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266724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983992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102256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7198301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800407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689430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580431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2459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771583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946140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2003419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8566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128077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714290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1213765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142391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2586241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1819557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76823234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825239753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1891864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417355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7185465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9419496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324414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7474766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809677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967140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8380187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434756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3987279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436120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04938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372299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088531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460749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399505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4672126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774911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061674577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910856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156667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481421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26359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Vaihdettu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086795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3026475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498810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3383615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024874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3909088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2882654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094650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143103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8949013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4132894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6189819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786863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19454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723362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2778759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52458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86560182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195383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9403053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4083305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253206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74507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80468711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Vaihdettu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1431021759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3517383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9683002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134190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039083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67363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804477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848471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82460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707398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1036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652115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264458435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8536018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797217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533800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30036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126149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203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8393813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4379453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9698786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208166544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548501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93264862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46065747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387183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852195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5346125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85277314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8112375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103142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9448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6668552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902567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5905434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0648544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8232409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9401098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2937059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1621417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99833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5491544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5704035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7997504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084831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221413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92285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9889167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31969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382550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6923336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811534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2921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6170973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8027494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0247037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18280467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471375209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9259726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4301944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2307363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650137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008075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798894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89082495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272629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92694867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030069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3313084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4390936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9716663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1238154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9529369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9818193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25238289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1642648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8564200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96724565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27616921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3210088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64998433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9487273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537636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4956038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157130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47728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168459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574335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593034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8845269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282622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263739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0443617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486375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44304953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9524547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6641990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38439015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4554791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7214886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2606489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32262582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93403413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274971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3815694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1359803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4112562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5861795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84295919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7114464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5837154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18624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41284586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4293451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905046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7058416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275775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2955066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929942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1956197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6497199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712625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1040137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2342949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5087317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673436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0525023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6468799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9291030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1668815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024314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0686993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0677232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97888465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8234993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0385324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4050816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9029840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5965172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1251905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4577401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1500866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9146313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158825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3108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54487628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504678015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849669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3079375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272937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954778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5423822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53966818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731954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1339976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2143564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82186912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086265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332639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0939857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369592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5475225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7429639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284353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9348707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305767626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05099872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9839176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7027317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3100410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3677581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38959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2178543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64489046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43263448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9476397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6383165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581228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110734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624333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968722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407173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653234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1633835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8220219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2278728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1110774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236423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621433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048610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3438021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5288008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110849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207742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5140824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9268538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353660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571940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370523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253722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67058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261200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2946496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8421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0142660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413323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448182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90273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178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4296023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023726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50835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122267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612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026424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945880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683750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161679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582151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91955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898229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2722798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16289329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3366810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5112746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343940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6750152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012638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8640858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985973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2756853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5636556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54503978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905502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6553674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977580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4882052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836495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1008818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0048551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6808579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89169396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0023030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8276700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4850847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225814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29523457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04852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1557229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8392988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789612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0917490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03929957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14827669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3847730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660803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049063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7608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471692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820677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9441848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8722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534428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5402432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18690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430997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6501051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35721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65148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7131168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570946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1291020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2304937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224063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9312389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4142730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09970228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4255144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2897690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0083772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3417661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211681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4882142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555747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8681291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1098880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8070391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4347539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1493164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4717881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5524898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26879801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4885125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90234947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9660824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368086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05329038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6991171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7508370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4474891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449478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8642536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6938847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536392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8642176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9399343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8840007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9887670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20801078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936997818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2600466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44744361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8507393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7133398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22246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5115513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5784239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4871502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60232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819960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28190796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160191889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23149443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22467392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4809031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93705943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790414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8519145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43073221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3252885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723210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452116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36924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77997615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7187519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4186738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3904990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88112320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168100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6408747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97876190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61090864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3626417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8643683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9763593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563401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1970875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156475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11058883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05611146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3727289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565224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3716909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5722839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218993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9062594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504058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972728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214547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1952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9484637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3776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315727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368211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289903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911653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660783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583601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1209581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5167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8199866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5301958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8850444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886806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70086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618527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6516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862345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1072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940432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0839677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160845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7650056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640126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821881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572641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19220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89878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7677269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814661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8197749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074752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0696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7618376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045134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038025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93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2245599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2384722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842411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13914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45342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8051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149615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623788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1936188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291535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44213668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4493053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4461582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188953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251362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86859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53845613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5527066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4229532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09769833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09602146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1861767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5331683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3898806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6731107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231985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20656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514455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86601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933712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521388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1820021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1614532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1050323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455664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08330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1271863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657680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4694819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8004499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5042679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3829944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0817166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207377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593548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398807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9306100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648054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11187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4039997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237387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875539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9673316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1223414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2114828310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564249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86866735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4005689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8898733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9275357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1574734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446711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01115696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5955592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018464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513071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876605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820671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438615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8471045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163616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7913888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952198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0258616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4023632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8771439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4434391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675706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1979561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0893413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718353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7973407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9633535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588958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329369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949338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560498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051222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820708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246117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743031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376406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5930262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047456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028475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2507468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5246781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0921711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17968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44871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1375891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3156893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46006089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0582119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07202194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131159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760136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91010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139670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974317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3265731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32324057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5576240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9063605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7271741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79271189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6397477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2008417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964696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7851089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0384663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4833995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222978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772698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923646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896810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777682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6324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810582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4986511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403887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450535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1306496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026315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948259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8162077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160856818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684717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18239086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01451405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3411851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0802134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81182968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30992758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960673099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994972496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903533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575926698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38794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Varattu tulevaa käyttöä varten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8809586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73546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Ketjun koodi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1088926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460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Julkinen avain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98107649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797042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Bittikenttä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12469624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326670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577457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Pariteetti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1459323487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914843243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869485633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2101127546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Versio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293694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43236825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Tarkistussumma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95200000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262578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Etuliite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32962124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3758671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68000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9038475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646428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0100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94368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1098056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42799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8554329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523233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34630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66830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364719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61829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493362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143447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114016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7642497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40814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99930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2126547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38054221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81805834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7013896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0432704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5886539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4448712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986428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582103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640805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863275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13196348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8190752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10553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883940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11980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97510446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871188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Vaihto suojaamattoman verkon kautta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63007612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27535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298384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Jaettu salaisuus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22401070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047099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020293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860939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218650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932982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789196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087475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0476263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4563800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5664529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727916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644583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825811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9835761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460901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19260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658775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478038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2649446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011929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96590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368267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910240913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092263010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37326712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892593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90064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02099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90972230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30709584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93067733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406598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03301637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723734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51313868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8638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27995431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7298274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33628691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116766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49105534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419232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Yleinen väri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73676372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Salaiset värit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4437477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Julkinen vaihto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17043405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Salaiset värit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20938688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Jaettu salaisuus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2083059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85021643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535301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665303346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805940913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976250182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72519054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866617864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068646616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147711263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436978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94683223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636458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252014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998880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05159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069084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5387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53633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1169254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231340379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Ilmoitus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Transaktio</a:t>
            </a:r>
          </a:p>
        </p:txBody>
      </p:sp>
      <p:sp>
        <p:nvSpPr>
          <p:cNvPr id="1114205911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6275105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59456553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52849194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724965984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"Hei! Tässä on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maksukoodini. Lähetän sinulle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maksuja käyttämällä BIP47."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10885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79084421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0424290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06117255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55849329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Bitcoinin klassinen yksityisyysmalli: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9737707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BIP47-maksukoodien luottamuksellisuusmalli: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9914303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18456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307401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271680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9546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836449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323758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0052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347145135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54282557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13637872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98682760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223441060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64664073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921275677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665398413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1538833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770067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3360970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39781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962043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65628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771728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59905243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89500913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856410688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13438781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3506606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060409079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457836712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43134639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422684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925880352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01124335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2031669015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82568969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24700723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21964742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1473840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18202572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953354135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616754635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4702153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066757328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161392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21390538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279335192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0758157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68827654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896189564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59396801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1295618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109375439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07142271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313021590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50866357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9356225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026310336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74923571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517979286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0390408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917444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87261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Piste G elliptisellä käyrällä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94818685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Alicen yksityinen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1718198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Bobin julkinen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29438145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Alicen yksityinen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34727895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Bobin yksityinen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3178437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Alicen julkinen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837637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Bobin yksityinen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71954403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Jaettu salaisuus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5287850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Vakuudeton julkinen lähetys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91848994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Jaettu salaisuus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3682247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Alicen julkinen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19911984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Bobin julkinen avain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53101161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3994024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61595708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729512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53306801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0833515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9936634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656868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536061902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957007070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403784422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3361635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1058291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36517715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045603853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53895429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62981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44280062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244602947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064773384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38891520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00526464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36876325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3706886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13479081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980990788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2072777320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23919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696175368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58261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8997660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254431893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7500344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00854354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46891201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77367838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929262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40580173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7664990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714566183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189667664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9594221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811415623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200872560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568714121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743094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98105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0206741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Piste G elliptisellä käyrällä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252503048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Alicen yksityinen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6931517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Alicen julkinen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093769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Bobin julkinen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6339049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Alicen yksityinen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4720553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Julkinen avain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09816761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Bobin yksityinen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041631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Alicen julkinen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747160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Bobin yksityinen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0391516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Jaettu salaisuus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30783766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Vakuudeton julkinen lähetys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0708625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Jaettu salaisuus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3087222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900488877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Alicen julkinen avain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7759098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7657852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458575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39583748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8574634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38271448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43185572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52175786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1504776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8969537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0107625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1682354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863316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3181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58481259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92315644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82219235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27004826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3733776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81919856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75870068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5231711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54439706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0715166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65559643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1126716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25873511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20311806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567986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7549564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47252689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4015468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6044002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00314932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648321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9998233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20310181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7494228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14718486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5772278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894750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855495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994398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354722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92802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299872976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556100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48971176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569679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5999795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6122407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Salainen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898756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30551745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Salaisuuden abskissa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45464980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Salainen hash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60199614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Käyrän piste G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47269160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Bobin julkinen avain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25112513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Bobin yksityinen avain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91468013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1139938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027664156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8822539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1128243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Klassisen maksun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julkinen avain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672866842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071090659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01258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798086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809481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9947293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549383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63302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51</cp:revision>
  <dcterms:modified xsi:type="dcterms:W3CDTF">2025-09-23T10:20:32Z</dcterms:modified>
</cp:coreProperties>
</file>