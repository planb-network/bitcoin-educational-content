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464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4010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3905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9963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4399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396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19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3138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95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50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30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6195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9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0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449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62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146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311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71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58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68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32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14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3141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408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507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43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270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64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292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281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284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8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6154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6539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40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82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5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48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413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9336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7762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299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76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8372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3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819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29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0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422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59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98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5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53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00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616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794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047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661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92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5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6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234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086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6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305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58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27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2741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93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601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746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75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2760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705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350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10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1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9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24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284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9446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1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702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112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51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6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427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0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7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72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6244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181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10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9825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1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547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90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50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4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01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91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16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40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738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11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71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359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0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89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7203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2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322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31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83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871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562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560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51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2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94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28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435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746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5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056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174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40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0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33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82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35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385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1240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2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82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31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62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11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423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9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6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53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8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00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714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33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20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12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496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320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168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5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9736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044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479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9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1670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877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209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71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69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36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8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223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698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601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342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63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4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61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9859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59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39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3994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22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15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93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674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0142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51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416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7153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04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6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159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7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61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4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39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142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4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94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18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96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5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918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0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516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3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6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5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15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6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17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4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9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35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21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5722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646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48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8248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44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064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598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240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2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838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423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57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2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705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7032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8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0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17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3974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5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599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64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05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205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4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43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2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80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64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64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550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315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99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78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534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693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946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70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233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05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581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445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6448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15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8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856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126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30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8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80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338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4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835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809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216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87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8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46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760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443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33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50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0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78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266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90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936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7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328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249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96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068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6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3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574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813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62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412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4166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134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2548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19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0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804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111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20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6427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55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462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03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016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64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923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59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557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673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94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51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007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303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38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77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564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66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41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4692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2452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097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80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99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72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4828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60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69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774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424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6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02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827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12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550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78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478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102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0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503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64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272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9425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244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11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2353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8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496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744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313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35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97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95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65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2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4655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1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0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251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29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57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0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68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283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883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79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127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93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5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381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1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4041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774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62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28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8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61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444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067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079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391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16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88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63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7243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4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529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312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8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166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16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37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34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275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0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5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0363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2842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5122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860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420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6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76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2558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719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33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05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530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61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62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8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69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54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10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448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1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4114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420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15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426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4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634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191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14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52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398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9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9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238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36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527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801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65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091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04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92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668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07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249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179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8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47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47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90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5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79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56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09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722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17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465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413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88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65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97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7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10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357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0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03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835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59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88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156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4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951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7994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83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63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504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86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79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060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840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7070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50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61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455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24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4896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459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410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73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4340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55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18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4421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493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312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822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530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54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38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41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19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088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829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370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016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784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65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620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52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608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718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455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533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5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26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36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20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012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8061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62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827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2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15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184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909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59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86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195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08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3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94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98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678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23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37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323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517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2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112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271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31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35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2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69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695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8052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02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130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2702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82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49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5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183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7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823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4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23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9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1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48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018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15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784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053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01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1808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562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315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458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47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6054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3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392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556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98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91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5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87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8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50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985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726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68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56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1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8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3012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687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532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79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23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51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363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99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489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869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5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4888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8871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8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406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266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684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555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784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18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925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0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7018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59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7804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817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929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6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746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831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930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1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0093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28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55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046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070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2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0943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76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19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4971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656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147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52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194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687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36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7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502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118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89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937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311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00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4527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0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95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56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59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448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703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4471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8736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51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24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435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105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006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05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071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58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534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1344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1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2841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2906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4831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04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44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236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2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956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992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1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53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2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64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9593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05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5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449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84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890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4218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92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6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564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5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472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94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9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5975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760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97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29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143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02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429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20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73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40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7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154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572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7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57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4096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6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920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014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933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53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90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65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120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46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5214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28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21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531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7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171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78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795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811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75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030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04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774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47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183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552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144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6990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10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47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1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364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5325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215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01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2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472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5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2101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315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3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9108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061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578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6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256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2724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13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93500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720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88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66664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714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42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8654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8520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67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451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58753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288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49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45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667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76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9476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3450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177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9538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6339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25761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930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351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6222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31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24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867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41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96187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135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953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141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585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82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61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8428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6134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8953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poverljivosti bankarskog sistema: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2277428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model privatnosti: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48042500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75198738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Protivpartija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7140295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6510382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Javno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0655598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9628474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6922468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4769562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Transakcije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3541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534413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4420959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7245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3854703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Javno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065143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9688655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Transakcije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7018496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072422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1091469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9164315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29060826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58110571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5893571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4406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97667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92927289" name="TextBox 49"/>
          <p:cNvSpPr txBox="1"/>
          <p:nvPr/>
        </p:nvSpPr>
        <p:spPr bwMode="auto">
          <a:xfrm flipH="0" flipV="0">
            <a:off x="2037895" y="3270249"/>
            <a:ext cx="242057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Zajednička svojina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26899963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Međunarodna reč: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1039213360" name=""/>
          <p:cNvGrpSpPr/>
          <p:nvPr/>
        </p:nvGrpSpPr>
        <p:grpSpPr bwMode="auto">
          <a:xfrm flipH="0" flipV="0">
            <a:off x="262617" y="310050"/>
            <a:ext cx="2765297" cy="2531750"/>
            <a:chOff x="0" y="0"/>
            <a:chExt cx="2765297" cy="2531750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3" y="611150"/>
              <a:ext cx="2258778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-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58011047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5" y="333039"/>
              <a:ext cx="540082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7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5160541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6408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43058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711649848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Kupčev bankovni račun: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38548269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54298865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387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640281221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Bakerov bankovni račun: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377270756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2533456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6188604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63729450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039698477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45396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Bitcoin </a:t>
            </a:r>
            <a:r>
              <a:rPr>
                <a:latin typeface="IBM Plex Sans"/>
              </a:rPr>
              <a:t>transakcija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32003281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UTXO-ovi korišćeni za trošenje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267425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460669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UTXO-ovi kreirani za primaoce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55128854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012202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14621029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18863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85661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27121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535773094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Omogućava vam da potpišete kako biste zadovoljili skriptu.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8813896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Kreiran je skript za zaključavanje UTXO-a.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41177063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Javni ključ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27086053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Privatni ključ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295061351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76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291569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Bitcoin novčanik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357658579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83472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Bitcoin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transakcija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6112863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Skripta je zadovoljna da potroši UTXO.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458777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0577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Novi UTXO-ovi kreirani i zaključani novim skriptama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74343295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50260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1709707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318520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8221838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98908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Alisin UTXO se troši da bi se zadovoljila uplata.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6044710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5001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se kreira da plati pekaru za hleb.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245921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672298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194142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Promena UTXO se vraća u Alisin novčanik.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935067926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422549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spaja 2 UTXO-a u ulaze kako bi zadovoljila potrebe za plaćanjem.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873231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108625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se kreira da plati pekaru za hleb.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5778338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74229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865840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Promena UTXO se vraća u Alisin novčanik.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12380872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88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Alisin UTXO se troši da bi se zadovoljila uplata.</a:t>
            </a:r>
            <a:endParaRPr/>
          </a:p>
        </p:txBody>
      </p:sp>
      <p:sp>
        <p:nvSpPr>
          <p:cNvPr id="914260943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133711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se kreira da plati pekaru za hleb.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1336978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85390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063572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Promena UTXO se vraća u Alisin novčanik.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7340147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Naknada za transakciju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35425600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42366917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34696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679421050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5268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52508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21848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667461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74677976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2123445870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2115771190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6212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12666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0591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4957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349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24040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44911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59578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61561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369071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66419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66484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284006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676658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4342690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43502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916696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88314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25612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33183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65783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8412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374988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56829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57118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57853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799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73575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24259752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2006315598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2717299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3811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59782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48186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4955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299261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54130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4513618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713546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79262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poverljivosti bankarskog sistema: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767930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86651387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Protivpartija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6346199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92802176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Javni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5970146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94044969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5462175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82957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Transakcije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4549456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90173410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526914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07471411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2811916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25858185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20394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427698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48880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5245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03251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363295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89802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54594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973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361662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090564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Kupac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219135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Pekar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495799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Komšija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821701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Bankar</a:t>
            </a:r>
            <a:endParaRPr/>
          </a:p>
        </p:txBody>
      </p:sp>
      <p:sp>
        <p:nvSpPr>
          <p:cNvPr id="1144102154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18181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997056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44056759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05711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4244247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poverljivosti bankarskog sistema: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584104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model privatnosti: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179902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13365844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Protivpartija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718506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0688289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Javno</a:t>
            </a:r>
            <a:endParaRPr sz="1600"/>
          </a:p>
        </p:txBody>
      </p:sp>
      <p:sp>
        <p:nvSpPr>
          <p:cNvPr id="227261661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107277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1695672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23516553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Transakcije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32155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3628371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317964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22760605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1214357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Javni</a:t>
            </a:r>
            <a:endParaRPr sz="1600"/>
          </a:p>
        </p:txBody>
      </p:sp>
      <p:sp>
        <p:nvSpPr>
          <p:cNvPr id="444748647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33844690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Transakcije</a:t>
            </a:r>
            <a:endParaRPr sz="1600"/>
          </a:p>
        </p:txBody>
      </p:sp>
      <p:sp>
        <p:nvSpPr>
          <p:cNvPr id="820523618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45739129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Identiteti</a:t>
            </a:r>
            <a:endParaRPr sz="1600"/>
          </a:p>
        </p:txBody>
      </p:sp>
      <p:sp>
        <p:nvSpPr>
          <p:cNvPr id="1997038446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31323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8418611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9611233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5258591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8274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3909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57383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6882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473964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47430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688799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702019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94782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518895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689765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15656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86214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76437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64727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3662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57003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309371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47650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Komšija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378086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Kupac</a:t>
            </a:r>
            <a:endParaRPr sz="2000"/>
          </a:p>
        </p:txBody>
      </p:sp>
      <p:sp>
        <p:nvSpPr>
          <p:cNvPr id="1154849594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Pekar</a:t>
            </a:r>
            <a:endParaRPr sz="2000"/>
          </a:p>
        </p:txBody>
      </p:sp>
      <p:pic>
        <p:nvPicPr>
          <p:cNvPr id="151651644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21327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375826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1631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10940830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783267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985208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2252543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4145002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98413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8506391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4403498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2133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251132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89235838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973771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4204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5935510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6381724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99272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21472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349672999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191316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941658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01725958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91891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9528263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7847335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83626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174104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2720648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1976024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25370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981086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9229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39822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59224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5697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055631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444662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521714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9174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602589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Praćenje blockchain-a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133354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ulazi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36565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izlazi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8790593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Identifikacija karakteristika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992671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Hipoteza dedukcija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2172280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055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6835018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0953096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12380893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617947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97826138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4779224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92893296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554201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4858463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8343493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36267798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3797647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108454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96114829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03980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85061258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16359525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23310410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713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56241041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0106041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99705743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21581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7706400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527822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6191731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347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849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68260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6794378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7710152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64218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2143727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23073227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877505614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9220346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4564998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8711696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2114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562029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278269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33332523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4733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43634987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307469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835785297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58325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192086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7571821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76809192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11028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2656112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089886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390099855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14631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4916480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11593327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3626349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175721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1037515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20896879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70934970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88430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7236656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42192337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11658699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86353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9266219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8692480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1955178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7735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78864625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6616677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85675638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2061971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0400986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1052698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80597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207613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8476152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40138416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95577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8712963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8361029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94699246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187590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0120833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3662203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334156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91940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51914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2956079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01087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740562675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09879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775875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3360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20834100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3844489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4854356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259951884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538452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19838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0823423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921659624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86614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0922621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17218834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9110452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55699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08575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115513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5348409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154249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686558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9908979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8167497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194304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652631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9652753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85378180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41950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5243994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0569657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11678122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332689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24821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2376196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39539282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02479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82497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64157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494194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492614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56919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374108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97509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96651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563673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809227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613828937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9544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8482441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17839273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0101947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0432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8517605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45603576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02016798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17681963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8330070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839058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4669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494969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65756454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06640750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214411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257645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59971876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24684804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628361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086425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475360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816083176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1393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428483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9742842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4477228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09834246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95650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1454429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07740074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88891207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96245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4570782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52223073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9437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7206042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80403710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117751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334455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5210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05211673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975168802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252775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431919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3412401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1878792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48339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50817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23123514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89830591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77618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471610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99389004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741811430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00356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5390019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015500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14727907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41320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6671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9685429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43613103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19403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2058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491414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43373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952074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142318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548499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9909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20294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23659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085247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155151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52471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3157023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8042865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93986655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466907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6657207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1845345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43635198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5092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8742211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7542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61489133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7400885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8112448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2212432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703385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01277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2671360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150234132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21974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763279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902045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0906103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15198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6635200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562066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2886949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44719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61727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028691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35569388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535118036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69683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5735338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85490189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12280340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0267286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1445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785444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431652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890886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2367545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3292650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7953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289527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4181377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75939149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056535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7843277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9163821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65119411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753631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170186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075545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6208905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098534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95385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35523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048576672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74442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64080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3954460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59963521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110795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84057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6445105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7562865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76386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5734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85170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90752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35135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9436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4949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37738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6903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086942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258442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464529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859196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7477491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857654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47295373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Sistem elektronskog novca od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strane korisnika do korisnika,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Odeljak 10: Privatnost.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Dostupno na: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746288238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57348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67105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Jednostavna uplata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5914368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16822915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21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1566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Čišćenje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395669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758152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687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9213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3576288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Konsolidacija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51159677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552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90449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Konsolidacija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2109324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170583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Алиса</a:t>
            </a:r>
            <a:endParaRPr/>
          </a:p>
        </p:txBody>
      </p:sp>
      <p:sp>
        <p:nvSpPr>
          <p:cNvPr id="110305213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29366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8489937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28995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Grupna uplata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36621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36860857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3659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742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Kolektivna transakcija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670419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06027722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771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96938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86990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371603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koji pripada praćenom korisniku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729846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Koji izlaz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predstavlja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promenu?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77367952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58228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Ponovna upotreba unutrašnjih adresa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6258763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41474396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78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742856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Ponovna upotreba verzionisanja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2916098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91502690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567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002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Plaćanja zaokruženih iznosa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870980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67431382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72795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Plaćanja zaokruženih iznosa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153985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14253215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33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19053" name="TextBox 39"/>
          <p:cNvSpPr txBox="1"/>
          <p:nvPr/>
        </p:nvSpPr>
        <p:spPr bwMode="auto">
          <a:xfrm rot="0" flipH="0" flipV="0">
            <a:off x="2859069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Najveći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izlaz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3801904" name="Rectangle: Rounded Corners 12"/>
          <p:cNvSpPr/>
          <p:nvPr/>
        </p:nvSpPr>
        <p:spPr bwMode="auto">
          <a:xfrm rot="0" flipH="0" flipV="0">
            <a:off x="2859069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63446310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06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59171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411870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0496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66678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Zajednički vlasnik svih UTXO-a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72521092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525889987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0624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190537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Sistem elektronskog novca od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strane korisnika do korisnika,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Odeljak 10: Privatnost.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Dostupno na: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4546110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2127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9392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22913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0226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87574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Zajednički pošiljalac za sve transakcije?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885996380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656126075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9166672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06786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8284381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5591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0732020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Sistem elektronskog novca od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strane korisnika do korisnika,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Odeljak 10: Privatnost.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Dostupno na: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722621469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74940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74781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073027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99371130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970007124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212734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27681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379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009720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230505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64275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463058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4325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880165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9593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6862951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518107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3511211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3880929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8358128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640394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70068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125019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679035900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6192737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7402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284407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181746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54611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61376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944226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6124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871894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30698309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7484319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8576179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4389908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43286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754443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914286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839997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60628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196327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703982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8215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221405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702462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61695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01806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48473507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4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3477741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634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075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25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94294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Transakcija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7179427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08015980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06019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Klasični javni ključ za troškove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131876225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676874226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216658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724229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Sistem elektronskog novca od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korisnika do korisnika,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Odeljak 10: Privatnost.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Dostupno na: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822950331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679718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8105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40049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436749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844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Zajednički vlasnik svih UTXO-a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3464274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30074882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214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Ponovna upotreba interne adrese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6511448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44661198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244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94592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11106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3550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8904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92065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41830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188779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17263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290025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5026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408949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79744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92594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19301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75349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Žao mi je, ali ne mogu pomoći s tim.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60171871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18526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Žao mi je, ali ne mogu da pomognem sa tim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09345237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8664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Žao mi je, ali ne mogu pomoći s tim.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44122551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120099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Žao mi je, ali ne mogu da pomognem sa tim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8641016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71799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zecelja satoshi pica matematika osmeh dolina jaje klavir odmor jesen zdravo brdo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3904164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49645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1184258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Promena za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kupovinu sofe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7580694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7745878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Withdrawal sa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569403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3419722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Klijent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uplata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648207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0980147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Kupovina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računara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9756304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02828748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Kupovina od Čarlsa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424162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014576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85011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468040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176123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2797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Novčanik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9797158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Oznake</a:t>
            </a:r>
            <a:endParaRPr/>
          </a:p>
        </p:txBody>
      </p:sp>
      <p:sp>
        <p:nvSpPr>
          <p:cNvPr id="245178550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44421289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912239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kupovina od Alise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2176622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608452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29211321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6958423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Plaćanje klijentu Davidu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95534739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9508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47595026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BEZ KYC - Promena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za kupovinu sofe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3093586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082901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Povlačenje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sa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22330119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156214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Klijent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David uplata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3573120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9548586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BEZ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Kupovina računara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619005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167238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Kupovina od Čarlsa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855325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Novčanik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3374011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Oznake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9530908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021334987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387291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BEZ KYC - 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Kupovina od Alise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472849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16542886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2470740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Uplata klijentu Davidu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5453045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08359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7576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971654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272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037359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4602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7439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25772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026748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937891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32140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707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20294024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5300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26730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20413449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50119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9911735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49624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0954455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295293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92165530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34322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410497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1743220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30073023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42069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5828586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5740263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55960672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263502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3083497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47900743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467289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278580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25248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97276202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53090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7594417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177259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74410521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604609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989559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39925606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87816441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359492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303662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27942893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66409251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96330604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97244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45679758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8809734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9854986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1331111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21063374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82033490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285403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738673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2758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44924046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0796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138532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1075760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48604992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64457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6121234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219060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64210164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68993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2372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964668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97485660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30183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795630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329953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859242646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95530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718170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28149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423417481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243550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381627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18669387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58190994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121641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34999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67682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0913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29779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890654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17653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73982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7336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7823214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2064499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35065708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74329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220357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1557039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79425273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400139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534708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19920054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20880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23062608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18660875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854500520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550479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4147933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2836892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26146520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3669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6932212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7936240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163641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10960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87405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8998017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658326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6810717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09622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4095086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043966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259831591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8259335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95408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28589744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30836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560950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1531499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9462662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666198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3436989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1506649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95928253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23533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97940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70560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37363738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69499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056319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8367135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5138183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76710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8116987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2223546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14228436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934789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5249026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2511352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725270110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994630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02374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6005776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552220117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500222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79443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111296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1649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513973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170636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881543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60025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1387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7166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722905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Боб</a:t>
            </a:r>
            <a:endParaRPr/>
          </a:p>
        </p:txBody>
      </p:sp>
      <p:sp>
        <p:nvSpPr>
          <p:cNvPr id="6413091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4864207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945166553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57258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8504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629016818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0999214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710401856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093876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99916332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1792522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76593311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850834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785802934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03330724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45429632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8337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55711011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622647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98133569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193882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32222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37176009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2322543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01109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55801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7367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62695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48320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65269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97460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87392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28111343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29971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61389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65376974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9641953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2152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270841977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528484047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60561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995528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185061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665811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17591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535366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586159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72829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06272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3651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21543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95109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6429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56785189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220744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45737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957643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7006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60161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29934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82330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186662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574939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76624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89578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654204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49439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83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05421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571745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20710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182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2540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537373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55923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3893847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3518401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0891135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0374779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63856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418764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55664197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8148134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54964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97104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14865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92130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194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61895428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76270782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468127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137768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987097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4793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44373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9742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51346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0983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59837691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56450271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2787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62681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25692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78808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323786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48644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88949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55650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69259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94155012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50951858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24102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340917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66279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34602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48103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4164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03262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31632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76989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9931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73417976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243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361731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10338266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2179502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6081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35538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58352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987411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9682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4557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063730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690503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70294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805358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92627741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4747814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97415359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1436183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9012658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31263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960760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04531609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22674487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413532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481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061028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060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60450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91229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910983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5578598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811652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86536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77139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130985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870903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59623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2627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40597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22064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88623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1172995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9262035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82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561538653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Prosečne troškove u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331397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529248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13392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4411812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0753773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12884220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9356264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38567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3061897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5472826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147383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1102229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8664113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5169921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8039572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3688932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43902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66817816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0438439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783668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8891651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5217690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8130181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0686977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0272302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044329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899054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3763586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957639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794084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4850361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161588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2029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741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5709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3716618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7641632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600886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57680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1647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442333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654676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01201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245699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308535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05316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984122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5593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29391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54929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026659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755993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8313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129862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2725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375827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03963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06338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457292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22053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15752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002715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400628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19872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502613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6440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475636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64335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68670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82727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57116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10640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1747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894366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028959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75292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1155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852998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8125854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6217555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00795204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35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9525319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626727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887419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3228251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34601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1400927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207281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588430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680695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20097120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530316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63671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425961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954384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625227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19416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317248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02877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7645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7972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8883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91393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93896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85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8679635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7022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 poverljivosti bankarskog sistema: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97541076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Bitcoin model privatnosti: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23701704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3893701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Protivpartija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8335581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6026703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Javno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1490615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9844647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Banka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858044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5116875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Transakcije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893079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19827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Identiteti</a:t>
            </a:r>
            <a:endParaRPr/>
          </a:p>
        </p:txBody>
      </p:sp>
      <p:sp>
        <p:nvSpPr>
          <p:cNvPr id="1902395310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14404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9334455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Javni</a:t>
            </a:r>
            <a:endParaRPr/>
          </a:p>
        </p:txBody>
      </p:sp>
      <p:sp>
        <p:nvSpPr>
          <p:cNvPr id="960991375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306393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Transakcije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5136195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311218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Identiteti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62476796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63021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58126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7845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6436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77424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64836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8137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782328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0357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98352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42112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74461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309669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4350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61907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683053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99322014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135862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3187915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2232866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7596742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59090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208236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285443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4916564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7397068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19865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63352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35674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05346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203760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03030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85269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3372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023658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0847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100574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4628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18397288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8614482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7847372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906928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7806372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484765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000702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1832842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94402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781524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982922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85167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736273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5604071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855218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2779374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4802794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509722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657642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7905588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201164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263032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624043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2186684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684394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52861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22858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500355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21008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208635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635994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36920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441101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144567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904448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3991234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1076130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298169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59741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977392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6971577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9602649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533105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5751483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768354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440127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082838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214825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1274401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525112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4187472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5901045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752457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058296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97826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482264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932612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583891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8834025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765720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324651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654255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2246917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27901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415821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2544135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398375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305397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47276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18276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1353359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995632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110876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0500807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85207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9264283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01240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58895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574160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539297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0844298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15247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72373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1132924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6402160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07473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9993773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257455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5846965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1260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572562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09105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57444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25122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7541386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497633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688179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875685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601578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9553382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38991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61196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6224856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355773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0240754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6191885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6826241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53910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6998422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986416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9741359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97922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424341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676027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83829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5377380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267715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6935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1263910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4166231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38174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02217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7791726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3945318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704508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5349737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635683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4653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40105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48016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4169436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0240338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940044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913705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02657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4255620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617771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355901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1751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61832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379961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06617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0290909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696310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753717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67179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810870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23017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919295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041297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121356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420065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471039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806102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558693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836095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834439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528748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48764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21914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897385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037936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23024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9003036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623380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956704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4863138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828035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3911542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04660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545233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378828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78463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3293910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055306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50149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2659936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88405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3696268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058159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111088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77038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97229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651810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229197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003083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151742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295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0897689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25779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6758729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3565537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1445368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7076072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142422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9327212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372348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903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2065606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8998880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7730001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583901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824546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92850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63508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15314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612117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083076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2599274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1518744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944142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95577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610021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4980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685406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507437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831990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984456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111916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433589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09870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5624129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690449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7054131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9238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5444779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00560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204477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099089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607596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321652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547105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90357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0574897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09501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592234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9623946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9657328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5992642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110665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367657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542569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379845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7119800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163179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527498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11613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059846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59902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5268670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83236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594547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7561931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702980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954900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849938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599428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1012544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8089659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7158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0976767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3698659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9773197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71819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179451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7428946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62645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9538817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2917684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6637538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879839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2512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790762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963975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916017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454723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1156606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57985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562979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605123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580061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9858728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3615308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33974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533322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33110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27396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2424199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3534870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96278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465456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406818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70661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8434595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1302750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92121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839587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4360340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264055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6539217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1293823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371897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337312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583384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781816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001154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43235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525881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816353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50705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34320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042112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478012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209871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849232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278600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14189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961198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448981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214446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582657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903327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0331190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2421769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109011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59898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131723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672765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532607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965359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873180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02590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31585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508121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4542770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429329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522958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283528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684977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3008895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312118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00348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6058578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422953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3907606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563434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123213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036331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5386323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372036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150958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306767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9308525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01769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8298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7368739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5633799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8840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5303925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53231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700208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85508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975453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2005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5785145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6656843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5803763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049394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41448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11002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86673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799796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0045194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358361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297678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892834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34886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6221649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233107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3996642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02480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712843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3066371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897321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05048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1693975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7759691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6910746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243906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242860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299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3822658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05998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062589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897912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5282101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675424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9799516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1679710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1915494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8554919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748210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8841833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5196830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787380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4516677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416832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8519547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328554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562417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254651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023894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851343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013560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5999731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635744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268356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449060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209113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5016217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8604792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9916532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0188523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53333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52218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47359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057542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0755091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804188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690128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925884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35725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7353242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545920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611819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006851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432289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516746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144773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905004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4503743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19733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0999773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1406435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0100512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0573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868278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9976730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229204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0881100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76002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921401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616850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1253291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298104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796933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955290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8788645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4529588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759160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434780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688071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95979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40187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8674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4316359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4562067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076603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217415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90236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118847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7337167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407377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596440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031648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8256763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053128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32936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21631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54911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989382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4885474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129443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598208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361830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3637761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753444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9466896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524839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536915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658891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8357252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417355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421152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582327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297672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534333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133371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53627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26666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4470184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282656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285096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90196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743194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013265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6919292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1901278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495795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7608505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717034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052374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6552878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137455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682524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149062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7984818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824178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6229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4640244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1609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2754433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3218781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04297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2755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03528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164068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55757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9129559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56075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90780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1658068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2083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690805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911578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807491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1892682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62553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1613473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1110516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4741581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800241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2214066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661798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95399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2433600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8026015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220666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815572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163899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214476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153681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038970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3221253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37717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990126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2653497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230146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867456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0011854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028110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297387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4106302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7512814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372766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2810866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658792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175166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130754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44531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964631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151849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18253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1092651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09959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532534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9090104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654676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326862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648711419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5353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54160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361511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5191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619787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264004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963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370123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337407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94495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93515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63398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80890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436737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13117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315819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470258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67357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56535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333843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391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847363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44069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49899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357727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472746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1621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9077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07280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38550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06619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150592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54270088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85728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635659157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6310723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011953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42563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171606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145442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83987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36524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68935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85756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126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946713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424212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317844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1776315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83497026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882794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55914124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359381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489458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3021292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7077493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12195313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33437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9087172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4566530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57995301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4082138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20572884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788183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69605060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889579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6055761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938313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5645689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092667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268211279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395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19320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46441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17357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98760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10976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82442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219278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74127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38672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185566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40718097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730846941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81076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7848284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94307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94948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058805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907387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71373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438222183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Грегори Максвелл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649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Питер Тодд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2124603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003921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313548741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761821178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677216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0538096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533107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72125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9752246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351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382018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708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9453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8522943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20369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9574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8533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903708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811679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01496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679063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210182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332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405400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34395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009702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965033798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964202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961838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91542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86208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211681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94647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42323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115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730677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38082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2121565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762988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4668003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7295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900420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88315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2354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494060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651688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832454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89129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40241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55513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2918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888449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5775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003689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938451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5048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114953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1547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309346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9318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722626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860476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705539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3824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629081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17061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906854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88943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12484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77252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724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157951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384447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188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1400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4351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371284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848934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929073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677212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13910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31938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77763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30375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73057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71027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93756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37452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14794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562701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033543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74132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8702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371144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167683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1971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508202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007901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31570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676934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502958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197613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3067851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978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043625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152046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4362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591785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korišćen za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coinjoin cikluse</a:t>
            </a:r>
          </a:p>
        </p:txBody>
      </p:sp>
      <p:sp>
        <p:nvSpPr>
          <p:cNvPr id="1514942708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Troškovi rudarstva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5006706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Izjednačeni UTXO-ovi spremni za mešanje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11361273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Doxxic promena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7669004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275978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Naknade za usluge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9492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28590035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13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184516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1289611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2887699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7475057" name=""/>
          <p:cNvGrpSpPr/>
          <p:nvPr/>
        </p:nvGrpSpPr>
        <p:grpSpPr bwMode="auto">
          <a:xfrm>
            <a:off x="2937704" y="1367064"/>
            <a:ext cx="6606758" cy="3568488"/>
            <a:chOff x="0" y="0"/>
            <a:chExt cx="6606758" cy="3568488"/>
          </a:xfrm>
        </p:grpSpPr>
        <p:sp>
          <p:nvSpPr>
            <p:cNvPr id="237493755" name="Freeform 26"/>
            <p:cNvSpPr/>
            <p:nvPr/>
          </p:nvSpPr>
          <p:spPr bwMode="auto">
            <a:xfrm flipH="0" flipV="0">
              <a:off x="0" y="34154"/>
              <a:ext cx="2907092" cy="2926917"/>
            </a:xfrm>
            <a:custGeom>
              <a:avLst/>
              <a:gdLst/>
              <a:ahLst/>
              <a:cxnLst/>
              <a:rect l="l" t="t" r="r" b="b"/>
              <a:pathLst>
                <a:path w="2770268" h="2770268" fill="norm" stroke="1" extrusionOk="0">
                  <a:moveTo>
                    <a:pt x="0" y="0"/>
                  </a:moveTo>
                  <a:lnTo>
                    <a:pt x="2770268" y="0"/>
                  </a:lnTo>
                  <a:lnTo>
                    <a:pt x="2770268" y="2770268"/>
                  </a:lnTo>
                  <a:lnTo>
                    <a:pt x="0" y="2770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77182213" name="Group 27"/>
            <p:cNvGrpSpPr/>
            <p:nvPr/>
          </p:nvGrpSpPr>
          <p:grpSpPr bwMode="auto">
            <a:xfrm flipH="0" flipV="0">
              <a:off x="3822903" y="0"/>
              <a:ext cx="2783854" cy="2802840"/>
              <a:chOff x="0" y="0"/>
              <a:chExt cx="2783854" cy="2802840"/>
            </a:xfrm>
          </p:grpSpPr>
          <p:sp>
            <p:nvSpPr>
              <p:cNvPr id="1259803084" name="Freeform 28"/>
              <p:cNvSpPr/>
              <p:nvPr/>
            </p:nvSpPr>
            <p:spPr bwMode="auto">
              <a:xfrm>
                <a:off x="0" y="0"/>
                <a:ext cx="2783855" cy="2802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/>
              </a:blipFill>
            </p:spPr>
          </p:sp>
        </p:grpSp>
        <p:sp>
          <p:nvSpPr>
            <p:cNvPr id="1939596758" name=""/>
            <p:cNvSpPr txBox="1"/>
            <p:nvPr/>
          </p:nvSpPr>
          <p:spPr bwMode="auto">
            <a:xfrm rot="0" flipH="0" flipV="0">
              <a:off x="1974668" y="3232848"/>
              <a:ext cx="205768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 i="1">
                  <a:latin typeface="IBM Plex Sans"/>
                  <a:ea typeface="IBM Plex Sans"/>
                  <a:cs typeface="IBM Plex Sans"/>
                </a:rPr>
                <a:t>Sparrow &amp; </a:t>
              </a:r>
              <a:r>
                <a:rPr lang="fr-FR" sz="1600" i="1">
                  <a:latin typeface="IBM Plex Sans"/>
                  <a:ea typeface="IBM Plex Sans"/>
                  <a:cs typeface="IBM Plex Sans"/>
                </a:rPr>
                <a:t>Samouraï</a:t>
              </a:r>
              <a:endParaRPr sz="1600" i="1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44923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Analitičar zna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ovaj UTXO</a:t>
            </a:r>
          </a:p>
        </p:txBody>
      </p:sp>
      <p:sp>
        <p:nvSpPr>
          <p:cNvPr id="169355776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844556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Analitičar želi da pronađe ovaj UTXO.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154578486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98784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82356914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81865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Analitičar zna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ovaj UTXO</a:t>
            </a:r>
          </a:p>
        </p:txBody>
      </p:sp>
      <p:sp>
        <p:nvSpPr>
          <p:cNvPr id="23379087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78161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Analitičar želi da pronađe ovaj UTXO.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9413964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39787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1665307149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1748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58887100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Analitičar zna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ovaj UTXO</a:t>
            </a:r>
          </a:p>
        </p:txBody>
      </p:sp>
      <p:sp>
        <p:nvSpPr>
          <p:cNvPr id="17475930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91540616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Analitičar se suočava sa grupom UTXO-a koji mogu odgovarati pretrazi.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09158851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6147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1142294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3130738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9683056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93391958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240689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Verovatni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8996089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8081062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6148743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4914995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67644625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4306043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473107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818194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8157626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19356935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1888206934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869045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40385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14893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061980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8449452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4876693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919560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716280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73688920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06092399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8212285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41610524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072772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7017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6479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798889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14805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88454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94188583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UTXO-a...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22609071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133623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2119322428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8528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Analitičar se suočava sa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grupom UTXO-a koji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mogu biti izvor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44445013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891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26181910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izvor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50051667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68332773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izvor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7508308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9717175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Verovatni izvor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6931961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5714894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izvor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1229164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2644276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izvor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47498627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22743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52104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Analitičar zna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ovaj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1044713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14356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817400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66180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055930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89292161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08231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14169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98054123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izvor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3915702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9113158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izvor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15042543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84571439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izvor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108375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909330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izvor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40791983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7716447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Verovatni izvor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91943826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0566313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66710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519795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90190744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69993692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90605248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8244610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izvora...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00368935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02793586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82609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405059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5270777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8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56158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146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7094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5001788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768094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099010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94369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46045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638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Iznos plaćanja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48302702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27098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Stvarna uplata od 4,000 sats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3989109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1190443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1597114680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07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596770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572304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079577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2701627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026464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3234842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377699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4735758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1029829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188502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4257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819789537" name=""/>
          <p:cNvPicPr>
            <a:picLocks noChangeAspect="1"/>
          </p:cNvPicPr>
          <p:nvPr/>
        </p:nvPicPr>
        <p:blipFill>
          <a:blip r:embed="rId4"/>
          <a:srcRect l="27256" t="4687" r="34265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703795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612081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57403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Emiter obavlja 4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transakcije prema sebi.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8280095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57069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688504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25063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05365633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85663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Emiter obavlja 4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transakcije prema sebi.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53892706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68471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Poslednja transakcija se koristi za isplatu konačnom primaocu.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47676673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27311409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7472335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3422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Nije više njih.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2367702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Oni su moji klijenti.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1735183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000239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Verovatno su opet oni.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065561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Da li su oni još uvek moj kupac?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3456806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763965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 nije od mog klijenta.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27959191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87771134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8587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181654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02551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8170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0057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877713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72475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9920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981019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97130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387519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61062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20795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65922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04697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709757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15242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3603764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2488831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89381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053635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69428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79556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38374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54959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752812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35203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59919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607633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2882268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54573390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03788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528300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58941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97737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55513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424818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79025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363680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43946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23068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950345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64709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25294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84974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3635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9398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57483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66394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77530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48424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7392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98157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710523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16243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38381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646759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128282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09786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68800704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37532993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930426860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77151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406439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23774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476450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8966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75031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53414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480927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01418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087571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653747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94368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7357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968998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27763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885343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96729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16157762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22653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62521029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574034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7903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758378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91696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Razmenjeno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73467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83809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0489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40342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84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356330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82266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061582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72917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504940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719980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2045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7984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091571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461541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60737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537705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89584906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50960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251107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131503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612308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53379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8037373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Razmenjeno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911233051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Hakovati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629830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35791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7174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3971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05897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9063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285213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353663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27519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341093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478020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19224610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93148340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88122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35901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337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620373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372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514785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47978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84934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3199640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85682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3303161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5695442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06735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7450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7332959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37784239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535056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5831741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2795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23156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614275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69177710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8135720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707744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7534976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7911507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1665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6349071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0891675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2532539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739846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839317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015190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957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0659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6944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01497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21104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0790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14325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5203926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139712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25233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379352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05997146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86584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271490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7716590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32009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907726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214346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169513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244958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5993094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503467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902666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572189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823285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7832553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460646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903457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148856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1133479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973419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3638164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22832060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41243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2685631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04745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6221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43970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25153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8169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967501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1644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05160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4862058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680019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60701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747900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350238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4039879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4124263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5417794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6781044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9998925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849862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867156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08776667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87851712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097677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504959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9517215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2070215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58428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44545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617052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624328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219756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14258643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5716938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8918323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570975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72503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5017871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797353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4297010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1316654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73302318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0136393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3422620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8244506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002123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8401746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1065331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41506258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1290542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2607830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558017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2592371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5022551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92409490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3714455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710949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6581073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9253464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0784968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785225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926209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8901911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0993738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527550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9575430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38548010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2343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267970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741281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248947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5192894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2489464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475870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06580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777070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1644118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2579368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3453426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3475151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993684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5941498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6936235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601827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12033639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5230578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26006851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691960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3844518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1271077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869789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67702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829498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35393329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86841065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55823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2302597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302735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2892652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486756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80778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908361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387002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200817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438381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87091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124813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68530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207784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572331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200209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931064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15956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2776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5390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942947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2261676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802912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58302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6747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52521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5688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995861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899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61585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46372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40405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24834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944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693164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52715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390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310432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81981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02108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55546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15136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130345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590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84507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6683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016447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05568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855573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047372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11067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90850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3140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3062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43670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051389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3827442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20609279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8426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000027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1751148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81656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92557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2704089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42135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0024396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36239108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5549548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10181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367528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101327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6240516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167903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49121195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2640505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31389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324865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05837526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94209850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495434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4137764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744194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84891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31078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344835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197133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6800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810242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408114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20222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208152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714764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791945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020015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14859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14818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5203473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447978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6493535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643068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9589348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11509647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36026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2836234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0232357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0496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2875718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7030049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073933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3317793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105962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850713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2632034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19576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3944122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198250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826720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7904287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992877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816617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995954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8809345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0833459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9355002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250254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9063065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742249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7427700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97087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1001707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5083502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7552688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117066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121021302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26472679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0884703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136823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1377606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902200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39180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6312940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9582926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611206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18895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9218378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094247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6728967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5596764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1955824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048064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644909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668521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5718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2080588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427177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034594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49370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124306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856899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4225165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0330262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278271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4920377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265714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836314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895180644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6914818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2634639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9069074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036494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8710473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1282724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3747336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6028729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08347894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7533631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1209241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58957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4061724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98261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42791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51643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711543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7458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4383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74696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54404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50982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506548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93051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40949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42348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73792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79823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5044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287742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107131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04262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95585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598101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042788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437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241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2860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73756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374330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13188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8484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29792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61165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325415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71976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4232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3256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18756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35660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583195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522630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85553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24578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166152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14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3194864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305833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108593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565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787996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119256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900283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294291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0198971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56947761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806151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925316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528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231264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155893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79682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5891791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2064808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32392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4350342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3249367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249161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502647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5896119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83814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081549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391260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5701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2396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2230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0946114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6481183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6379299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799786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0186873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273729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530100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942026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261976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205507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9638308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989379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2029317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818503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43056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095803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775709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23845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363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0530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692804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448284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1723754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586936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84969044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3541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67101803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2663195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768043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8900552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2458445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474695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067940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9014245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06992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55286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12192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84235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9254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2324687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872960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161154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49115521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619260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161308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015767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7042088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5710323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511133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34046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183910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1081092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1732577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72865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306787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99271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36906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66199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95757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0366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316385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4237917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90478623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138841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339353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86998641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3389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469239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2245322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83757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730418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2924184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052437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73396586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1037596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151485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0441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447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33698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263389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164524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4809702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0239931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9509563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068214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39040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919326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2799500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5409802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0949247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872102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1972239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245967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232039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450808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48324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83618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85146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44398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27139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10571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030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1436742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831349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3056916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8423103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31172590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54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5308978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0464560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544509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6586317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9004812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9893130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630871931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835175448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16179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40608426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408485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Rezervisano za buduću upotrebu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36083671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29937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Lančani kod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9458102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6395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Javni ključ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7090460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54913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Bit polje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25785716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4312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8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Paritet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724705196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1785128000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61658606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1557631490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Verzija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430210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74096916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Kontrolna suma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6953745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2091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Prefiks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2585263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6523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806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9511221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86225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6052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0667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8534975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968371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401172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576750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28522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0322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126914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22072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30041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410151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61814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9305611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270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33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62266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61755704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64801081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25252979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860067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9616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327043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33646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74277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408738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50352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6257014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9099305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2565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318429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23214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692523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550585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Razmena preko nezaštićene mreže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35912588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295590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77571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Podeljena tajna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3308753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168310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13015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28924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402572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63948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8701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30148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87339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958918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771986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080657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650061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8080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3424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06757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70302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92709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834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00245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737874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731113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18054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28817115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391452384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2526201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69621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7370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100617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6252747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70316670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63976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30756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91076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5966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87313399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4713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98373903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944151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2615112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3753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15838936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0645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Uobičajena boja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6170044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Tajne boje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3390324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Javna razmena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5543379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Tajne boje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0292081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Podeljena tajna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22088794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1334870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6014710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63838342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95905185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44023125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1615343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979028675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84085859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971475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1569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75664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30007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4106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32499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69433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8526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9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7527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853118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395849191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Obaveštenje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Transakcija</a:t>
            </a:r>
          </a:p>
        </p:txBody>
      </p:sp>
      <p:sp>
        <p:nvSpPr>
          <p:cNvPr id="1145168530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5567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67622170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2739338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86454233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„Zdravo! Evo mog koda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za uplatu. Poslaću ti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uplate koristeći BIP47.“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2722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554261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6466235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15498052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07234372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Klasični model privatnosti Bitcoina: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3269026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Model poverljivosti BIP47 platnih kodova: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211915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0440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436219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51863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01019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8528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37401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524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032034974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0019939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85328759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0366403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4812563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94769694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514352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0109669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38284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177672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11256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8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5540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16433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093223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93922102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6463792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380335749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505267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7814407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71674841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923431539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56860796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05623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3721061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98781137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399598858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695217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2333494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1037043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931885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10219236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63322124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715811791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71492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417677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637157120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6947964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30874936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6370304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133211010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687040422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136236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75274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071911591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5409838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914373242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9754759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0235944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1016814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2136784800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48632971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99796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67620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5710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Tačka G na eliptičnoj krivulji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83601132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Alisina privatna ključ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7068411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Bobov javni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ključ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396010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Alisin privatni ključ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1487427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Bobov privatni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ključ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59325704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Alisina javna ključ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229400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Bobov privatni ključ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8239350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Podeljena tajna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9520248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Nezaštićena javna transmisija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269631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Deljena tajna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4545002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Alisina javna ključa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60903165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Bobov javni ključ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0233083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3806808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9649562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789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0029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39760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18867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552189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5333258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27833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458810485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6703899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240958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09771617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56789214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0302426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35904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0414044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46652023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979930058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53597362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34409667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72891697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170280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42488444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82011402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58794215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8356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86109663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731633844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3788772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24071329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818797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55343928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596799176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34693297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2614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61399787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9819149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15358570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84912999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160039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83493400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173700246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18985216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54393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2212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87863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Tačka G na eliptičnoj krivulji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0560113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Alisina privatna ključ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6332912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Alicina javna ključa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7463720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Bobov javni ključ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486382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Alisin privatni ključ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5902966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Javni ključ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74074342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Bobov privatni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ključ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9120766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Alisina javna ključa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37163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Bobov privatni ključ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912558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Podeljena tajna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8426140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Nezaštićena javna transmisija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8628234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Podeljena tajna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1058676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6461169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Alisina javna ključa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016112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03389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14224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07499589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9570750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76798806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I'm sorry, but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7386406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89310955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I'm sorry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3558643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9138290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6684120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70996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925439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9969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05910291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6990620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32991044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0584229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280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4753469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5289547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068627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9232757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698949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42052155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0380655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269964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1348981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719797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058097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4232696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1744445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86447967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2952005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88908258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7764550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8074172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6631906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44287762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687967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326636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404537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353896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47046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195245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2067331123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6978349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28237979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85455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844817187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0732132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Tajna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470605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92303612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Abscisa tajne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49588399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Tajni heš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57249532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Tačka G na krivulji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772454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Bobov javni ključ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5024341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Bobov privatni ključ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3206352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82870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9502069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1754962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764368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Klasični javni ključ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za plaćanje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598994975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151986373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913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5954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355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901491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4402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20620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modified xsi:type="dcterms:W3CDTF">2025-09-23T16:09:32Z</dcterms:modified>
</cp:coreProperties>
</file>