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โมเดลความลับของระบบธนาคาร: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โมเดลความเป็นส่วนตัวของบิตคอยน์: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คู่ค้า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สาธารณะ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ธนาคาร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ธุรกรรม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อัตลักษณ์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สาธารณะ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ธุรกรรม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อัตลักษณ์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ทรัพย์สินส่วนรวม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คำระหว่างประเทศ: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ซัตส์ </a:t>
            </a:r>
            <a:r>
              <a:rPr lang="en-US"/>
              <a:t>หรือ </a:t>
            </a:r>
            <a:r>
              <a:rPr lang="fr-FR"/>
              <a:t>ซาโตชิ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/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ยูทีเอ็กซ์โอของชาร์ลส์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/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บ็อบ's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ยูทีเอ็กซ์โอของเดวิด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ยูทีเอ็กซ์โอของเอ็มม่า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บัญชีธนาคารของลูกค้า: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บัญชีธนาคารของเบเกอรี่: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ธุรกรรมบิตคอยน์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ที่ใช้สำหรับการใช้จ่าย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ที่สร้างขึ้นสำหรับผู้รับ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มันช่วยให้คุณลงชื่อเพื่อให้ตรงตามสคริปต์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สคริปต์ถูกสร้างขึ้นเพื่อล็อก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กุญแจสาธารณะ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กุญแจส่วนตัว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กระเป๋าเงินบิตคอยน์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210,000 ซัตส์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ธุรกรรมบิตคอยน์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100,000 ซาโตชิ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110,000 ซัตส์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สคริปต์พอใจที่จะใช้จ่าย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ใหม่ที่ถูกสร้างและล็อกด้วยสคริปต์ใหม่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ยูทีเอ็กซ์โอของอลิซถูกใช้จ่ายเพื่อชำระเงิน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ถูกสร้างขึ้นเพื่อจ่ายเงินให้กับผู้ทำขนมปังสำหรับขนมปัง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การเปลี่ยนแปลง UTXO จะกลับไปยังกระเป๋าเงินของอลิซ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อลิซรวม UTXO สองรายการเป็นข้อมูลนำเข้าเพื่อตอบสนองความต้องการในการชำระเงิน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ถูกสร้างขึ้นเพื่อจ่ายเงินให้กับคนทำขนมปังสำหรับขนมปัง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การเปลี่ยนแปลง UTXO จะกลับไปที่กระเป๋าเงินของอลิซ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ยูทีเอ็กซ์โอของอลิซถูกใช้จ่ายเพื่อชำระเงิน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ถูกสร้างขึ้นเพื่อจ่ายเงินให้กับช่างทำขนมปังสำหรับขนมปัง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การเปลี่ยนแปลง UTXO จะกลับไปที่กระเป๋าเงินของอาลิซ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ค่าธรรมเนียมการทำธุรกรรม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รางวัลบล็อก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Coinbase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การสนับสนุนแบบบล็อก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ค่าธรรมเนียมการทำธุรกรรม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โมเดลความลับของระบบธนาคาร: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คู่ค้า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สาธารณะ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ธนาคาร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ธุรกรรม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อัตลักษณ์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ลูกค้า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คนทำขนมปัง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เพื่อนบ้าน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นักการเงิน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แบบจำลองความลับของระบบธนาคาร: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โมเดลความเป็นส่วนตัวของบิตคอยน์: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คู่ค้า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สาธารณะ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ธนาคาร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ธุรกรรม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อัตลักษณ์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สาธารณะ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ธุรกรรม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อัตลักษณ์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เพื่อนบ้าน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ลูกค้า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เบเกอรี่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การตรวจสอบบล็อกเชน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การระบุคุณลักษณะ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การอนุมานสมมติฐาน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นากาโมโตะ, ซาโทชิ.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(2008). บิตคอยน์: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ระบบเงินสดอิเล็กทรอนิกส์แบบเพียร์ทูเพียร์, หมวด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ความเป็นส่วนตัว.</a:t>
            </a:r>
            <a:endParaRPr sz="1100" i="1">
              <a:latin typeface="IBM Plex Sans"/>
              <a:cs typeface="IBM Plex Sans"/>
            </a:endParaRPr>
          </a:p>
          <a:p>
            <a:pPr algn="ctr"/>
            <a:r>
              <a:rPr sz="1200" b="0" i="1" u="none">
                <a:solidFill>
                  <a:srgbClr val="000000"/>
                </a:solidFill>
                <a:latin typeface="IBM Plex Sans"/>
              </a:rPr>
              <a:t>สามารถดูได้ที่: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https://bitcoin.org/bitcoin.pdf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/>
            </a: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การชำระเงินที่ง่าย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การกวาด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การรวมกลุ่ม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การรวมกลุ่ม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การใช้จ่ายที่จัดกลุ่ม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การทำธุรกรรมร่วมกัน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ที่เป็นของผู้ใช้ที่ถูกติดตาม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ผลลัพธ์ใดที่แสดงถึงการเปลี่ยนแปลง?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การใช้ที่อยู่ภายในซ้ำ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การนำกลับมาใช้ใหม่ของการเวอร์ชัน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bc1p...jjj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การชำระเงินแบบจำนวนกลม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ซัตส์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ซัตส์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200,000 ซัตส์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การชำระเงินแบบจำนวนกลม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ซัตส์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ผลผลิตที่ใหญ่ที่สุด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เจ้าของทั่วไปของ UTXOs ทั้งหมด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นากาโมโตะ, ซาโตชิ.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(2008). บิตคอยน์: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ระบบเงินสดอิเล็กทรอนิกส์แบบเพียร์ทูเพียร์, หมวด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ความเป็นส่วนตัว.</a:t>
            </a:r>
            <a:endParaRPr sz="1100" i="1">
              <a:latin typeface="IBM Plex Sans"/>
              <a:cs typeface="IBM Plex Sans"/>
            </a:endParaRPr>
          </a:p>
          <a:p>
            <a:pPr algn="ctr"/>
            <a:r>
              <a:rPr sz="1200" b="0" i="1" u="none">
                <a:solidFill>
                  <a:srgbClr val="000000"/>
                </a:solidFill>
                <a:latin typeface="IBM Plex Sans"/>
              </a:rPr>
              <a:t>สามารถดูได้ที่: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https://bitcoin.org/bitcoin.pdf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/>
            </a: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ผู้ส่งทั่วไปสำหรับธุรกรรมทั้งหมด?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“ลำดับ”: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“ลำดับ”: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“ลำดับ”: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อุบายการเป็นเจ้าของข้อมูลทั่วไป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นากาโมโตะ, ซาโทชิ.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(2008). บิตคอยน์: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ระบบเงินสดอิเล็กทรอนิกส์แบบเพียร์ทูเพียร์, หมวด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ความเป็นส่วนตัว.</a:t>
            </a:r>
            <a:endParaRPr sz="1100" i="1">
              <a:latin typeface="IBM Plex Sans"/>
              <a:cs typeface="IBM Plex Sans"/>
            </a:endParaRPr>
          </a:p>
          <a:p>
            <a:pPr algn="ctr"/>
            <a:r>
              <a:rPr sz="1200" b="0" i="1" u="none">
                <a:solidFill>
                  <a:srgbClr val="000000"/>
                </a:solidFill>
                <a:latin typeface="IBM Plex Sans"/>
              </a:rPr>
              <a:t>สามารถดูได้ที่: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https://bitcoin.org/bitcoin.pdf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/>
            </a: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โลอิก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ธุรกรรม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สคริปต์ซิก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สคริปต์พับคีย์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ปรับแต่งกุญแจสาธารณะ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กุญแจสาธารณะการใช้จ่ายแบบคลาสสิก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รากเมอร์เคิล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สคริปต์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สคริปต์ B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สคริปต์ C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สคริปต์ D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นากาโมโตะ, ซาโตชิ.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(2008). บิตคอยน์: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ระบบเงินสดอิเล็กทรอนิกส์แบบเพียร์ทูเพียร์, หมวด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ความเป็นส่วนตัว.</a:t>
            </a:r>
            <a:endParaRPr sz="1100" i="1">
              <a:latin typeface="IBM Plex Sans"/>
              <a:cs typeface="IBM Plex Sans"/>
            </a:endParaRPr>
          </a:p>
          <a:p>
            <a:pPr algn="ctr"/>
            <a:r>
              <a:rPr sz="1200" b="0" i="1" u="none">
                <a:solidFill>
                  <a:srgbClr val="000000"/>
                </a:solidFill>
                <a:latin typeface="IBM Plex Sans"/>
              </a:rPr>
              <a:t>สามารถดูได้ที่: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https://bitcoin.org/bitcoin.pdf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/>
            </a: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เจ้าของที่เป็นกลางของ UTXOs ทั้งหมด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การใช้ที่อยู่ภายในซ้ำ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ขอโทษครับ ฉันไม่สามารถช่วยในเรื่องนี้ได้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ขอโทษครับ ฉันไม่สามารถช่วยในเรื่องนี้ได้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ขอโทษครับ แต่ดูเหมือนว่าข้อความที่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ขอโทษครับ แต่ไม่สามารถแปลข้อความที่ให้มา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กระต่าย ซาโตชิ พิซซ่า คณิตศาสตร์ ยิ้ม หุบเขา ไข่ เปียโน วันหยุด ฤดูใบไม้ร่วง สวัสดี เนินเขา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เปลี่ยนแปลงสำหรับการซื้อโซฟา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การถอนเงินจาก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การชำระเงินของลูกค้าเดวิด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การซื้อคอมพิวเตอร์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การซื้อ P2P จากชาร์ลส์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กระเป๋าสตางค์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ป้ายกำกับ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การซื้อ P2P จากอลิซ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การชำระเงินให้กับลูกค้าเดวิด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ไม่มี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 เปลี่ยนสำหรับการซื้อโซฟา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การถอนเงินจาก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การชำระเงินของลูกค้าเดวิด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ไม่มี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 การซื้อคอมพิวเตอร์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ไม่มี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ซื้อ P2P จากชาร์ลส์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กระเป๋าสตางค์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ป้ายชื่อ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ไม่มี KYC - ซื้อ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จาก อลิซ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การชำระเงินให้กับลูกค้าเดวิด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ธุรกรรม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ธุรกรรม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ธุรกรรม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ธุรกรรม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บิสค์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คอยน์จอยน์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67,975 ดอลลาร์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67,975 ดอลลาร์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ค่าใช้จ่ายเฉลี่ยใน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บิสก์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โมเดลความลับของระบบธนาคาร: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โมเดลความเป็นส่วนตัวของบิตคอยน์: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คู่ขนาน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สาธารณะ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ธนาคาร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ธุรกรรม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อัตลักษณ์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สาธารณะ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ธุรกรรม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เอกลักษณ์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ยูทีเอ็กซ์โอของอาลิซ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ของชาร์ลส์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บ็อบ's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ของเดวิด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ยูทีเอ็กซ์โอของเอ็มมา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ของอาลิซ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ยูทีเอ็กซ์โอของชาร์ลส์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บ็อบ's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ยูทิลิตี้ของเดวิด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ยูทีเอ็กซ์โอของเอ็มมา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ยูทีเอ็กซ์โอของชาร์ลส์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บ็อบ's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ยูทีเอ็กซ์โอของเดวิด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ยูทีเอ็กซ์โอของแฟรงค์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ยูทีเอ็กซ์โอของอาลิซ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ของชาร์ลส์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บ็อบ's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ยูทีเอ็กซ์โอของเดวิด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ยูทีเอ็กซ์โอของแฟรงค์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อีฟ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ยูทีเอ็กซ์โอของมอลลอรี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ยูทีเอ็กซ์โอของเกรซ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ออสการ์’s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ยูทีเอ็กซ์โอของวิคเตอร์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ยูทิลิตี้ของ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Mallory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ยูทีเอ็กซ์โอของเกรซ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ออสการ์’s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ยูทีเอ็กซ์โอของวิคเตอร์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ยูทีเอ็กซ์โอของมอลลอรี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/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ยูทีเอ็กซ์โอของเกรซ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ของออสการ์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ยูทีเอ็กซ์โอของวิคเตอร์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/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ข้อมูลนำเข้า + ผลลัพธ์ที่ถูกปิดบัง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ข้อมูลนำเข้า + ผลลัพธ์ที่ถูกปิดบัง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ลายเซ็นต์แบบปิดบัง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ข้อมูลนำเข้า + ผลลัพธ์ที่ถูกปิดบัง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ลายเซ็นต์ที่ไม่เปิดเผย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ข้อมูลนำเข้า + ผลลัพธ์ที่ปิดบัง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ลายเซ็นต์แบบปิดตา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ผลลัพธ์ที่ไม่ปิดบัง + ลายเซ็น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ข้อมูลนำเข้า + ผลลัพธ์ที่ปิดบัง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ลายเซ็นแบบมองไม่เห็น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ผลลัพธ์ที่ไม่ถูกปิดบัง + ลายเซ็น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ธุรกรรมที่ไม่มีลายเซ็น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ข้อมูลนำเข้า + ผลลัพธ์ที่ปิดบัง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ลายเซ็นต์แบบปิดตา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ผลลัพธ์ที่ไม่ปิดบัง + ลายเซ็น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ธุรกรรมที่ไม่มีลายเซ็น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ลายเซ็นธุรกรรม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เกรกอรี แม็กซ์เวลล์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ปีเตอร์ ทอดด์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Zerolink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พรีมิกซ์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โพสต์มิกซ์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coinjoins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กระเป๋าสตางค์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วาซาบิ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วาบิซาบิ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ที่เข้ามา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รีมิกซ์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ที่เข้ามา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รีมิกซ์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รีมิกซ์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ผสม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ผสม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ผสม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ผสม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ผสม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กุญแจหลัก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วัตถุประสงค์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ประเภทเหรียญ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บัญชี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โซ่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ภายใน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ภายใน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ที่ใช้สำหรับ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วงจร coinjoin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ต้นทุนการขุด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UTXOs ที่ปรับสมดุลพร้อมสำหรับการผสม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การเปลี่ยนแปลง Doxxic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ค่าธรรมเนียมบริการ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มิกซ์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โพสต์มิกซ์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พรีมิกซ์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>!</a:t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สแปร์โรว์ &amp; </a:t>
            </a:r>
            <a:r>
              <a:rPr sz="1600" i="1" lang="fr-FR">
                <a:latin typeface="IBM Plex Sans"/>
              </a:rPr>
              <a:t>ซามูไร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ก่อนการรวมเหรียญ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หลังจากการรวมเหรียญ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วงจร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นักวิเคราะห์รู้จัก UTXO นี้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นักวิเคราะห์ต้องการค้นหา UTXO นี้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ก่อนการรวมเหรียญ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หลังจากการรวมเหรียญ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วงจร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นักวิเคราะห์รู้จัก UTXO นี้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นักวิเคราะห์ต้องการหาสิ่งนี้ UTXO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ก่อนการรวมเหรียญ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วงจร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นักวิเคราะห์รู้จัก UTXO นี้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นักวิเคราะห์เผชิญหน้ากับกลุ่ม UTXOs ที่อาจตรงกับการค้นหา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ที่น่าจะเป็นไปได้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ที่น่าจะเป็นไปได้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ที่น่าจะเป็นไปได้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ที่น่าจะเป็น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ที่น่าจะเป็น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รีมิกซ์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รีมิกซ์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มิกซ์ #1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รีมิกซ์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รีมิกซ์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รีมิกซ์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ผสม #2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รีมิกซ์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รีมิกซ์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ผสม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ผสม #3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ส่งต่อ Anonset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ก่อนการรวมเหรียญ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วงจร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ที่น่าจะเป็นไปได้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ที่เป็นไปได้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ที่น่าจะเป็นไปได้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ที่เป็นไปได้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ที่เป็นไปได้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นักวิเคราะห์เผชิญหน้ากับกลุ่ม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UTXOs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ที่อาจเป็นแหล่งที่มา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แหล่งที่มาเป็นไปได้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แหล่งที่มาเป็นไปได้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แหล่งที่มาเป็นไปได้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แหล่งที่มาเป็นไปได้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แหล่งที่มาที่เป็นไปได้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UTXO หลังจากการรวมเหรียญ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วงจร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นักวิเคราะห์รู้จัก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UTXO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นี้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รีมิกซ์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ยูทีเอ็กซ์โอ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รีมิกซ์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ยูทีเอ็กซ์โอ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 Genesis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ผสม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ผสม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ผสม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ผสม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แหล่งที่มาเป็นไปได้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แหล่งที่มาเป็นไปได้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แหล่งที่มาเป็นไปได้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แหล่งที่มาเป็นไปได้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แหล่งที่มาเป็นไปได้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UTXO หลังจากการรวมเหรียญ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วงจร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แหล่งข้อมูล...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เพย์จอยน์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เพย์จอยน์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ข้อมูลนำเข้า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ผลลัพธ์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เพย์จอยน์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ผิดแล้ว!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เพย์จอยน์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บ๊อบ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เพย์จอยน์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จำนวนเงินที่ชำระ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ผิดแล้ว!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เพย์จอยน์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การชำระเงินจริงจำนวน 4,000 ซัตส์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สโตนวอลล์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บ็อบ's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ยูทีเอ็กซ์โอของอาลิซ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บ็อบ's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บ็อบ's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สโตนวอลล์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บ็อบ's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ยูทีเอ็กซ์โอของชาร์ลส์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บ็อบ's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ของชาร์ลส์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ยูทีเอ็กซ์โอของชาร์ลส์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ของชาร์ลส์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ยูทีเอ็กซ์โอของอาลิซ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ยูทีเอ็กซ์โอของชาร์ลส์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สโตนวอลล์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ยูทีเอ็กซ์โอของชาร์ลส์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บ็อบ's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ยูทีเอ็กซ์โอของชาร์ลส์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ยูทีเอ็กซ์โอของชาร์ลส์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สโตนวอลล์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ยูทีเอ็กซ์โอของชาร์ลส์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บ็อบ's UTXO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ของชาร์ลส์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ยูทีเอ็กซ์โอของชาร์ลส์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สโตนวอลล์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ยูทีเอ็กซ์โอของอาลิซ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บ็อบ's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ของชาร์ลส์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ยูทีเอ็กซ์โอของอลิซ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คอยน์จอยน์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ผู้ออกทำธุรกรรม 4 รายการต่อบุคคลเอง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ผู้ออกดำเนินการทำธุรกรรม 4 รายการต่อบุคคลตนเอง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ธุรกรรมสุดท้ายถูกใช้เพื่อชำระเงินให้กับผู้รับสุดท้าย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คอยน์จอยน์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คอยน์จอยน์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มันไม่ใช่พวกเขาอีกต่อไป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พวกเขาคือลูกค้าของฉัน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คอยน์จอยน์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มันอาจจะเป็นพวกเขาอีกแล้ว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พวกเขายังเป็นลูกค้าของฉันอยู่ไหม?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การรวมเหรียญไม่ได้มาจากลูกค้าของฉัน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แลกเปลี่ยน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แลกเปลี่ยน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แฮ็ก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กระเป๋าเงิน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กระเป๋าเงิน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กระเป๋าเงิน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กระเป๋าสตางค์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กระเป๋าเงิน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กระเป๋าเงิน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กระเป๋าเงิน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รหัสการชำระเงิน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กุญแจหลัก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วัตถุประสงค์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ประเภทเหรียญ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บัญชี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ช่องทาง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ภายนอก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ภายใน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ภายนอก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ภายใน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สงวนไว้สำหรับการใช้งานในอนาคต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โค้ดเชน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กุญแจสาธารณะ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ฟิลด์บิต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พาริตี้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รุ่น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เช็คซัม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คำนำ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ดิฟฟี่-เฮลแมน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แลกเปลี่ยนผ่านเครือข่ายที่ไม่มีความปลอดภัย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ความลับที่แบ่งปัน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สีที่พบบ่อย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สีลับ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การแลกเปลี่ยนสาธารณะ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สีลับ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ความลับที่แบ่งปัน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ECDHE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การแจ้งเตือน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ธุรกรรม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“สวัสดี! นี่คือรหัสการชำระเงินของฉัน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ฉันจะส่งการชำระเงินให้คุณโดยใช้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BIP47.”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โมเดลความเป็นส่วนตัวแบบคลาสสิกของบิตคอยน์: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โมเดลความลับของรหัสการชำระเงิน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รหัสการชำระเงิน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กุญแจส่วนตัว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กุญแจส่วนตัว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กุญแจหลัก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/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รหัสการชำระเงิน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กุญแจส่วนตัว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กุญแจสาธารณะของเด็ก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การแจ้งเตือน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การแจ้งเตือน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ธุรกรรม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รหัสการชำระเงินที่เข้ารหัส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ความลับที่แบ่งปัน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ความลับที่แบ่งปัน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การสร้างกุญแจเด็ก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การทำธุรกรรมบิตคอยน์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OP_RETURN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การสร้างที่อยู่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จุด G บนโค้งเอลลิปติก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กุญแจส่วนตัวของอลิซ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กุญแจสาธารณะของบ็อบ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กุญแจส่วนตัวของอลิซ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กุญแจส่วนตัวของบ็อบ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กุญแจสาธารณะของอลิซ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กุญแจส่วนตัวของบ็อบ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ความลับที่แชร์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การส่งข้อมูลสาธารณะไม่ปลอดภัย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ความลับที่แชร์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กุญแจสาธารณะของอลิซ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กุญแจสาธารณะของบ็อบ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ที่อยู่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กุญแจส่วนตัว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รหัสการชำระเงิน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กุญแจส่วนตัว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ที่อยู่สำหรับการแจ้งเตือน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การแจ้งเตือนธุรกรรม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รหัสการชำระเงินที่เข้ารหัส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ความลับที่แบ่งปัน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กุญแจสาธารณะ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รหัสการชำระเงิน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ความลับที่แชร์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กุญแจหลัก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กุญแจสาธารณะของเด็ก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กุญแจส่วนตัวของเด็ก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หมายเลขการแจ้งเตือน </a:t>
            </a:r>
            <a:r>
              <a:rPr sz="2000" b="1" i="1"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รหัสประจำตัวกุญแจสาธารณะของข้อมูลนำเข้าชุดแรก </a:t>
            </a:r>
            <a:r>
              <a:rPr sz="2000" b="1" i="1"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’OP_RETURN’ </a:t>
            </a:r>
            <a:r>
              <a:rPr sz="2000" b="1" i="1">
                <a:latin typeface="IBM Plex Sans"/>
              </a:rPr>
              <a:t>ตัวระบุ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รหัสการชำระเงิน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กุญแจส่วนตัว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กุญแจสาธารณะอื่น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กุญแจส่วนตัวอื่น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กุญแจหลัก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ที่อยู่อื่น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รหัสการชำระเงิน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การชำระเงิน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ที่อยู่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การชำระเงิน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BIP47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>ครั้งแรก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ความลับที่แบ่งปัน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การสร้างคีย์สำหรับเด็ก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ธุรกรรมบิตคอยน์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การเพิ่มจุดบนโค้งเอลลิปติก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การสร้างที่อยู่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ที่อยู่สำหรับการแจ้งเตือน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รหัสการชำระเงิน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กุญแจส่วนตัว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กุญแจหลัก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บ็อบ</a:t>
            </a:r>
            <a:endParaRPr/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รหัสการชำระเงิน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กุญแจส่วนตัว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ที่อยู่การชำระเงิน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ความลับที่แชร์กัน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การสร้างคีย์เด็ก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การทำธุรกรรมบิตคอยน์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การเพิ่มจุดบนโค้งเอลลิปติก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การสร้างที่อยู่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ที่อยู่สำหรับการแจ้งเตือน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กุญแจสาธารณะอื่น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กุญแจส่วนตัวอื่น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ที่อยู่อื่น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ที่อยู่การชำระเงิน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การชำระเงินครั้งที่สอง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รหัสการชำระเงิน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กุญแจส่วนตัว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บ๊อบ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ที่อยู่สำหรับการชำระเงิน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กุญแจส่วนตัว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ที่อยู่สำหรับการชำระเงิน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การสร้างคีย์เด็ก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การสร้างกุญแจสาธารณะ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ที่อยู่สำหรับการแจ้งเตือน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ที่อยู่การชำระเงิน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บ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กุญแจหลัก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ความลับที่แบ่งปัน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การบวกจุดบนโค้งเอลลิปติก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การสร้างที่อยู่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จุด G บนโค้งเอลลิปติก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กุญแจส่วนตัวของอลิซ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กุญแจสาธารณะของอลิซ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กุญแจสาธารณะของบ๊อบ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กุญแจส่วนตัวของอลิซ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กุญแจสาธารณะของบ็อบ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กุญแจส่วนตัวของบ็อบ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กุญแจสาธารณะของอลิซ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กุญแจส่วนตัวของบ๊อบ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ความลับที่แบ่งปัน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การส่งข้อมูลสาธารณะแบบไม่ปลอดภัย (บิตคอยน์)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ความลับที่แชร์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กุญแจสาธารณะของอลิซ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ความลับ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อับซิสซาของความลับ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แฮชลับ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จุด G บนเส้นโค้ง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กุญแจสาธารณะของบ็อบ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กุญแจการชำระเงินสาธารณะ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BIP47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กุญแจส่วนตัวของบ็อบ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กุญแจการชำระเงินส่วนตัว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BIP47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อาลิซ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รหัสการชำระเงิน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กุญแจส่วนตัว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บ๊อบ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รหัสการชำระเงิน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ที่อยู่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กุญแจสาธารณะ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กุญแจส่วนตัว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กุญแจสาธารณะอื่น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ที่อยู่อื่น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การคืนเงินครั้งแรก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ความลับที่แบ่งปัน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การสร้างคีย์เด็ก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การทำธุรกรรมบิตคอยน์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การบวกจุดบนโค้งเอลลิปติก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การสร้างที่อยู่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การแจ้งเตือน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ที่อยู่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กุญแจหลัก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กุญแจส่วนตัวอื่น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ปรับแต่งกุญแจสาธารณะ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กุญแจสาธารณะการชำระเงินคลาสสิก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/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เมอร์เคิลรูท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สคริปต์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สคริปต์ B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สคริปต์ C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สคริปต์ 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ธุรกรรม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ข้อมูลนำเข้า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ผลลัพธ์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เปลี่ยนแปลง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a 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