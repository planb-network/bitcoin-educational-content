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Modèle de confidentialité du système bancaire 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Modèle de confidentialité de Bitcoin 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Contrepartie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Banque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Identités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Biens communs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Mot international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ou </a:t>
            </a:r>
            <a:r>
              <a:rPr lang="fr-FR"/>
              <a:t>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L'UTXO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d'Alice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de David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d'Emma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Compte bancaire du client 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Le compte bancaire de Baker 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Transaction </a:t>
            </a:r>
            <a:r>
              <a:rPr>
                <a:latin typeface="IBM Plex Sans"/>
              </a:rPr>
              <a:t>en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>bitcoins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utilisés pour les dépenses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créés pour les bénéficiaires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Il vous permet de signer pour satisfaire le script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Un script est créé pour verrouiller une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Clé publique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Clé privée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Portefeuille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Transaction en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Le script se contente de dépenser l'UTXO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Nouveaux UTXO créés et verrouillés avec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nouveaux scripts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L'UTXO d'Alice est dépensée pour satisfaire le paiement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Une UTXO est créée pour payer le pain au boulanger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Un UTXO de rechange revient dans le portefeuille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fusionne 2 UTXO en entrées pour répondre aux besoins de paiement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Une UTXO est créée pour payer le pain au boulanger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 UTXO de rechange revient dans le portefeuille d'Alice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 est dépensée pour satisfaire le paiement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Une UTXO est créée pour payer le pain au boulanger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 UTXO de rechange revient dans le portefeuille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Frais de transaction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Récompense en bloc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Subvention globale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Frais de transaction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Modèle de confidentialité du système bancaire 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Contrepartie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Banque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Identités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Client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Boulanger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Voisin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Banquier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Modèle de confidentialité du système bancaire 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Modèle de confidentialité de Bitcoin 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Contrepartie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Banque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Identités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Identités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Voisin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Client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Boulanger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Surveillance de la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Identification des caractéristiques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Déduction de l'hypothèse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Section 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Privacy. Disponible à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l'adresse 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Paiement simple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Balayage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Dépenses groupées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Transaction collaborative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appartenant à l'utilisateur suivi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Quel résultat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représente le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changement 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Réutilisation de l'adresse interne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Réutilisation des versions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Arrondir les paiements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Arrondir les paiements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La plus grande production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Propriétaire commun de tous les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Section 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Privacy. Disponible à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l'adresse 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Expéditeur commun pour toutes les transactions 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"séquence" 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"séquence" 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"séquence" 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Heuristique de propriété des intrants communs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Section 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Privacy. Disponible à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l'adresse 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Clé ScriptPub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Clé publique modifiée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Clé publique de dépense classique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Racine de Merkle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scénario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scénario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script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scénario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Section 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: Privacy. Disponible à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l'adresse 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Propriétaire commun de tous les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Réutilisation de l'adresse interne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lapin satoshi pizza maths smile valley egg piano vacances automne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Change pour l'achat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d'un canapé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Retrait d'Exchange.com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Paiement du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client 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Achat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d'ordinateurs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Achat P2P auprès de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Portefeuille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Étiquettes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Achat P2P auprès d'Alice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Paiement au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Changement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pour l'achat de canapé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Retrait d'Exchange.com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Client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payment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Achat par ordinateur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Achat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auprès de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Portefeuille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Étiquettes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PAS DE KYC - Achat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à partir d'Alice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Paiement au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Transaction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Transaction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Transaction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Transaction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Moyenne des dépenses en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Modèle de confidentialité du système bancaire 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Modèle de confidentialité de Bitcoin 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Contrepartie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Banque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Identités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Identités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d'Emma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d'Emma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Eve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d'Oscar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d'Oscar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de Grace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d'Oscar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entrée + sortie en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entrée + sortie en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signature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entrée + sortie en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signature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entrée + sortie en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signature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sortie en aveugle +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entrée + sortie en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signature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sortie en aveugle +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transaction non signée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entrée + sortie en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signature aveugle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sortie en aveugle +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transaction non signée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signature de la 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pré-mélange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pièces de monnaie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portefeuille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entrant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entrant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Clé principale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Objectif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Type de pièce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Comptes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Chaînes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utilisé pour les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cycles de coinjointement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Coûts d'exploitation minière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UTXOs égalisés prêts à être mélangés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Changement de toxicité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Frais de service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Mélange n° 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prémélange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Moineau et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avant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après coinjointement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Cycles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L'analyste sait que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cette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L'analyste veut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trouver cette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avant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après coinjointement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Cycles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L'analyste sait que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cette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L'analyste veut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trouver cette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avant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Cycles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L'analyste sait que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cette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L'analyste est confronté à un groupe d'UTXOs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qui peuvent correspondre à la recherche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Mélange n° 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Mélange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Mélange n°3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Anonset en avant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avant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Cycles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L'analyste est confronté à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un groupe d'UTXOs qui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pourrait être la source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après coinjointement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Cycles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L'analyste connaît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ce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Mélange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Mélange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Mélange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Mélange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Source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après coinjointement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Cycles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sources...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entrées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sorties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C'est faux 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Montant du paiement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C'est faux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Paiement effectif de 4.000 sat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de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de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de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entrées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sorties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L'UTXO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L'émetteur effectue 4 opérations vers oneel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L'émetteur effectue 4 opérations envers soi-même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La dernière transaction est utilisée pour payer le dernier bénéficiaire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Ce n'est plus eux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Ils sont mes clients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C'est probablement encore eux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Sont-ils toujours mes clients 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Le coinjoin ne provient pas de mon client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Échangé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Échangé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PORTEFEUILLE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Clé principale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Objectif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Type de pièce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Comptes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Canaux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externe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interne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externe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interne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Réservé pour une utilisation future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Code de la chaîne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Clé publique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Champ de bits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Parité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Somme de contrôle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Préfixe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Échange sur un réseau non sécurisé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Secret partagé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Couleur commune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Couleurs secrètes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Échange 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Couleurs secrètes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partagé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Notification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Transaction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"Bonjour, voici mon code de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paiement. Je vous enverrai des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paiements en utilisant le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Le modèle classique de confidentialité de Bitcoin 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Modèle de confidentialité des codes de paiement BIP47 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publique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privée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principale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publique de l'enfant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Notification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Notification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transaction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Crypté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code de paiement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Secret partagé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Secrets partagés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des clés enfant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Transaction en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d'adresse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Point G sur la courbe elliptique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privée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Clé publique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Clé privée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Clé privée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Clé privée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partagé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Transmission publique non sécurisée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partagé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de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Adresse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Adresse de notification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Opération de notification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Code de paiement crypté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Secrets partagés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Clé publique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Code de paiement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Secret partagé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Clé principale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Clé publique de l'enfant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Clé privée de l'enfant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Identifiant de </a:t>
            </a:r>
            <a:r>
              <a:rPr sz="2000" b="1" i="1">
                <a:latin typeface="IBM Plex Sans"/>
              </a:rPr>
              <a:t>la notification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Identifiant de la clé publique </a:t>
            </a:r>
            <a:r>
              <a:rPr sz="2000" b="1" i="1">
                <a:latin typeface="IBM Plex Sans"/>
              </a:rPr>
              <a:t>de la première entrée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oP_RETURN" </a:t>
            </a:r>
            <a:r>
              <a:rPr sz="2000" b="1" i="1">
                <a:latin typeface="IBM Plex Sans"/>
              </a:rPr>
              <a:t>Identifiant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Autre clé publique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Autre clé privée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Clé principale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Autre adresse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Paiement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adresse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Premier paiement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du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Secrets partagés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Dérivation de la clé de l'enfant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Transaction en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Addition de points sur les courbes elliptiques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Dérivation d'adresse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Adresse de notification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principale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paiement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Secrets partagés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de la clé de l'enfant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Transaction en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Addition de points sur les courbes elliptiques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d'adresse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notification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Autre clé publique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Autre clé privée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Autre adresse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paiement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Deuxième paiement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paiement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paiement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de la clé de l'enfant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de la clé publique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notification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de paiement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principale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Secrets partagés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Addition de points sur les courbes elliptiques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d'adresse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Point G sur la courbe elliptique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privée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privée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Clé privée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publique d'Alice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Clé privée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partagé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Transmission publique non sécurisée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partagé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Clé publique d'Alice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Abscisse du 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Hachure secrète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Point G sur la courbe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Clé publique de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Clé de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paiement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clé de paiement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Clé privée de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Clé de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paiement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clé de paiement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Code de paiement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publiques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Clés privées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Autre clé publique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Autre adresse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Premier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remboursement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Secrets partagés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de la clé de l'enfant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Transaction en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Addition de points sur les courbes elliptiques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Dérivation d'adresse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Notification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Clé principale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Autre clé privée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Clé publique modifiée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Clé publique de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paiement classique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Racine de Merkle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scénario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scénario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script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scénario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entrées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sorties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Changer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