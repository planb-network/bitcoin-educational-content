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การสมัคร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การนำเสนอ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เซสชัน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การขนส่ง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เครือข่าย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ลิงก์ข้อมูล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ทางกายภาพ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การสมัคร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โมเดล 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โมเดล TCP/IP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การขนส่ง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อินเทอร์เน็ต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การเข้าถึงเครือข่าย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เราเตอร์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แอปพลิเคชัน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การขนส่ง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อินเทอร์เน็ต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การเข้าถึงเครือข่าย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แอปพลิเคชัน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ชั้น IP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ชั้นย่อย MAC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ข้อมูลแอปพลิเคชัน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ฟิลด์ข้อมูล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หัวข้อ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ข้อมูล IP datagram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กรอบข้อมูลฟิลด์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ส่วนหัว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เฟรม (อีเธอร์เน็ต)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ลำดับการตรวจสอบเฟรม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พาหะ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แอปพลิเคชัน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การขนส่ง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ข้อมูล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อินเทอร์เน็ต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ส่วน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การเข้าถึง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แพ็คเกจ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พาหะ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แอปพลิเคชัน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การขนส่ง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ข้อมูล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อินเทอร์เน็ต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ส่วน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การเข้าถึง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แพ็คเกจ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การสื่อสารแบบเพียร์ทูเพียร์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การห่อหุ้ม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การถอดห่อหุ้ม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กรอบ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กรอบ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สตรีมไบนารี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ชั้นเรียน: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จำนวนซับเน็ตสูงสุด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จำนวนโฮสต์สูงสุดต่อซับเน็ต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เครื่องส่งสัญญาณ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เครื่องรับสัญญาณ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เครื่องส่งสัญญาณ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เครื่องรับสัญญาณ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ตัวจับเวลา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เครื่องส่งสัญญาณ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เครื่องรับสัญญาณ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เครื่องส่งสัญญาณ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เครื่องรับสัญญาณ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ฉันส่งจดหมาย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ฉันส่งจดหมาย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ฉันได้รับจดหมาย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การจัดส่งที่ดีที่สุด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เลเยอร์อินเตอร์เฟซ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บริการ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ชั้น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ชั้น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ชั้น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บริการ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เลเยอร์อินเตอร์เฟซ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ผู้ใช้ของ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ผู้ให้บริการ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ผู้ใช้ของ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ผู้ให้บริการ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โฮสต์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ชั้น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เอนทิตี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เลเยอร์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เอนทิตี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โฮสต์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ชั้นบน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ชั้นล่าง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บริการพื้นฐาน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บริการพื้นฐาน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อินเตอร์เฟซการเข้าถึงบริการ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ชั้น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ชั้น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ชั้น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ระบบ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ระบบ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เอนทิตี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เอนทิตี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บริการของเลเยอร์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บริการของชั้น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ไบต์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บิต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บิต (4 * 8) หรือ 4 ไบต์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รหัสผู้ผลิต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ที่อยู่ท้องถิ่น: 1 / ที่อยู่เฉพาะ: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บิต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บิต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บิต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บิต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บิต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บิต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ออกอากาศ: ทั่วไป 1 / กำกับ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ไบต์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บิต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บิต (4 * 8) หรือ 4 ไบต์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เซิร์ฟเวอร์ที่รัน Routing and Remote Access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อินเทอร์เน็ต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เครือข่ายส่วนตัว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อินเทอร์เน็ต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บริษัท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เกตเวย์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(เราเตอร์หรือไฟร์วอลล์)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เว็บเซิร์ฟเวอร์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ที่อยู่ IP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พอร์ต HTTP: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เซิร์ฟเวอร์ Extranet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ที่อยู่ IP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พอร์ต HTTP: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เซิร์ฟเวอร์อินทราเน็ต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ที่อยู่ IP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พอร์ต HTTP: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คอมพิวเตอร์ของบริษัท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คอมพิวเตอร์บริษัท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ส่วนหัว IPv6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ตัวเลือกแบบ Hop-by-hop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ไบต์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ตัวเลือก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ถัดไป หัวข้อ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ความยาว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ส่วนหัว IPv6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ตัวเลือกการส่งข้อมูล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ไบต์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ตัวเลือก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ถัดไป หัวข้อ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ความยาว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ประเภท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ส่วน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ส่วนหัว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ตัวเลือกการแบ่งส่วน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ไบต์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การระบุ身份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ถัดไปหัวข้อ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สำรอง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ออฟเซ็ต - 13 บิต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สำรอง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บิต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เอ็ม - 1 บิต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ส่วนหัว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ตัวเลือกการตรวจสอบสิทธิ์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ไบต์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ถัดไปหัวข้อ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ความยาว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สำรอง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ลำดับ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ส่วนหัว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ตัวเลือกปลายทาง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ไบต์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ตัวเลือก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ถัดไปหัวข้อ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ความยาว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