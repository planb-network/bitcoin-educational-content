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Aplicație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Prezentare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Sesiune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Rețea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Legătură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de date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Fizică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Aplicație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Modelul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Modelul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Accesul la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rețea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Router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Aplicație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Accesul la rețea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Aplicație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Nivelul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Substrat MAC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Date de aplicare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Câmpul de date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Antet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Datagrama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Câmpul de date al cadrului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Antet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Cadrul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Secvența de verificare a cadrelor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Sarcina utilă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Aplicant.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Date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Acces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Pachet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Sarcina utilă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Aplicant.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Date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Acces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Pachet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Comunicarea peer-to-peer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Încapsulare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Decapsulare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Cadru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Cadru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Flux binar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Clasa: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Numărul maxim de subrețele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Numărul maxim de gazde pe subrețea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Mașină de transmisie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Mașină de recepție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Mașină de transmisie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Mașină de recepție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Cronometru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Mașină de transmisie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Mașină de recepție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Mașină de transmisie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Mașină de recepție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Am trimis scrisoarea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Am trimis scrisoarea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Am primit scrisoarea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Cel mai bun efort de livrare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Interfața stratului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Serviciu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Strat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Strat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Strat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Serviciu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Interfața stratului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Utilizator de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Furnizor de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Utilizator de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Furnizor de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Gazdă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Strat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Entitate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Strat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Entitate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Gazdă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Straturi superioare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Straturi inferioare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Serviciu primitiv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Serviciu primitiv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Interfețe de acces la servicii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Strat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Strat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Strat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Sistemul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Sistemul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entitatea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entitate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Serviciul stratului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Serviciul stratului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octet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biți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biți (4 * 8), sau 4 octeți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ID producător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Adresa locală: 1 / Adresa unică: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biți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biți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biți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biți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biți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biți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Difuzat: general 1 / direcționat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octet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biți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biți (4 * 8), sau 4 octeți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 care rulează rutare și acces la distanță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Rețea privată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Compania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(router sau firewall)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 web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Adresa IP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Portul HTTP: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 extranet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Adresa IP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Portul HTTP: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 intranet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Adresa IP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Portul HTTP: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Computer companie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Computer companie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Antet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Opțiuni hop-by-hop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octeți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Opțiune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Următorul antet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Lungime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Antet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Opțiune de rutare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- N octeți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Opțiune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Următorul antet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Lungime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Tip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Antet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Opțiunea de fragmentare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- 8 octeți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Identificare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Următorul antet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Rezervat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biți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Rezervat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biți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Antet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Opțiunea de autentificare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octeți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Următorul antet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Lungime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Rezervat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Secvență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Antet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Opțiunea de destinație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octeți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Opțiune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Următorul antet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Lungime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