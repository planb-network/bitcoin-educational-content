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Applicazione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Presentazione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Sessione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Trasporto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Rete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Collegamento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dati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Fisico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Applicazione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Modello OSI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Modello TCP/IP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Trasporto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Internet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Accesso alla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rete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Router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Applicazione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Trasporto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Internet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Accesso alla rete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Applicazione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Livello IP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Sottostrato MAC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Dati di applicazione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Campo dati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Intestazione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Il datagramma IP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Campo dati del frame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Intestazione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Il frame (Ethernet)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Sequenza di controllo dei frame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Carico utile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Applicare.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Trasporto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Dati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Segmento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Accesso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Pacchetto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Carico utile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Applicare.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Trasporto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Dati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Segmento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Accesso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Pacchetto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Comunicazione peer-to-peer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Incapsulamento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Decapsulazione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Telaio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Telaio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Flusso binario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Classe: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Numero massimo di sottoreti 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Numero massimo di host per sottorete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Macchina trasmittente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Macchina di ricezione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Macchina trasmittente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Macchina di ricezione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Timer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Macchina trasmittente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Macchina di ricezione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Macchina trasmittente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Macchina di ricezione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Invio la lettera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Invio la lettera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Ricevo la lettera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Consegna al meglio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Interfaccia di strato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Servizio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Strato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Strato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Strato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Servizio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Interfaccia di livello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Utente di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Fornitore di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Utente di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Fornitore di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Ospite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Strato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Entità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Strato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Entità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Ospite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Strati superiori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Strati inferiori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Servizio primitivo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Servizio primitivo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Interfacce di accesso al servizio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Strato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Strato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Strato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Sistema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Sistema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entità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entità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Servizio del livello N-1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Servizio del livello 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byte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 (4 * 8), o 4 byte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ID produttore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Indirizzo locale: 1 / Indirizzo unico: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Trasmissione: generale 1 / diretta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byte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 (4 * 8), o 4 byte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Server che esegue Routing e Accesso remoto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Rete privata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Azienda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Gateway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(router o firewall)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Server Web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Indirizzo IP: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Porta HTTP: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Server extranet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Indirizzo IP: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Porta HTTP: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Server Intranet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Indirizzo IP: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Porta HTTP: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Computer aziendale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Computer aziendale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bond0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Intestazione IPv6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Opzioni hop-by-hop -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 byte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Opzione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Prossima intestazione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Lunghezza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Intestazione IPv6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Opzione di instradamento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- N byte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Opzione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Prossima intestazione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Lunghezza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Tipo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Segmento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Intestazione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Opzione di frammentazione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- 8 byte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Identificazione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Prossima intestazione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Riservato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Offset - 13 bit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Riservato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bit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bit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Intestazione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Opzione di autenticazione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N byte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Prossima intestazione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Lunghezza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Riservato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Sequenza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Intestazione IPv6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Opzione di destinazione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- N byte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Opzione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Prossima intestazione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Lunghezza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