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애플리케이션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프레젠테이션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세션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운송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네트워크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데이터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링크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물리적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애플리케이션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 모델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 모델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운송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인터넷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네트워크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액세스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라우터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애플리케이션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운송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인터넷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네트워크 액세스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애플리케이션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 계층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하위 레이어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애플리케이션 데이터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데이터 필드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헤더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 데이터그램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프레임 데이터 필드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헤더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프레임(이더넷)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프레임 확인 순서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페이로드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운송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데이터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인터넷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세그먼트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액세스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패킷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페이로드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운송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데이터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인터넷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세그먼트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액세스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패킷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피어 투 피어 커뮤니케이션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캡슐화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캡슐화 해제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프레임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프레임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바이너리 스트림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클래스: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최대 서브넷 수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서브넷당 최대 호스트 수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송신기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수신기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송신기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수신기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타이머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송신기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수신기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송신기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수신기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편지를 보냅니다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편지를 보냅니다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편지를 받았습니다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최선의 배송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레이어 인터페이스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서비스(N)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레이어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레이어(N)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레이어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서비스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레이어 인터페이스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사용자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제공자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사용자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제공자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호스트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레이어(N)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엔티티(N)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레이어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엔티티(N)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호스트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상위 레이어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하위 레이어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서비스 프리미티브(N)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서비스 프리미티브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서비스 액세스 인터페이스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레이어(N+1)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레이어(N)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레이어(N-1)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시스템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시스템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엔티티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엔티티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N-1 계층 서비스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레이어 N의 서비스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1바이트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8비트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32비트(4 * 8) 또는 4바이트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제조업체 ID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지역 주소: 1 / 고유 주소: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8비트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8비트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8비트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8비트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8비트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8비트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방송: 일반 1 / 감독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1바이트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8비트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32비트(4 * 8) 또는 4바이트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라우팅 및 원격 액세스를 실행하는 서버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인터넷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프라이빗 네트워크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인터넷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회사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게이트웨이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(라우터 또는 방화벽)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웹 서버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주소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포트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엑스트라넷 서버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주소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포트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인트라넷 서버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주소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포트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회사 컴퓨터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회사 컴퓨터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헤더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홉별 옵션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- N바이트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옵션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다음 헤더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길이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헤더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라우팅 옵션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바이트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옵션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다음 헤더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길이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유형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세그먼트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헤더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조각화 옵션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- 8바이트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신원 확인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다음 헤더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예약됨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오프셋 - 13비트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예약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2비트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- 1비트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헤더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인증 옵션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N바이트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다음 헤더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길이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예약됨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시퀀스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헤더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대상 옵션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바이트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옵션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다음 헤더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길이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