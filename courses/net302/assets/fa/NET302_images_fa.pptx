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درخواست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۶.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ارائه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۵.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جلسه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۴. حمل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و نقل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۳.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شبکه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۲. لینک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داده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۱.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فیزیکی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۷.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کاربرد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مدل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مدل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حمل و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نقل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اینترنت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دسترسی به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شبکه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روتر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درخواست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حمل و نقل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اینترنت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دسترسی به شبکه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درخواست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لایه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زیرلایه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داده‌های برنامه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فیلد داده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سرعنوان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دیتاگرام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فیلد داده قاب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عنوان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فریم (اترنت)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دنباله بررسی فریم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بارگذاری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درخواست.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حمل و نقل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داده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اینترنت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بخش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دسترسی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بسته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بارگذاری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درخواست.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حمل و نقل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داده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اینترنت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بخش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دسترسی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پکت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ارتباط همتا به همتا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کپسوله‌سازی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دکپسوله‌سازی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قاب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قاب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جریان باینری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کلاس: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حداکثر تعداد زیرشبکه‌ها: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حداکثر تعداد میزبان‌ها در هر زیرشبکه: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انتقال‌دهنده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دریافت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انتقال‌دهنده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دریافت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تایمر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انتقال‌دهنده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دریافت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انتقال‌دهنده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دستگاه دریافت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۲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۳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۴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۵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۶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۷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۸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۹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من نامه را ارسال می‌کنم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من نامه را ارسال می‌کنم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من نامه را دریافت می‌کنم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تحویل با بهترین تلاش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رابط لایه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خدمات (اسم)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لایه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لایه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لایه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سرویس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رابط لایه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کاربر از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ارائه‌دهندهٔ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کاربر از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ارائه‌دهندهٔ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میزبان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لایه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موجودیت (اسم)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لایه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موجودیت (اسم)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میزبان ب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لایه‌های بالایی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لایه‌های پایین‌تر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سرویس اولیه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سرویس اولیه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رابطه‌های دسترسی به خدمات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لایه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لایه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لایه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سیستم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سیستم ب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موجودیت ب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موجودیت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خدمات لایه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خدمات لایه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۰۰۰۱۰۰۰۰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۱۱۱۱۱۱۱۰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۰۰۰۰۰۰۰۱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۲۵۴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۱۶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۱۷۲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بایت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۸ بیت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۳۲ بیت (۴ * ۸)، یا ۴ بایت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شناسه سازنده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آدرس محلی: ۱ / آدرس منحصر به فرد: ۰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۸ بیت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پخش: عمومی ۱ / هدایت شده ۰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۱۰۱۰۱۱۰۰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۰۰۰۱۰۰۰۰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۱۱۱۱۱۱۱۰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۰۰۰۰۰۰۰۱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۲۵۴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۱۶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۱۷۲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بایت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۸ بیت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۳۲ بیت (۴ * ۸)، یا ۴ بایت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سرور در حال اجرای مسیریابی و دسترسی از راه دور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اینترنت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شبکه خصوصی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اینترنت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شرکت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دروازه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(روتر یا فایروال)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وب سرور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آدرس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پورت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سرور اکسترانت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آدرس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پورت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سرور اینترانت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آدرس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پورت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کامپیوتر شرکت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۱۹۲.۱۶۸.۱.۲۰۱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کامپیوتر شرکت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۱۹۲.۱۶۸.۱.۲۰۲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باند0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هدر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گزینه‌های مرحله به مرحله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بایت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گزینه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عنوان بعدی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طول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هدر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گزینه مسیریابی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بایت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گزینه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عنوان بعدی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طول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نوع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بخش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هدر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گزینه تکه‌تکه‌سازی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۸ بایت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شناسایی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عنوان بعدی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رزرو شده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آفست - ۱۳ بیت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رزرو شده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۲ بیت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۱ بیت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هدر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گزینه احراز هویت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بایت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آی‌سی‌وی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سرعنوان بعدی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طول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رزرو شده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دنباله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اس پی آی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هدر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گزینه مقصد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بایت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گزینه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عنوان بعدی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طول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