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Hakemus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Esittely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Istunto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Liikenne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Verkko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Datayhteys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Fyysinen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Hakemus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OSI-malli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TCP/IP-malli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Liikenne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Verkkoyhteys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Reititin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Hakemus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Liikenne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Verkkoyhteys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Hakemus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IP-kerros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MAC-alakerros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Sovellustiedot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Tietokenttä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Otsikko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IP-datagrammi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Kehyksen tietokenttä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Otsikko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Kehys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Kehyksen tarkistusjakso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Hyötykuorma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Sovelletaan.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Liikenne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Tiedot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Segmentti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Pääsy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Paketti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Hyötykuorma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Sovelletaan.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Liikenne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Tiedot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Segmentti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Pääsy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Paketti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Vertaisviestintä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Kapselointi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Purkaminen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Kehys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Kehys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Binäärivirta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Luokka: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Aliverkkojen enimmäismäärä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Isäntien enimmäismäärä aliverkkoa kohti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Lähetyskone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Vastaanottokone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Lähetyskone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Vastaanottokone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Ajastin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Lähetyskone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Vastaanottokone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Lähetyskone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Vastaanottokone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Lähetän kirjeen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Lähetän kirjeen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Saan kirjeen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Toimitus parhaalla mahdollisella tavalla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Kerrosrajapinta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Palvelu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Kerros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Kerros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Kerros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Palvelu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Kerrosrajapinta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Käyttäjä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Palveluntarjoaja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Käyttäjä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Palveluntarjoaja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Isäntä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Kerros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Yksikkö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Kerros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Yksikkö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Isäntä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Ylemmät kerrokset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Alemmat kerrokset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Palvelun primitiivinen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Palvelu primitiivinen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Palvelujen käyttöliittymät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Kerros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Kerros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Kerros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Järjestelmä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Järjestelmä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yksikkö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yksikkö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Kerroksen N-1 palvelu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Kerroksen N palvelu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tavu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bittiä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bittiä (4 * 8) eli 4 tavua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Valmistajan tunnus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Paikallinen osoite: paikallinen osoite: 1 / Ainutlaatuinen osoite: 1 / Ainutlaatuinen osoite: 1 / Ainutlaatuinen osoite: 1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bittiä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bittiä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bittiä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bittiä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bittiä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bittiä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Yleisradio: yleinen 1 / suunnattu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tavu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bittiä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bittiä (4 * 8) eli 4 tavua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Palvelin, jossa reititys ja etäkäyttö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Yksityinen verkko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Yritys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(reititin tai palomuuri)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Verkkopalvelin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IP-osoite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HTTP-portti: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Extranet-palvelin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IP-osoite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HTTP-portti: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Intranet-palvelin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IP-osoite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HTTP-portti: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Yrityksen tietokone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Yrityksen tietokone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IPv6-otsake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Hop-by-hop-vaihtoehdot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tavua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Vaihtoehto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Seuraava otsikko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Pituus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IPv6-otsake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Reititysvaihtoehto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tavua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Vaihtoehto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Seuraava otsikko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Pituus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Tyyppi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Segmentti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IPv6-otsake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Fragmentointivaihtoehto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tavua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Tunnistaminen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Seuraava otsikko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Varattu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bittiä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Varattu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bittiä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bitti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IPv6-otsake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Todennusvaihtoehto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tavua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Seuraava otsikko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Pituus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Varattu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Jakso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IPv6-otsake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Määränpäävaihtoehto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tavua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Vaihtoehto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Seuraava otsikko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Pituus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