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Zastosowanie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Prezentacja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Sieć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Łącze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danych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Fizyczny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Zastosowanie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Dostęp do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sieci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Zastosowanie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Dostęp do sieci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Zastosowanie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Warstwa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Podwarstwa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Dane aplikacji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Pole danych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Nagłówek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Datagram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Pole danych ramki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Nagłówek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Ramka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Sekwencja sprawdzania ramki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Ładunek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Dotyczy.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Dane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Dostęp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Pakiet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Ładunek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Dotyczy.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Dane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Dostęp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Pakiet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Komunikacja peer-to-peer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Enkapsulacja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Dekapsulacja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Rama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Rama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Strumień binarny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Maksymalna liczba podsieci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Maksymalna liczba hostów w podsieci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nadawcza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odbierająca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nadawcza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odbierająca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nadawcza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odbierająca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nadawcza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Maszyna odbierająca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Wysyłam list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Wysyłam list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Otrzymuję list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Dostawa na najwyższym poziomie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Interfejs warstwy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Usługa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Warstwa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Warstwa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Warstwa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Usługa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Interfejs warstwy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Użytkownik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Dostawca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Użytkownik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Dostawca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Warstwa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Podmiot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Warstwa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Podmiot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Górne warstwy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Niższe warstwy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Serwis prymitywny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Usługa prymitywna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Interfejsy dostępu do usług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Warstwa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Warstwa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Warstwa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jednostka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jednostka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Usługa warstwy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Usługa warstwy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bitów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bity (4 * 8) lub 4 bajty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producenta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Adres lokalny: 1 / Unikalny adres: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bitów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Transmisja: ogólna 1 / ukierunkowana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bitów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bity (4 * 8) lub 4 bajty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Serwer z uruchomionym Routingiem i dostępem zdalnym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Sieć prywatna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Firma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Brama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lub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Serwer sieciowy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Serwer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Serwer intranetowy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Adres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Komputer firmowy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Komputer firmowy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Nagłówek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Opcje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bajtów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Opcja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Następny nagłówek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Długość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Nagłówek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Opcja routingu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bajtów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Opcja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Następny nagłówek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Długość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Nagłówek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Opcja fragmentacji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bajtów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Identyfikacja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Następny nagłówek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Zarezerwowane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Przesunięcie - 13 bitów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Zarezerwowane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bity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Nagłówek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Opcja uwierzytelniania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bajtów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Następny nagłówek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Długość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Zarezerwowane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Sekwencja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Nagłówek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Opcja miejsca docelowego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bajtów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Opcja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Następny nagłówek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Długość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