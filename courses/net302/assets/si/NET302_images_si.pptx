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අයදුම්පත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ඉදිරිපත්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කිරීම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සැසිය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ප්‍රවාහන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ජාලය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දත්ත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සම්බන්ධතා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ශාරීරික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අයදුම්පත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ඔඑස්අයි ආකෘතිය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 ආකෘතිය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ප්‍රවාහන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අන්තර්ජාලය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ජාල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ප්‍රවේශය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රවුටර්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අයදුම්පත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ප්‍රවාහන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අන්තර්ජාලය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ජාල ප්‍රවේශය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අයදුම්පත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 මට්ටම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 උපපෙළ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අයදුම්පත් දත්ත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දත්ත ක්ෂේත්‍රය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ශීර්ෂය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IP ඩේටාග්‍රෑම්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පටුමැදිය දත්ත ක්ෂේත්‍රය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ශීර්ෂය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ෆ්‍රේම් (ඊතර්නෙට්)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කොටස පරීක්ෂණ අනුක්‍රමය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පැලේඩ්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අයදුම්පත.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ප්‍රවාහන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දත්ත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අන්තර්ජාලය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අංශය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ප්‍රවේශය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පැකට්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පැකේජ්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අයදුම්පත්.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ප්‍රවාහන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දත්ත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අන්තර්ජාලය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අංශය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ප්‍රවේශය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පැකට්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පියවර-ට-පියවර සන්නිවේදනය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සංඛ්‍යාත කිරීම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සංඛ්‍යාත විකල්ප කිරීම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පටුම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කොටුව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බයිනරි ප්‍රවාහය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පංතිය: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උපජාල ගණන උපරිමය: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සබ්නෙට් එකකට උපරිම ආසන සංඛ්‍යාව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ප්‍රේරණ යන්ත්‍රය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ලැබීමේ යන්ත්‍රය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ප්‍රේරණ යන්ත්‍රය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ලැබෙන යන්ත්‍රය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ටයිමර්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ප්‍රේරණ යන්ත්‍රය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ලැබෙන යන්ත්‍රය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ප්‍රේරණ යන්ත්‍රය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ලැබෙන යන්ත්‍රය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මට ලිපිය යැවූවා.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මම ලිපිය යවමි.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මට ලිපිය ලැබේ.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හොඳම උත්සාහය මගින් බෙදාහැරීම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ලේයර් අතුරුමුහුණත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සේවාව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පැතිකඩ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පැත්ත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පැතිකඩ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සේවාව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ලේයර් අන්තර්ගතය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පරිශීලකයා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සැපයුම්කරු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පරිශීලකයෙකුගේ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සැපයුම්කරු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ආයුබෝවන්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පැතිකඩ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ආයතනය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පැතිකඩ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ආයතනය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ආරාධක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උඩු තට්ටු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කුඩා තට්ටු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සේවා ප්‍රාථමිකය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සේවා ප්‍රාථමිකය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සේවා ප්‍රවේශ අතුරුමුහුණත්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පෙළ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පැතිකඩ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පෙට්ටිය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සිතම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පද්ධතිය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ආයතනය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ආශ්‍රිත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පෙළ N-1 හි සේවාව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ලේයර් N හි සේවාව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බයිට්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බිට්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බිට් (4 * 8), හෝ 4 බයිට්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නිෂ්පාදක හැඳුනුම් අංකය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දේශීය ලිපිනය: 1 / විශේෂ ලිපිනය: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බිට්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බිට්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බිට්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බිට්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බිට්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බිට්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ප්‍රසාරණය: සාමාන්‍ය 1 / අධ්‍යක්ෂණය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බයිට්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බිට්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බිට් (4 * 8), හෝ 4 බයිට්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රවුටින් සහ දුරස්ථ ප්‍රවේශය ක්‍රියාත්මක කරන සේවාදායකය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අන්තර්ජාලය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පුද්ගලික ජාලය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අන්තර්ජාලය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සමාගම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ගේට්වේ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(රවුටර් හෝ ෆයර්වෝල්)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වෙබ් සේවාදායකය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ලිපිනය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වරාය: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එක්ස්ට්‍රානෙට් සේවාදායකය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ලිපිනය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වරාය: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අභ්‍යන්තර සේවාදායකය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ලිපිනය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වරාය: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සමාගමගේ පරිගණකය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කම්පැනි පරිගණකය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බොන්ඩ්0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 හිඩුවා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හොප්-බයි-හොප් විකල්ප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බයිට්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විකල්පය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ඉදිරි ශීර්ෂය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දිග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 හිඩුවා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මාර්ගගත කිරීමේ විකල්පය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- N බයිට්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විකල්පය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ඉදිරි ශීර්ෂය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දිග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Type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කොටස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හිඩ්රය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කඩකඩ කිරීමේ විකල්පය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අවස්ථා 8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හැඳුනුම්පත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ඊළඟ ශීර්ෂය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අවශ්‍යයි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ආපසු - 13 බිට්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අවශ්‍ය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බිට්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එම් - 1 බිට්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හිඩුවා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සත්‍යාපන විකල්පය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බයිට්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අයිසීවී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ඊළඟ මාතෘකාව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දිග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අවශ්‍යයි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අනුක්‍රමය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හිඩුවිල්ල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ගමනාන්ත විකල්පය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බයිට්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විකල්පය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ඊළඟ ශීර්ෂය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දිග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