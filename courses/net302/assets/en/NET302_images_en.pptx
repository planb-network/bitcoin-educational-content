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Application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Presentation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Session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Network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Data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Link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Physical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Application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 Model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 Model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Network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Access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Router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Application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Network Access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Application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 Layer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 Sublayer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Application data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Data field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Header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The IP datagram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Frame data field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Header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The frame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Frame Check Sequence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Payload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Applic.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Data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Access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Packet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Payload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Applic.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Data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Access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Packet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Peer-to-peer communication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Encapsulation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Decapsulation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Frame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Frame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Binary stream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Class: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Maximum number of subnets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Maximum number of hosts per subnet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Transmitting machine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Receiving machine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Transmitting machine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Receiving machine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Timer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Transmitting machine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Receiving machine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Transmitting machine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Receiving machine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 send the letter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I send the letter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I receive the letter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Best-effort delivery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Layer interface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Service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Layer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Layer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Layer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Service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Layer interface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User of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Provider of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User of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Provider of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Host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Layer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Entity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Layer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Entity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Host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Upper layers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Lower layers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Service primitive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Service primitive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Service access interfaces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Layer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Layer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Layer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System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System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entity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entity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Service of layer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Service of layer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or 4 bytes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Manufacturer ID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Local address: 1 / Unique address: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Broadcast: general 1 / directed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or 4 bytes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Server running Routing and Remote Access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Private network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Company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Gateway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(router or firewall)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Web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address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port: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Extranet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address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port: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Intranet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 address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 port: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Company computer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Company computer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bond0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 header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Hop-by-hop options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Option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Next header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Length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 header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Routing option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Option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Next header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Length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Type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header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Fragmentation option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bytes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Identification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Next header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Reserved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Offset - 13 bits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Reserved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bits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header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Authentication option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Next header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Length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Reserved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Sequence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 header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Destination option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Option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Next header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Length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