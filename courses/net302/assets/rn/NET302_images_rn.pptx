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Gusaba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Ugushikiriza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Igihe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Ugutwara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abantu n'ibintu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Urubuga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Ihuza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ry'amakuru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Ivy'umubiri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Gusaba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Igishushanyo ca OSI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Igishushanyo ca TCP/IP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Ivyunguruza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Internet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Ukwinjira ku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rubuga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Umuyoboro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Gusaba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Ivyunguruza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Internet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Ukwinjira ku rubuga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Gusaba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Igipande ca IP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MAC igice gito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Amakuru y'ikoreshwa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Umurima w'amakuru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Umutwe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Igishushanyo c'amakuru ya IP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Umurima w'amakuru y'akadiri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Umutwe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Akadiri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Gusuzuma urutonde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Umuzigo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Gushira mu ngiro.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Ivyunguruza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Amakuru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Igice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Kwinjira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Ipakete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Umutwaro w'inyungu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Gushira mu ngiro.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Ivyunguruza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Amakuru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Igice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Kwinjira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Ipakete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Uguhanahana amakuru hagati y'urunganwe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Gupfuka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Gukuraho igipfukisho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Ishusho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Ishusho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Umugezi wa kabiri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Ishure: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Umubare munini w'imirongo mito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Umubare munini w'abashitsi ku rubuga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Imashini yo gutanga amakuru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Imashini yo kwakira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Imashini yo gutanga amakuru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Imashini yo kwakira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Igihe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Imashini yo gutanga amakuru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Imashini yo kwakira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Imashini yo gutanga amakuru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Imashini yo kwakira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Ndarungitse iryo kete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Ndarungitse iryo kete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Ndakira iryo kete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Gutanga utwigoro twiza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Ikigaragara c'uruzitiro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(Nta)/(Nta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Ibikorwa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Igipande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Igipande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Igipande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Ibikorwa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Ikigaragara c'uruzitiro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(Nta - 1)/(Nta)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Ukoresha wa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Uwutanga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Ukoresha wa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Uwutanga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Umushitsi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Igipande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Ikigo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Igipande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Ikigo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Uwakira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Ivyumba vyo hejuru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Ivyumba vyo hasi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Ibikorwa vya kera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Ibikorwa vya kera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Ukwinjira kwa serivisi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Igipande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Igipande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Igipande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Sisitemu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Sisitemu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ikigo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ikigo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Ibikorwa vy'urugero N-1.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Ibikorwa vy'urugero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Bayiti 1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ibice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(4 * 8), canke 4 bayiti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Indangamuntu y'umuhinguzi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Aderesi y'aho uba: 1 / Aderesi yihariye: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ibice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ibice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ibice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ibice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ibice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ibice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Itangazo: rusangi 1 / iyobowe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Bayiti 1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ibice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(4 * 8), canke 4 bayiti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Serveri ikoresha inzira n'ugushikira kure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Urubuga rwihariye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Ishirahamwe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Irembo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(umurongozi canke uruhome rw'umuriro)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Serveri y'urubuga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Aderesi IP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Icuma ca HTTP: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Serveri y'urubuga rwo hanze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Aderesi IP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Icuma ca HTTP: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Serveri ya interineti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Aderesi IP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Icuma ca HTTP: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Mudasobwa y'ishirahamwe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Mudasobwa y'ishirahamwe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ingwati0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Umutwe wa IPv6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Amahitamwo y'ugusimbuka ku gusimbuka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- N bytes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Ubugyo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Umutwe ukurikira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Uburebure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Umutwe wa IPv6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Amahitamwo y'inzira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bytes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Ubugyo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Umutwe ukurikira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Uburebure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Ubwoko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Igice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Umutwe wa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Amahitamwo yo guca ibice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- 8 bytes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Indangamuntu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Umutwe ukurikira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Vyabikiwe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Gukuraho - ibice 13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Bibitswe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ibice 2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gato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Umutwe wa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Ihitamwo ryo kwemeza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N bytes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Umutwe ukurikira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Uburebure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Vyabitswe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Urutonde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Umutwe wa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Ihitamwo ry'aho uja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N bytes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Ubugyo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Umutwe ukurikira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Uburebure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