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Aplicación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Presentación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Sesión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Red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Enlace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de datos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Físico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Aplicación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Modelo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Modelo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Transporte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Acceso 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la red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Router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Aplicación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Transporte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Acceso a la red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Aplicación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Capa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Subcapa MAC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Datos de aplicación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Campo de datos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Cabecera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El datagrama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Campo de datos de la trama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Cabecera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 trama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Secuencia de comprobación de tramas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Carga útil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Aplicable.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Transporte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Datos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Segmento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Acceda a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Paquete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Carga útil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Aplicable.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Transporte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Datos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Segmento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Acceda a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Paquete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Comunicación entre iguales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Encapsulación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Desencapsulación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Marco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Marco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Flujo binario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Clase: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Número máximo de subredes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Número máximo de hosts por subred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transmisora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receptora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transmisora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receptora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Temporizador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transmisora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receptora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transmisora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Máquina receptora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Envío la carta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Envío la carta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Recibo la carta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Entrega por la vía rápida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Interfaz de capa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Servicio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Capa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Capa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Capa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Servicio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Interfaz de capa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Usuario de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Proveedor de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Usuario de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Proveedor de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Anfitrión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Capa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Entidad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Capa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Entidad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Anfitrión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Capas superiores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Capas inferiores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Servicio primitivo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Servicio primitivo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Interfaces de acceso a los servicios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Capa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Capa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Capa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Sistema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Sistema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entidad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entidad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Servicio de la capa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Servicio de capa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o 4 bytes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Identificación del fabricante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Dirección local: 1 / Dirección única: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Difusión: general 1 / dirigida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o 4 bytes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Servidor de enrutamiento y acceso remoto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Red privada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Empresa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Pasarela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(enrutador o cortafuegos)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Servidor web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Dirección IP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Puerto HTTP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Servidor Extranet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Dirección IP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Puerto HTTP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Servidor Intranet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Dirección IP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Puerto HTTP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Ordenador de la empresa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Ordenador de la empresa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bono0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Cabecera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Opciones salto a salto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- N bytes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Opción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Siguiente encabezamiento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Longitud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Cabecera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Opción de enrutamiento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- N bytes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Opción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Siguiente encabezamiento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Longitud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Tipo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Segmento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Encabezado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Opción de fragmentación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- 8 bytes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Identificación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Siguiente encabezamiento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Reservado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Offset - 13 bits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Reservado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bits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Cabecera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Opción de autenticación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bytes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Siguiente encabezamiento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Longitud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Reservado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Secuencia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Cabecera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Opción de destino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bytes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Opción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Siguiente encabezamiento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Longitud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