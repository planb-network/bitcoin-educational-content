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Aplicação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Apresentação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Sessão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Rede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Ligação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de dados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Físico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Aplicação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Modelo 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Modelo TCP/IP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Transporte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Acesso à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rede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Router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Aplicação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Transporte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Acesso à rede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Aplicação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Camada IP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Subcamada MAC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Dados de aplicação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Campo de dados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Cabeçalho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O datagrama IP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Campo de dados do quadro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Cabeçalho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O quadro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Sequência de verificação de fotogramas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Carga útil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Aplic.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Transporte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Dados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Segmento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Acesso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Pacote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Carga útil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Aplic.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Transporte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Dados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Segmento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Acesso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Pacote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Comunicação entre pares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Encapsulamento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Decapsulação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Moldura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Moldura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Fluxo binário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Classe: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Número máximo de sub-redes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Número máximo de anfitriões por sub-rede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de transmissão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de receção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de transmissão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de receção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Temporizador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de transmissão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de receção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de transmissão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de receção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Envio a carta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Envio a carta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Recebo a carta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Entrega com o máximo de esforço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Camada de interface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Serviço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Camada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Camada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Camada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Serviço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Interface de camada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Utilizador de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Fornecedor de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Utilizador de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Fornecedor de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Anfitrião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Camada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Entidade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Camada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Entidade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Anfitrião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Camadas superiores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Camadas inferiores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Serviço primitivo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Serviço primitivo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Interfaces de acesso ao serviço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Camada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Camada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Camada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Sistema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Sistema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entidade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entidade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Serviço do nível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Serviço do nível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bits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bits (4 * 8), ou 4 bytes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ID do fabricante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Endereço local: 1 / Endereço único: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Difusão: geral 1 / direcionada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bits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bits (4 * 8), ou 4 bytes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Servidor com roteamento e acesso remoto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Rede privada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Empresa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Gateway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(router ou firewall)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Servidor Web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Endereço IP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Porta HTTP: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Servidor extranet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Endereço IP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Porta HTTP: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Servidor de intranet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Endereço IP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Porta HTTP: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Computador da empresa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Computador da empresa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Cabeçalho IPv6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Opções hop-by-hop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bytes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Opção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Próximo cabeçalho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Comprimento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Cabeçalho IPv6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Opção de encaminhamento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- N bytes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Opção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Próximo cabeçalho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Comprimento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Tipo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Segmento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Cabeçalho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Opção de fragmentação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- 8 bytes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Identificação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Próximo cabeçalho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Reservado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Desvio - 13 bits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Reservado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bits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Cabeçalho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Opção de autenticação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bytes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Próximo cabeçalho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Comprimento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Reservado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Sequência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Cabeçalho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Opção de destino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bytes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Opção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Próximo cabeçalho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Comprimento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