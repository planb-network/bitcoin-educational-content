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應用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6.簡報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5.會議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4.運輸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3.網路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2.資料連結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1.實體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7.應用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 模型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模型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運輸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網際網路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網路存取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路由器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應用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運輸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網際網路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網路存取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應用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 層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子層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應用資料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資料欄位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標頭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 資料報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幀資料欄位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標頭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訊框 (乙太網路)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幀檢查序列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有效載荷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申請人。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運輸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資料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網際網路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區段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存取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資料包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有效載荷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申請人。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運輸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資料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網際網路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區段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存取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資料包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點對點通訊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封裝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解封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框架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框架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二進位流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班級：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最大子網路數 ：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每個子網路的最大主機數 ：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傳送機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收料機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傳送機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收料機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計時器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傳送機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收料機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傳送機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收料機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我寄出這封信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我寄出這封信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我收到信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盡力交付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層介面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服務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層數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層數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層數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服務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層介面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使用者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提供者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使用者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提供者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主機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層數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實體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層數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實體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主機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上層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下層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原始服務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原始服務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服務存取介面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層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層數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層數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系統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系統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實體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實體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第 N-1 層的服務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第 N 層服務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位元組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位元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位元 (4 * 8)，或 4 位元組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製造商 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本地地址：1 / 唯一位址：0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位元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位元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位元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位元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位元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位元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廣播：一般 1 / 指示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位元組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位元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位元 (4 * 8)，或 4 位元組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執行路由和遠端存取的伺服器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網際網路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私人網路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網際網路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公司簡介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閘道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(路由器或防火牆）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網路伺服器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位址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連接埠80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外聯網伺服器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位址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連接埠80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內聯網伺服器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位址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連接埠80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公司電腦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公司電腦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標頭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逐跳選項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位元組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選項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下一個標頭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長度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標頭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路由選項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位元組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選項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下一個標頭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長度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類型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區段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標頭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碎片選項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位元組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識別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下一個標頭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保留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偏移 - 13 位元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保留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位元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位元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標頭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驗證選項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位元組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下一個標頭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長度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保留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順序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標頭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目的地選項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位元組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選項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下一個標頭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長度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