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应用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6.介绍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5.会议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4.运输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3.网络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2.数据链路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1.物理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7.应用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OSI 模型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 模式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运输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互联网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网络接入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路由器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应用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运输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互联网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网络接入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应用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 层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 子层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应用数据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数据字段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页眉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IP 数据报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帧数据字段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页眉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帧（以太网）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帧检查序列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有效载荷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适用。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运输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数据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互联网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分段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访问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数据包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有效载荷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适用。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运输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数据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互联网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分段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访问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数据包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点对点通信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封装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解封装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框架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框架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二进制数据流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班级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最大子网数 ：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每个子网的最大主机数 ：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发射机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接收机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发射机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接收机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计时器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发射机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接收机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发射机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接收机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我寄出这封信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我寄出这封信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我收到信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尽力交付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层接口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服务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层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层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层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服务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层接口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用户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提供者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用户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提供者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主机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层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实体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层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实体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主机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上层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下层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原始服务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原始服务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服务访问接口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层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层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层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系统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系统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实体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实体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第 N-1 层的服务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第 N 层服务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个字节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位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位（4*8），或 4 个字节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制造商编号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本地地址：1 / 唯一地址：0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位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位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位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位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位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位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广播：一般 1 / 定向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个字节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位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位（4*8），或 4 个字节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运行路由和远程访问的服务器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互联网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专用网络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互联网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公司名称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网关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(路由器或防火墙）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网络服务器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地址：192.168.1.20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端口80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外联网服务器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地址：192.168.1.30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端口80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内联网服务器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地址：192.168.1.40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端口80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公司计算机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公司计算机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债券0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 标头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逐跳选项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字节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选项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下一个标题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长度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 标头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路由选项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字节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选项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下一个标题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长度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类型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分段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标头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碎片选项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字节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身份验证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下一个标题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保留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偏移 - 13 位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保留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位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位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标头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验证选项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字节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下一个标题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长度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保留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序列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标头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目的地选项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字节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选项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下一个标题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长度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