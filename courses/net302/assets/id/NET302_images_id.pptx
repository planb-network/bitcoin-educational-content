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Aplikasi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Presentasi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Transportasi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Jaringan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Tautan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Data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Fisik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Aplikasi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Transportasi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Akses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Jaringan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Aplikasi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Transportasi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Akses Jaringan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Aplikasi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Lapisan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Sublayer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 aplikasi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Bidang data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Header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Datagram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Bidang data bingkai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Header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Bingkai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Urutan Pemeriksaan Bingkai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Muatan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Pemohon.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Transportasi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Akses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Muatan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Pemohon.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Transportasi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Akses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Komunikasi peer-to-peer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Enkapsulasi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Dekapsulasi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Bingkai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Bingkai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Aliran biner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Kelas: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Jumlah subnet maksimum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Jumlah maksimum host per subnet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pemancar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penerima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pemancar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penerima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Pengatur waktu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pemancar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penerima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pemancar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Mesin penerima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Saya mengirim surat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Saya mengirim surat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Saya menerima surat tersebut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Pengiriman dengan upaya terbaik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Antarmuka lapisan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 / 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Layanan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Lapisan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Lapisan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Lapisan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Layanan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Antarmuka lapisan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 / 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Pengguna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Penyedia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Pengguna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Penyedia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Tuan rumah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Lapisan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Entitas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Lapisan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Entitas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Tuan rumah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Lapisan atas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Lapisan bawah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Layanan primitif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Layanan primitif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Antarmuka akses layanan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Lapisan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Lapisan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Lapisan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entitas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entitas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Layanan lapisan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Layanan lapisan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8), atau 4 byte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Produsen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Alamat lokal: 1 / Alamat unik: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Siaran: umum 1 / diarahkan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8), atau 4 byte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yang menjalankan Perutean dan Akses Jarak Jauh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Jaringan pribadi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Perusahaan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atau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web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Alamat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ekstranet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Alamat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intranet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Alamat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Komputer perusahaan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Komputer perusahaan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Header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Opsi lompatan demi lompatan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- N byte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Opsi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Tajuk berikutnya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Panjang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Header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Opsi perutean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Opsi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Tajuk berikutnya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Panjang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Jenis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Header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Opsi fragmentasi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byte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Identifikasi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Tajuk berikutnya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Dicadangkan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Dicadangkan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Header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Opsi autentikasi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Tajuk berikutnya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Panjang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Dicadangkan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Urutan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Header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Opsi tujuan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Opsi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Tajuk berikutnya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Panjang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