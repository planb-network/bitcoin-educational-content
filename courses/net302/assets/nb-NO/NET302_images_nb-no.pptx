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Søknad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Presentasjon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Sesjon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Nettverk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Datalink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Fysisk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Søknad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OSI-modellen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TCP/IP-modellen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Nettverkstilgang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Søknad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Nettverkstilgang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Søknad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IP-lag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MAC-underlag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Applikasjonsdata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Datafelt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Overskrift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IP-datagrammet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Ramme datafelt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Overskrift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Rammen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Sekvens for rammesjekk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Nyttelast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Gjelder.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Tilgang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Pakke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Nyttelast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Gjelder.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Tilgang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Pakke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Peer-to-peer-kommunikasjon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Innkapsling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Dekapsulering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Ramme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Ramme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Binær strøm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Klasse: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Maksimalt antall undernett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Maksimalt antall verter per delnett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Overføringsmaskin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Mottaksmaskin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Overføringsmaskin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Mottaksmaskin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Overføringsmaskin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Mottaksmaskin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Overføringsmaskin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Mottaksmaskin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Jeg sender brevet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Jeg sender brevet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Jeg mottar brevet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Levering etter beste evne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Grensesnitt for lag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Lag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Lag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Lag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Tjeneste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Grensesnitt for lag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Bruker av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Leverandør av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Bruker av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Leverandør av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Vert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Lag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Enhet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Lag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Enhet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Vert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Øvre lag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Nedre lag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Primitiv tjeneste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Tjeneste primitiv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Grensesnitt for tilgang til tjenester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Lag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Lag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Lag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enhet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enhet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Tjeneste på lag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Tjeneste på lag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eller 4 byte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Produsent-ID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Lokal adresse: 1 / Unik adresse: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Kringkasting: generell 1 / rettet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eller 4 byte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som kjører Routing og Remote Access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Privat nettverk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Selskap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(ruter eller brannmur)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IP-adresse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Ekstranett-server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IP-adresse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Intranett-server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IP-adresse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HTTP-port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Bedriftsdatamaskin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Bedriftsdatamaskin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IPv6-hode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Hop-by-hop-alternativer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Alternativ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Neste overskrift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Lengde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IPv6-hode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Routing-alternativ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Alternativ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Neste overskrift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Lengde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Type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IPv6-hode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Fragmenteringsalternativ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byte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Identifikasjon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Neste overskrift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Reserverte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biter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Reservert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biter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IPv6-hode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Autentiseringsalternativ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Neste overskrift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Lengde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Reserverte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Sekvens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IPv6-hode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Destinasjonsalternativ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Alternativ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Neste overskrift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Lengde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