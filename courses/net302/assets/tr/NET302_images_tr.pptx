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Uygulama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Sunum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Oturum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Nakliye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Şebeke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Veri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Bağlantısı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Fiziksel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Uygulama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Modeli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Modeli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Nakliye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İnternet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Ağ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Erişimi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Yönlendirici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Uygulama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Nakliye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İnternet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Ağ Erişimi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Uygulama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Katmanı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Alt Katmanı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Uygulama verileri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Veri alanı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Başlık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datagramı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Çerçeve veri alanı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Başlık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Çerçeve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Çerçeve Kontrol Sırası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Yük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Başvur.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Nakliye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Veri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İnternet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Erişim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Yük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Başvur.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Nakliye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Veri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İnternet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Erişim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Eşler arası iletişim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Kapsülleme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Dekapsülasyon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Çerçeve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Çerçeve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İkili akış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Sınıf: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Maksimum alt ağ sayısı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Alt ağ başına maksimum ana bilgisayar sayısı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İletim makinesi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Teslim alma makinesi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İletim makinesi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Teslim alma makinesi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Zamanlayıcı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İletim makinesi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Teslim alma makinesi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İletim makinesi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Teslim alma makinesi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Mektubu gönderiyorum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Mektubu gönderiyorum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Mektubu aldım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 iyi gayretle teslimat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Katman arayüzü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Hizmet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Katman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Katman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Katman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Hizmet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Katman arayüzü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Kullanıcısı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Sağlayıcısı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Kullanıcısı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Sağlayıcısı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Ev Sahibi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Katman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Varlık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Katman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Varlık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Ev Sahibi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Üst katmanlar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Alt katmanlar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Hizmet ilkel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İlkel hizmet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Hizmet erişim arayüzleri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Katman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Katman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Katman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b varlığı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varlık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N-1 katmanının hizmeti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N katmanının hizmeti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bayt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 veya 4 bayt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Üretici Kimliği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Yerel adres: 1 / Benzersiz adres: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Yayın: genel 1 / yönlendirilmiş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bayt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 veya 4 bayt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Yönlendirme ve Uzaktan Erişim çalıştıran sunucu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İNTERNET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Özel ağ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İNTERNET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Şirket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Ağ Geçidi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(yönlendirici veya güvenlik duvarı)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 sunucusu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adresi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bağlantı noktası: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 sunucusu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adresi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bağlantı noktası: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İntranet sunucusu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adresi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bağlantı noktası: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Şirket bilgisayarı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Şirket bilgisayarı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başlığı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 seçenekleri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bayt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Opsiyon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Sonraki başlık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Uzunluk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başlığı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Yönlendirme seçeneği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bayt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Opsiyon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Sonraki başlık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Uzunluk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başlığı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Parçalama seçeneği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bayt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Tanımlama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Sonraki başlık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Ayrılmış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Ofset - 13 bit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Ayrılmış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başlığı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Kimlik doğrulama seçeneği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bayt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Sonraki başlık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Uzunluk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Ayrılmış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Sıra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başlığı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Hedef seçeneği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bayt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Opsiyon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Sonraki başlık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Uzunluk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