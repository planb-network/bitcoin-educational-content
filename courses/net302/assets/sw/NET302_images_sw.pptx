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Maombi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Uwasilishaji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Kikao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Usafiri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Mtandao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Data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Link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Kimwili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Maombi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Mfano wa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Mfano wa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Usafiri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Mtandao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Ufikiaji wa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Mtandao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Kipanga njia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Maombi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Usafiri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Mtandao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Ufikiaji wa Mtandao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Maombi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Tabaka la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Sublayer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 ya maombi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Sehemu ya data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Kijajuu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 ya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Sehemu ya data ya fremu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Kijajuu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Muundo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Mlolongo wa Kukagua Frame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Upakiaji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Programu.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Usafiri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Mtandao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Sehemu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Ufikiaji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Pakiti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Upakiaji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Programu.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Usafiri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Mtandao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Sehemu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Ufikiaji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Pakiti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Mawasiliano kati ya rika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Ufungaji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Decapsulation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Fremu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Fremu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Mkondo wa binary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Darasa: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Idadi ya juu zaidi ya subnets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Idadi ya juu zaidi ya seva pangishi kwa subnet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kusambaza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kupokea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kusambaza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kupokea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Kipima muda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kusambaza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kupokea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kusambaza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Mashine ya kupokea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Ninatuma barua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Ninatuma barua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Ninapokea barua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Uwasilishaji wa juhudi bora zaidi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Kiolesura cha safu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Huduma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Safu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Safu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Safu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Huduma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Kiolesura cha safu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Mtumiaji wa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Mtoa huduma wa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Mtumiaji wa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Mtoa huduma wa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mwenyeji ni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Safu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Huluki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Safu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Huluki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mwenyeji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Tabaka za juu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Tabaka za chini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Huduma ya awali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Huduma ya awali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Miingiliano ya ufikiaji wa huduma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Safu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Safu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Safu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Mfumo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Mfumo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chombo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chombo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Huduma ya safu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Huduma ya safu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baiti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biti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Biti 32 (4 * 8), au ka 4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Kitambulisho cha mtengenezaji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Anwani ya eneo: 1 / Anwani ya kipekee: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biti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biti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biti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biti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biti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biti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Matangazo: jumla 1 / iliyoelekezwa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baiti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biti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Biti 32 (4 * 8), au ka 4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Seva inayoendesha Uelekezaji na Ufikiaji wa Mbali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MTANDAO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Mtandao wa kibinafsi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MTANDAO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Kampuni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Lango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(ruta au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Seva ya wavuti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Anwani ya IP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Mlango wa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Seva ya nje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Anwani ya IP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Mlango wa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Seva ya mtandao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Anwani ya IP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Mlango wa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Kompyuta ya kampuni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Kompyuta ya kampuni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dhamana0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Kichwa cha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Chaguzi za Hop-by-hop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- N ka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Chaguo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Kijajuu kinachofuata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Urefu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Kichwa cha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Chaguo la uelekezaji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ka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Chaguo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Kijajuu kinachofuata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Urefu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Aina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Sehemu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Kichwa cha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Chaguo la kugawanyika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byte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Utambulisho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Kijajuu kinachofuata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Imehifadhiwa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Kukabiliana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Imehifadhiwa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kidogo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Kichwa cha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Chaguo la uthibitishaji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ka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Kijajuu kinachofuata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Urefu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Imehifadhiwa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Mfuatano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Kichwa cha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Chaguo lengwa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baiti N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Chaguo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Kijajuu kinachofuata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Urefu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