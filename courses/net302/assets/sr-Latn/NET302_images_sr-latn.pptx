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Aplikacija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Prezentacija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Sesija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Mreža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Podaci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 vezi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Fizičko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Prijava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 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Pristup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mreži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Usmerivač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Aplikacija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Pristup mreži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Aplikacija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 sloj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podsloj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Podaci o aplikaciji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Polje podataka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Zaglavlje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 datagram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Okvir polja podataka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Zaglavlje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Okvir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Sekvenca provere okvira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Teret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Aplikacija.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Podaci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Pristup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Pakovanje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Teret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Aplikacija.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Podaci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Pristup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Pakovanje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Peer-to-peer komunikacija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Enkapsulacija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Dekapsulacija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Okvir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Okvir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Binarni tok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Klasa: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Maksimalan broj podmreža: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Maksimalan broj hostova po podmreži: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Mašina za prenos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Mašina za prijem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Mašina za prenos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Mašina za prijem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Tajmer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Prenosna mašina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Mašina za prijem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Mašina za prenos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Mašina za prijem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Šaljem pismo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Šaljem pismo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Primam pismo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Dostava na osnovu najboljih napora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Sloj interfejs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Usluga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Sloj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Sloj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Sloj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Usluga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Sloj interfejsa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Korisnik od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Pružalac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Korisnik od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Pružalac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Domaćin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Sloj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Entitet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Sloj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Entitet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Domaćin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Gornji slojevi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Donji slojevi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Servisna primitiva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Servisna primitiva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Interfejsi za pristup uslugama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Sloj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Sloj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Sloj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entitet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entitet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Usluga sloja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Usluga sloja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bajt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bita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bita (4 * 8), ili 4 bajta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proizvođača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Lokalna adresa: 1 / Jedinstvena adresa: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bita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Emitovanje: general 1 / usmereno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bajt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bita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bita (4 * 8), ili 4 bajta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koji pokreće Routing i Remote Access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Privatna mreža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Kompanija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(ruter ili vatrozid)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adresa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Ekstranet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adresa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adresa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Kompjuter kompanije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Kompjuter kompanije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zaglavlje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Opcije od skoka do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skoka - N bajtova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Opcija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Sledeća oznaka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Dužina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zaglavlje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Opcija rutiranja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bajtova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Opcija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Sledeća oznaka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Dužina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Tipka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zaglavlje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Opcija fragmentacije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bajtova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Identifikacija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Sledeća oznaka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Rezervisano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bita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Reserved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bita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zaglavlje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Opcija autentifikacije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bajtova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Sledeća naslovna oznaka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Dužina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Rezervisano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Sekvenca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zaglavlje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Opcija odredišta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bajtova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Opcija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Sledeća oznaka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Dužina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