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Application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Présentation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Session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Réseau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 Liaison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de données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Physique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Application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Modèle OSI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Modèle TCP/IP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Internet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Accès au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réseau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Routeur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Application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Transport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Internet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Accès au réseau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Application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Couche IP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Sous-couche MAC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Données d'application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Champ de données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En-tête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Le datagramme IP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Champ de données de la trame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En-tête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La trame (Ethernet)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Séquence de contrôle de trame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Charge utile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Applic.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Données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Accès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Paquet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Charge utile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Applic.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Données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Accès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Paquet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Communication entre pairs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Encapsulation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Décapsulation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Cadre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Cadre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Flux binaire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Classe :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Nombre maximal de sous-réseaux :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Nombre maximal d'hôtes par sous-réseau :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Machine de transmission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Machine de réception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Machine de transmission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Machine de réception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Minuterie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Machine de transmission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Machine de réception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Machine de transmission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Machine de réception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J'envoie la lettre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J'envoie la lettre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Je reçois la lettre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Livraison dans les règles de l'art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Interface de la couche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Service 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Couche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Couche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Couche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Service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Interface de la couche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Utilisateur de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Fournisseur de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Utilisateur de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Fournisseur de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Hôte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Couche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Entité 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Couche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Entité 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Hôte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Couches supérieures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Couches inférieures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Service primitif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Service primitif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Interfaces d'accès aux services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Couche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Couche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Couche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Système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Système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entité B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entité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Service de la couche N-1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Service de la couche 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octet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bits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bits (4 * 8), ou 4 octets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ID du fabricant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Adresse locale : 1 / Adresse unique : 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Diffusion : générale 1 / dirigée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octet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bits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bits (4 * 8), ou 4 octets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Serveur fonctionnant avec le routage et l'accès à distance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Réseau privé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Entreprise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Passerelle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(routeur ou pare-feu)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Serveur web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Adresse IP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Port HTTP : 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Serveur extranet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Adresse IP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Port HTTP : 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Serveur intranet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Adresse IP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Port HTTP : 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Ordinateur de l'entreprise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Ordinateur de l'entreprise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bond0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En-tête IPv6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Options de saut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- N octets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Option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Rubrique suivante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Longueur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En-tête IPv6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Option de routage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- N octets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Option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Rubrique suivante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Longueur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Type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En-tête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Option de fragmentation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- 8 octets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Identification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Rubrique suivante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Réservé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Décalage - 13 bits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Réservé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 bits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- 1 bit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En-tête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Option d'authentification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octets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Rubrique suivante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Longueur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Réservé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Séquence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En-tête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Option de destination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N octets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Option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Rubrique suivante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Longueur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