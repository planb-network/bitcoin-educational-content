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Ứng dụng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Trình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bày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Phiên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họp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Vận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chuyển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Mạng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lưới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Liên kết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dữ liệu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Vật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lý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Ứng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dụng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Mô hình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Mô hình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Chuyên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chở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Truy cập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mạng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Bộ định tuyến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Ứng dụng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Chuyên chở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Truy cập mạng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Ứng dụng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Lớp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Lớp phụ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Dữ liệu ứng dụng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Trường dữ liệu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Tiêu đề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Gói dữ liệu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Trường dữ liệu khung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Tiêu đề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Khung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Trình tự kiểm tra khung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Tải trọng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Áp dụng.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Chuyên chở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Dữ liệu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Phân khúc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Truy cập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Gói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Tải trọng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Áp dụng.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Chuyên chở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Dữ liệu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Phân khúc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Truy cập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Gói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Giao tiếp ngang hàng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Đóng gói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Giải nén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Khung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Khung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Luồng nhị phân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Lớp học: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Số lượng mạng con tối đa: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Số lượng máy chủ tối đa trên mỗi mạng con: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phát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nhận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phát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nhận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Bộ hẹn giờ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phát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nhận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phát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Máy nhận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Tôi gửi lá thư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Tôi gửi lá thư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Tôi nhận được thư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Giao hàng nỗ lực tốt nhất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Giao diện lớp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Dịch vụ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Lớp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Lớp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Lớp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Dịch vụ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Giao diện lớp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Người sử dụng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Nhà cung cấp của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Người sử dụng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Nhà cung cấp của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Máy chủ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Lớp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Thực thể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Lớp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Thực thể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Máy chủ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Lớp trên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Các lớp dưới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Dịch vụ nguyên thủy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Dịch vụ nguyên thủy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Giao diện truy cập dịch vụ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Lớp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Lớp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Lớp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Hệ thống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Hệ thống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thực thể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thực thể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Dịch vụ của lớp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Dịch vụ của lớp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8), hoặc 4 byte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nhà sản xuất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Địa chỉ cục bộ: 1 / Địa chỉ duy nhất: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Phát sóng: chung 1 / chỉ đạo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8), hoặc 4 byte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Máy chủ chạy Định tuyến và Truy cập từ xa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Mạng riêng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Công ty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Cổng kết nối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(bộ định tuyến hoặc tường lửa)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Máy chủ web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Địa chỉ IP: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Cổng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Máy chủ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Địa chỉ IP: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Cổng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Máy chủ mạng nội bộ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Địa chỉ IP: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Cổng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Máy tính công ty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Máy tính công ty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trái phiếu0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Tiêu đề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Tùy chọn từng bước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nhảy - N byte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Lựa chọn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Tiêu đề tiếp theo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Chiều dài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Tiêu đề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Tùy chọn định tuyến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byte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Lựa chọn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Tiêu đề tiếp theo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Chiều dài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Kiểu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Phân khúc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Tiêu đề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Tùy chọn phân mảnh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byte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Nhận dạng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Tiêu đề tiếp theo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Kín đáo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Độ lệch - 13 bit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Dự trữ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Tiêu đề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Tùy chọn xác thực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Tiêu đề tiếp theo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Chiều dài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Kín đáo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Sự liên tiếp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Tiêu đề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Tùy chọn đích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Lựa chọn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Tiêu đề tiếp theo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Chiều dài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