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Приложение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Презентация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Сессия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Транспорт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Сеть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Ссылка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на данные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Физическая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Приложение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Модель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Модель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Транспорт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Интернет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Доступ к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сети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Маршрутизатор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Приложение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Транспорт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Интернет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Доступ к сети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Приложение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IP-уровень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MAC-подуровень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Данные по применению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Поле данных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Заголовок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Дейтаграмма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Поле данных кадра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Заголовок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Кадр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Последовательность проверки кадров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Полезная нагрузка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Применяется.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Транспорт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Данные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Интернет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Сегмент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Доступ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Пакет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Полезная нагрузка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Применяется.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Транспорт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Данные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Интернет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Сегмент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Доступ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Пакет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Одноранговая связь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Инкапсуляция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Декапсуляция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Рама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Рама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Двоичный поток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Класс: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Максимальное количество подсетей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Максимальное количество хостов в подсети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Передающая машина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Приемная машина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Передающая машина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Приемная машина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Таймер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Передающая машина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Приемная машина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Передающая машина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Приемная машина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Я отправляю письмо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Я отправляю письмо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Я получаю письмо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Доставка с максимальной отдачей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Интерфейс слоя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Обслуживание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Слой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Слой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Слой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Сервис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Интерфейс слоя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Пользователь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Поставщик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Пользователь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Поставщик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Ведущий А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Слой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Сущность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Слой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Сущность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Хозяин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Верхние слои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Нижние слои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Сервисный примитив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Сервисный примитив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Интерфейсы доступа к услугам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Слой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Слой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Слой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Система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Система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организация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организация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Служба уровня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Сервис уровня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байт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бит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бита (4 * 8), или 4 байта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производителя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Локальный адрес: 1 / Уникальный адрес: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бит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бит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бит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бит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бит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бит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Трансляция: общая 1 / направленная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байт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бит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бита (4 * 8), или 4 байта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Сервер, на котором запущена маршрутизация и удаленный доступ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ИНТЕРНЕТ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Частная сеть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ИНТЕРНЕТ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Компания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Шлюз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(маршрутизатор или брандмауэр)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Веб-сервер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IP-адрес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HTTP-порт: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Экстранет-сервер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IP-адрес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HTTP-порт: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Интранет-сервер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IP-адрес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HTTP-порт: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Компьютер компании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Компьютер компании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облигация0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Заголовок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Опции "хоп-хоп"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байт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Вариант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Следующий заголовок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Длина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Заголовок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Опция маршрутизации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байт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Вариант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Следующий заголовок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Длина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Тип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Сегмент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Заголовок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Опция фрагментации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байт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Идентификация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Следующий заголовок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Зарезервировано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Смещение - 13 бит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Зарезервировано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бита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бит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Заголовок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Опция аутентификации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байт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Следующий заголовок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Длина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Зарезервировано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Последовательность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Заголовок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Опция назначения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байт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Вариант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Следующий заголовок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Длина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