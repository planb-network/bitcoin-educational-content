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Aplikace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Prezentace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Relace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Doprava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Síť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Datové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propojení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Fyzická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stránka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Aplikace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Doprava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Přístup 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síti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Směrovač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Aplikace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Doprava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Přístup k síti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Aplikace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Vrstva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Podvrstva MAC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Údaje o aplikaci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Datové pole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Záhlaví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Datagram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Datové pole rámce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Záhlaví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Rámec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Sekvence kontroly rámců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Užitečné zatížení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Platí.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Doprava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Data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Přístup na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Balíček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Užitečné zatížení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Platí.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Doprava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Data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Přístup na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Balíček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Peer-to-peer komunikace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Zapouzdření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Dekapsulace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Rám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Rám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Binární proud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Třída: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Maximální počet podsítí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Maximální počet hostitelů v podsíti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Vysílací stroj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Přijímací stroj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Vysílací stroj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Přijímací stroj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Časovač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Vysílací stroj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Přijímací stroj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Vysílací stroj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Přijímací stroj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Posílám dopis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Posílám dopis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Obdržím dopis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Dodání při vynaložení maximálního úsilí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Rozhraní vrstvy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Služba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Vrstva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Vrstva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Vrstva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Služba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Rozhraní vrstvy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Uživatel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Poskytovatel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Uživatel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Poskytovatel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Hostitel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Vrstva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Subjekt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Vrstva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Subjekt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Hostitel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Horní vrstvy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Spodní vrstvy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Primitivní služba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Služba primitivní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Rozhraní pro přístup ke službám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Vrstva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Vrstva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Vrstva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Systém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Systém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subjekt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subjekt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Služba vrstvy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Služba vrstvy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bajt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bitů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bitů (4 * 8) nebo 4 bajty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 výrobce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Místní adresa: 1 / Unikátní adresa: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bitů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bitů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bitů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bitů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bitů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bitů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Vysílání: obecné 1 / cílené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bajt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bitů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bitů (4 * 8) nebo 4 bajty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 se spuštěným směrováním a vzdáleným přístupem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Soukromá síť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Společnost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Brána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(směrovač nebo brána firewall)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Webový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adresa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Extranetový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adresa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Intranetový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adresa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Firemní počítač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Firemní počítač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Záhlaví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Možnosti Hop-by-hop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bajtů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Možnost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Další nadpis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Délka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Záhlaví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Možnost směrování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bajtů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Možnost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Další nadpis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Délka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Typ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Záhlaví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Možnost fragmentace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bajtů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Identifikace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Další nadpis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Rezervováno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bitů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Rezervováno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bity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Záhlaví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Možnost ověřování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bajtů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Další nadpis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Délka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Rezervováno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Sekvence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Záhlaví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Možnost určení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bajtů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Možnost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Další nadpis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Délka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