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Tillämpning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Presentation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Session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Nätverk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Datalänk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Fysiska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Tillämpning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OSI-modell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TCP/IP-modell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Tillgång till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nätverk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Router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Tillämpning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Tillgång till nätverk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Tillämpning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IP-lager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MAC-underlager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Applikationsdata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Datafält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Huvud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IP-datagrammet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Ramdatafält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Huvud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Ramen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Sekvens för ramkontroll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Nyttolast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Applicera.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Uppgifter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Tillgång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Paket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Nyttolast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Applicera.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Uppgifter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Tillgång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Paket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Peer-to-peer-kommunikation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Inkapsling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Dekapsulering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Ram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Ram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Binär ström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Klass: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Maximalt antal subnät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Maximalt antal värdar per subnät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Sändande maskin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Mottagningsmaskin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Sändande maskin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Mottagningsmaskin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Timer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Sändande maskin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Mottagningsmaskin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Sändande maskin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Mottagningsmaskin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Jag skickar brevet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Jag skickar brevet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Jag får brevet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Leverans enligt bästa förmåga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Gränssnitt för lager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Service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Lager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Lager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Lager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Service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Gränssnitt för lager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Användare av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Leverantör av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Användare av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Leverantör av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Värd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Lager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Entitet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Lager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Entitet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Värd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Övre lager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Lägre lager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Service primitiv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Primitiv tjänst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Gränssnitt för tjänsteåtkomst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Lager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Lager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Lager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System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System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enhet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enhet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Tjänst för lager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Service av lager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bitar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bitar (4 * 8), eller 4 byte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Tillverkarens ID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Lokal adress: 1 / Unik adress: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bitar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bitar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bitar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bitar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bitar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bitar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Sändning: allmän 1 / riktad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bitar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bitar (4 * 8), eller 4 byte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Server som kör Routing och fjärråtkomst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Privat nätverk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Företag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Gateway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(router eller brandvägg)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Webbserver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IP-adress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HTTP-port: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Extranet-server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IP-adress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HTTP-port: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Intranät-server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IP-adress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HTTP-port: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Företagets dator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Företagets dator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IPv6-huvud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Hop-by-hop-alternativ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byte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Alternativ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Nästa rubrik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Längd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IPv6-huvud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Routningsalternativ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byte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Alternativ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Nästa rubrik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Längd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Typ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IPv6-huvud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Fragmenteringsalternativ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byte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Identifiering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Nästa rubrik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Reserverad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Offset - 13 bitar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Reserverad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bitar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IPv6-huvud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Autentiseringsalternativ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byte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Nästa rubrik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Längd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Reserverad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Sekvens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IPv6-huvud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Destinationsalternativ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byte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Alternativ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Nästa rubrik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Längd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