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1"/>
  </p:sldMasterIdLst>
  <p:notesMasterIdLst>
    <p:notesMasterId r:id="rId74"/>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 id="325" r:id="rId73"/>
  </p:sldIdLst>
  <p:sldSz cx="12192000" cy="6858000"/>
  <p:notesSz cx="6858000" cy="9144000"/>
  <p:defaultTextStyle>
    <a:defPPr>
      <a:defRPr lang="en-US"/>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378" y="90"/>
      </p:cViewPr>
      <p:guideLst>
        <p:guide pos="3840"/>
        <p:guide pos="2160" orient="horz"/>
      </p:guideLst>
    </p:cSldViewPr>
  </p:slide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slide" Target="slides/slide63.xml"/><Relationship Id="rId67" Type="http://schemas.openxmlformats.org/officeDocument/2006/relationships/slide" Target="slides/slide64.xml"/><Relationship Id="rId68" Type="http://schemas.openxmlformats.org/officeDocument/2006/relationships/slide" Target="slides/slide65.xml"/><Relationship Id="rId69" Type="http://schemas.openxmlformats.org/officeDocument/2006/relationships/slide" Target="slides/slide66.xml"/><Relationship Id="rId70" Type="http://schemas.openxmlformats.org/officeDocument/2006/relationships/slide" Target="slides/slide67.xml"/><Relationship Id="rId71" Type="http://schemas.openxmlformats.org/officeDocument/2006/relationships/slide" Target="slides/slide68.xml"/><Relationship Id="rId72" Type="http://schemas.openxmlformats.org/officeDocument/2006/relationships/slide" Target="slides/slide69.xml"/><Relationship Id="rId73" Type="http://schemas.openxmlformats.org/officeDocument/2006/relationships/slide" Target="slides/slide70.xml"/><Relationship Id="rId74" Type="http://schemas.openxmlformats.org/officeDocument/2006/relationships/notesMaster" Target="notesMasters/notesMaster1.xml"/><Relationship Id="rId75" Type="http://schemas.openxmlformats.org/officeDocument/2006/relationships/presProps" Target="presProps.xml"/><Relationship Id="rId76" Type="http://schemas.openxmlformats.org/officeDocument/2006/relationships/tableStyles" Target="tableStyles.xml"/><Relationship Id="rId7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39089058"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2099481301"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3632E96E-41F7-40C5-8419-297958CC00FA}" type="datetimeFigureOut">
              <a:rPr lang="en-US"/>
              <a:t>10/30/2013</a:t>
            </a:fld>
            <a:endParaRPr lang="en-US"/>
          </a:p>
        </p:txBody>
      </p:sp>
      <p:sp>
        <p:nvSpPr>
          <p:cNvPr id="963331614"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1994229746"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313052346"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1035077115"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2E6999B8-B6B4-4561-A3CD-BBCDAB9FC9D9}"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80978870" name="Slide Image Placeholder 1"/>
          <p:cNvSpPr>
            <a:spLocks noChangeAspect="1" noGrp="1" noRot="1"/>
          </p:cNvSpPr>
          <p:nvPr>
            <p:ph type="sldImg"/>
          </p:nvPr>
        </p:nvSpPr>
        <p:spPr bwMode="auto">
          <a:xfrm>
            <a:off x="685800" y="1143000"/>
            <a:ext cx="5486400" cy="3086100"/>
          </a:xfrm>
        </p:spPr>
      </p:sp>
      <p:sp>
        <p:nvSpPr>
          <p:cNvPr id="1641754055" name="Notes Placeholder 2"/>
          <p:cNvSpPr>
            <a:spLocks noGrp="1"/>
          </p:cNvSpPr>
          <p:nvPr>
            <p:ph type="body" idx="1"/>
          </p:nvPr>
        </p:nvSpPr>
        <p:spPr bwMode="auto"/>
        <p:txBody>
          <a:bodyPr/>
          <a:lstStyle/>
          <a:p>
            <a:pPr>
              <a:defRPr/>
            </a:pPr>
            <a:endParaRPr lang="en-US">
              <a:latin typeface="Arial"/>
              <a:cs typeface="Arial"/>
            </a:endParaRPr>
          </a:p>
        </p:txBody>
      </p:sp>
      <p:sp>
        <p:nvSpPr>
          <p:cNvPr id="1848915755" name="Slide Number Placeholder 3"/>
          <p:cNvSpPr>
            <a:spLocks noGrp="1"/>
          </p:cNvSpPr>
          <p:nvPr>
            <p:ph type="sldNum" sz="quarter" idx="10"/>
          </p:nvPr>
        </p:nvSpPr>
        <p:spPr bwMode="auto"/>
        <p:txBody>
          <a:bodyPr/>
          <a:lstStyle/>
          <a:p>
            <a:pPr>
              <a:defRPr/>
            </a:pPr>
            <a:fld id="{2E6999B8-B6B4-4561-A3CD-BBCDAB9FC9D9}"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7407030" name="Slide Image Placeholder 1"/>
          <p:cNvSpPr>
            <a:spLocks noChangeAspect="1" noGrp="1" noRot="1"/>
          </p:cNvSpPr>
          <p:nvPr>
            <p:ph type="sldImg"/>
          </p:nvPr>
        </p:nvSpPr>
        <p:spPr bwMode="auto"/>
      </p:sp>
      <p:sp>
        <p:nvSpPr>
          <p:cNvPr id="1844566913" name="Notes Placeholder 2"/>
          <p:cNvSpPr>
            <a:spLocks noGrp="1"/>
          </p:cNvSpPr>
          <p:nvPr>
            <p:ph type="body" idx="1"/>
          </p:nvPr>
        </p:nvSpPr>
        <p:spPr bwMode="auto"/>
        <p:txBody>
          <a:bodyPr/>
          <a:lstStyle/>
          <a:p>
            <a:pPr>
              <a:defRPr/>
            </a:pPr>
            <a:endParaRPr/>
          </a:p>
        </p:txBody>
      </p:sp>
      <p:sp>
        <p:nvSpPr>
          <p:cNvPr id="411870703" name="Slide Number Placeholder 3"/>
          <p:cNvSpPr>
            <a:spLocks noGrp="1"/>
          </p:cNvSpPr>
          <p:nvPr>
            <p:ph type="sldNum" sz="quarter" idx="10"/>
          </p:nvPr>
        </p:nvSpPr>
        <p:spPr bwMode="auto"/>
        <p:txBody>
          <a:bodyPr/>
          <a:lstStyle/>
          <a:p>
            <a:pPr>
              <a:defRPr/>
            </a:pPr>
            <a:fld id="{20E55648-ADE2-965E-0F87-0ABB71C754BC}"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98987884" name="Slide Image Placeholder 1"/>
          <p:cNvSpPr>
            <a:spLocks noChangeAspect="1" noGrp="1" noRot="1"/>
          </p:cNvSpPr>
          <p:nvPr>
            <p:ph type="sldImg"/>
          </p:nvPr>
        </p:nvSpPr>
        <p:spPr bwMode="auto"/>
      </p:sp>
      <p:sp>
        <p:nvSpPr>
          <p:cNvPr id="2018659221" name="Notes Placeholder 2"/>
          <p:cNvSpPr>
            <a:spLocks noGrp="1"/>
          </p:cNvSpPr>
          <p:nvPr>
            <p:ph type="body" idx="1"/>
          </p:nvPr>
        </p:nvSpPr>
        <p:spPr bwMode="auto"/>
        <p:txBody>
          <a:bodyPr/>
          <a:lstStyle/>
          <a:p>
            <a:pPr>
              <a:defRPr/>
            </a:pPr>
            <a:endParaRPr/>
          </a:p>
        </p:txBody>
      </p:sp>
      <p:sp>
        <p:nvSpPr>
          <p:cNvPr id="1759670535" name="Slide Number Placeholder 3"/>
          <p:cNvSpPr>
            <a:spLocks noGrp="1"/>
          </p:cNvSpPr>
          <p:nvPr>
            <p:ph type="sldNum" sz="quarter" idx="10"/>
          </p:nvPr>
        </p:nvSpPr>
        <p:spPr bwMode="auto"/>
        <p:txBody>
          <a:bodyPr/>
          <a:lstStyle/>
          <a:p>
            <a:pPr>
              <a:defRPr/>
            </a:pPr>
            <a:fld id="{32473744-944F-EBDB-D1E6-8F1CC5CEBD97}"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89782411" name="Slide Image Placeholder 1"/>
          <p:cNvSpPr>
            <a:spLocks noChangeAspect="1" noGrp="1" noRot="1"/>
          </p:cNvSpPr>
          <p:nvPr>
            <p:ph type="sldImg"/>
          </p:nvPr>
        </p:nvSpPr>
        <p:spPr bwMode="auto"/>
      </p:sp>
      <p:sp>
        <p:nvSpPr>
          <p:cNvPr id="1798231463" name="Notes Placeholder 2"/>
          <p:cNvSpPr>
            <a:spLocks noGrp="1"/>
          </p:cNvSpPr>
          <p:nvPr>
            <p:ph type="body" idx="1"/>
          </p:nvPr>
        </p:nvSpPr>
        <p:spPr bwMode="auto"/>
        <p:txBody>
          <a:bodyPr/>
          <a:lstStyle/>
          <a:p>
            <a:pPr>
              <a:defRPr/>
            </a:pPr>
            <a:endParaRPr/>
          </a:p>
        </p:txBody>
      </p:sp>
      <p:sp>
        <p:nvSpPr>
          <p:cNvPr id="1807947334" name="Slide Number Placeholder 3"/>
          <p:cNvSpPr>
            <a:spLocks noGrp="1"/>
          </p:cNvSpPr>
          <p:nvPr>
            <p:ph type="sldNum" sz="quarter" idx="10"/>
          </p:nvPr>
        </p:nvSpPr>
        <p:spPr bwMode="auto"/>
        <p:txBody>
          <a:bodyPr/>
          <a:lstStyle/>
          <a:p>
            <a:pPr>
              <a:defRPr/>
            </a:pPr>
            <a:fld id="{C78696C0-5062-29DC-8A0D-0B5FE66196AF}"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44146331" name="Slide Image Placeholder 1"/>
          <p:cNvSpPr>
            <a:spLocks noChangeAspect="1" noGrp="1" noRot="1"/>
          </p:cNvSpPr>
          <p:nvPr>
            <p:ph type="sldImg"/>
          </p:nvPr>
        </p:nvSpPr>
        <p:spPr bwMode="auto"/>
      </p:sp>
      <p:sp>
        <p:nvSpPr>
          <p:cNvPr id="496666805" name="Notes Placeholder 2"/>
          <p:cNvSpPr>
            <a:spLocks noGrp="1"/>
          </p:cNvSpPr>
          <p:nvPr>
            <p:ph type="body" idx="1"/>
          </p:nvPr>
        </p:nvSpPr>
        <p:spPr bwMode="auto"/>
        <p:txBody>
          <a:bodyPr/>
          <a:lstStyle/>
          <a:p>
            <a:pPr>
              <a:defRPr/>
            </a:pPr>
            <a:endParaRPr/>
          </a:p>
        </p:txBody>
      </p:sp>
      <p:sp>
        <p:nvSpPr>
          <p:cNvPr id="624653920" name="Slide Number Placeholder 3"/>
          <p:cNvSpPr>
            <a:spLocks noGrp="1"/>
          </p:cNvSpPr>
          <p:nvPr>
            <p:ph type="sldNum" sz="quarter" idx="10"/>
          </p:nvPr>
        </p:nvSpPr>
        <p:spPr bwMode="auto"/>
        <p:txBody>
          <a:bodyPr/>
          <a:lstStyle/>
          <a:p>
            <a:pPr>
              <a:defRPr/>
            </a:pPr>
            <a:fld id="{6EBD0134-888A-C41F-C6A9-E9CB0DCD8F79}" type="slidenum">
              <a:rPr/>
              <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27538199" name="Slide Image Placeholder 1"/>
          <p:cNvSpPr>
            <a:spLocks noChangeAspect="1" noGrp="1" noRot="1"/>
          </p:cNvSpPr>
          <p:nvPr>
            <p:ph type="sldImg"/>
          </p:nvPr>
        </p:nvSpPr>
        <p:spPr bwMode="auto"/>
      </p:sp>
      <p:sp>
        <p:nvSpPr>
          <p:cNvPr id="192852020" name="Notes Placeholder 2"/>
          <p:cNvSpPr>
            <a:spLocks noGrp="1"/>
          </p:cNvSpPr>
          <p:nvPr>
            <p:ph type="body" idx="1"/>
          </p:nvPr>
        </p:nvSpPr>
        <p:spPr bwMode="auto"/>
        <p:txBody>
          <a:bodyPr/>
          <a:lstStyle/>
          <a:p>
            <a:pPr>
              <a:defRPr/>
            </a:pPr>
            <a:endParaRPr/>
          </a:p>
        </p:txBody>
      </p:sp>
      <p:sp>
        <p:nvSpPr>
          <p:cNvPr id="243591323" name="Slide Number Placeholder 3"/>
          <p:cNvSpPr>
            <a:spLocks noGrp="1"/>
          </p:cNvSpPr>
          <p:nvPr>
            <p:ph type="sldNum" sz="quarter" idx="10"/>
          </p:nvPr>
        </p:nvSpPr>
        <p:spPr bwMode="auto"/>
        <p:txBody>
          <a:bodyPr/>
          <a:lstStyle/>
          <a:p>
            <a:pPr>
              <a:defRPr/>
            </a:pPr>
            <a:fld id="{B727A960-E66B-BEB9-512F-51F73B38A5C2}" type="slidenum">
              <a:rPr/>
              <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25259919" name="Slide Image Placeholder 1"/>
          <p:cNvSpPr>
            <a:spLocks noChangeAspect="1" noGrp="1" noRot="1"/>
          </p:cNvSpPr>
          <p:nvPr>
            <p:ph type="sldImg"/>
          </p:nvPr>
        </p:nvSpPr>
        <p:spPr bwMode="auto"/>
      </p:sp>
      <p:sp>
        <p:nvSpPr>
          <p:cNvPr id="595947963" name="Notes Placeholder 2"/>
          <p:cNvSpPr>
            <a:spLocks noGrp="1"/>
          </p:cNvSpPr>
          <p:nvPr>
            <p:ph type="body" idx="1"/>
          </p:nvPr>
        </p:nvSpPr>
        <p:spPr bwMode="auto"/>
        <p:txBody>
          <a:bodyPr/>
          <a:lstStyle/>
          <a:p>
            <a:pPr>
              <a:defRPr/>
            </a:pPr>
            <a:endParaRPr/>
          </a:p>
        </p:txBody>
      </p:sp>
      <p:sp>
        <p:nvSpPr>
          <p:cNvPr id="780479728" name="Slide Number Placeholder 3"/>
          <p:cNvSpPr>
            <a:spLocks noGrp="1"/>
          </p:cNvSpPr>
          <p:nvPr>
            <p:ph type="sldNum" sz="quarter" idx="10"/>
          </p:nvPr>
        </p:nvSpPr>
        <p:spPr bwMode="auto"/>
        <p:txBody>
          <a:bodyPr/>
          <a:lstStyle/>
          <a:p>
            <a:pPr>
              <a:defRPr/>
            </a:pPr>
            <a:fld id="{CC3624B9-90B4-A423-2B5E-5454F908F41F}" type="slidenum">
              <a:rPr/>
              <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42594588" name="Slide Image Placeholder 1"/>
          <p:cNvSpPr>
            <a:spLocks noChangeAspect="1" noGrp="1" noRot="1"/>
          </p:cNvSpPr>
          <p:nvPr>
            <p:ph type="sldImg"/>
          </p:nvPr>
        </p:nvSpPr>
        <p:spPr bwMode="auto"/>
      </p:sp>
      <p:sp>
        <p:nvSpPr>
          <p:cNvPr id="763954667" name="Notes Placeholder 2"/>
          <p:cNvSpPr>
            <a:spLocks noGrp="1"/>
          </p:cNvSpPr>
          <p:nvPr>
            <p:ph type="body" idx="1"/>
          </p:nvPr>
        </p:nvSpPr>
        <p:spPr bwMode="auto"/>
        <p:txBody>
          <a:bodyPr/>
          <a:lstStyle/>
          <a:p>
            <a:pPr>
              <a:defRPr/>
            </a:pPr>
            <a:endParaRPr/>
          </a:p>
        </p:txBody>
      </p:sp>
      <p:sp>
        <p:nvSpPr>
          <p:cNvPr id="584211226" name="Slide Number Placeholder 3"/>
          <p:cNvSpPr>
            <a:spLocks noGrp="1"/>
          </p:cNvSpPr>
          <p:nvPr>
            <p:ph type="sldNum" sz="quarter" idx="10"/>
          </p:nvPr>
        </p:nvSpPr>
        <p:spPr bwMode="auto"/>
        <p:txBody>
          <a:bodyPr/>
          <a:lstStyle/>
          <a:p>
            <a:pPr>
              <a:defRPr/>
            </a:pPr>
            <a:fld id="{055C4064-3EE6-A2BF-51F2-AEF85998A4A7}" type="slidenum">
              <a:rPr/>
              <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02613138" name="Slide Image Placeholder 1"/>
          <p:cNvSpPr>
            <a:spLocks noChangeAspect="1" noGrp="1" noRot="1"/>
          </p:cNvSpPr>
          <p:nvPr>
            <p:ph type="sldImg"/>
          </p:nvPr>
        </p:nvSpPr>
        <p:spPr bwMode="auto"/>
      </p:sp>
      <p:sp>
        <p:nvSpPr>
          <p:cNvPr id="873603887" name="Notes Placeholder 2"/>
          <p:cNvSpPr>
            <a:spLocks noGrp="1"/>
          </p:cNvSpPr>
          <p:nvPr>
            <p:ph type="body" idx="1"/>
          </p:nvPr>
        </p:nvSpPr>
        <p:spPr bwMode="auto"/>
        <p:txBody>
          <a:bodyPr/>
          <a:lstStyle/>
          <a:p>
            <a:pPr>
              <a:defRPr/>
            </a:pPr>
            <a:endParaRPr/>
          </a:p>
        </p:txBody>
      </p:sp>
      <p:sp>
        <p:nvSpPr>
          <p:cNvPr id="1625884384" name="Slide Number Placeholder 3"/>
          <p:cNvSpPr>
            <a:spLocks noGrp="1"/>
          </p:cNvSpPr>
          <p:nvPr>
            <p:ph type="sldNum" sz="quarter" idx="10"/>
          </p:nvPr>
        </p:nvSpPr>
        <p:spPr bwMode="auto"/>
        <p:txBody>
          <a:bodyPr/>
          <a:lstStyle/>
          <a:p>
            <a:pPr>
              <a:defRPr/>
            </a:pPr>
            <a:fld id="{A0C163AE-044F-883A-A57C-12F3E3EFBFFD}" type="slidenum">
              <a:rPr/>
              <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56136006" name="Slide Image Placeholder 1"/>
          <p:cNvSpPr>
            <a:spLocks noChangeAspect="1" noGrp="1" noRot="1"/>
          </p:cNvSpPr>
          <p:nvPr>
            <p:ph type="sldImg"/>
          </p:nvPr>
        </p:nvSpPr>
        <p:spPr bwMode="auto"/>
      </p:sp>
      <p:sp>
        <p:nvSpPr>
          <p:cNvPr id="1553163881" name="Notes Placeholder 2"/>
          <p:cNvSpPr>
            <a:spLocks noGrp="1"/>
          </p:cNvSpPr>
          <p:nvPr>
            <p:ph type="body" idx="1"/>
          </p:nvPr>
        </p:nvSpPr>
        <p:spPr bwMode="auto"/>
        <p:txBody>
          <a:bodyPr/>
          <a:lstStyle/>
          <a:p>
            <a:pPr>
              <a:defRPr/>
            </a:pPr>
            <a:endParaRPr/>
          </a:p>
        </p:txBody>
      </p:sp>
      <p:sp>
        <p:nvSpPr>
          <p:cNvPr id="364745476" name="Slide Number Placeholder 3"/>
          <p:cNvSpPr>
            <a:spLocks noGrp="1"/>
          </p:cNvSpPr>
          <p:nvPr>
            <p:ph type="sldNum" sz="quarter" idx="10"/>
          </p:nvPr>
        </p:nvSpPr>
        <p:spPr bwMode="auto"/>
        <p:txBody>
          <a:bodyPr/>
          <a:lstStyle/>
          <a:p>
            <a:pPr>
              <a:defRPr/>
            </a:pPr>
            <a:fld id="{9792455D-49EB-FB3F-3A5D-A54B84B95ECD}" type="slidenum">
              <a:rPr/>
              <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15008026" name="Slide Image Placeholder 1"/>
          <p:cNvSpPr>
            <a:spLocks noChangeAspect="1" noGrp="1" noRot="1"/>
          </p:cNvSpPr>
          <p:nvPr>
            <p:ph type="sldImg"/>
          </p:nvPr>
        </p:nvSpPr>
        <p:spPr bwMode="auto"/>
      </p:sp>
      <p:sp>
        <p:nvSpPr>
          <p:cNvPr id="420960998" name="Notes Placeholder 2"/>
          <p:cNvSpPr>
            <a:spLocks noGrp="1"/>
          </p:cNvSpPr>
          <p:nvPr>
            <p:ph type="body" idx="1"/>
          </p:nvPr>
        </p:nvSpPr>
        <p:spPr bwMode="auto"/>
        <p:txBody>
          <a:bodyPr/>
          <a:lstStyle/>
          <a:p>
            <a:pPr>
              <a:defRPr/>
            </a:pPr>
            <a:endParaRPr/>
          </a:p>
        </p:txBody>
      </p:sp>
      <p:sp>
        <p:nvSpPr>
          <p:cNvPr id="649144516" name="Slide Number Placeholder 3"/>
          <p:cNvSpPr>
            <a:spLocks noGrp="1"/>
          </p:cNvSpPr>
          <p:nvPr>
            <p:ph type="sldNum" sz="quarter" idx="10"/>
          </p:nvPr>
        </p:nvSpPr>
        <p:spPr bwMode="auto"/>
        <p:txBody>
          <a:bodyPr/>
          <a:lstStyle/>
          <a:p>
            <a:pPr>
              <a:defRPr/>
            </a:pPr>
            <a:fld id="{B8631968-6248-63BE-F4DC-BD5ECB85DA35}" type="slidenum">
              <a:rPr/>
              <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14447952" name="Slide Image Placeholder 1"/>
          <p:cNvSpPr>
            <a:spLocks noChangeAspect="1" noGrp="1" noRot="1"/>
          </p:cNvSpPr>
          <p:nvPr>
            <p:ph type="sldImg"/>
          </p:nvPr>
        </p:nvSpPr>
        <p:spPr bwMode="auto"/>
      </p:sp>
      <p:sp>
        <p:nvSpPr>
          <p:cNvPr id="1126210712" name="Notes Placeholder 2"/>
          <p:cNvSpPr>
            <a:spLocks noGrp="1"/>
          </p:cNvSpPr>
          <p:nvPr>
            <p:ph type="body" idx="1"/>
          </p:nvPr>
        </p:nvSpPr>
        <p:spPr bwMode="auto"/>
        <p:txBody>
          <a:bodyPr/>
          <a:lstStyle/>
          <a:p>
            <a:pPr>
              <a:defRPr/>
            </a:pPr>
            <a:endParaRPr/>
          </a:p>
        </p:txBody>
      </p:sp>
      <p:sp>
        <p:nvSpPr>
          <p:cNvPr id="894183102" name="Slide Number Placeholder 3"/>
          <p:cNvSpPr>
            <a:spLocks noGrp="1"/>
          </p:cNvSpPr>
          <p:nvPr>
            <p:ph type="sldNum" sz="quarter" idx="10"/>
          </p:nvPr>
        </p:nvSpPr>
        <p:spPr bwMode="auto"/>
        <p:txBody>
          <a:bodyPr/>
          <a:lstStyle/>
          <a:p>
            <a:pPr>
              <a:defRPr/>
            </a:pPr>
            <a:fld id="{E8E812B2-1B68-B1DC-1870-D4D85F9024BA}" type="slidenum">
              <a:rPr/>
              <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19272012" name="Slide Image Placeholder 1"/>
          <p:cNvSpPr>
            <a:spLocks noChangeAspect="1" noGrp="1" noRot="1"/>
          </p:cNvSpPr>
          <p:nvPr>
            <p:ph type="sldImg"/>
          </p:nvPr>
        </p:nvSpPr>
        <p:spPr bwMode="auto"/>
      </p:sp>
      <p:sp>
        <p:nvSpPr>
          <p:cNvPr id="335077920" name="Notes Placeholder 2"/>
          <p:cNvSpPr>
            <a:spLocks noGrp="1"/>
          </p:cNvSpPr>
          <p:nvPr>
            <p:ph type="body" idx="1"/>
          </p:nvPr>
        </p:nvSpPr>
        <p:spPr bwMode="auto"/>
        <p:txBody>
          <a:bodyPr/>
          <a:lstStyle/>
          <a:p>
            <a:pPr>
              <a:defRPr/>
            </a:pPr>
            <a:endParaRPr/>
          </a:p>
        </p:txBody>
      </p:sp>
      <p:sp>
        <p:nvSpPr>
          <p:cNvPr id="2136816195" name="Slide Number Placeholder 3"/>
          <p:cNvSpPr>
            <a:spLocks noGrp="1"/>
          </p:cNvSpPr>
          <p:nvPr>
            <p:ph type="sldNum" sz="quarter" idx="10"/>
          </p:nvPr>
        </p:nvSpPr>
        <p:spPr bwMode="auto"/>
        <p:txBody>
          <a:bodyPr/>
          <a:lstStyle/>
          <a:p>
            <a:pPr>
              <a:defRPr/>
            </a:pPr>
            <a:fld id="{95745C4F-2678-59E7-2ECA-A500A97CE2C3}" type="slidenum">
              <a:rPr/>
              <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37330709" name="Slide Image Placeholder 1"/>
          <p:cNvSpPr>
            <a:spLocks noChangeAspect="1" noGrp="1" noRot="1"/>
          </p:cNvSpPr>
          <p:nvPr>
            <p:ph type="sldImg"/>
          </p:nvPr>
        </p:nvSpPr>
        <p:spPr bwMode="auto"/>
      </p:sp>
      <p:sp>
        <p:nvSpPr>
          <p:cNvPr id="2104528450" name="Notes Placeholder 2"/>
          <p:cNvSpPr>
            <a:spLocks noGrp="1"/>
          </p:cNvSpPr>
          <p:nvPr>
            <p:ph type="body" idx="1"/>
          </p:nvPr>
        </p:nvSpPr>
        <p:spPr bwMode="auto"/>
        <p:txBody>
          <a:bodyPr/>
          <a:lstStyle/>
          <a:p>
            <a:pPr>
              <a:defRPr/>
            </a:pPr>
            <a:endParaRPr/>
          </a:p>
        </p:txBody>
      </p:sp>
      <p:sp>
        <p:nvSpPr>
          <p:cNvPr id="813489393" name="Slide Number Placeholder 3"/>
          <p:cNvSpPr>
            <a:spLocks noGrp="1"/>
          </p:cNvSpPr>
          <p:nvPr>
            <p:ph type="sldNum" sz="quarter" idx="10"/>
          </p:nvPr>
        </p:nvSpPr>
        <p:spPr bwMode="auto"/>
        <p:txBody>
          <a:bodyPr/>
          <a:lstStyle/>
          <a:p>
            <a:pPr>
              <a:defRPr/>
            </a:pPr>
            <a:fld id="{237134FC-422C-A81C-D2A9-89C9D8EAEF68}" type="slidenum">
              <a:rPr/>
              <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85696982" name="Slide Image Placeholder 1"/>
          <p:cNvSpPr>
            <a:spLocks noChangeAspect="1" noGrp="1" noRot="1"/>
          </p:cNvSpPr>
          <p:nvPr>
            <p:ph type="sldImg"/>
          </p:nvPr>
        </p:nvSpPr>
        <p:spPr bwMode="auto"/>
      </p:sp>
      <p:sp>
        <p:nvSpPr>
          <p:cNvPr id="547440255" name="Notes Placeholder 2"/>
          <p:cNvSpPr>
            <a:spLocks noGrp="1"/>
          </p:cNvSpPr>
          <p:nvPr>
            <p:ph type="body" idx="1"/>
          </p:nvPr>
        </p:nvSpPr>
        <p:spPr bwMode="auto"/>
        <p:txBody>
          <a:bodyPr/>
          <a:lstStyle/>
          <a:p>
            <a:pPr>
              <a:defRPr/>
            </a:pPr>
            <a:endParaRPr/>
          </a:p>
        </p:txBody>
      </p:sp>
      <p:sp>
        <p:nvSpPr>
          <p:cNvPr id="1071877374" name="Slide Number Placeholder 3"/>
          <p:cNvSpPr>
            <a:spLocks noGrp="1"/>
          </p:cNvSpPr>
          <p:nvPr>
            <p:ph type="sldNum" sz="quarter" idx="10"/>
          </p:nvPr>
        </p:nvSpPr>
        <p:spPr bwMode="auto"/>
        <p:txBody>
          <a:bodyPr/>
          <a:lstStyle/>
          <a:p>
            <a:pPr>
              <a:defRPr/>
            </a:pPr>
            <a:fld id="{3414A156-7A59-A123-F75C-E447D5D47851}" type="slidenum">
              <a:rPr/>
              <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21736343" name="Slide Image Placeholder 1"/>
          <p:cNvSpPr>
            <a:spLocks noChangeAspect="1" noGrp="1" noRot="1"/>
          </p:cNvSpPr>
          <p:nvPr>
            <p:ph type="sldImg"/>
          </p:nvPr>
        </p:nvSpPr>
        <p:spPr bwMode="auto"/>
      </p:sp>
      <p:sp>
        <p:nvSpPr>
          <p:cNvPr id="794855136" name="Notes Placeholder 2"/>
          <p:cNvSpPr>
            <a:spLocks noGrp="1"/>
          </p:cNvSpPr>
          <p:nvPr>
            <p:ph type="body" idx="1"/>
          </p:nvPr>
        </p:nvSpPr>
        <p:spPr bwMode="auto"/>
        <p:txBody>
          <a:bodyPr/>
          <a:lstStyle/>
          <a:p>
            <a:pPr>
              <a:defRPr/>
            </a:pPr>
            <a:endParaRPr/>
          </a:p>
        </p:txBody>
      </p:sp>
      <p:sp>
        <p:nvSpPr>
          <p:cNvPr id="1525224499" name="Slide Number Placeholder 3"/>
          <p:cNvSpPr>
            <a:spLocks noGrp="1"/>
          </p:cNvSpPr>
          <p:nvPr>
            <p:ph type="sldNum" sz="quarter" idx="10"/>
          </p:nvPr>
        </p:nvSpPr>
        <p:spPr bwMode="auto"/>
        <p:txBody>
          <a:bodyPr/>
          <a:lstStyle/>
          <a:p>
            <a:pPr>
              <a:defRPr/>
            </a:pPr>
            <a:fld id="{C374181E-3D75-015A-BF9A-A1811885AE16}" type="slidenum">
              <a:rPr/>
              <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21133491" name="Slide Image Placeholder 1"/>
          <p:cNvSpPr>
            <a:spLocks noChangeAspect="1" noGrp="1" noRot="1"/>
          </p:cNvSpPr>
          <p:nvPr>
            <p:ph type="sldImg"/>
          </p:nvPr>
        </p:nvSpPr>
        <p:spPr bwMode="auto"/>
      </p:sp>
      <p:sp>
        <p:nvSpPr>
          <p:cNvPr id="489355366" name="Notes Placeholder 2"/>
          <p:cNvSpPr>
            <a:spLocks noGrp="1"/>
          </p:cNvSpPr>
          <p:nvPr>
            <p:ph type="body" idx="1"/>
          </p:nvPr>
        </p:nvSpPr>
        <p:spPr bwMode="auto"/>
        <p:txBody>
          <a:bodyPr/>
          <a:lstStyle/>
          <a:p>
            <a:pPr>
              <a:defRPr/>
            </a:pPr>
            <a:endParaRPr/>
          </a:p>
        </p:txBody>
      </p:sp>
      <p:sp>
        <p:nvSpPr>
          <p:cNvPr id="1965503353" name="Slide Number Placeholder 3"/>
          <p:cNvSpPr>
            <a:spLocks noGrp="1"/>
          </p:cNvSpPr>
          <p:nvPr>
            <p:ph type="sldNum" sz="quarter" idx="10"/>
          </p:nvPr>
        </p:nvSpPr>
        <p:spPr bwMode="auto"/>
        <p:txBody>
          <a:bodyPr/>
          <a:lstStyle/>
          <a:p>
            <a:pPr>
              <a:defRPr/>
            </a:pPr>
            <a:fld id="{20162975-0B87-124D-F4CF-CC0D059DED38}" type="slidenum">
              <a:rPr/>
              <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62461059" name="Slide Image Placeholder 1"/>
          <p:cNvSpPr>
            <a:spLocks noChangeAspect="1" noGrp="1" noRot="1"/>
          </p:cNvSpPr>
          <p:nvPr>
            <p:ph type="sldImg"/>
          </p:nvPr>
        </p:nvSpPr>
        <p:spPr bwMode="auto"/>
      </p:sp>
      <p:sp>
        <p:nvSpPr>
          <p:cNvPr id="2010807350" name="Notes Placeholder 2"/>
          <p:cNvSpPr>
            <a:spLocks noGrp="1"/>
          </p:cNvSpPr>
          <p:nvPr>
            <p:ph type="body" idx="1"/>
          </p:nvPr>
        </p:nvSpPr>
        <p:spPr bwMode="auto"/>
        <p:txBody>
          <a:bodyPr/>
          <a:lstStyle/>
          <a:p>
            <a:pPr>
              <a:defRPr/>
            </a:pPr>
            <a:endParaRPr/>
          </a:p>
        </p:txBody>
      </p:sp>
      <p:sp>
        <p:nvSpPr>
          <p:cNvPr id="1131638784" name="Slide Number Placeholder 3"/>
          <p:cNvSpPr>
            <a:spLocks noGrp="1"/>
          </p:cNvSpPr>
          <p:nvPr>
            <p:ph type="sldNum" sz="quarter" idx="10"/>
          </p:nvPr>
        </p:nvSpPr>
        <p:spPr bwMode="auto"/>
        <p:txBody>
          <a:bodyPr/>
          <a:lstStyle/>
          <a:p>
            <a:pPr>
              <a:defRPr/>
            </a:pPr>
            <a:fld id="{DF710F28-E052-173C-41D9-DD6C9335DF6F}" type="slidenum">
              <a:rPr/>
              <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99187352" name="Slide Image Placeholder 1"/>
          <p:cNvSpPr>
            <a:spLocks noChangeAspect="1" noGrp="1" noRot="1"/>
          </p:cNvSpPr>
          <p:nvPr>
            <p:ph type="sldImg"/>
          </p:nvPr>
        </p:nvSpPr>
        <p:spPr bwMode="auto"/>
      </p:sp>
      <p:sp>
        <p:nvSpPr>
          <p:cNvPr id="1443043441" name="Notes Placeholder 2"/>
          <p:cNvSpPr>
            <a:spLocks noGrp="1"/>
          </p:cNvSpPr>
          <p:nvPr>
            <p:ph type="body" idx="1"/>
          </p:nvPr>
        </p:nvSpPr>
        <p:spPr bwMode="auto"/>
        <p:txBody>
          <a:bodyPr/>
          <a:lstStyle/>
          <a:p>
            <a:pPr>
              <a:defRPr/>
            </a:pPr>
            <a:endParaRPr/>
          </a:p>
        </p:txBody>
      </p:sp>
      <p:sp>
        <p:nvSpPr>
          <p:cNvPr id="1821177459" name="Slide Number Placeholder 3"/>
          <p:cNvSpPr>
            <a:spLocks noGrp="1"/>
          </p:cNvSpPr>
          <p:nvPr>
            <p:ph type="sldNum" sz="quarter" idx="10"/>
          </p:nvPr>
        </p:nvSpPr>
        <p:spPr bwMode="auto"/>
        <p:txBody>
          <a:bodyPr/>
          <a:lstStyle/>
          <a:p>
            <a:pPr>
              <a:defRPr/>
            </a:pPr>
            <a:fld id="{3D9DB6D7-1DAB-B1E0-82BB-0703661D710D}" type="slidenum">
              <a:rPr/>
              <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30223096" name="Slide Image Placeholder 1"/>
          <p:cNvSpPr>
            <a:spLocks noChangeAspect="1" noGrp="1" noRot="1"/>
          </p:cNvSpPr>
          <p:nvPr>
            <p:ph type="sldImg"/>
          </p:nvPr>
        </p:nvSpPr>
        <p:spPr bwMode="auto"/>
      </p:sp>
      <p:sp>
        <p:nvSpPr>
          <p:cNvPr id="166868795" name="Notes Placeholder 2"/>
          <p:cNvSpPr>
            <a:spLocks noGrp="1"/>
          </p:cNvSpPr>
          <p:nvPr>
            <p:ph type="body" idx="1"/>
          </p:nvPr>
        </p:nvSpPr>
        <p:spPr bwMode="auto"/>
        <p:txBody>
          <a:bodyPr/>
          <a:lstStyle/>
          <a:p>
            <a:pPr>
              <a:defRPr/>
            </a:pPr>
            <a:endParaRPr/>
          </a:p>
        </p:txBody>
      </p:sp>
      <p:sp>
        <p:nvSpPr>
          <p:cNvPr id="2065007204" name="Slide Number Placeholder 3"/>
          <p:cNvSpPr>
            <a:spLocks noGrp="1"/>
          </p:cNvSpPr>
          <p:nvPr>
            <p:ph type="sldNum" sz="quarter" idx="10"/>
          </p:nvPr>
        </p:nvSpPr>
        <p:spPr bwMode="auto"/>
        <p:txBody>
          <a:bodyPr/>
          <a:lstStyle/>
          <a:p>
            <a:pPr>
              <a:defRPr/>
            </a:pPr>
            <a:fld id="{399B5EB9-CEEA-9BBB-ADE0-7D8A93C8FCBD}" type="slidenum">
              <a:rPr/>
              <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54279831" name="Slide Image Placeholder 1"/>
          <p:cNvSpPr>
            <a:spLocks noChangeAspect="1" noGrp="1" noRot="1"/>
          </p:cNvSpPr>
          <p:nvPr>
            <p:ph type="sldImg"/>
          </p:nvPr>
        </p:nvSpPr>
        <p:spPr bwMode="auto"/>
      </p:sp>
      <p:sp>
        <p:nvSpPr>
          <p:cNvPr id="1385849402" name="Notes Placeholder 2"/>
          <p:cNvSpPr>
            <a:spLocks noGrp="1"/>
          </p:cNvSpPr>
          <p:nvPr>
            <p:ph type="body" idx="1"/>
          </p:nvPr>
        </p:nvSpPr>
        <p:spPr bwMode="auto"/>
        <p:txBody>
          <a:bodyPr/>
          <a:lstStyle/>
          <a:p>
            <a:pPr>
              <a:defRPr/>
            </a:pPr>
            <a:endParaRPr/>
          </a:p>
        </p:txBody>
      </p:sp>
      <p:sp>
        <p:nvSpPr>
          <p:cNvPr id="283048007" name="Slide Number Placeholder 3"/>
          <p:cNvSpPr>
            <a:spLocks noGrp="1"/>
          </p:cNvSpPr>
          <p:nvPr>
            <p:ph type="sldNum" sz="quarter" idx="10"/>
          </p:nvPr>
        </p:nvSpPr>
        <p:spPr bwMode="auto"/>
        <p:txBody>
          <a:bodyPr/>
          <a:lstStyle/>
          <a:p>
            <a:pPr>
              <a:defRPr/>
            </a:pPr>
            <a:fld id="{1E258580-6B33-FA3E-7D01-D92051217F84}" type="slidenum">
              <a:rPr/>
              <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99435849" name="Slide Image Placeholder 1"/>
          <p:cNvSpPr>
            <a:spLocks noChangeAspect="1" noGrp="1" noRot="1"/>
          </p:cNvSpPr>
          <p:nvPr>
            <p:ph type="sldImg"/>
          </p:nvPr>
        </p:nvSpPr>
        <p:spPr bwMode="auto"/>
      </p:sp>
      <p:sp>
        <p:nvSpPr>
          <p:cNvPr id="1831028955" name="Notes Placeholder 2"/>
          <p:cNvSpPr>
            <a:spLocks noGrp="1"/>
          </p:cNvSpPr>
          <p:nvPr>
            <p:ph type="body" idx="1"/>
          </p:nvPr>
        </p:nvSpPr>
        <p:spPr bwMode="auto"/>
        <p:txBody>
          <a:bodyPr/>
          <a:lstStyle/>
          <a:p>
            <a:pPr>
              <a:defRPr/>
            </a:pPr>
            <a:endParaRPr/>
          </a:p>
        </p:txBody>
      </p:sp>
      <p:sp>
        <p:nvSpPr>
          <p:cNvPr id="1622506081" name="Slide Number Placeholder 3"/>
          <p:cNvSpPr>
            <a:spLocks noGrp="1"/>
          </p:cNvSpPr>
          <p:nvPr>
            <p:ph type="sldNum" sz="quarter" idx="10"/>
          </p:nvPr>
        </p:nvSpPr>
        <p:spPr bwMode="auto"/>
        <p:txBody>
          <a:bodyPr/>
          <a:lstStyle/>
          <a:p>
            <a:pPr>
              <a:defRPr/>
            </a:pPr>
            <a:fld id="{2AF64CBA-39A3-330E-222D-8DFBAC3EAED1}" type="slidenum">
              <a:rPr/>
              <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21694685" name="Slide Image Placeholder 1"/>
          <p:cNvSpPr>
            <a:spLocks noChangeAspect="1" noGrp="1" noRot="1"/>
          </p:cNvSpPr>
          <p:nvPr>
            <p:ph type="sldImg"/>
          </p:nvPr>
        </p:nvSpPr>
        <p:spPr bwMode="auto"/>
      </p:sp>
      <p:sp>
        <p:nvSpPr>
          <p:cNvPr id="828245654" name="Notes Placeholder 2"/>
          <p:cNvSpPr>
            <a:spLocks noGrp="1"/>
          </p:cNvSpPr>
          <p:nvPr>
            <p:ph type="body" idx="1"/>
          </p:nvPr>
        </p:nvSpPr>
        <p:spPr bwMode="auto"/>
        <p:txBody>
          <a:bodyPr/>
          <a:lstStyle/>
          <a:p>
            <a:pPr>
              <a:defRPr/>
            </a:pPr>
            <a:endParaRPr/>
          </a:p>
        </p:txBody>
      </p:sp>
      <p:sp>
        <p:nvSpPr>
          <p:cNvPr id="320978408" name="Slide Number Placeholder 3"/>
          <p:cNvSpPr>
            <a:spLocks noGrp="1"/>
          </p:cNvSpPr>
          <p:nvPr>
            <p:ph type="sldNum" sz="quarter" idx="10"/>
          </p:nvPr>
        </p:nvSpPr>
        <p:spPr bwMode="auto"/>
        <p:txBody>
          <a:bodyPr/>
          <a:lstStyle/>
          <a:p>
            <a:pPr>
              <a:defRPr/>
            </a:pPr>
            <a:fld id="{C45E4D4C-FF23-C312-3909-D43C2034481A}" type="slidenum">
              <a:rPr/>
              <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60857520" name="Slide Image Placeholder 1"/>
          <p:cNvSpPr>
            <a:spLocks noChangeAspect="1" noGrp="1" noRot="1"/>
          </p:cNvSpPr>
          <p:nvPr>
            <p:ph type="sldImg"/>
          </p:nvPr>
        </p:nvSpPr>
        <p:spPr bwMode="auto"/>
      </p:sp>
      <p:sp>
        <p:nvSpPr>
          <p:cNvPr id="2045309764" name="Notes Placeholder 2"/>
          <p:cNvSpPr>
            <a:spLocks noGrp="1"/>
          </p:cNvSpPr>
          <p:nvPr>
            <p:ph type="body" idx="1"/>
          </p:nvPr>
        </p:nvSpPr>
        <p:spPr bwMode="auto"/>
        <p:txBody>
          <a:bodyPr/>
          <a:lstStyle/>
          <a:p>
            <a:pPr>
              <a:defRPr/>
            </a:pPr>
            <a:endParaRPr/>
          </a:p>
        </p:txBody>
      </p:sp>
      <p:sp>
        <p:nvSpPr>
          <p:cNvPr id="334900570" name="Slide Number Placeholder 3"/>
          <p:cNvSpPr>
            <a:spLocks noGrp="1"/>
          </p:cNvSpPr>
          <p:nvPr>
            <p:ph type="sldNum" sz="quarter" idx="10"/>
          </p:nvPr>
        </p:nvSpPr>
        <p:spPr bwMode="auto"/>
        <p:txBody>
          <a:bodyPr/>
          <a:lstStyle/>
          <a:p>
            <a:pPr>
              <a:defRPr/>
            </a:pPr>
            <a:fld id="{5E9D0093-CEF7-4F7C-3917-F404DA844F27}" type="slidenum">
              <a:rPr/>
              <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89364900" name="Slide Image Placeholder 1"/>
          <p:cNvSpPr>
            <a:spLocks noChangeAspect="1" noGrp="1" noRot="1"/>
          </p:cNvSpPr>
          <p:nvPr>
            <p:ph type="sldImg"/>
          </p:nvPr>
        </p:nvSpPr>
        <p:spPr bwMode="auto"/>
      </p:sp>
      <p:sp>
        <p:nvSpPr>
          <p:cNvPr id="101303473" name="Notes Placeholder 2"/>
          <p:cNvSpPr>
            <a:spLocks noGrp="1"/>
          </p:cNvSpPr>
          <p:nvPr>
            <p:ph type="body" idx="1"/>
          </p:nvPr>
        </p:nvSpPr>
        <p:spPr bwMode="auto"/>
        <p:txBody>
          <a:bodyPr/>
          <a:lstStyle/>
          <a:p>
            <a:pPr>
              <a:defRPr/>
            </a:pPr>
            <a:endParaRPr/>
          </a:p>
        </p:txBody>
      </p:sp>
      <p:sp>
        <p:nvSpPr>
          <p:cNvPr id="1870131968" name="Slide Number Placeholder 3"/>
          <p:cNvSpPr>
            <a:spLocks noGrp="1"/>
          </p:cNvSpPr>
          <p:nvPr>
            <p:ph type="sldNum" sz="quarter" idx="10"/>
          </p:nvPr>
        </p:nvSpPr>
        <p:spPr bwMode="auto"/>
        <p:txBody>
          <a:bodyPr/>
          <a:lstStyle/>
          <a:p>
            <a:pPr>
              <a:defRPr/>
            </a:pPr>
            <a:fld id="{5FE2612B-5475-F079-D6D8-D27530AECA99}" type="slidenum">
              <a:rPr/>
              <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94112419" name="Slide Image Placeholder 1"/>
          <p:cNvSpPr>
            <a:spLocks noChangeAspect="1" noGrp="1" noRot="1"/>
          </p:cNvSpPr>
          <p:nvPr>
            <p:ph type="sldImg"/>
          </p:nvPr>
        </p:nvSpPr>
        <p:spPr bwMode="auto"/>
      </p:sp>
      <p:sp>
        <p:nvSpPr>
          <p:cNvPr id="1041400984" name="Notes Placeholder 2"/>
          <p:cNvSpPr>
            <a:spLocks noGrp="1"/>
          </p:cNvSpPr>
          <p:nvPr>
            <p:ph type="body" idx="1"/>
          </p:nvPr>
        </p:nvSpPr>
        <p:spPr bwMode="auto"/>
        <p:txBody>
          <a:bodyPr/>
          <a:lstStyle/>
          <a:p>
            <a:pPr>
              <a:defRPr/>
            </a:pPr>
            <a:endParaRPr/>
          </a:p>
        </p:txBody>
      </p:sp>
      <p:sp>
        <p:nvSpPr>
          <p:cNvPr id="1353170894" name="Slide Number Placeholder 3"/>
          <p:cNvSpPr>
            <a:spLocks noGrp="1"/>
          </p:cNvSpPr>
          <p:nvPr>
            <p:ph type="sldNum" sz="quarter" idx="10"/>
          </p:nvPr>
        </p:nvSpPr>
        <p:spPr bwMode="auto"/>
        <p:txBody>
          <a:bodyPr/>
          <a:lstStyle/>
          <a:p>
            <a:pPr>
              <a:defRPr/>
            </a:pPr>
            <a:fld id="{BD3A8570-D5E3-A3DA-E9BE-4E59B47DCD31}" type="slidenum">
              <a:rPr/>
              <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88301177" name="Slide Image Placeholder 1"/>
          <p:cNvSpPr>
            <a:spLocks noChangeAspect="1" noGrp="1" noRot="1"/>
          </p:cNvSpPr>
          <p:nvPr>
            <p:ph type="sldImg"/>
          </p:nvPr>
        </p:nvSpPr>
        <p:spPr bwMode="auto"/>
      </p:sp>
      <p:sp>
        <p:nvSpPr>
          <p:cNvPr id="1241559198" name="Notes Placeholder 2"/>
          <p:cNvSpPr>
            <a:spLocks noGrp="1"/>
          </p:cNvSpPr>
          <p:nvPr>
            <p:ph type="body" idx="1"/>
          </p:nvPr>
        </p:nvSpPr>
        <p:spPr bwMode="auto"/>
        <p:txBody>
          <a:bodyPr/>
          <a:lstStyle/>
          <a:p>
            <a:pPr>
              <a:defRPr/>
            </a:pPr>
            <a:endParaRPr/>
          </a:p>
        </p:txBody>
      </p:sp>
      <p:sp>
        <p:nvSpPr>
          <p:cNvPr id="126578646" name="Slide Number Placeholder 3"/>
          <p:cNvSpPr>
            <a:spLocks noGrp="1"/>
          </p:cNvSpPr>
          <p:nvPr>
            <p:ph type="sldNum" sz="quarter" idx="10"/>
          </p:nvPr>
        </p:nvSpPr>
        <p:spPr bwMode="auto"/>
        <p:txBody>
          <a:bodyPr/>
          <a:lstStyle/>
          <a:p>
            <a:pPr>
              <a:defRPr/>
            </a:pPr>
            <a:fld id="{602157EF-C9F3-24D9-B1A1-FB4AB3408235}" type="slidenum">
              <a:rPr/>
              <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14212009" name="Slide Image Placeholder 1"/>
          <p:cNvSpPr>
            <a:spLocks noChangeAspect="1" noGrp="1" noRot="1"/>
          </p:cNvSpPr>
          <p:nvPr>
            <p:ph type="sldImg"/>
          </p:nvPr>
        </p:nvSpPr>
        <p:spPr bwMode="auto"/>
      </p:sp>
      <p:sp>
        <p:nvSpPr>
          <p:cNvPr id="931118386" name="Notes Placeholder 2"/>
          <p:cNvSpPr>
            <a:spLocks noGrp="1"/>
          </p:cNvSpPr>
          <p:nvPr>
            <p:ph type="body" idx="1"/>
          </p:nvPr>
        </p:nvSpPr>
        <p:spPr bwMode="auto"/>
        <p:txBody>
          <a:bodyPr/>
          <a:lstStyle/>
          <a:p>
            <a:pPr>
              <a:defRPr/>
            </a:pPr>
            <a:endParaRPr/>
          </a:p>
        </p:txBody>
      </p:sp>
      <p:sp>
        <p:nvSpPr>
          <p:cNvPr id="289538646" name="Slide Number Placeholder 3"/>
          <p:cNvSpPr>
            <a:spLocks noGrp="1"/>
          </p:cNvSpPr>
          <p:nvPr>
            <p:ph type="sldNum" sz="quarter" idx="10"/>
          </p:nvPr>
        </p:nvSpPr>
        <p:spPr bwMode="auto"/>
        <p:txBody>
          <a:bodyPr/>
          <a:lstStyle/>
          <a:p>
            <a:pPr>
              <a:defRPr/>
            </a:pPr>
            <a:fld id="{08873EC8-14A0-3A00-0EAE-6D6F91E8567D}" type="slidenum">
              <a:rPr/>
              <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10532495" name="Slide Image Placeholder 1"/>
          <p:cNvSpPr>
            <a:spLocks noChangeAspect="1" noGrp="1" noRot="1"/>
          </p:cNvSpPr>
          <p:nvPr>
            <p:ph type="sldImg"/>
          </p:nvPr>
        </p:nvSpPr>
        <p:spPr bwMode="auto"/>
      </p:sp>
      <p:sp>
        <p:nvSpPr>
          <p:cNvPr id="1892047684" name="Notes Placeholder 2"/>
          <p:cNvSpPr>
            <a:spLocks noGrp="1"/>
          </p:cNvSpPr>
          <p:nvPr>
            <p:ph type="body" idx="1"/>
          </p:nvPr>
        </p:nvSpPr>
        <p:spPr bwMode="auto"/>
        <p:txBody>
          <a:bodyPr/>
          <a:lstStyle/>
          <a:p>
            <a:pPr>
              <a:defRPr/>
            </a:pPr>
            <a:endParaRPr/>
          </a:p>
        </p:txBody>
      </p:sp>
      <p:sp>
        <p:nvSpPr>
          <p:cNvPr id="2054808403" name="Slide Number Placeholder 3"/>
          <p:cNvSpPr>
            <a:spLocks noGrp="1"/>
          </p:cNvSpPr>
          <p:nvPr>
            <p:ph type="sldNum" sz="quarter" idx="10"/>
          </p:nvPr>
        </p:nvSpPr>
        <p:spPr bwMode="auto"/>
        <p:txBody>
          <a:bodyPr/>
          <a:lstStyle/>
          <a:p>
            <a:pPr>
              <a:defRPr/>
            </a:pPr>
            <a:fld id="{41797A96-85C7-DC3D-4197-A7799D4D93EE}" type="slidenum">
              <a:rPr/>
              <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23006188" name="Slide Image Placeholder 1"/>
          <p:cNvSpPr>
            <a:spLocks noChangeAspect="1" noGrp="1" noRot="1"/>
          </p:cNvSpPr>
          <p:nvPr>
            <p:ph type="sldImg"/>
          </p:nvPr>
        </p:nvSpPr>
        <p:spPr bwMode="auto"/>
      </p:sp>
      <p:sp>
        <p:nvSpPr>
          <p:cNvPr id="607947487" name="Notes Placeholder 2"/>
          <p:cNvSpPr>
            <a:spLocks noGrp="1"/>
          </p:cNvSpPr>
          <p:nvPr>
            <p:ph type="body" idx="1"/>
          </p:nvPr>
        </p:nvSpPr>
        <p:spPr bwMode="auto"/>
        <p:txBody>
          <a:bodyPr/>
          <a:lstStyle/>
          <a:p>
            <a:pPr>
              <a:defRPr/>
            </a:pPr>
            <a:endParaRPr/>
          </a:p>
        </p:txBody>
      </p:sp>
      <p:sp>
        <p:nvSpPr>
          <p:cNvPr id="569048169" name="Slide Number Placeholder 3"/>
          <p:cNvSpPr>
            <a:spLocks noGrp="1"/>
          </p:cNvSpPr>
          <p:nvPr>
            <p:ph type="sldNum" sz="quarter" idx="10"/>
          </p:nvPr>
        </p:nvSpPr>
        <p:spPr bwMode="auto"/>
        <p:txBody>
          <a:bodyPr/>
          <a:lstStyle/>
          <a:p>
            <a:pPr>
              <a:defRPr/>
            </a:pPr>
            <a:fld id="{CC2A5D2C-5EB6-3EFE-448A-6E5A57BBB571}" type="slidenum">
              <a:rPr/>
              <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0773330" name="Slide Image Placeholder 1"/>
          <p:cNvSpPr>
            <a:spLocks noChangeAspect="1" noGrp="1" noRot="1"/>
          </p:cNvSpPr>
          <p:nvPr>
            <p:ph type="sldImg"/>
          </p:nvPr>
        </p:nvSpPr>
        <p:spPr bwMode="auto"/>
      </p:sp>
      <p:sp>
        <p:nvSpPr>
          <p:cNvPr id="751484777" name="Notes Placeholder 2"/>
          <p:cNvSpPr>
            <a:spLocks noGrp="1"/>
          </p:cNvSpPr>
          <p:nvPr>
            <p:ph type="body" idx="1"/>
          </p:nvPr>
        </p:nvSpPr>
        <p:spPr bwMode="auto"/>
        <p:txBody>
          <a:bodyPr/>
          <a:lstStyle/>
          <a:p>
            <a:pPr>
              <a:defRPr/>
            </a:pPr>
            <a:endParaRPr/>
          </a:p>
        </p:txBody>
      </p:sp>
      <p:sp>
        <p:nvSpPr>
          <p:cNvPr id="333931644" name="Slide Number Placeholder 3"/>
          <p:cNvSpPr>
            <a:spLocks noGrp="1"/>
          </p:cNvSpPr>
          <p:nvPr>
            <p:ph type="sldNum" sz="quarter" idx="10"/>
          </p:nvPr>
        </p:nvSpPr>
        <p:spPr bwMode="auto"/>
        <p:txBody>
          <a:bodyPr/>
          <a:lstStyle/>
          <a:p>
            <a:pPr>
              <a:defRPr/>
            </a:pPr>
            <a:fld id="{DB8107A1-9B68-E9FB-7790-E654E75FDF56}" type="slidenum">
              <a:rPr/>
              <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33524060" name="Slide Image Placeholder 1"/>
          <p:cNvSpPr>
            <a:spLocks noChangeAspect="1" noGrp="1" noRot="1"/>
          </p:cNvSpPr>
          <p:nvPr>
            <p:ph type="sldImg"/>
          </p:nvPr>
        </p:nvSpPr>
        <p:spPr bwMode="auto"/>
      </p:sp>
      <p:sp>
        <p:nvSpPr>
          <p:cNvPr id="561103873" name="Notes Placeholder 2"/>
          <p:cNvSpPr>
            <a:spLocks noGrp="1"/>
          </p:cNvSpPr>
          <p:nvPr>
            <p:ph type="body" idx="1"/>
          </p:nvPr>
        </p:nvSpPr>
        <p:spPr bwMode="auto"/>
        <p:txBody>
          <a:bodyPr/>
          <a:lstStyle/>
          <a:p>
            <a:pPr>
              <a:defRPr/>
            </a:pPr>
            <a:endParaRPr/>
          </a:p>
        </p:txBody>
      </p:sp>
      <p:sp>
        <p:nvSpPr>
          <p:cNvPr id="862025842" name="Slide Number Placeholder 3"/>
          <p:cNvSpPr>
            <a:spLocks noGrp="1"/>
          </p:cNvSpPr>
          <p:nvPr>
            <p:ph type="sldNum" sz="quarter" idx="10"/>
          </p:nvPr>
        </p:nvSpPr>
        <p:spPr bwMode="auto"/>
        <p:txBody>
          <a:bodyPr/>
          <a:lstStyle/>
          <a:p>
            <a:pPr>
              <a:defRPr/>
            </a:pPr>
            <a:fld id="{D5FF372D-B465-F965-BBAE-99202805F678}" type="slidenum">
              <a:rPr/>
              <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98986045" name="Slide Image Placeholder 1"/>
          <p:cNvSpPr>
            <a:spLocks noChangeAspect="1" noGrp="1" noRot="1"/>
          </p:cNvSpPr>
          <p:nvPr>
            <p:ph type="sldImg"/>
          </p:nvPr>
        </p:nvSpPr>
        <p:spPr bwMode="auto"/>
      </p:sp>
      <p:sp>
        <p:nvSpPr>
          <p:cNvPr id="1839909371" name="Notes Placeholder 2"/>
          <p:cNvSpPr>
            <a:spLocks noGrp="1"/>
          </p:cNvSpPr>
          <p:nvPr>
            <p:ph type="body" idx="1"/>
          </p:nvPr>
        </p:nvSpPr>
        <p:spPr bwMode="auto"/>
        <p:txBody>
          <a:bodyPr/>
          <a:lstStyle/>
          <a:p>
            <a:pPr>
              <a:defRPr/>
            </a:pPr>
            <a:endParaRPr/>
          </a:p>
        </p:txBody>
      </p:sp>
      <p:sp>
        <p:nvSpPr>
          <p:cNvPr id="831631823" name="Slide Number Placeholder 3"/>
          <p:cNvSpPr>
            <a:spLocks noGrp="1"/>
          </p:cNvSpPr>
          <p:nvPr>
            <p:ph type="sldNum" sz="quarter" idx="10"/>
          </p:nvPr>
        </p:nvSpPr>
        <p:spPr bwMode="auto"/>
        <p:txBody>
          <a:bodyPr/>
          <a:lstStyle/>
          <a:p>
            <a:pPr>
              <a:defRPr/>
            </a:pPr>
            <a:fld id="{227F4C2D-6E5E-C875-C976-C6D55F6BE674}" type="slidenum">
              <a:rPr/>
              <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49666848" name="Slide Image Placeholder 1"/>
          <p:cNvSpPr>
            <a:spLocks noChangeAspect="1" noGrp="1" noRot="1"/>
          </p:cNvSpPr>
          <p:nvPr>
            <p:ph type="sldImg"/>
          </p:nvPr>
        </p:nvSpPr>
        <p:spPr bwMode="auto"/>
      </p:sp>
      <p:sp>
        <p:nvSpPr>
          <p:cNvPr id="1249428426" name="Notes Placeholder 2"/>
          <p:cNvSpPr>
            <a:spLocks noGrp="1"/>
          </p:cNvSpPr>
          <p:nvPr>
            <p:ph type="body" idx="1"/>
          </p:nvPr>
        </p:nvSpPr>
        <p:spPr bwMode="auto"/>
        <p:txBody>
          <a:bodyPr/>
          <a:lstStyle/>
          <a:p>
            <a:pPr>
              <a:defRPr/>
            </a:pPr>
            <a:endParaRPr/>
          </a:p>
        </p:txBody>
      </p:sp>
      <p:sp>
        <p:nvSpPr>
          <p:cNvPr id="1941384023" name="Slide Number Placeholder 3"/>
          <p:cNvSpPr>
            <a:spLocks noGrp="1"/>
          </p:cNvSpPr>
          <p:nvPr>
            <p:ph type="sldNum" sz="quarter" idx="10"/>
          </p:nvPr>
        </p:nvSpPr>
        <p:spPr bwMode="auto"/>
        <p:txBody>
          <a:bodyPr/>
          <a:lstStyle/>
          <a:p>
            <a:pPr>
              <a:defRPr/>
            </a:pPr>
            <a:fld id="{6346F0F7-F334-E342-5F02-944A3495C4A0}" type="slidenum">
              <a:rPr/>
              <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73563950" name="Slide Image Placeholder 1"/>
          <p:cNvSpPr>
            <a:spLocks noChangeAspect="1" noGrp="1" noRot="1"/>
          </p:cNvSpPr>
          <p:nvPr>
            <p:ph type="sldImg"/>
          </p:nvPr>
        </p:nvSpPr>
        <p:spPr bwMode="auto"/>
      </p:sp>
      <p:sp>
        <p:nvSpPr>
          <p:cNvPr id="336348415" name="Notes Placeholder 2"/>
          <p:cNvSpPr>
            <a:spLocks noGrp="1"/>
          </p:cNvSpPr>
          <p:nvPr>
            <p:ph type="body" idx="1"/>
          </p:nvPr>
        </p:nvSpPr>
        <p:spPr bwMode="auto"/>
        <p:txBody>
          <a:bodyPr/>
          <a:lstStyle/>
          <a:p>
            <a:pPr>
              <a:defRPr/>
            </a:pPr>
            <a:endParaRPr/>
          </a:p>
        </p:txBody>
      </p:sp>
      <p:sp>
        <p:nvSpPr>
          <p:cNvPr id="86871942" name="Slide Number Placeholder 3"/>
          <p:cNvSpPr>
            <a:spLocks noGrp="1"/>
          </p:cNvSpPr>
          <p:nvPr>
            <p:ph type="sldNum" sz="quarter" idx="10"/>
          </p:nvPr>
        </p:nvSpPr>
        <p:spPr bwMode="auto"/>
        <p:txBody>
          <a:bodyPr/>
          <a:lstStyle/>
          <a:p>
            <a:pPr>
              <a:defRPr/>
            </a:pPr>
            <a:fld id="{8E37FDAD-1320-454A-0438-600C450795B3}" type="slidenum">
              <a:rPr/>
              <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31752041" name="Slide Image Placeholder 1"/>
          <p:cNvSpPr>
            <a:spLocks noChangeAspect="1" noGrp="1" noRot="1"/>
          </p:cNvSpPr>
          <p:nvPr>
            <p:ph type="sldImg"/>
          </p:nvPr>
        </p:nvSpPr>
        <p:spPr bwMode="auto"/>
      </p:sp>
      <p:sp>
        <p:nvSpPr>
          <p:cNvPr id="1858225098" name="Notes Placeholder 2"/>
          <p:cNvSpPr>
            <a:spLocks noGrp="1"/>
          </p:cNvSpPr>
          <p:nvPr>
            <p:ph type="body" idx="1"/>
          </p:nvPr>
        </p:nvSpPr>
        <p:spPr bwMode="auto"/>
        <p:txBody>
          <a:bodyPr/>
          <a:lstStyle/>
          <a:p>
            <a:pPr>
              <a:defRPr/>
            </a:pPr>
            <a:endParaRPr/>
          </a:p>
        </p:txBody>
      </p:sp>
      <p:sp>
        <p:nvSpPr>
          <p:cNvPr id="2105295868" name="Slide Number Placeholder 3"/>
          <p:cNvSpPr>
            <a:spLocks noGrp="1"/>
          </p:cNvSpPr>
          <p:nvPr>
            <p:ph type="sldNum" sz="quarter" idx="10"/>
          </p:nvPr>
        </p:nvSpPr>
        <p:spPr bwMode="auto"/>
        <p:txBody>
          <a:bodyPr/>
          <a:lstStyle/>
          <a:p>
            <a:pPr>
              <a:defRPr/>
            </a:pPr>
            <a:fld id="{9D1E0814-FA3A-798F-7BCC-928878DD25B2}" type="slidenum">
              <a:rPr/>
              <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44798954" name="Slide Image Placeholder 1"/>
          <p:cNvSpPr>
            <a:spLocks noChangeAspect="1" noGrp="1" noRot="1"/>
          </p:cNvSpPr>
          <p:nvPr>
            <p:ph type="sldImg"/>
          </p:nvPr>
        </p:nvSpPr>
        <p:spPr bwMode="auto"/>
      </p:sp>
      <p:sp>
        <p:nvSpPr>
          <p:cNvPr id="1391577240" name="Notes Placeholder 2"/>
          <p:cNvSpPr>
            <a:spLocks noGrp="1"/>
          </p:cNvSpPr>
          <p:nvPr>
            <p:ph type="body" idx="1"/>
          </p:nvPr>
        </p:nvSpPr>
        <p:spPr bwMode="auto"/>
        <p:txBody>
          <a:bodyPr/>
          <a:lstStyle/>
          <a:p>
            <a:pPr>
              <a:defRPr/>
            </a:pPr>
            <a:endParaRPr/>
          </a:p>
        </p:txBody>
      </p:sp>
      <p:sp>
        <p:nvSpPr>
          <p:cNvPr id="670757981" name="Slide Number Placeholder 3"/>
          <p:cNvSpPr>
            <a:spLocks noGrp="1"/>
          </p:cNvSpPr>
          <p:nvPr>
            <p:ph type="sldNum" sz="quarter" idx="10"/>
          </p:nvPr>
        </p:nvSpPr>
        <p:spPr bwMode="auto"/>
        <p:txBody>
          <a:bodyPr/>
          <a:lstStyle/>
          <a:p>
            <a:pPr>
              <a:defRPr/>
            </a:pPr>
            <a:fld id="{7447F0D3-1DEA-F745-1E09-B7FA6BF8E5C4}" type="slidenum">
              <a:rPr/>
              <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25503257" name="Slide Image Placeholder 1"/>
          <p:cNvSpPr>
            <a:spLocks noChangeAspect="1" noGrp="1" noRot="1"/>
          </p:cNvSpPr>
          <p:nvPr>
            <p:ph type="sldImg"/>
          </p:nvPr>
        </p:nvSpPr>
        <p:spPr bwMode="auto"/>
      </p:sp>
      <p:sp>
        <p:nvSpPr>
          <p:cNvPr id="1987191552" name="Notes Placeholder 2"/>
          <p:cNvSpPr>
            <a:spLocks noGrp="1"/>
          </p:cNvSpPr>
          <p:nvPr>
            <p:ph type="body" idx="1"/>
          </p:nvPr>
        </p:nvSpPr>
        <p:spPr bwMode="auto"/>
        <p:txBody>
          <a:bodyPr/>
          <a:lstStyle/>
          <a:p>
            <a:pPr>
              <a:defRPr/>
            </a:pPr>
            <a:endParaRPr/>
          </a:p>
        </p:txBody>
      </p:sp>
      <p:sp>
        <p:nvSpPr>
          <p:cNvPr id="559924327" name="Slide Number Placeholder 3"/>
          <p:cNvSpPr>
            <a:spLocks noGrp="1"/>
          </p:cNvSpPr>
          <p:nvPr>
            <p:ph type="sldNum" sz="quarter" idx="10"/>
          </p:nvPr>
        </p:nvSpPr>
        <p:spPr bwMode="auto"/>
        <p:txBody>
          <a:bodyPr/>
          <a:lstStyle/>
          <a:p>
            <a:pPr>
              <a:defRPr/>
            </a:pPr>
            <a:fld id="{ADF4C0AE-E38D-DC6B-C68A-AA49F3CF55AB}" type="slidenum">
              <a:rPr/>
              <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53795575" name="Slide Image Placeholder 1"/>
          <p:cNvSpPr>
            <a:spLocks noChangeAspect="1" noGrp="1" noRot="1"/>
          </p:cNvSpPr>
          <p:nvPr>
            <p:ph type="sldImg"/>
          </p:nvPr>
        </p:nvSpPr>
        <p:spPr bwMode="auto"/>
      </p:sp>
      <p:sp>
        <p:nvSpPr>
          <p:cNvPr id="1137586927" name="Notes Placeholder 2"/>
          <p:cNvSpPr>
            <a:spLocks noGrp="1"/>
          </p:cNvSpPr>
          <p:nvPr>
            <p:ph type="body" idx="1"/>
          </p:nvPr>
        </p:nvSpPr>
        <p:spPr bwMode="auto"/>
        <p:txBody>
          <a:bodyPr/>
          <a:lstStyle/>
          <a:p>
            <a:pPr>
              <a:defRPr/>
            </a:pPr>
            <a:endParaRPr/>
          </a:p>
        </p:txBody>
      </p:sp>
      <p:sp>
        <p:nvSpPr>
          <p:cNvPr id="290801278" name="Slide Number Placeholder 3"/>
          <p:cNvSpPr>
            <a:spLocks noGrp="1"/>
          </p:cNvSpPr>
          <p:nvPr>
            <p:ph type="sldNum" sz="quarter" idx="10"/>
          </p:nvPr>
        </p:nvSpPr>
        <p:spPr bwMode="auto"/>
        <p:txBody>
          <a:bodyPr/>
          <a:lstStyle/>
          <a:p>
            <a:pPr>
              <a:defRPr/>
            </a:pPr>
            <a:fld id="{DC887B64-E028-2AA4-2F68-CBA8265516E3}" type="slidenum">
              <a:rPr/>
              <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08122898" name="Slide Image Placeholder 1"/>
          <p:cNvSpPr>
            <a:spLocks noChangeAspect="1" noGrp="1" noRot="1"/>
          </p:cNvSpPr>
          <p:nvPr>
            <p:ph type="sldImg"/>
          </p:nvPr>
        </p:nvSpPr>
        <p:spPr bwMode="auto"/>
      </p:sp>
      <p:sp>
        <p:nvSpPr>
          <p:cNvPr id="1604117914" name="Notes Placeholder 2"/>
          <p:cNvSpPr>
            <a:spLocks noGrp="1"/>
          </p:cNvSpPr>
          <p:nvPr>
            <p:ph type="body" idx="1"/>
          </p:nvPr>
        </p:nvSpPr>
        <p:spPr bwMode="auto"/>
        <p:txBody>
          <a:bodyPr/>
          <a:lstStyle/>
          <a:p>
            <a:pPr>
              <a:defRPr/>
            </a:pPr>
            <a:endParaRPr/>
          </a:p>
        </p:txBody>
      </p:sp>
      <p:sp>
        <p:nvSpPr>
          <p:cNvPr id="202540270" name="Slide Number Placeholder 3"/>
          <p:cNvSpPr>
            <a:spLocks noGrp="1"/>
          </p:cNvSpPr>
          <p:nvPr>
            <p:ph type="sldNum" sz="quarter" idx="10"/>
          </p:nvPr>
        </p:nvSpPr>
        <p:spPr bwMode="auto"/>
        <p:txBody>
          <a:bodyPr/>
          <a:lstStyle/>
          <a:p>
            <a:pPr>
              <a:defRPr/>
            </a:pPr>
            <a:fld id="{1F0CF1FC-3401-5F66-1687-747F5BB6F5D1}" type="slidenum">
              <a:rPr/>
              <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8602016" name="Slide Image Placeholder 1"/>
          <p:cNvSpPr>
            <a:spLocks noChangeAspect="1" noGrp="1" noRot="1"/>
          </p:cNvSpPr>
          <p:nvPr>
            <p:ph type="sldImg"/>
          </p:nvPr>
        </p:nvSpPr>
        <p:spPr bwMode="auto"/>
      </p:sp>
      <p:sp>
        <p:nvSpPr>
          <p:cNvPr id="1912528284" name="Notes Placeholder 2"/>
          <p:cNvSpPr>
            <a:spLocks noGrp="1"/>
          </p:cNvSpPr>
          <p:nvPr>
            <p:ph type="body" idx="1"/>
          </p:nvPr>
        </p:nvSpPr>
        <p:spPr bwMode="auto"/>
        <p:txBody>
          <a:bodyPr/>
          <a:lstStyle/>
          <a:p>
            <a:pPr>
              <a:defRPr/>
            </a:pPr>
            <a:endParaRPr/>
          </a:p>
        </p:txBody>
      </p:sp>
      <p:sp>
        <p:nvSpPr>
          <p:cNvPr id="1479331460" name="Slide Number Placeholder 3"/>
          <p:cNvSpPr>
            <a:spLocks noGrp="1"/>
          </p:cNvSpPr>
          <p:nvPr>
            <p:ph type="sldNum" sz="quarter" idx="10"/>
          </p:nvPr>
        </p:nvSpPr>
        <p:spPr bwMode="auto"/>
        <p:txBody>
          <a:bodyPr/>
          <a:lstStyle/>
          <a:p>
            <a:pPr>
              <a:defRPr/>
            </a:pPr>
            <a:fld id="{E820E706-D256-E63B-0C75-706309155F93}" type="slidenum">
              <a:rPr/>
              <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3868034" name="Slide Image Placeholder 1"/>
          <p:cNvSpPr>
            <a:spLocks noChangeAspect="1" noGrp="1" noRot="1"/>
          </p:cNvSpPr>
          <p:nvPr>
            <p:ph type="sldImg"/>
          </p:nvPr>
        </p:nvSpPr>
        <p:spPr bwMode="auto"/>
      </p:sp>
      <p:sp>
        <p:nvSpPr>
          <p:cNvPr id="1739115466" name="Notes Placeholder 2"/>
          <p:cNvSpPr>
            <a:spLocks noGrp="1"/>
          </p:cNvSpPr>
          <p:nvPr>
            <p:ph type="body" idx="1"/>
          </p:nvPr>
        </p:nvSpPr>
        <p:spPr bwMode="auto"/>
        <p:txBody>
          <a:bodyPr/>
          <a:lstStyle/>
          <a:p>
            <a:pPr>
              <a:defRPr/>
            </a:pPr>
            <a:endParaRPr/>
          </a:p>
        </p:txBody>
      </p:sp>
      <p:sp>
        <p:nvSpPr>
          <p:cNvPr id="1324796588" name="Slide Number Placeholder 3"/>
          <p:cNvSpPr>
            <a:spLocks noGrp="1"/>
          </p:cNvSpPr>
          <p:nvPr>
            <p:ph type="sldNum" sz="quarter" idx="10"/>
          </p:nvPr>
        </p:nvSpPr>
        <p:spPr bwMode="auto"/>
        <p:txBody>
          <a:bodyPr/>
          <a:lstStyle/>
          <a:p>
            <a:pPr>
              <a:defRPr/>
            </a:pPr>
            <a:fld id="{61B1688A-4A24-A9DE-E8D5-11EF2820979B}" type="slidenum">
              <a:rPr/>
              <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79866307" name="Slide Image Placeholder 1"/>
          <p:cNvSpPr>
            <a:spLocks noChangeAspect="1" noGrp="1" noRot="1"/>
          </p:cNvSpPr>
          <p:nvPr>
            <p:ph type="sldImg"/>
          </p:nvPr>
        </p:nvSpPr>
        <p:spPr bwMode="auto"/>
      </p:sp>
      <p:sp>
        <p:nvSpPr>
          <p:cNvPr id="1347903847" name="Notes Placeholder 2"/>
          <p:cNvSpPr>
            <a:spLocks noGrp="1"/>
          </p:cNvSpPr>
          <p:nvPr>
            <p:ph type="body" idx="1"/>
          </p:nvPr>
        </p:nvSpPr>
        <p:spPr bwMode="auto"/>
        <p:txBody>
          <a:bodyPr/>
          <a:lstStyle/>
          <a:p>
            <a:pPr>
              <a:defRPr/>
            </a:pPr>
            <a:endParaRPr/>
          </a:p>
        </p:txBody>
      </p:sp>
      <p:sp>
        <p:nvSpPr>
          <p:cNvPr id="1832316256" name="Slide Number Placeholder 3"/>
          <p:cNvSpPr>
            <a:spLocks noGrp="1"/>
          </p:cNvSpPr>
          <p:nvPr>
            <p:ph type="sldNum" sz="quarter" idx="10"/>
          </p:nvPr>
        </p:nvSpPr>
        <p:spPr bwMode="auto"/>
        <p:txBody>
          <a:bodyPr/>
          <a:lstStyle/>
          <a:p>
            <a:pPr>
              <a:defRPr/>
            </a:pPr>
            <a:fld id="{5AF96F47-3D75-628A-7225-3D6D257E195E}" type="slidenum">
              <a:rPr/>
              <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80139818" name="Slide Image Placeholder 1"/>
          <p:cNvSpPr>
            <a:spLocks noChangeAspect="1" noGrp="1" noRot="1"/>
          </p:cNvSpPr>
          <p:nvPr>
            <p:ph type="sldImg"/>
          </p:nvPr>
        </p:nvSpPr>
        <p:spPr bwMode="auto"/>
      </p:sp>
      <p:sp>
        <p:nvSpPr>
          <p:cNvPr id="1804584657" name="Notes Placeholder 2"/>
          <p:cNvSpPr>
            <a:spLocks noGrp="1"/>
          </p:cNvSpPr>
          <p:nvPr>
            <p:ph type="body" idx="1"/>
          </p:nvPr>
        </p:nvSpPr>
        <p:spPr bwMode="auto"/>
        <p:txBody>
          <a:bodyPr/>
          <a:lstStyle/>
          <a:p>
            <a:pPr>
              <a:defRPr/>
            </a:pPr>
            <a:endParaRPr/>
          </a:p>
        </p:txBody>
      </p:sp>
      <p:sp>
        <p:nvSpPr>
          <p:cNvPr id="725758124" name="Slide Number Placeholder 3"/>
          <p:cNvSpPr>
            <a:spLocks noGrp="1"/>
          </p:cNvSpPr>
          <p:nvPr>
            <p:ph type="sldNum" sz="quarter" idx="10"/>
          </p:nvPr>
        </p:nvSpPr>
        <p:spPr bwMode="auto"/>
        <p:txBody>
          <a:bodyPr/>
          <a:lstStyle/>
          <a:p>
            <a:pPr>
              <a:defRPr/>
            </a:pPr>
            <a:fld id="{F75ABE1E-764B-F425-3391-598B8B461FDD}" type="slidenum">
              <a:rPr/>
              <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35263591" name="Slide Image Placeholder 1"/>
          <p:cNvSpPr>
            <a:spLocks noChangeAspect="1" noGrp="1" noRot="1"/>
          </p:cNvSpPr>
          <p:nvPr>
            <p:ph type="sldImg"/>
          </p:nvPr>
        </p:nvSpPr>
        <p:spPr bwMode="auto"/>
      </p:sp>
      <p:sp>
        <p:nvSpPr>
          <p:cNvPr id="1534749562" name="Notes Placeholder 2"/>
          <p:cNvSpPr>
            <a:spLocks noGrp="1"/>
          </p:cNvSpPr>
          <p:nvPr>
            <p:ph type="body" idx="1"/>
          </p:nvPr>
        </p:nvSpPr>
        <p:spPr bwMode="auto"/>
        <p:txBody>
          <a:bodyPr/>
          <a:lstStyle/>
          <a:p>
            <a:pPr>
              <a:defRPr/>
            </a:pPr>
            <a:endParaRPr/>
          </a:p>
        </p:txBody>
      </p:sp>
      <p:sp>
        <p:nvSpPr>
          <p:cNvPr id="456460880" name="Slide Number Placeholder 3"/>
          <p:cNvSpPr>
            <a:spLocks noGrp="1"/>
          </p:cNvSpPr>
          <p:nvPr>
            <p:ph type="sldNum" sz="quarter" idx="10"/>
          </p:nvPr>
        </p:nvSpPr>
        <p:spPr bwMode="auto"/>
        <p:txBody>
          <a:bodyPr/>
          <a:lstStyle/>
          <a:p>
            <a:pPr>
              <a:defRPr/>
            </a:pPr>
            <a:fld id="{AA8DE568-97B0-9929-DEC1-7CBD6BC5D270}" type="slidenum">
              <a:rPr/>
              <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47354528" name="Slide Image Placeholder 1"/>
          <p:cNvSpPr>
            <a:spLocks noChangeAspect="1" noGrp="1" noRot="1"/>
          </p:cNvSpPr>
          <p:nvPr>
            <p:ph type="sldImg"/>
          </p:nvPr>
        </p:nvSpPr>
        <p:spPr bwMode="auto"/>
      </p:sp>
      <p:sp>
        <p:nvSpPr>
          <p:cNvPr id="761127963" name="Notes Placeholder 2"/>
          <p:cNvSpPr>
            <a:spLocks noGrp="1"/>
          </p:cNvSpPr>
          <p:nvPr>
            <p:ph type="body" idx="1"/>
          </p:nvPr>
        </p:nvSpPr>
        <p:spPr bwMode="auto"/>
        <p:txBody>
          <a:bodyPr/>
          <a:lstStyle/>
          <a:p>
            <a:pPr>
              <a:defRPr/>
            </a:pPr>
            <a:endParaRPr/>
          </a:p>
        </p:txBody>
      </p:sp>
      <p:sp>
        <p:nvSpPr>
          <p:cNvPr id="891800603" name="Slide Number Placeholder 3"/>
          <p:cNvSpPr>
            <a:spLocks noGrp="1"/>
          </p:cNvSpPr>
          <p:nvPr>
            <p:ph type="sldNum" sz="quarter" idx="10"/>
          </p:nvPr>
        </p:nvSpPr>
        <p:spPr bwMode="auto"/>
        <p:txBody>
          <a:bodyPr/>
          <a:lstStyle/>
          <a:p>
            <a:pPr>
              <a:defRPr/>
            </a:pPr>
            <a:fld id="{67D6FF70-89BB-82B1-17DA-D1DCA74758D8}" type="slidenum">
              <a:rPr/>
              <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80254202" name="Slide Image Placeholder 1"/>
          <p:cNvSpPr>
            <a:spLocks noChangeAspect="1" noGrp="1" noRot="1"/>
          </p:cNvSpPr>
          <p:nvPr>
            <p:ph type="sldImg"/>
          </p:nvPr>
        </p:nvSpPr>
        <p:spPr bwMode="auto"/>
      </p:sp>
      <p:sp>
        <p:nvSpPr>
          <p:cNvPr id="1656889660" name="Notes Placeholder 2"/>
          <p:cNvSpPr>
            <a:spLocks noGrp="1"/>
          </p:cNvSpPr>
          <p:nvPr>
            <p:ph type="body" idx="1"/>
          </p:nvPr>
        </p:nvSpPr>
        <p:spPr bwMode="auto"/>
        <p:txBody>
          <a:bodyPr/>
          <a:lstStyle/>
          <a:p>
            <a:pPr>
              <a:defRPr/>
            </a:pPr>
            <a:endParaRPr/>
          </a:p>
        </p:txBody>
      </p:sp>
      <p:sp>
        <p:nvSpPr>
          <p:cNvPr id="1496904130" name="Slide Number Placeholder 3"/>
          <p:cNvSpPr>
            <a:spLocks noGrp="1"/>
          </p:cNvSpPr>
          <p:nvPr>
            <p:ph type="sldNum" sz="quarter" idx="10"/>
          </p:nvPr>
        </p:nvSpPr>
        <p:spPr bwMode="auto"/>
        <p:txBody>
          <a:bodyPr/>
          <a:lstStyle/>
          <a:p>
            <a:pPr>
              <a:defRPr/>
            </a:pPr>
            <a:fld id="{D3D1B874-9CC0-4429-5FF7-FC67A3C3FD72}" type="slidenum">
              <a:rPr/>
              <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17642627" name="Slide Image Placeholder 1"/>
          <p:cNvSpPr>
            <a:spLocks noChangeAspect="1" noGrp="1" noRot="1"/>
          </p:cNvSpPr>
          <p:nvPr>
            <p:ph type="sldImg"/>
          </p:nvPr>
        </p:nvSpPr>
        <p:spPr bwMode="auto"/>
      </p:sp>
      <p:sp>
        <p:nvSpPr>
          <p:cNvPr id="511396513" name="Notes Placeholder 2"/>
          <p:cNvSpPr>
            <a:spLocks noGrp="1"/>
          </p:cNvSpPr>
          <p:nvPr>
            <p:ph type="body" idx="1"/>
          </p:nvPr>
        </p:nvSpPr>
        <p:spPr bwMode="auto"/>
        <p:txBody>
          <a:bodyPr/>
          <a:lstStyle/>
          <a:p>
            <a:pPr>
              <a:defRPr/>
            </a:pPr>
            <a:endParaRPr/>
          </a:p>
        </p:txBody>
      </p:sp>
      <p:sp>
        <p:nvSpPr>
          <p:cNvPr id="219031650" name="Slide Number Placeholder 3"/>
          <p:cNvSpPr>
            <a:spLocks noGrp="1"/>
          </p:cNvSpPr>
          <p:nvPr>
            <p:ph type="sldNum" sz="quarter" idx="10"/>
          </p:nvPr>
        </p:nvSpPr>
        <p:spPr bwMode="auto"/>
        <p:txBody>
          <a:bodyPr/>
          <a:lstStyle/>
          <a:p>
            <a:pPr>
              <a:defRPr/>
            </a:pPr>
            <a:fld id="{C65434F9-E3D3-DB90-E93A-1D223BF901B0}" type="slidenum">
              <a:rPr/>
              <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67939734" name="Slide Image Placeholder 1"/>
          <p:cNvSpPr>
            <a:spLocks noChangeAspect="1" noGrp="1" noRot="1"/>
          </p:cNvSpPr>
          <p:nvPr>
            <p:ph type="sldImg"/>
          </p:nvPr>
        </p:nvSpPr>
        <p:spPr bwMode="auto"/>
      </p:sp>
      <p:sp>
        <p:nvSpPr>
          <p:cNvPr id="1957360403" name="Notes Placeholder 2"/>
          <p:cNvSpPr>
            <a:spLocks noGrp="1"/>
          </p:cNvSpPr>
          <p:nvPr>
            <p:ph type="body" idx="1"/>
          </p:nvPr>
        </p:nvSpPr>
        <p:spPr bwMode="auto"/>
        <p:txBody>
          <a:bodyPr/>
          <a:lstStyle/>
          <a:p>
            <a:pPr>
              <a:defRPr/>
            </a:pPr>
            <a:endParaRPr/>
          </a:p>
        </p:txBody>
      </p:sp>
      <p:sp>
        <p:nvSpPr>
          <p:cNvPr id="1118774055" name="Slide Number Placeholder 3"/>
          <p:cNvSpPr>
            <a:spLocks noGrp="1"/>
          </p:cNvSpPr>
          <p:nvPr>
            <p:ph type="sldNum" sz="quarter" idx="10"/>
          </p:nvPr>
        </p:nvSpPr>
        <p:spPr bwMode="auto"/>
        <p:txBody>
          <a:bodyPr/>
          <a:lstStyle/>
          <a:p>
            <a:pPr>
              <a:defRPr/>
            </a:pPr>
            <a:fld id="{5D6F7208-4509-16B4-8EF9-ADC2C49B49EF}" type="slidenum">
              <a:rPr/>
              <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16834477" name="Slide Image Placeholder 1"/>
          <p:cNvSpPr>
            <a:spLocks noChangeAspect="1" noGrp="1" noRot="1"/>
          </p:cNvSpPr>
          <p:nvPr>
            <p:ph type="sldImg"/>
          </p:nvPr>
        </p:nvSpPr>
        <p:spPr bwMode="auto"/>
      </p:sp>
      <p:sp>
        <p:nvSpPr>
          <p:cNvPr id="1109965242" name="Notes Placeholder 2"/>
          <p:cNvSpPr>
            <a:spLocks noGrp="1"/>
          </p:cNvSpPr>
          <p:nvPr>
            <p:ph type="body" idx="1"/>
          </p:nvPr>
        </p:nvSpPr>
        <p:spPr bwMode="auto"/>
        <p:txBody>
          <a:bodyPr/>
          <a:lstStyle/>
          <a:p>
            <a:pPr>
              <a:defRPr/>
            </a:pPr>
            <a:endParaRPr/>
          </a:p>
        </p:txBody>
      </p:sp>
      <p:sp>
        <p:nvSpPr>
          <p:cNvPr id="276781704" name="Slide Number Placeholder 3"/>
          <p:cNvSpPr>
            <a:spLocks noGrp="1"/>
          </p:cNvSpPr>
          <p:nvPr>
            <p:ph type="sldNum" sz="quarter" idx="10"/>
          </p:nvPr>
        </p:nvSpPr>
        <p:spPr bwMode="auto"/>
        <p:txBody>
          <a:bodyPr/>
          <a:lstStyle/>
          <a:p>
            <a:pPr>
              <a:defRPr/>
            </a:pPr>
            <a:fld id="{01A26031-1666-FFA0-1343-10117A0A8A1E}" type="slidenum">
              <a:rPr/>
              <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55795523" name="Slide Image Placeholder 1"/>
          <p:cNvSpPr>
            <a:spLocks noChangeAspect="1" noGrp="1" noRot="1"/>
          </p:cNvSpPr>
          <p:nvPr>
            <p:ph type="sldImg"/>
          </p:nvPr>
        </p:nvSpPr>
        <p:spPr bwMode="auto"/>
      </p:sp>
      <p:sp>
        <p:nvSpPr>
          <p:cNvPr id="625480591" name="Notes Placeholder 2"/>
          <p:cNvSpPr>
            <a:spLocks noGrp="1"/>
          </p:cNvSpPr>
          <p:nvPr>
            <p:ph type="body" idx="1"/>
          </p:nvPr>
        </p:nvSpPr>
        <p:spPr bwMode="auto"/>
        <p:txBody>
          <a:bodyPr/>
          <a:lstStyle/>
          <a:p>
            <a:pPr>
              <a:defRPr/>
            </a:pPr>
            <a:endParaRPr/>
          </a:p>
        </p:txBody>
      </p:sp>
      <p:sp>
        <p:nvSpPr>
          <p:cNvPr id="1948794253" name="Slide Number Placeholder 3"/>
          <p:cNvSpPr>
            <a:spLocks noGrp="1"/>
          </p:cNvSpPr>
          <p:nvPr>
            <p:ph type="sldNum" sz="quarter" idx="10"/>
          </p:nvPr>
        </p:nvSpPr>
        <p:spPr bwMode="auto"/>
        <p:txBody>
          <a:bodyPr/>
          <a:lstStyle/>
          <a:p>
            <a:pPr>
              <a:defRPr/>
            </a:pPr>
            <a:fld id="{67F023A4-E3E3-6195-88ED-53EC821D2997}" type="slidenum">
              <a:rPr/>
              <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29622150" name="Slide Image Placeholder 1"/>
          <p:cNvSpPr>
            <a:spLocks noChangeAspect="1" noGrp="1" noRot="1"/>
          </p:cNvSpPr>
          <p:nvPr>
            <p:ph type="sldImg"/>
          </p:nvPr>
        </p:nvSpPr>
        <p:spPr bwMode="auto"/>
      </p:sp>
      <p:sp>
        <p:nvSpPr>
          <p:cNvPr id="740247287" name="Notes Placeholder 2"/>
          <p:cNvSpPr>
            <a:spLocks noGrp="1"/>
          </p:cNvSpPr>
          <p:nvPr>
            <p:ph type="body" idx="1"/>
          </p:nvPr>
        </p:nvSpPr>
        <p:spPr bwMode="auto"/>
        <p:txBody>
          <a:bodyPr/>
          <a:lstStyle/>
          <a:p>
            <a:pPr>
              <a:defRPr/>
            </a:pPr>
            <a:endParaRPr/>
          </a:p>
        </p:txBody>
      </p:sp>
      <p:sp>
        <p:nvSpPr>
          <p:cNvPr id="278391773" name="Slide Number Placeholder 3"/>
          <p:cNvSpPr>
            <a:spLocks noGrp="1"/>
          </p:cNvSpPr>
          <p:nvPr>
            <p:ph type="sldNum" sz="quarter" idx="10"/>
          </p:nvPr>
        </p:nvSpPr>
        <p:spPr bwMode="auto"/>
        <p:txBody>
          <a:bodyPr/>
          <a:lstStyle/>
          <a:p>
            <a:pPr>
              <a:defRPr/>
            </a:pPr>
            <a:fld id="{14C3DA3E-F2DA-2C64-8E0F-319E878795B9}" type="slidenum">
              <a:rPr/>
              <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15422049" name="Slide Image Placeholder 1"/>
          <p:cNvSpPr>
            <a:spLocks noChangeAspect="1" noGrp="1" noRot="1"/>
          </p:cNvSpPr>
          <p:nvPr>
            <p:ph type="sldImg"/>
          </p:nvPr>
        </p:nvSpPr>
        <p:spPr bwMode="auto"/>
      </p:sp>
      <p:sp>
        <p:nvSpPr>
          <p:cNvPr id="356464489" name="Notes Placeholder 2"/>
          <p:cNvSpPr>
            <a:spLocks noGrp="1"/>
          </p:cNvSpPr>
          <p:nvPr>
            <p:ph type="body" idx="1"/>
          </p:nvPr>
        </p:nvSpPr>
        <p:spPr bwMode="auto"/>
        <p:txBody>
          <a:bodyPr/>
          <a:lstStyle/>
          <a:p>
            <a:pPr>
              <a:defRPr/>
            </a:pPr>
            <a:endParaRPr/>
          </a:p>
        </p:txBody>
      </p:sp>
      <p:sp>
        <p:nvSpPr>
          <p:cNvPr id="1246232195" name="Slide Number Placeholder 3"/>
          <p:cNvSpPr>
            <a:spLocks noGrp="1"/>
          </p:cNvSpPr>
          <p:nvPr>
            <p:ph type="sldNum" sz="quarter" idx="10"/>
          </p:nvPr>
        </p:nvSpPr>
        <p:spPr bwMode="auto"/>
        <p:txBody>
          <a:bodyPr/>
          <a:lstStyle/>
          <a:p>
            <a:pPr>
              <a:defRPr/>
            </a:pPr>
            <a:fld id="{CB466F95-1D03-2B53-5C37-61A286478723}" type="slidenum">
              <a:rPr/>
              <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84479592" name="Slide Image Placeholder 1"/>
          <p:cNvSpPr>
            <a:spLocks noChangeAspect="1" noGrp="1" noRot="1"/>
          </p:cNvSpPr>
          <p:nvPr>
            <p:ph type="sldImg"/>
          </p:nvPr>
        </p:nvSpPr>
        <p:spPr bwMode="auto"/>
      </p:sp>
      <p:sp>
        <p:nvSpPr>
          <p:cNvPr id="783295339" name="Notes Placeholder 2"/>
          <p:cNvSpPr>
            <a:spLocks noGrp="1"/>
          </p:cNvSpPr>
          <p:nvPr>
            <p:ph type="body" idx="1"/>
          </p:nvPr>
        </p:nvSpPr>
        <p:spPr bwMode="auto"/>
        <p:txBody>
          <a:bodyPr/>
          <a:lstStyle/>
          <a:p>
            <a:pPr>
              <a:defRPr/>
            </a:pPr>
            <a:endParaRPr/>
          </a:p>
        </p:txBody>
      </p:sp>
      <p:sp>
        <p:nvSpPr>
          <p:cNvPr id="1084225759" name="Slide Number Placeholder 3"/>
          <p:cNvSpPr>
            <a:spLocks noGrp="1"/>
          </p:cNvSpPr>
          <p:nvPr>
            <p:ph type="sldNum" sz="quarter" idx="10"/>
          </p:nvPr>
        </p:nvSpPr>
        <p:spPr bwMode="auto"/>
        <p:txBody>
          <a:bodyPr/>
          <a:lstStyle/>
          <a:p>
            <a:pPr>
              <a:defRPr/>
            </a:pPr>
            <a:fld id="{AC0A40C7-AB34-D7E9-E511-577CCB0FD391}" type="slidenum">
              <a:rPr/>
              <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21766811" name="Slide Image Placeholder 1"/>
          <p:cNvSpPr>
            <a:spLocks noChangeAspect="1" noGrp="1" noRot="1"/>
          </p:cNvSpPr>
          <p:nvPr>
            <p:ph type="sldImg"/>
          </p:nvPr>
        </p:nvSpPr>
        <p:spPr bwMode="auto"/>
      </p:sp>
      <p:sp>
        <p:nvSpPr>
          <p:cNvPr id="1815805737" name="Notes Placeholder 2"/>
          <p:cNvSpPr>
            <a:spLocks noGrp="1"/>
          </p:cNvSpPr>
          <p:nvPr>
            <p:ph type="body" idx="1"/>
          </p:nvPr>
        </p:nvSpPr>
        <p:spPr bwMode="auto"/>
        <p:txBody>
          <a:bodyPr/>
          <a:lstStyle/>
          <a:p>
            <a:pPr>
              <a:defRPr/>
            </a:pPr>
            <a:endParaRPr/>
          </a:p>
        </p:txBody>
      </p:sp>
      <p:sp>
        <p:nvSpPr>
          <p:cNvPr id="235529095" name="Slide Number Placeholder 3"/>
          <p:cNvSpPr>
            <a:spLocks noGrp="1"/>
          </p:cNvSpPr>
          <p:nvPr>
            <p:ph type="sldNum" sz="quarter" idx="10"/>
          </p:nvPr>
        </p:nvSpPr>
        <p:spPr bwMode="auto"/>
        <p:txBody>
          <a:bodyPr/>
          <a:lstStyle/>
          <a:p>
            <a:pPr>
              <a:defRPr/>
            </a:pPr>
            <a:fld id="{D89237B5-1CB3-7EDD-7250-D1A1602C7E93}" type="slidenum">
              <a:rPr/>
              <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55448411" name="Slide Image Placeholder 1"/>
          <p:cNvSpPr>
            <a:spLocks noChangeAspect="1" noGrp="1" noRot="1"/>
          </p:cNvSpPr>
          <p:nvPr>
            <p:ph type="sldImg"/>
          </p:nvPr>
        </p:nvSpPr>
        <p:spPr bwMode="auto"/>
      </p:sp>
      <p:sp>
        <p:nvSpPr>
          <p:cNvPr id="1239057448" name="Notes Placeholder 2"/>
          <p:cNvSpPr>
            <a:spLocks noGrp="1"/>
          </p:cNvSpPr>
          <p:nvPr>
            <p:ph type="body" idx="1"/>
          </p:nvPr>
        </p:nvSpPr>
        <p:spPr bwMode="auto"/>
        <p:txBody>
          <a:bodyPr/>
          <a:lstStyle/>
          <a:p>
            <a:pPr>
              <a:defRPr/>
            </a:pPr>
            <a:endParaRPr/>
          </a:p>
        </p:txBody>
      </p:sp>
      <p:sp>
        <p:nvSpPr>
          <p:cNvPr id="204967566" name="Slide Number Placeholder 3"/>
          <p:cNvSpPr>
            <a:spLocks noGrp="1"/>
          </p:cNvSpPr>
          <p:nvPr>
            <p:ph type="sldNum" sz="quarter" idx="10"/>
          </p:nvPr>
        </p:nvSpPr>
        <p:spPr bwMode="auto"/>
        <p:txBody>
          <a:bodyPr/>
          <a:lstStyle/>
          <a:p>
            <a:pPr>
              <a:defRPr/>
            </a:pPr>
            <a:fld id="{6A382380-19A7-A1A0-EEAC-E3B9E43D5E6F}" type="slidenum">
              <a:rPr/>
              <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69902783" name="Slide Image Placeholder 1"/>
          <p:cNvSpPr>
            <a:spLocks noChangeAspect="1" noGrp="1" noRot="1"/>
          </p:cNvSpPr>
          <p:nvPr>
            <p:ph type="sldImg"/>
          </p:nvPr>
        </p:nvSpPr>
        <p:spPr bwMode="auto"/>
      </p:sp>
      <p:sp>
        <p:nvSpPr>
          <p:cNvPr id="29311879" name="Notes Placeholder 2"/>
          <p:cNvSpPr>
            <a:spLocks noGrp="1"/>
          </p:cNvSpPr>
          <p:nvPr>
            <p:ph type="body" idx="1"/>
          </p:nvPr>
        </p:nvSpPr>
        <p:spPr bwMode="auto"/>
        <p:txBody>
          <a:bodyPr/>
          <a:lstStyle/>
          <a:p>
            <a:pPr>
              <a:defRPr/>
            </a:pPr>
            <a:endParaRPr/>
          </a:p>
        </p:txBody>
      </p:sp>
      <p:sp>
        <p:nvSpPr>
          <p:cNvPr id="949617625" name="Slide Number Placeholder 3"/>
          <p:cNvSpPr>
            <a:spLocks noGrp="1"/>
          </p:cNvSpPr>
          <p:nvPr>
            <p:ph type="sldNum" sz="quarter" idx="10"/>
          </p:nvPr>
        </p:nvSpPr>
        <p:spPr bwMode="auto"/>
        <p:txBody>
          <a:bodyPr/>
          <a:lstStyle/>
          <a:p>
            <a:pPr>
              <a:defRPr/>
            </a:pPr>
            <a:fld id="{2A7702FD-7905-BDC6-4203-F59B61CEB9B8}" type="slidenum">
              <a:rPr/>
              <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30908105" name="Slide Image Placeholder 1"/>
          <p:cNvSpPr>
            <a:spLocks noChangeAspect="1" noGrp="1" noRot="1"/>
          </p:cNvSpPr>
          <p:nvPr>
            <p:ph type="sldImg"/>
          </p:nvPr>
        </p:nvSpPr>
        <p:spPr bwMode="auto"/>
      </p:sp>
      <p:sp>
        <p:nvSpPr>
          <p:cNvPr id="107099537" name="Notes Placeholder 2"/>
          <p:cNvSpPr>
            <a:spLocks noGrp="1"/>
          </p:cNvSpPr>
          <p:nvPr>
            <p:ph type="body" idx="1"/>
          </p:nvPr>
        </p:nvSpPr>
        <p:spPr bwMode="auto"/>
        <p:txBody>
          <a:bodyPr/>
          <a:lstStyle/>
          <a:p>
            <a:pPr>
              <a:defRPr/>
            </a:pPr>
            <a:endParaRPr/>
          </a:p>
        </p:txBody>
      </p:sp>
      <p:sp>
        <p:nvSpPr>
          <p:cNvPr id="880910517" name="Slide Number Placeholder 3"/>
          <p:cNvSpPr>
            <a:spLocks noGrp="1"/>
          </p:cNvSpPr>
          <p:nvPr>
            <p:ph type="sldNum" sz="quarter" idx="10"/>
          </p:nvPr>
        </p:nvSpPr>
        <p:spPr bwMode="auto"/>
        <p:txBody>
          <a:bodyPr/>
          <a:lstStyle/>
          <a:p>
            <a:pPr>
              <a:defRPr/>
            </a:pPr>
            <a:fld id="{C729BA4D-F7B8-24AB-4D7A-E413A5FFAA82}" type="slidenum">
              <a:rPr/>
              <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29281538" name="Slide Image Placeholder 1"/>
          <p:cNvSpPr>
            <a:spLocks noChangeAspect="1" noGrp="1" noRot="1"/>
          </p:cNvSpPr>
          <p:nvPr>
            <p:ph type="sldImg"/>
          </p:nvPr>
        </p:nvSpPr>
        <p:spPr bwMode="auto"/>
      </p:sp>
      <p:sp>
        <p:nvSpPr>
          <p:cNvPr id="829870333" name="Notes Placeholder 2"/>
          <p:cNvSpPr>
            <a:spLocks noGrp="1"/>
          </p:cNvSpPr>
          <p:nvPr>
            <p:ph type="body" idx="1"/>
          </p:nvPr>
        </p:nvSpPr>
        <p:spPr bwMode="auto"/>
        <p:txBody>
          <a:bodyPr/>
          <a:lstStyle/>
          <a:p>
            <a:pPr>
              <a:defRPr/>
            </a:pPr>
            <a:endParaRPr/>
          </a:p>
        </p:txBody>
      </p:sp>
      <p:sp>
        <p:nvSpPr>
          <p:cNvPr id="1627807772" name="Slide Number Placeholder 3"/>
          <p:cNvSpPr>
            <a:spLocks noGrp="1"/>
          </p:cNvSpPr>
          <p:nvPr>
            <p:ph type="sldNum" sz="quarter" idx="10"/>
          </p:nvPr>
        </p:nvSpPr>
        <p:spPr bwMode="auto"/>
        <p:txBody>
          <a:bodyPr/>
          <a:lstStyle/>
          <a:p>
            <a:pPr>
              <a:defRPr/>
            </a:pPr>
            <a:fld id="{BE4927C6-D97B-436B-C8A7-AFE8CEC3A683}" type="slidenum">
              <a:rPr/>
              <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56324387" name="Slide Image Placeholder 1"/>
          <p:cNvSpPr>
            <a:spLocks noChangeAspect="1" noGrp="1" noRot="1"/>
          </p:cNvSpPr>
          <p:nvPr>
            <p:ph type="sldImg"/>
          </p:nvPr>
        </p:nvSpPr>
        <p:spPr bwMode="auto"/>
      </p:sp>
      <p:sp>
        <p:nvSpPr>
          <p:cNvPr id="399627715" name="Notes Placeholder 2"/>
          <p:cNvSpPr>
            <a:spLocks noGrp="1"/>
          </p:cNvSpPr>
          <p:nvPr>
            <p:ph type="body" idx="1"/>
          </p:nvPr>
        </p:nvSpPr>
        <p:spPr bwMode="auto"/>
        <p:txBody>
          <a:bodyPr/>
          <a:lstStyle/>
          <a:p>
            <a:pPr>
              <a:defRPr/>
            </a:pPr>
            <a:endParaRPr/>
          </a:p>
        </p:txBody>
      </p:sp>
      <p:sp>
        <p:nvSpPr>
          <p:cNvPr id="684634988" name="Slide Number Placeholder 3"/>
          <p:cNvSpPr>
            <a:spLocks noGrp="1"/>
          </p:cNvSpPr>
          <p:nvPr>
            <p:ph type="sldNum" sz="quarter" idx="10"/>
          </p:nvPr>
        </p:nvSpPr>
        <p:spPr bwMode="auto"/>
        <p:txBody>
          <a:bodyPr/>
          <a:lstStyle/>
          <a:p>
            <a:pPr>
              <a:defRPr/>
            </a:pPr>
            <a:fld id="{154E0709-468D-4CCD-4EDF-4432F5A849A0}" type="slidenum">
              <a:rPr/>
              <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64677275" name="Slide Image Placeholder 1"/>
          <p:cNvSpPr>
            <a:spLocks noChangeAspect="1" noGrp="1" noRot="1"/>
          </p:cNvSpPr>
          <p:nvPr>
            <p:ph type="sldImg"/>
          </p:nvPr>
        </p:nvSpPr>
        <p:spPr bwMode="auto"/>
      </p:sp>
      <p:sp>
        <p:nvSpPr>
          <p:cNvPr id="1300619260" name="Notes Placeholder 2"/>
          <p:cNvSpPr>
            <a:spLocks noGrp="1"/>
          </p:cNvSpPr>
          <p:nvPr>
            <p:ph type="body" idx="1"/>
          </p:nvPr>
        </p:nvSpPr>
        <p:spPr bwMode="auto"/>
        <p:txBody>
          <a:bodyPr/>
          <a:lstStyle/>
          <a:p>
            <a:pPr>
              <a:defRPr/>
            </a:pPr>
            <a:endParaRPr/>
          </a:p>
        </p:txBody>
      </p:sp>
      <p:sp>
        <p:nvSpPr>
          <p:cNvPr id="1633749029" name="Slide Number Placeholder 3"/>
          <p:cNvSpPr>
            <a:spLocks noGrp="1"/>
          </p:cNvSpPr>
          <p:nvPr>
            <p:ph type="sldNum" sz="quarter" idx="10"/>
          </p:nvPr>
        </p:nvSpPr>
        <p:spPr bwMode="auto"/>
        <p:txBody>
          <a:bodyPr/>
          <a:lstStyle/>
          <a:p>
            <a:pPr>
              <a:defRPr/>
            </a:pPr>
            <a:fld id="{9D58AC18-380E-66F2-7AE2-BD7F602DECD9}" type="slidenum">
              <a:rPr/>
              <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17537935" name="Slide Image Placeholder 1"/>
          <p:cNvSpPr>
            <a:spLocks noChangeAspect="1" noGrp="1" noRot="1"/>
          </p:cNvSpPr>
          <p:nvPr>
            <p:ph type="sldImg"/>
          </p:nvPr>
        </p:nvSpPr>
        <p:spPr bwMode="auto"/>
      </p:sp>
      <p:sp>
        <p:nvSpPr>
          <p:cNvPr id="1943896651" name="Notes Placeholder 2"/>
          <p:cNvSpPr>
            <a:spLocks noGrp="1"/>
          </p:cNvSpPr>
          <p:nvPr>
            <p:ph type="body" idx="1"/>
          </p:nvPr>
        </p:nvSpPr>
        <p:spPr bwMode="auto"/>
        <p:txBody>
          <a:bodyPr/>
          <a:lstStyle/>
          <a:p>
            <a:pPr>
              <a:defRPr/>
            </a:pPr>
            <a:endParaRPr/>
          </a:p>
        </p:txBody>
      </p:sp>
      <p:sp>
        <p:nvSpPr>
          <p:cNvPr id="1617124105" name="Slide Number Placeholder 3"/>
          <p:cNvSpPr>
            <a:spLocks noGrp="1"/>
          </p:cNvSpPr>
          <p:nvPr>
            <p:ph type="sldNum" sz="quarter" idx="10"/>
          </p:nvPr>
        </p:nvSpPr>
        <p:spPr bwMode="auto"/>
        <p:txBody>
          <a:bodyPr/>
          <a:lstStyle/>
          <a:p>
            <a:pPr>
              <a:defRPr/>
            </a:pPr>
            <a:fld id="{44934705-0AD6-963A-C353-5FAF7821E48E}" type="slidenum">
              <a:rPr/>
              <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77597955" name="Slide Image Placeholder 1"/>
          <p:cNvSpPr>
            <a:spLocks noChangeAspect="1" noGrp="1" noRot="1"/>
          </p:cNvSpPr>
          <p:nvPr>
            <p:ph type="sldImg"/>
          </p:nvPr>
        </p:nvSpPr>
        <p:spPr bwMode="auto"/>
      </p:sp>
      <p:sp>
        <p:nvSpPr>
          <p:cNvPr id="1905233829" name="Notes Placeholder 2"/>
          <p:cNvSpPr>
            <a:spLocks noGrp="1"/>
          </p:cNvSpPr>
          <p:nvPr>
            <p:ph type="body" idx="1"/>
          </p:nvPr>
        </p:nvSpPr>
        <p:spPr bwMode="auto"/>
        <p:txBody>
          <a:bodyPr/>
          <a:lstStyle/>
          <a:p>
            <a:pPr>
              <a:defRPr/>
            </a:pPr>
            <a:endParaRPr/>
          </a:p>
        </p:txBody>
      </p:sp>
      <p:sp>
        <p:nvSpPr>
          <p:cNvPr id="1716180609" name="Slide Number Placeholder 3"/>
          <p:cNvSpPr>
            <a:spLocks noGrp="1"/>
          </p:cNvSpPr>
          <p:nvPr>
            <p:ph type="sldNum" sz="quarter" idx="10"/>
          </p:nvPr>
        </p:nvSpPr>
        <p:spPr bwMode="auto"/>
        <p:txBody>
          <a:bodyPr/>
          <a:lstStyle/>
          <a:p>
            <a:pPr>
              <a:defRPr/>
            </a:pPr>
            <a:fld id="{A62C122E-C38D-8339-6097-2ED6C91C0541}" type="slidenum">
              <a:rPr/>
              <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63552713" name="Slide Image Placeholder 1"/>
          <p:cNvSpPr>
            <a:spLocks noChangeAspect="1" noGrp="1" noRot="1"/>
          </p:cNvSpPr>
          <p:nvPr>
            <p:ph type="sldImg"/>
          </p:nvPr>
        </p:nvSpPr>
        <p:spPr bwMode="auto"/>
      </p:sp>
      <p:sp>
        <p:nvSpPr>
          <p:cNvPr id="1780203352" name="Notes Placeholder 2"/>
          <p:cNvSpPr>
            <a:spLocks noGrp="1"/>
          </p:cNvSpPr>
          <p:nvPr>
            <p:ph type="body" idx="1"/>
          </p:nvPr>
        </p:nvSpPr>
        <p:spPr bwMode="auto"/>
        <p:txBody>
          <a:bodyPr/>
          <a:lstStyle/>
          <a:p>
            <a:pPr>
              <a:defRPr/>
            </a:pPr>
            <a:endParaRPr/>
          </a:p>
        </p:txBody>
      </p:sp>
      <p:sp>
        <p:nvSpPr>
          <p:cNvPr id="1224509775" name="Slide Number Placeholder 3"/>
          <p:cNvSpPr>
            <a:spLocks noGrp="1"/>
          </p:cNvSpPr>
          <p:nvPr>
            <p:ph type="sldNum" sz="quarter" idx="10"/>
          </p:nvPr>
        </p:nvSpPr>
        <p:spPr bwMode="auto"/>
        <p:txBody>
          <a:bodyPr/>
          <a:lstStyle/>
          <a:p>
            <a:pPr>
              <a:defRPr/>
            </a:pPr>
            <a:fld id="{73BB0AA0-5CF8-9B70-D3B9-41D789235083}" type="slidenum">
              <a:rPr/>
              <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87780361" name="Slide Image Placeholder 1"/>
          <p:cNvSpPr>
            <a:spLocks noChangeAspect="1" noGrp="1" noRot="1"/>
          </p:cNvSpPr>
          <p:nvPr>
            <p:ph type="sldImg"/>
          </p:nvPr>
        </p:nvSpPr>
        <p:spPr bwMode="auto"/>
      </p:sp>
      <p:sp>
        <p:nvSpPr>
          <p:cNvPr id="1079466640" name="Notes Placeholder 2"/>
          <p:cNvSpPr>
            <a:spLocks noGrp="1"/>
          </p:cNvSpPr>
          <p:nvPr>
            <p:ph type="body" idx="1"/>
          </p:nvPr>
        </p:nvSpPr>
        <p:spPr bwMode="auto"/>
        <p:txBody>
          <a:bodyPr/>
          <a:lstStyle/>
          <a:p>
            <a:pPr>
              <a:defRPr/>
            </a:pPr>
            <a:endParaRPr/>
          </a:p>
        </p:txBody>
      </p:sp>
      <p:sp>
        <p:nvSpPr>
          <p:cNvPr id="408675091" name="Slide Number Placeholder 3"/>
          <p:cNvSpPr>
            <a:spLocks noGrp="1"/>
          </p:cNvSpPr>
          <p:nvPr>
            <p:ph type="sldNum" sz="quarter" idx="10"/>
          </p:nvPr>
        </p:nvSpPr>
        <p:spPr bwMode="auto"/>
        <p:txBody>
          <a:bodyPr/>
          <a:lstStyle/>
          <a:p>
            <a:pPr>
              <a:defRPr/>
            </a:pPr>
            <a:fld id="{9042AC1A-8DA1-B652-2027-74938292C62E}" type="slidenum">
              <a:rPr/>
              <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11027749" name="Slide Image Placeholder 1"/>
          <p:cNvSpPr>
            <a:spLocks noChangeAspect="1" noGrp="1" noRot="1"/>
          </p:cNvSpPr>
          <p:nvPr>
            <p:ph type="sldImg"/>
          </p:nvPr>
        </p:nvSpPr>
        <p:spPr bwMode="auto"/>
      </p:sp>
      <p:sp>
        <p:nvSpPr>
          <p:cNvPr id="1971464053" name="Notes Placeholder 2"/>
          <p:cNvSpPr>
            <a:spLocks noGrp="1"/>
          </p:cNvSpPr>
          <p:nvPr>
            <p:ph type="body" idx="1"/>
          </p:nvPr>
        </p:nvSpPr>
        <p:spPr bwMode="auto"/>
        <p:txBody>
          <a:bodyPr/>
          <a:lstStyle/>
          <a:p>
            <a:pPr>
              <a:defRPr/>
            </a:pPr>
            <a:endParaRPr/>
          </a:p>
        </p:txBody>
      </p:sp>
      <p:sp>
        <p:nvSpPr>
          <p:cNvPr id="2004494988" name="Slide Number Placeholder 3"/>
          <p:cNvSpPr>
            <a:spLocks noGrp="1"/>
          </p:cNvSpPr>
          <p:nvPr>
            <p:ph type="sldNum" sz="quarter" idx="10"/>
          </p:nvPr>
        </p:nvSpPr>
        <p:spPr bwMode="auto"/>
        <p:txBody>
          <a:bodyPr/>
          <a:lstStyle/>
          <a:p>
            <a:pPr>
              <a:defRPr/>
            </a:pPr>
            <a:fld id="{BDBFD0CD-9953-DAB9-1629-83C76D32C9CF}" type="slidenum">
              <a:rPr/>
              <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1658885" name="Slide Image Placeholder 1"/>
          <p:cNvSpPr>
            <a:spLocks noChangeAspect="1" noGrp="1" noRot="1"/>
          </p:cNvSpPr>
          <p:nvPr>
            <p:ph type="sldImg"/>
          </p:nvPr>
        </p:nvSpPr>
        <p:spPr bwMode="auto"/>
      </p:sp>
      <p:sp>
        <p:nvSpPr>
          <p:cNvPr id="176358956" name="Notes Placeholder 2"/>
          <p:cNvSpPr>
            <a:spLocks noGrp="1"/>
          </p:cNvSpPr>
          <p:nvPr>
            <p:ph type="body" idx="1"/>
          </p:nvPr>
        </p:nvSpPr>
        <p:spPr bwMode="auto"/>
        <p:txBody>
          <a:bodyPr/>
          <a:lstStyle/>
          <a:p>
            <a:pPr>
              <a:defRPr/>
            </a:pPr>
            <a:endParaRPr/>
          </a:p>
        </p:txBody>
      </p:sp>
      <p:sp>
        <p:nvSpPr>
          <p:cNvPr id="1982408783" name="Slide Number Placeholder 3"/>
          <p:cNvSpPr>
            <a:spLocks noGrp="1"/>
          </p:cNvSpPr>
          <p:nvPr>
            <p:ph type="sldNum" sz="quarter" idx="10"/>
          </p:nvPr>
        </p:nvSpPr>
        <p:spPr bwMode="auto"/>
        <p:txBody>
          <a:bodyPr/>
          <a:lstStyle/>
          <a:p>
            <a:pPr>
              <a:defRPr/>
            </a:pPr>
            <a:fld id="{953E527E-84B9-F204-CCC6-BF4670AEB241}" type="slidenum">
              <a:rPr/>
              <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08288620" name="Slide Image Placeholder 1"/>
          <p:cNvSpPr>
            <a:spLocks noChangeAspect="1" noGrp="1" noRot="1"/>
          </p:cNvSpPr>
          <p:nvPr>
            <p:ph type="sldImg"/>
          </p:nvPr>
        </p:nvSpPr>
        <p:spPr bwMode="auto"/>
      </p:sp>
      <p:sp>
        <p:nvSpPr>
          <p:cNvPr id="1440153816" name="Notes Placeholder 2"/>
          <p:cNvSpPr>
            <a:spLocks noGrp="1"/>
          </p:cNvSpPr>
          <p:nvPr>
            <p:ph type="body" idx="1"/>
          </p:nvPr>
        </p:nvSpPr>
        <p:spPr bwMode="auto"/>
        <p:txBody>
          <a:bodyPr/>
          <a:lstStyle/>
          <a:p>
            <a:pPr>
              <a:defRPr/>
            </a:pPr>
            <a:endParaRPr/>
          </a:p>
        </p:txBody>
      </p:sp>
      <p:sp>
        <p:nvSpPr>
          <p:cNvPr id="1682555441" name="Slide Number Placeholder 3"/>
          <p:cNvSpPr>
            <a:spLocks noGrp="1"/>
          </p:cNvSpPr>
          <p:nvPr>
            <p:ph type="sldNum" sz="quarter" idx="10"/>
          </p:nvPr>
        </p:nvSpPr>
        <p:spPr bwMode="auto"/>
        <p:txBody>
          <a:bodyPr/>
          <a:lstStyle/>
          <a:p>
            <a:pPr>
              <a:defRPr/>
            </a:pPr>
            <a:fld id="{82EC451A-0168-5998-FE7E-6B0633410CB5}" type="slidenum">
              <a:rPr/>
              <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7797474" name="Slide Image Placeholder 1"/>
          <p:cNvSpPr>
            <a:spLocks noChangeAspect="1" noGrp="1" noRot="1"/>
          </p:cNvSpPr>
          <p:nvPr>
            <p:ph type="sldImg"/>
          </p:nvPr>
        </p:nvSpPr>
        <p:spPr bwMode="auto"/>
      </p:sp>
      <p:sp>
        <p:nvSpPr>
          <p:cNvPr id="1920859199" name="Notes Placeholder 2"/>
          <p:cNvSpPr>
            <a:spLocks noGrp="1"/>
          </p:cNvSpPr>
          <p:nvPr>
            <p:ph type="body" idx="1"/>
          </p:nvPr>
        </p:nvSpPr>
        <p:spPr bwMode="auto"/>
        <p:txBody>
          <a:bodyPr/>
          <a:lstStyle/>
          <a:p>
            <a:pPr>
              <a:defRPr/>
            </a:pPr>
            <a:endParaRPr/>
          </a:p>
        </p:txBody>
      </p:sp>
      <p:sp>
        <p:nvSpPr>
          <p:cNvPr id="1218487582" name="Slide Number Placeholder 3"/>
          <p:cNvSpPr>
            <a:spLocks noGrp="1"/>
          </p:cNvSpPr>
          <p:nvPr>
            <p:ph type="sldNum" sz="quarter" idx="10"/>
          </p:nvPr>
        </p:nvSpPr>
        <p:spPr bwMode="auto"/>
        <p:txBody>
          <a:bodyPr/>
          <a:lstStyle/>
          <a:p>
            <a:pPr>
              <a:defRPr/>
            </a:pPr>
            <a:fld id="{75FCCCA1-04DB-E6CE-E5C4-4256E1EC3F79}" type="slidenum">
              <a:rPr/>
              <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97072513" name="Slide Image Placeholder 1"/>
          <p:cNvSpPr>
            <a:spLocks noChangeAspect="1" noGrp="1" noRot="1"/>
          </p:cNvSpPr>
          <p:nvPr>
            <p:ph type="sldImg"/>
          </p:nvPr>
        </p:nvSpPr>
        <p:spPr bwMode="auto"/>
      </p:sp>
      <p:sp>
        <p:nvSpPr>
          <p:cNvPr id="1196868332" name="Notes Placeholder 2"/>
          <p:cNvSpPr>
            <a:spLocks noGrp="1"/>
          </p:cNvSpPr>
          <p:nvPr>
            <p:ph type="body" idx="1"/>
          </p:nvPr>
        </p:nvSpPr>
        <p:spPr bwMode="auto"/>
        <p:txBody>
          <a:bodyPr/>
          <a:lstStyle/>
          <a:p>
            <a:pPr>
              <a:defRPr/>
            </a:pPr>
            <a:endParaRPr/>
          </a:p>
        </p:txBody>
      </p:sp>
      <p:sp>
        <p:nvSpPr>
          <p:cNvPr id="489356318" name="Slide Number Placeholder 3"/>
          <p:cNvSpPr>
            <a:spLocks noGrp="1"/>
          </p:cNvSpPr>
          <p:nvPr>
            <p:ph type="sldNum" sz="quarter" idx="10"/>
          </p:nvPr>
        </p:nvSpPr>
        <p:spPr bwMode="auto"/>
        <p:txBody>
          <a:bodyPr/>
          <a:lstStyle/>
          <a:p>
            <a:pPr>
              <a:defRPr/>
            </a:pPr>
            <a:fld id="{80A229DD-D5FF-254B-DF64-C5EA347728A7}" type="slidenum">
              <a:rPr/>
              <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1434012231" name="Title 1"/>
          <p:cNvSpPr>
            <a:spLocks noGrp="1"/>
          </p:cNvSpPr>
          <p:nvPr>
            <p:ph type="ctrTitle"/>
          </p:nvPr>
        </p:nvSpPr>
        <p:spPr bwMode="auto">
          <a:xfrm>
            <a:off x="1524000" y="1122363"/>
            <a:ext cx="9144000" cy="2387600"/>
          </a:xfrm>
        </p:spPr>
        <p:txBody>
          <a:bodyPr anchor="b"/>
          <a:lstStyle>
            <a:lvl1pPr algn="ctr">
              <a:defRPr sz="6000"/>
            </a:lvl1pPr>
          </a:lstStyle>
          <a:p>
            <a:pPr>
              <a:defRPr/>
            </a:pPr>
            <a:r>
              <a:rPr lang="en-US"/>
              <a:t>Click to edit Master title style</a:t>
            </a:r>
            <a:endParaRPr lang="en-US"/>
          </a:p>
        </p:txBody>
      </p:sp>
      <p:sp>
        <p:nvSpPr>
          <p:cNvPr id="151914569" name="Subtitle 2"/>
          <p:cNvSpPr>
            <a:spLocks noGrp="1"/>
          </p:cNvSpPr>
          <p:nvPr>
            <p:ph type="subTitle" idx="1"/>
          </p:nvPr>
        </p:nvSpPr>
        <p:spPr bwMode="auto">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en-US"/>
              <a:t>Click to edit Master subtitle style</a:t>
            </a:r>
            <a:endParaRPr lang="en-US"/>
          </a:p>
        </p:txBody>
      </p:sp>
      <p:sp>
        <p:nvSpPr>
          <p:cNvPr id="507495707"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59064080" name="Footer Placeholder 4"/>
          <p:cNvSpPr>
            <a:spLocks noGrp="1"/>
          </p:cNvSpPr>
          <p:nvPr>
            <p:ph type="ftr" sz="quarter" idx="11"/>
          </p:nvPr>
        </p:nvSpPr>
        <p:spPr bwMode="auto"/>
        <p:txBody>
          <a:bodyPr/>
          <a:lstStyle/>
          <a:p>
            <a:pPr>
              <a:defRPr/>
            </a:pPr>
            <a:endParaRPr lang="en-US"/>
          </a:p>
        </p:txBody>
      </p:sp>
      <p:sp>
        <p:nvSpPr>
          <p:cNvPr id="448745178"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1208025237" name="Title 1"/>
          <p:cNvSpPr>
            <a:spLocks noGrp="1"/>
          </p:cNvSpPr>
          <p:nvPr>
            <p:ph type="title"/>
          </p:nvPr>
        </p:nvSpPr>
        <p:spPr bwMode="auto"/>
        <p:txBody>
          <a:bodyPr/>
          <a:lstStyle/>
          <a:p>
            <a:pPr>
              <a:defRPr/>
            </a:pPr>
            <a:r>
              <a:rPr lang="en-US"/>
              <a:t>Click to edit Master title style</a:t>
            </a:r>
            <a:endParaRPr lang="en-US"/>
          </a:p>
        </p:txBody>
      </p:sp>
      <p:sp>
        <p:nvSpPr>
          <p:cNvPr id="775452756"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2072524030"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529252071" name="Footer Placeholder 4"/>
          <p:cNvSpPr>
            <a:spLocks noGrp="1"/>
          </p:cNvSpPr>
          <p:nvPr>
            <p:ph type="ftr" sz="quarter" idx="11"/>
          </p:nvPr>
        </p:nvSpPr>
        <p:spPr bwMode="auto"/>
        <p:txBody>
          <a:bodyPr/>
          <a:lstStyle/>
          <a:p>
            <a:pPr>
              <a:defRPr/>
            </a:pPr>
            <a:endParaRPr lang="en-US"/>
          </a:p>
        </p:txBody>
      </p:sp>
      <p:sp>
        <p:nvSpPr>
          <p:cNvPr id="316494689"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1550848304" name="Title 1"/>
          <p:cNvSpPr>
            <a:spLocks noGrp="1"/>
          </p:cNvSpPr>
          <p:nvPr>
            <p:ph type="title"/>
          </p:nvPr>
        </p:nvSpPr>
        <p:spPr bwMode="auto">
          <a:xfrm>
            <a:off x="831850" y="1709738"/>
            <a:ext cx="10515600" cy="2852737"/>
          </a:xfrm>
        </p:spPr>
        <p:txBody>
          <a:bodyPr anchor="b"/>
          <a:lstStyle>
            <a:lvl1pPr>
              <a:defRPr sz="6000"/>
            </a:lvl1pPr>
          </a:lstStyle>
          <a:p>
            <a:pPr>
              <a:defRPr/>
            </a:pPr>
            <a:r>
              <a:rPr lang="en-US"/>
              <a:t>Click to edit Master title style</a:t>
            </a:r>
            <a:endParaRPr lang="en-US"/>
          </a:p>
        </p:txBody>
      </p:sp>
      <p:sp>
        <p:nvSpPr>
          <p:cNvPr id="1662682895" name="Text Placeholder 2"/>
          <p:cNvSpPr>
            <a:spLocks noGrp="1"/>
          </p:cNvSpPr>
          <p:nvPr>
            <p:ph type="body" idx="1"/>
          </p:nvPr>
        </p:nvSpPr>
        <p:spPr bwMode="auto">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defRPr/>
            </a:pPr>
            <a:r>
              <a:rPr lang="en-US"/>
              <a:t>Click to edit Master text styles</a:t>
            </a:r>
            <a:endParaRPr/>
          </a:p>
        </p:txBody>
      </p:sp>
      <p:sp>
        <p:nvSpPr>
          <p:cNvPr id="309291197"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516677121" name="Footer Placeholder 4"/>
          <p:cNvSpPr>
            <a:spLocks noGrp="1"/>
          </p:cNvSpPr>
          <p:nvPr>
            <p:ph type="ftr" sz="quarter" idx="11"/>
          </p:nvPr>
        </p:nvSpPr>
        <p:spPr bwMode="auto"/>
        <p:txBody>
          <a:bodyPr/>
          <a:lstStyle/>
          <a:p>
            <a:pPr>
              <a:defRPr/>
            </a:pPr>
            <a:endParaRPr lang="en-US"/>
          </a:p>
        </p:txBody>
      </p:sp>
      <p:sp>
        <p:nvSpPr>
          <p:cNvPr id="647930611"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1802052270" name="Title 1"/>
          <p:cNvSpPr>
            <a:spLocks noGrp="1"/>
          </p:cNvSpPr>
          <p:nvPr>
            <p:ph type="title"/>
          </p:nvPr>
        </p:nvSpPr>
        <p:spPr bwMode="auto"/>
        <p:txBody>
          <a:bodyPr/>
          <a:lstStyle/>
          <a:p>
            <a:pPr>
              <a:defRPr/>
            </a:pPr>
            <a:r>
              <a:rPr lang="en-US"/>
              <a:t>Click to edit Master title style</a:t>
            </a:r>
            <a:endParaRPr lang="en-US"/>
          </a:p>
        </p:txBody>
      </p:sp>
      <p:sp>
        <p:nvSpPr>
          <p:cNvPr id="680301703" name="Content Placeholder 2"/>
          <p:cNvSpPr>
            <a:spLocks noGrp="1"/>
          </p:cNvSpPr>
          <p:nvPr>
            <p:ph sz="half" idx="1"/>
          </p:nvPr>
        </p:nvSpPr>
        <p:spPr bwMode="auto">
          <a:xfrm>
            <a:off x="838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548332984" name="Content Placeholder 3"/>
          <p:cNvSpPr>
            <a:spLocks noGrp="1"/>
          </p:cNvSpPr>
          <p:nvPr>
            <p:ph sz="half" idx="2"/>
          </p:nvPr>
        </p:nvSpPr>
        <p:spPr bwMode="auto">
          <a:xfrm>
            <a:off x="6172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418399296" name="Date Placeholder 4"/>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644927447" name="Footer Placeholder 5"/>
          <p:cNvSpPr>
            <a:spLocks noGrp="1"/>
          </p:cNvSpPr>
          <p:nvPr>
            <p:ph type="ftr" sz="quarter" idx="11"/>
          </p:nvPr>
        </p:nvSpPr>
        <p:spPr bwMode="auto"/>
        <p:txBody>
          <a:bodyPr/>
          <a:lstStyle/>
          <a:p>
            <a:pPr>
              <a:defRPr/>
            </a:pPr>
            <a:endParaRPr lang="en-US"/>
          </a:p>
        </p:txBody>
      </p:sp>
      <p:sp>
        <p:nvSpPr>
          <p:cNvPr id="2047346718"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659494795" name="Title 1"/>
          <p:cNvSpPr>
            <a:spLocks noGrp="1"/>
          </p:cNvSpPr>
          <p:nvPr>
            <p:ph type="title"/>
          </p:nvPr>
        </p:nvSpPr>
        <p:spPr bwMode="auto">
          <a:xfrm>
            <a:off x="839788" y="365125"/>
            <a:ext cx="10515600" cy="1325563"/>
          </a:xfrm>
        </p:spPr>
        <p:txBody>
          <a:bodyPr/>
          <a:lstStyle/>
          <a:p>
            <a:pPr>
              <a:defRPr/>
            </a:pPr>
            <a:r>
              <a:rPr lang="en-US"/>
              <a:t>Click to edit Master title style</a:t>
            </a:r>
            <a:endParaRPr lang="en-US"/>
          </a:p>
        </p:txBody>
      </p:sp>
      <p:sp>
        <p:nvSpPr>
          <p:cNvPr id="881963263" name="Text Placeholder 2"/>
          <p:cNvSpPr>
            <a:spLocks noGrp="1"/>
          </p:cNvSpPr>
          <p:nvPr>
            <p:ph type="body" idx="1"/>
          </p:nvPr>
        </p:nvSpPr>
        <p:spPr bwMode="auto">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582293859" name="Content Placeholder 3"/>
          <p:cNvSpPr>
            <a:spLocks noGrp="1"/>
          </p:cNvSpPr>
          <p:nvPr>
            <p:ph sz="half" idx="2"/>
          </p:nvPr>
        </p:nvSpPr>
        <p:spPr bwMode="auto">
          <a:xfrm>
            <a:off x="839788" y="2505074"/>
            <a:ext cx="5157787"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056826878" name="Text Placeholder 4"/>
          <p:cNvSpPr>
            <a:spLocks noGrp="1"/>
          </p:cNvSpPr>
          <p:nvPr>
            <p:ph type="body" sz="quarter" idx="3"/>
          </p:nvPr>
        </p:nvSpPr>
        <p:spPr bwMode="auto">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780629443" name="Content Placeholder 5"/>
          <p:cNvSpPr>
            <a:spLocks noGrp="1"/>
          </p:cNvSpPr>
          <p:nvPr>
            <p:ph sz="quarter" idx="4"/>
          </p:nvPr>
        </p:nvSpPr>
        <p:spPr bwMode="auto">
          <a:xfrm>
            <a:off x="6172200" y="2505074"/>
            <a:ext cx="5183188"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687960751" name="Date Placeholder 6"/>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072777601" name="Footer Placeholder 7"/>
          <p:cNvSpPr>
            <a:spLocks noGrp="1"/>
          </p:cNvSpPr>
          <p:nvPr>
            <p:ph type="ftr" sz="quarter" idx="11"/>
          </p:nvPr>
        </p:nvSpPr>
        <p:spPr bwMode="auto"/>
        <p:txBody>
          <a:bodyPr/>
          <a:lstStyle/>
          <a:p>
            <a:pPr>
              <a:defRPr/>
            </a:pPr>
            <a:endParaRPr lang="en-US"/>
          </a:p>
        </p:txBody>
      </p:sp>
      <p:sp>
        <p:nvSpPr>
          <p:cNvPr id="226134090" name="Slide Number Placeholder 8"/>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1126996218" name="Title 1"/>
          <p:cNvSpPr>
            <a:spLocks noGrp="1"/>
          </p:cNvSpPr>
          <p:nvPr>
            <p:ph type="title"/>
          </p:nvPr>
        </p:nvSpPr>
        <p:spPr bwMode="auto"/>
        <p:txBody>
          <a:bodyPr/>
          <a:lstStyle/>
          <a:p>
            <a:pPr>
              <a:defRPr/>
            </a:pPr>
            <a:r>
              <a:rPr lang="en-US"/>
              <a:t>Click to edit Master title style</a:t>
            </a:r>
            <a:endParaRPr lang="en-US"/>
          </a:p>
        </p:txBody>
      </p:sp>
      <p:sp>
        <p:nvSpPr>
          <p:cNvPr id="1483117413" name="Date Placeholder 2"/>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406399579" name="Footer Placeholder 3"/>
          <p:cNvSpPr>
            <a:spLocks noGrp="1"/>
          </p:cNvSpPr>
          <p:nvPr>
            <p:ph type="ftr" sz="quarter" idx="11"/>
          </p:nvPr>
        </p:nvSpPr>
        <p:spPr bwMode="auto"/>
        <p:txBody>
          <a:bodyPr/>
          <a:lstStyle/>
          <a:p>
            <a:pPr>
              <a:defRPr/>
            </a:pPr>
            <a:endParaRPr lang="en-US"/>
          </a:p>
        </p:txBody>
      </p:sp>
      <p:sp>
        <p:nvSpPr>
          <p:cNvPr id="1430513999" name="Slide Number Placeholder 4"/>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2073014016" name="Date Placeholder 1"/>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990089583" name="Footer Placeholder 2"/>
          <p:cNvSpPr>
            <a:spLocks noGrp="1"/>
          </p:cNvSpPr>
          <p:nvPr>
            <p:ph type="ftr" sz="quarter" idx="11"/>
          </p:nvPr>
        </p:nvSpPr>
        <p:spPr bwMode="auto"/>
        <p:txBody>
          <a:bodyPr/>
          <a:lstStyle/>
          <a:p>
            <a:pPr>
              <a:defRPr/>
            </a:pPr>
            <a:endParaRPr lang="en-US"/>
          </a:p>
        </p:txBody>
      </p:sp>
      <p:sp>
        <p:nvSpPr>
          <p:cNvPr id="1619118340" name="Slide Number Placeholder 3"/>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412197542"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endParaRPr lang="en-US"/>
          </a:p>
        </p:txBody>
      </p:sp>
      <p:sp>
        <p:nvSpPr>
          <p:cNvPr id="1471917766" name="Content Placeholder 2"/>
          <p:cNvSpPr>
            <a:spLocks noGrp="1"/>
          </p:cNvSpPr>
          <p:nvPr>
            <p:ph idx="1"/>
          </p:nvPr>
        </p:nvSpPr>
        <p:spPr bwMode="auto">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505629683"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1234955807" name="Date Placeholder 4"/>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988544406" name="Footer Placeholder 5"/>
          <p:cNvSpPr>
            <a:spLocks noGrp="1"/>
          </p:cNvSpPr>
          <p:nvPr>
            <p:ph type="ftr" sz="quarter" idx="11"/>
          </p:nvPr>
        </p:nvSpPr>
        <p:spPr bwMode="auto"/>
        <p:txBody>
          <a:bodyPr/>
          <a:lstStyle/>
          <a:p>
            <a:pPr>
              <a:defRPr/>
            </a:pPr>
            <a:endParaRPr lang="en-US"/>
          </a:p>
        </p:txBody>
      </p:sp>
      <p:sp>
        <p:nvSpPr>
          <p:cNvPr id="756103786"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1793073462"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endParaRPr lang="en-US"/>
          </a:p>
        </p:txBody>
      </p:sp>
      <p:sp>
        <p:nvSpPr>
          <p:cNvPr id="1665684061" name="Picture Placeholder 2"/>
          <p:cNvSpPr>
            <a:spLocks noChangeAspect="1" noGrp="1"/>
          </p:cNvSpPr>
          <p:nvPr>
            <p:ph type="pic" idx="1"/>
          </p:nvPr>
        </p:nvSpPr>
        <p:spPr bwMode="auto">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Click icon to add picture</a:t>
            </a:r>
            <a:endParaRPr lang="en-US"/>
          </a:p>
        </p:txBody>
      </p:sp>
      <p:sp>
        <p:nvSpPr>
          <p:cNvPr id="1169806175"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684644214" name="Date Placeholder 4"/>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319188390" name="Footer Placeholder 5"/>
          <p:cNvSpPr>
            <a:spLocks noGrp="1"/>
          </p:cNvSpPr>
          <p:nvPr>
            <p:ph type="ftr" sz="quarter" idx="11"/>
          </p:nvPr>
        </p:nvSpPr>
        <p:spPr bwMode="auto"/>
        <p:txBody>
          <a:bodyPr/>
          <a:lstStyle/>
          <a:p>
            <a:pPr>
              <a:defRPr/>
            </a:pPr>
            <a:endParaRPr lang="en-US"/>
          </a:p>
        </p:txBody>
      </p:sp>
      <p:sp>
        <p:nvSpPr>
          <p:cNvPr id="1337491548"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1936036465" name="Title 1"/>
          <p:cNvSpPr>
            <a:spLocks noGrp="1"/>
          </p:cNvSpPr>
          <p:nvPr>
            <p:ph type="title"/>
          </p:nvPr>
        </p:nvSpPr>
        <p:spPr bwMode="auto"/>
        <p:txBody>
          <a:bodyPr/>
          <a:lstStyle/>
          <a:p>
            <a:pPr>
              <a:defRPr/>
            </a:pPr>
            <a:r>
              <a:rPr lang="en-US"/>
              <a:t>Click to edit Master title style</a:t>
            </a:r>
            <a:endParaRPr lang="en-US"/>
          </a:p>
        </p:txBody>
      </p:sp>
      <p:sp>
        <p:nvSpPr>
          <p:cNvPr id="1608545615"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551568304"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212848884" name="Footer Placeholder 4"/>
          <p:cNvSpPr>
            <a:spLocks noGrp="1"/>
          </p:cNvSpPr>
          <p:nvPr>
            <p:ph type="ftr" sz="quarter" idx="11"/>
          </p:nvPr>
        </p:nvSpPr>
        <p:spPr bwMode="auto"/>
        <p:txBody>
          <a:bodyPr/>
          <a:lstStyle/>
          <a:p>
            <a:pPr>
              <a:defRPr/>
            </a:pPr>
            <a:endParaRPr lang="en-US"/>
          </a:p>
        </p:txBody>
      </p:sp>
      <p:sp>
        <p:nvSpPr>
          <p:cNvPr id="1671848474"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1554682609" name="Vertical Title 1"/>
          <p:cNvSpPr>
            <a:spLocks noGrp="1"/>
          </p:cNvSpPr>
          <p:nvPr>
            <p:ph type="title" orient="vert"/>
          </p:nvPr>
        </p:nvSpPr>
        <p:spPr bwMode="auto">
          <a:xfrm>
            <a:off x="8724900" y="365125"/>
            <a:ext cx="2628900" cy="5811838"/>
          </a:xfrm>
        </p:spPr>
        <p:txBody>
          <a:bodyPr vert="eaVert"/>
          <a:lstStyle/>
          <a:p>
            <a:pPr>
              <a:defRPr/>
            </a:pPr>
            <a:r>
              <a:rPr lang="en-US"/>
              <a:t>Click to edit Master title style</a:t>
            </a:r>
            <a:endParaRPr lang="en-US"/>
          </a:p>
        </p:txBody>
      </p:sp>
      <p:sp>
        <p:nvSpPr>
          <p:cNvPr id="1612358660" name="Vertical Text Placeholder 2"/>
          <p:cNvSpPr>
            <a:spLocks noGrp="1"/>
          </p:cNvSpPr>
          <p:nvPr>
            <p:ph type="body" orient="vert" idx="1"/>
          </p:nvPr>
        </p:nvSpPr>
        <p:spPr bwMode="auto">
          <a:xfrm>
            <a:off x="838200" y="365125"/>
            <a:ext cx="7734300" cy="5811838"/>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822129254"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670170280" name="Footer Placeholder 4"/>
          <p:cNvSpPr>
            <a:spLocks noGrp="1"/>
          </p:cNvSpPr>
          <p:nvPr>
            <p:ph type="ftr" sz="quarter" idx="11"/>
          </p:nvPr>
        </p:nvSpPr>
        <p:spPr bwMode="auto"/>
        <p:txBody>
          <a:bodyPr/>
          <a:lstStyle/>
          <a:p>
            <a:pPr>
              <a:defRPr/>
            </a:pPr>
            <a:endParaRPr lang="en-US"/>
          </a:p>
        </p:txBody>
      </p:sp>
      <p:sp>
        <p:nvSpPr>
          <p:cNvPr id="991499975"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1634000150" name="Title Placeholder 1"/>
          <p:cNvSpPr>
            <a:spLocks noGrp="1"/>
          </p:cNvSpPr>
          <p:nvPr>
            <p:ph type="title"/>
          </p:nvPr>
        </p:nvSpPr>
        <p:spPr bwMode="auto">
          <a:xfrm>
            <a:off x="838200" y="365125"/>
            <a:ext cx="10515600" cy="1325563"/>
          </a:xfrm>
          <a:prstGeom prst="rect">
            <a:avLst/>
          </a:prstGeom>
        </p:spPr>
        <p:txBody>
          <a:bodyPr vert="horz" lIns="91440" tIns="45720" rIns="91440" bIns="45720" rtlCol="0" anchor="ctr">
            <a:normAutofit/>
          </a:bodyPr>
          <a:lstStyle/>
          <a:p>
            <a:pPr>
              <a:defRPr/>
            </a:pPr>
            <a:r>
              <a:rPr lang="en-US"/>
              <a:t>Click to edit Master title style</a:t>
            </a:r>
            <a:endParaRPr lang="en-US"/>
          </a:p>
        </p:txBody>
      </p:sp>
      <p:sp>
        <p:nvSpPr>
          <p:cNvPr id="1984633628" name="Text Placeholder 2"/>
          <p:cNvSpPr>
            <a:spLocks noGrp="1"/>
          </p:cNvSpPr>
          <p:nvPr>
            <p:ph type="body" idx="1"/>
          </p:nvPr>
        </p:nvSpPr>
        <p:spPr bwMode="auto">
          <a:xfrm>
            <a:off x="838200" y="1825625"/>
            <a:ext cx="10515600" cy="4351338"/>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413260570" name="Date Placeholder 3"/>
          <p:cNvSpPr>
            <a:spLocks noGrp="1"/>
          </p:cNvSpPr>
          <p:nvPr>
            <p:ph type="dt" sz="half" idx="2"/>
          </p:nvPr>
        </p:nvSpPr>
        <p:spPr bwMode="auto">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BCC18F51-09EC-435C-A3BA-64A766E099C0}" type="datetimeFigureOut">
              <a:rPr lang="en-US"/>
              <a:t>30.10.2013</a:t>
            </a:fld>
            <a:endParaRPr lang="en-US"/>
          </a:p>
        </p:txBody>
      </p:sp>
      <p:sp>
        <p:nvSpPr>
          <p:cNvPr id="952573259" name="Footer Placeholder 4"/>
          <p:cNvSpPr>
            <a:spLocks noGrp="1"/>
          </p:cNvSpPr>
          <p:nvPr>
            <p:ph type="ftr" sz="quarter" idx="3"/>
          </p:nvPr>
        </p:nvSpPr>
        <p:spPr bwMode="auto">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1547826785" name="Slide Number Placeholder 5"/>
          <p:cNvSpPr>
            <a:spLocks noGrp="1"/>
          </p:cNvSpPr>
          <p:nvPr>
            <p:ph type="sldNum" sz="quarter" idx="4"/>
          </p:nvPr>
        </p:nvSpPr>
        <p:spPr bwMode="auto">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08395586-F03A-48D1-94DF-16B239DF4FB5}"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a:lnSpc>
          <a:spcPct val="90000"/>
        </a:lnSpc>
        <a:spcBef>
          <a:spcPts val="0"/>
        </a:spcBef>
        <a:buNone/>
        <a:defRPr sz="4400">
          <a:solidFill>
            <a:schemeClr val="tx1"/>
          </a:solidFill>
          <a:latin typeface="+mj-lt"/>
          <a:ea typeface="+mj-ea"/>
          <a:cs typeface="+mj-cs"/>
        </a:defRPr>
      </a:lvl1pPr>
    </p:titleStyle>
    <p:bodyStyle>
      <a:lvl1pPr marL="228600" indent="-228600" algn="l" defTabSz="91440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jpg"/><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0.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3.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6.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7.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8.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9.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0.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2.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3.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4.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5.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6.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7.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8.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9.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30.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31.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32.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33.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34.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35.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36.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37.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38.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39.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40.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41.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42.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43.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44.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45.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46.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47.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48.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49.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50.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51.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52.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53.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54.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55.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56.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57.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58.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59.jp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60.jp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61.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62.jp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63.jp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64.jp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65.jp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image" Target="../media/image66.jp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67.jp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68.jp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 Id="rId3" Type="http://schemas.openxmlformats.org/officeDocument/2006/relationships/image" Target="../media/image69.jp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image" Target="../media/image70.jp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 Id="rId3" Type="http://schemas.openxmlformats.org/officeDocument/2006/relationships/image" Target="../media/image71.jp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chemeClr val="bg1"/>
        </a:solidFill>
      </p:bgPr>
    </p:bg>
    <p:spTree>
      <p:nvGrpSpPr>
        <p:cNvPr id="1" name=""/>
        <p:cNvGrpSpPr/>
        <p:nvPr/>
      </p:nvGrpSpPr>
      <p:grpSpPr bwMode="auto">
        <a:xfrm>
          <a:off x="0" y="0"/>
          <a:ext cx="0" cy="0"/>
          <a:chOff x="0" y="0"/>
          <a:chExt cx="0" cy="0"/>
        </a:xfrm>
      </p:grpSpPr>
      <p:sp>
        <p:nvSpPr>
          <p:cNvPr id="239117410" name="Rectangle 7"/>
          <p:cNvSpPr/>
          <p:nvPr/>
        </p:nvSpPr>
        <p:spPr bwMode="auto">
          <a:xfrm>
            <a:off x="2595339" y="198443"/>
            <a:ext cx="1396890" cy="381323"/>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201387892" name="TextBox 5"/>
          <p:cNvSpPr txBox="1"/>
          <p:nvPr/>
        </p:nvSpPr>
        <p:spPr bwMode="auto">
          <a:xfrm>
            <a:off x="2591523" y="188417"/>
            <a:ext cx="2347353" cy="442319"/>
          </a:xfrm>
          <a:prstGeom prst="rect">
            <a:avLst/>
          </a:prstGeom>
          <a:noFill/>
        </p:spPr>
        <p:txBody>
          <a:bodyPr wrap="square" lIns="91440" tIns="45720" rIns="91440" bIns="45720" rtlCol="0" anchor="t">
            <a:spAutoFit/>
          </a:bodyPr>
          <a:lstStyle/>
          <a:p>
            <a:pPr>
              <a:defRPr/>
            </a:pPr>
            <a:r>
              <a:rPr sz="2300" b="1" lang="en-US">
                <a:latin typeface="Roboto"/>
              </a:rPr>
              <a:t>Cleartext</a:t>
            </a:r>
            <a:endParaRPr lang="en-US" sz="2300"/>
          </a:p>
        </p:txBody>
      </p:sp>
      <p:sp>
        <p:nvSpPr>
          <p:cNvPr id="542659239" name="Rectangle 13"/>
          <p:cNvSpPr/>
          <p:nvPr/>
        </p:nvSpPr>
        <p:spPr bwMode="auto">
          <a:xfrm>
            <a:off x="7747107" y="158272"/>
            <a:ext cx="1739305" cy="461664"/>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506029660" name="TextBox 11"/>
          <p:cNvSpPr txBox="1"/>
          <p:nvPr/>
        </p:nvSpPr>
        <p:spPr bwMode="auto">
          <a:xfrm>
            <a:off x="7764696" y="178324"/>
            <a:ext cx="2593914" cy="442319"/>
          </a:xfrm>
          <a:prstGeom prst="rect">
            <a:avLst/>
          </a:prstGeom>
          <a:noFill/>
        </p:spPr>
        <p:txBody>
          <a:bodyPr wrap="square" lIns="91440" tIns="45720" rIns="91440" bIns="45720" anchor="t">
            <a:spAutoFit/>
          </a:bodyPr>
          <a:lstStyle/>
          <a:p>
            <a:pPr>
              <a:defRPr/>
            </a:pPr>
            <a:r>
              <a:rPr sz="2300" b="1" lang="en-US">
                <a:latin typeface="Roboto"/>
              </a:rPr>
              <a:t>Şifreli Metin</a:t>
            </a:r>
            <a:endParaRPr/>
          </a:p>
        </p:txBody>
      </p:sp>
      <p:sp>
        <p:nvSpPr>
          <p:cNvPr id="515311746" name="Rectangle 17"/>
          <p:cNvSpPr/>
          <p:nvPr/>
        </p:nvSpPr>
        <p:spPr bwMode="auto">
          <a:xfrm>
            <a:off x="8766243" y="2968881"/>
            <a:ext cx="1257075" cy="430535"/>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687331779" name="Rectangle 18"/>
          <p:cNvSpPr/>
          <p:nvPr/>
        </p:nvSpPr>
        <p:spPr bwMode="auto">
          <a:xfrm>
            <a:off x="4918718" y="1681878"/>
            <a:ext cx="1610899" cy="1143972"/>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solidFill>
                <a:schemeClr val="tx1"/>
              </a:solidFill>
            </a:endParaRPr>
          </a:p>
        </p:txBody>
      </p:sp>
      <p:sp>
        <p:nvSpPr>
          <p:cNvPr id="2035916910" name="TextBox 14"/>
          <p:cNvSpPr txBox="1"/>
          <p:nvPr/>
        </p:nvSpPr>
        <p:spPr bwMode="auto">
          <a:xfrm>
            <a:off x="8766243" y="2957805"/>
            <a:ext cx="1954436" cy="442319"/>
          </a:xfrm>
          <a:prstGeom prst="rect">
            <a:avLst/>
          </a:prstGeom>
          <a:noFill/>
        </p:spPr>
        <p:txBody>
          <a:bodyPr wrap="square" lIns="91440" tIns="45720" rIns="91440" bIns="45720" rtlCol="0" anchor="t">
            <a:spAutoFit/>
          </a:bodyPr>
          <a:lstStyle/>
          <a:p>
            <a:pPr>
              <a:defRPr/>
            </a:pPr>
            <a:r>
              <a:rPr sz="2300" lang="en-US">
                <a:latin typeface="Roboto"/>
              </a:rPr>
              <a:t>Gönderme</a:t>
            </a:r>
            <a:endParaRPr/>
          </a:p>
        </p:txBody>
      </p:sp>
      <p:sp>
        <p:nvSpPr>
          <p:cNvPr id="1682539440" name="TextBox 19"/>
          <p:cNvSpPr txBox="1"/>
          <p:nvPr/>
        </p:nvSpPr>
        <p:spPr bwMode="auto">
          <a:xfrm>
            <a:off x="4410180" y="1713858"/>
            <a:ext cx="2628336" cy="1143359"/>
          </a:xfrm>
          <a:prstGeom prst="rect">
            <a:avLst/>
          </a:prstGeom>
          <a:noFill/>
        </p:spPr>
        <p:txBody>
          <a:bodyPr wrap="square" lIns="91440" tIns="45720" rIns="91440" bIns="45720" rtlCol="0" anchor="t">
            <a:spAutoFit/>
          </a:bodyPr>
          <a:lstStyle/>
          <a:p>
            <a:pPr algn="ctr">
              <a:defRPr/>
            </a:pPr>
            <a:r>
              <a:rPr sz="2300" lang="en-US">
                <a:latin typeface="Roboto"/>
              </a:rPr>
              <a:t>Şifreleme</a:t>
            </a:r>
            <a:endParaRPr/>
          </a:p>
          <a:p>
            <a:pPr algn="ctr"/>
            <a:r>
              <a:rPr sz="2300" lang="en-US">
                <a:latin typeface="Roboto"/>
              </a:rPr>
              <a:t>kamu ile</a:t>
            </a:r>
          </a:p>
          <a:p>
            <a:pPr algn="ctr"/>
            <a:r>
              <a:rPr sz="2300" lang="en-US">
                <a:latin typeface="Roboto"/>
              </a:rPr>
              <a:t>anahtar</a:t>
            </a:r>
          </a:p>
        </p:txBody>
      </p:sp>
      <p:sp>
        <p:nvSpPr>
          <p:cNvPr id="698934102" name="Rectangle 21"/>
          <p:cNvSpPr/>
          <p:nvPr/>
        </p:nvSpPr>
        <p:spPr bwMode="auto">
          <a:xfrm>
            <a:off x="4918718" y="5620284"/>
            <a:ext cx="1610899" cy="1143972"/>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en-US">
              <a:solidFill>
                <a:schemeClr val="tx1"/>
              </a:solidFill>
            </a:endParaRPr>
          </a:p>
        </p:txBody>
      </p:sp>
      <p:sp>
        <p:nvSpPr>
          <p:cNvPr id="898941771" name="TextBox 22"/>
          <p:cNvSpPr txBox="1"/>
          <p:nvPr/>
        </p:nvSpPr>
        <p:spPr bwMode="auto">
          <a:xfrm>
            <a:off x="4520468" y="5592105"/>
            <a:ext cx="2407757" cy="1143359"/>
          </a:xfrm>
          <a:prstGeom prst="rect">
            <a:avLst/>
          </a:prstGeom>
          <a:noFill/>
        </p:spPr>
        <p:txBody>
          <a:bodyPr wrap="square" lIns="91440" tIns="45720" rIns="91440" bIns="45720" rtlCol="0" anchor="t">
            <a:spAutoFit/>
          </a:bodyPr>
          <a:lstStyle/>
          <a:p>
            <a:pPr algn="ctr">
              <a:defRPr/>
            </a:pPr>
            <a:r>
              <a:rPr sz="2300" lang="en-US">
                <a:latin typeface="Roboto"/>
              </a:rPr>
              <a:t>Şifre Çözme</a:t>
            </a:r>
            <a:endParaRPr/>
          </a:p>
          <a:p>
            <a:pPr algn="ctr"/>
            <a:r>
              <a:rPr sz="2300" lang="en-US">
                <a:latin typeface="Roboto"/>
              </a:rPr>
              <a:t>özel</a:t>
            </a:r>
          </a:p>
          <a:p>
            <a:pPr algn="ctr"/>
            <a:r>
              <a:rPr sz="2300" lang="en-US">
                <a:latin typeface="Roboto"/>
              </a:rPr>
              <a:t>anahtar</a:t>
            </a:r>
          </a:p>
        </p:txBody>
      </p:sp>
      <p:pic>
        <p:nvPicPr>
          <p:cNvPr id="502438407" name=""/>
          <p:cNvPicPr>
            <a:picLocks noChangeAspect="1"/>
          </p:cNvPicPr>
          <p:nvPr/>
        </p:nvPicPr>
        <p:blipFill>
          <a:blip r:embed="rId3"/>
          <a:stretch/>
        </p:blipFill>
        <p:spPr bwMode="auto">
          <a:xfrm flipH="0" flipV="0">
            <a:off x="1958999" y="21166"/>
            <a:ext cx="8392871" cy="6714297"/>
          </a:xfrm>
          <a:prstGeom prst="rect">
            <a:avLst/>
          </a:prstGeom>
        </p:spPr>
      </p:pic>
      <p:sp>
        <p:nvSpPr>
          <p:cNvPr id="1429071587" name=""/>
          <p:cNvSpPr/>
          <p:nvPr/>
        </p:nvSpPr>
        <p:spPr bwMode="auto">
          <a:xfrm flipH="0" flipV="0">
            <a:off x="2722070" y="203655"/>
            <a:ext cx="1398607" cy="446107"/>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p>
        </p:txBody>
      </p:sp>
      <p:sp>
        <p:nvSpPr>
          <p:cNvPr id="761093492" name=""/>
          <p:cNvSpPr txBox="1"/>
          <p:nvPr/>
        </p:nvSpPr>
        <p:spPr bwMode="auto">
          <a:xfrm flipH="0" flipV="0">
            <a:off x="1535541" y="203654"/>
            <a:ext cx="3431783" cy="4270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2200" b="1">
                <a:latin typeface="IBM Plex Sans"/>
              </a:rPr>
              <a:t>Cleartext</a:t>
            </a:r>
            <a:endParaRPr sz="2200" b="1">
              <a:latin typeface="IBM Plex Sans"/>
              <a:cs typeface="IBM Plex Sans"/>
            </a:endParaRPr>
          </a:p>
        </p:txBody>
      </p:sp>
      <p:sp>
        <p:nvSpPr>
          <p:cNvPr id="1969521309" name=""/>
          <p:cNvSpPr/>
          <p:nvPr/>
        </p:nvSpPr>
        <p:spPr bwMode="auto">
          <a:xfrm flipH="0" flipV="0">
            <a:off x="7827161" y="198442"/>
            <a:ext cx="2037394" cy="446106"/>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p>
        </p:txBody>
      </p:sp>
      <p:sp>
        <p:nvSpPr>
          <p:cNvPr id="1091385861" name=""/>
          <p:cNvSpPr/>
          <p:nvPr/>
        </p:nvSpPr>
        <p:spPr bwMode="auto">
          <a:xfrm flipH="0" flipV="0">
            <a:off x="8721165" y="2325560"/>
            <a:ext cx="1999512" cy="1365376"/>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p>
        </p:txBody>
      </p:sp>
      <p:sp>
        <p:nvSpPr>
          <p:cNvPr id="1093531871" name=""/>
          <p:cNvSpPr/>
          <p:nvPr/>
        </p:nvSpPr>
        <p:spPr bwMode="auto">
          <a:xfrm flipH="0" flipV="0">
            <a:off x="4938876" y="1490804"/>
            <a:ext cx="1645997" cy="1669513"/>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p>
        </p:txBody>
      </p:sp>
      <p:sp>
        <p:nvSpPr>
          <p:cNvPr id="525520898" name=""/>
          <p:cNvSpPr/>
          <p:nvPr/>
        </p:nvSpPr>
        <p:spPr bwMode="auto">
          <a:xfrm flipH="0" flipV="0">
            <a:off x="4966245" y="5441911"/>
            <a:ext cx="1645996" cy="1293550"/>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p>
        </p:txBody>
      </p:sp>
      <p:sp>
        <p:nvSpPr>
          <p:cNvPr id="1756478981" name=""/>
          <p:cNvSpPr/>
          <p:nvPr/>
        </p:nvSpPr>
        <p:spPr bwMode="auto">
          <a:xfrm flipH="0" flipV="0">
            <a:off x="2722070" y="1044697"/>
            <a:ext cx="1688109" cy="446106"/>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solidFill>
                <a:schemeClr val="bg1"/>
              </a:solidFill>
            </a:endParaRPr>
          </a:p>
        </p:txBody>
      </p:sp>
      <p:sp>
        <p:nvSpPr>
          <p:cNvPr id="30921611" name=""/>
          <p:cNvSpPr txBox="1"/>
          <p:nvPr/>
        </p:nvSpPr>
        <p:spPr bwMode="auto">
          <a:xfrm flipH="0" flipV="0">
            <a:off x="2853086" y="1033244"/>
            <a:ext cx="1139142" cy="457560"/>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r>
              <a:rPr sz="2400">
                <a:latin typeface="IBM Plex Sans"/>
              </a:rPr>
              <a:t>Bitcoin</a:t>
            </a:r>
            <a:endParaRPr sz="2400">
              <a:latin typeface="IBM Plex Sans"/>
              <a:cs typeface="IBM Plex Sans"/>
            </a:endParaRPr>
          </a:p>
        </p:txBody>
      </p:sp>
      <p:sp>
        <p:nvSpPr>
          <p:cNvPr id="276313897" name=""/>
          <p:cNvSpPr txBox="1"/>
          <p:nvPr/>
        </p:nvSpPr>
        <p:spPr bwMode="auto">
          <a:xfrm flipH="0" flipV="0">
            <a:off x="7187931" y="203654"/>
            <a:ext cx="3239579" cy="4270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2200" b="1">
                <a:latin typeface="IBM Plex Sans"/>
              </a:rPr>
              <a:t>Şifreli Metin</a:t>
            </a:r>
            <a:endParaRPr sz="2200" b="1">
              <a:latin typeface="IBM Plex Sans"/>
              <a:cs typeface="IBM Plex Sans"/>
            </a:endParaRPr>
          </a:p>
        </p:txBody>
      </p:sp>
      <p:sp>
        <p:nvSpPr>
          <p:cNvPr id="1415171345" name=""/>
          <p:cNvSpPr txBox="1"/>
          <p:nvPr/>
        </p:nvSpPr>
        <p:spPr bwMode="auto">
          <a:xfrm flipH="0" flipV="0">
            <a:off x="8807720" y="2794709"/>
            <a:ext cx="3193567" cy="4270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2200" b="0">
                <a:latin typeface="IBM Plex Sans"/>
              </a:rPr>
              <a:t>Gönderme</a:t>
            </a:r>
            <a:endParaRPr sz="2200" b="0">
              <a:latin typeface="IBM Plex Sans"/>
              <a:cs typeface="IBM Plex Sans"/>
            </a:endParaRPr>
          </a:p>
        </p:txBody>
      </p:sp>
      <p:sp>
        <p:nvSpPr>
          <p:cNvPr id="2060365003" name=""/>
          <p:cNvSpPr txBox="1"/>
          <p:nvPr/>
        </p:nvSpPr>
        <p:spPr bwMode="auto">
          <a:xfrm flipH="0" flipV="0">
            <a:off x="4938875" y="1639891"/>
            <a:ext cx="1592180" cy="5185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400" b="0">
                <a:latin typeface="IBM Plex Sans"/>
              </a:rPr>
              <a:t>Açık </a:t>
            </a:r>
            <a:r>
              <a:rPr sz="1400" b="0" lang="fr-FR">
                <a:latin typeface="IBM Plex Sans"/>
              </a:rPr>
              <a:t>anahtar </a:t>
            </a:r>
            <a:r>
              <a:rPr sz="1400" b="0">
                <a:latin typeface="IBM Plex Sans"/>
              </a:rPr>
              <a:t>ile </a:t>
            </a:r>
            <a:r>
              <a:rPr sz="1400" b="0" lang="fr-FR">
                <a:latin typeface="IBM Plex Sans"/>
              </a:rPr>
              <a:t>şifreleme </a:t>
            </a:r>
            <a:r>
              <a:rPr sz="1400" b="0">
                <a:latin typeface="IBM Plex Sans"/>
              </a:rPr>
              <a:t/>
            </a:r>
            <a:endParaRPr sz="1400" b="0">
              <a:latin typeface="IBM Plex Sans"/>
              <a:ea typeface="IBM Plex Sans"/>
              <a:cs typeface="IBM Plex Sans"/>
            </a:endParaRPr>
          </a:p>
        </p:txBody>
      </p:sp>
      <p:sp>
        <p:nvSpPr>
          <p:cNvPr id="564805446" name=""/>
          <p:cNvSpPr txBox="1"/>
          <p:nvPr/>
        </p:nvSpPr>
        <p:spPr bwMode="auto">
          <a:xfrm flipH="0" flipV="0">
            <a:off x="3765199" y="5680215"/>
            <a:ext cx="5043240" cy="33563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600" b="0">
                <a:latin typeface="IBM Plex Sans"/>
              </a:rPr>
              <a:t>Özel </a:t>
            </a:r>
            <a:r>
              <a:rPr sz="1600" b="0" lang="fr-FR">
                <a:latin typeface="IBM Plex Sans"/>
              </a:rPr>
              <a:t>anahtar </a:t>
            </a:r>
            <a:r>
              <a:rPr sz="1600" b="0">
                <a:latin typeface="IBM Plex Sans"/>
              </a:rPr>
              <a:t>ile </a:t>
            </a:r>
            <a:r>
              <a:rPr sz="1600" b="0" lang="fr-FR">
                <a:latin typeface="IBM Plex Sans"/>
              </a:rPr>
              <a:t>şifre </a:t>
            </a:r>
            <a:r>
              <a:rPr sz="1600" b="0">
                <a:latin typeface="IBM Plex Sans"/>
              </a:rPr>
              <a:t>çözme</a:t>
            </a:r>
            <a:endParaRPr sz="1600" b="0">
              <a:latin typeface="IBM Plex Sans"/>
              <a:ea typeface="IBM Plex Sans"/>
              <a:cs typeface="IBM Plex Sans"/>
            </a:endParaRPr>
          </a:p>
        </p:txBody>
      </p:sp>
      <p:sp>
        <p:nvSpPr>
          <p:cNvPr id="2117423457" name=""/>
          <p:cNvSpPr/>
          <p:nvPr/>
        </p:nvSpPr>
        <p:spPr bwMode="auto">
          <a:xfrm flipH="0" flipV="0">
            <a:off x="2720786" y="1056150"/>
            <a:ext cx="1688108" cy="446106"/>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solidFill>
                <a:schemeClr val="bg1"/>
              </a:solidFill>
            </a:endParaRPr>
          </a:p>
        </p:txBody>
      </p:sp>
      <p:sp>
        <p:nvSpPr>
          <p:cNvPr id="1861164775" name=""/>
          <p:cNvSpPr txBox="1"/>
          <p:nvPr/>
        </p:nvSpPr>
        <p:spPr bwMode="auto">
          <a:xfrm flipH="0" flipV="0">
            <a:off x="1853931" y="1044696"/>
            <a:ext cx="2138452" cy="45756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r">
              <a:defRPr/>
            </a:pPr>
            <a:r>
              <a:rPr sz="2400">
                <a:latin typeface="IBM Plex Sans"/>
              </a:rPr>
              <a:t>Bitcoin</a:t>
            </a:r>
            <a:endParaRPr sz="2400">
              <a:latin typeface="IBM Plex Sans"/>
              <a:cs typeface="IBM Plex Sans"/>
            </a:endParaRPr>
          </a:p>
        </p:txBody>
      </p:sp>
      <p:sp>
        <p:nvSpPr>
          <p:cNvPr id="1486006633" name=""/>
          <p:cNvSpPr txBox="1"/>
          <p:nvPr/>
        </p:nvSpPr>
        <p:spPr bwMode="auto">
          <a:xfrm flipH="0" flipV="0">
            <a:off x="2006330" y="4863123"/>
            <a:ext cx="2138812" cy="457560"/>
          </a:xfrm>
          <a:prstGeom prst="rect">
            <a:avLst/>
          </a:prstGeom>
          <a:solidFill>
            <a:schemeClr val="bg1"/>
          </a:solidFill>
        </p:spPr>
        <p:txBody>
          <a:bodyPr vertOverflow="overflow" horzOverflow="overflow" vert="horz" wrap="square" lIns="91440" tIns="45720" rIns="91440" bIns="45720" numCol="1" spcCol="0" rtlCol="0" fromWordArt="0" anchor="t" anchorCtr="0" forceAA="0" upright="0" compatLnSpc="0">
            <a:spAutoFit/>
          </a:bodyPr>
          <a:p>
            <a:pPr algn="r">
              <a:defRPr/>
            </a:pPr>
            <a:r>
              <a:rPr sz="2400">
                <a:latin typeface="IBM Plex Sans"/>
              </a:rPr>
              <a:t>Bitcoin</a:t>
            </a:r>
            <a:endParaRPr sz="2400">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338095972" name=""/>
          <p:cNvPicPr>
            <a:picLocks noChangeAspect="1"/>
          </p:cNvPicPr>
          <p:nvPr/>
        </p:nvPicPr>
        <p:blipFill>
          <a:blip r:embed="rId3"/>
          <a:stretch/>
        </p:blipFill>
        <p:spPr bwMode="auto">
          <a:xfrm flipH="0" flipV="0">
            <a:off x="2564651" y="15362"/>
            <a:ext cx="7062695" cy="6827270"/>
          </a:xfrm>
          <a:prstGeom prst="rect">
            <a:avLst/>
          </a:prstGeom>
        </p:spPr>
      </p:pic>
      <p:sp>
        <p:nvSpPr>
          <p:cNvPr id="618278120" name=""/>
          <p:cNvSpPr/>
          <p:nvPr/>
        </p:nvSpPr>
        <p:spPr bwMode="auto">
          <a:xfrm flipH="0" flipV="0">
            <a:off x="6940687" y="215079"/>
            <a:ext cx="2186448" cy="43015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577510310" name=""/>
          <p:cNvSpPr/>
          <p:nvPr/>
        </p:nvSpPr>
        <p:spPr bwMode="auto">
          <a:xfrm flipH="0" flipV="0">
            <a:off x="8154516" y="2881839"/>
            <a:ext cx="2444482" cy="501068"/>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124416130" name=""/>
          <p:cNvSpPr/>
          <p:nvPr/>
        </p:nvSpPr>
        <p:spPr bwMode="auto">
          <a:xfrm flipH="0" flipV="0">
            <a:off x="4486317" y="5688146"/>
            <a:ext cx="1786852" cy="1004168"/>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163204435" name=""/>
          <p:cNvSpPr/>
          <p:nvPr/>
        </p:nvSpPr>
        <p:spPr bwMode="auto">
          <a:xfrm flipH="0" flipV="0">
            <a:off x="4533302" y="1541392"/>
            <a:ext cx="1786852" cy="1004168"/>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017404936" name=""/>
          <p:cNvSpPr/>
          <p:nvPr/>
        </p:nvSpPr>
        <p:spPr bwMode="auto">
          <a:xfrm flipH="0" flipV="0">
            <a:off x="2751531" y="5082559"/>
            <a:ext cx="1614461" cy="402796"/>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774341121" name=""/>
          <p:cNvSpPr/>
          <p:nvPr/>
        </p:nvSpPr>
        <p:spPr bwMode="auto">
          <a:xfrm flipH="0" flipV="0">
            <a:off x="2736169" y="215079"/>
            <a:ext cx="1321209" cy="430161"/>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728966252" name=""/>
          <p:cNvSpPr txBox="1"/>
          <p:nvPr/>
        </p:nvSpPr>
        <p:spPr bwMode="auto">
          <a:xfrm flipH="0" flipV="0">
            <a:off x="1784658" y="215078"/>
            <a:ext cx="3109693" cy="396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2000" b="1">
                <a:latin typeface="IBM Plex Sans"/>
              </a:rPr>
              <a:t>Mesaj</a:t>
            </a:r>
            <a:endParaRPr sz="2000" b="1">
              <a:latin typeface="IBM Plex Sans"/>
              <a:cs typeface="IBM Plex Sans"/>
            </a:endParaRPr>
          </a:p>
        </p:txBody>
      </p:sp>
      <p:sp>
        <p:nvSpPr>
          <p:cNvPr id="1134818737" name=""/>
          <p:cNvSpPr txBox="1"/>
          <p:nvPr/>
        </p:nvSpPr>
        <p:spPr bwMode="auto">
          <a:xfrm flipH="0" flipV="0">
            <a:off x="6893522" y="215078"/>
            <a:ext cx="2734903" cy="396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2000" b="1">
                <a:latin typeface="IBM Plex Sans"/>
              </a:rPr>
              <a:t>İmza</a:t>
            </a:r>
            <a:endParaRPr sz="2000" b="1">
              <a:latin typeface="IBM Plex Sans"/>
              <a:cs typeface="IBM Plex Sans"/>
            </a:endParaRPr>
          </a:p>
        </p:txBody>
      </p:sp>
      <p:sp>
        <p:nvSpPr>
          <p:cNvPr id="2021760122" name=""/>
          <p:cNvSpPr txBox="1"/>
          <p:nvPr/>
        </p:nvSpPr>
        <p:spPr bwMode="auto">
          <a:xfrm flipH="0" flipV="0">
            <a:off x="8202903" y="2986308"/>
            <a:ext cx="3194065" cy="396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2000" b="0">
                <a:latin typeface="IBM Plex Sans"/>
              </a:rPr>
              <a:t>Gönderme</a:t>
            </a:r>
            <a:endParaRPr sz="2000" b="0">
              <a:latin typeface="IBM Plex Sans"/>
              <a:cs typeface="IBM Plex Sans"/>
            </a:endParaRPr>
          </a:p>
        </p:txBody>
      </p:sp>
      <p:sp>
        <p:nvSpPr>
          <p:cNvPr id="1091897644" name=""/>
          <p:cNvSpPr txBox="1"/>
          <p:nvPr/>
        </p:nvSpPr>
        <p:spPr bwMode="auto">
          <a:xfrm flipH="0" flipV="0">
            <a:off x="2113704" y="5088755"/>
            <a:ext cx="1956099" cy="396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r">
              <a:defRPr/>
            </a:pPr>
            <a:r>
              <a:rPr sz="2000" b="0">
                <a:latin typeface="IBM Plex Sans"/>
              </a:rPr>
              <a:t>TAMAM</a:t>
            </a:r>
            <a:endParaRPr sz="2000" b="0">
              <a:latin typeface="IBM Plex Sans"/>
              <a:cs typeface="IBM Plex Sans"/>
            </a:endParaRPr>
          </a:p>
        </p:txBody>
      </p:sp>
      <p:sp>
        <p:nvSpPr>
          <p:cNvPr id="1632395688" name=""/>
          <p:cNvSpPr txBox="1"/>
          <p:nvPr/>
        </p:nvSpPr>
        <p:spPr bwMode="auto">
          <a:xfrm flipH="0" flipV="0">
            <a:off x="3896720" y="1539360"/>
            <a:ext cx="2662335" cy="5794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600" b="0">
                <a:latin typeface="IBM Plex Sans"/>
              </a:rPr>
              <a:t>Özel </a:t>
            </a:r>
            <a:r>
              <a:rPr sz="1600" b="0" lang="fr-FR">
                <a:latin typeface="IBM Plex Sans"/>
              </a:rPr>
              <a:t>anahtar </a:t>
            </a:r>
            <a:r>
              <a:rPr sz="1600" b="0">
                <a:latin typeface="IBM Plex Sans"/>
              </a:rPr>
              <a:t>ile </a:t>
            </a:r>
            <a:r>
              <a:rPr sz="1600" b="0" lang="fr-FR">
                <a:latin typeface="IBM Plex Sans"/>
              </a:rPr>
              <a:t>imzalama </a:t>
            </a:r>
            <a:r>
              <a:rPr sz="1600" b="0">
                <a:latin typeface="IBM Plex Sans"/>
              </a:rPr>
              <a:t/>
            </a:r>
            <a:endParaRPr sz="1600" b="0">
              <a:latin typeface="IBM Plex Sans"/>
              <a:cs typeface="IBM Plex Sans"/>
            </a:endParaRPr>
          </a:p>
          <a:p>
            <a:pPr algn="ctr"/>
          </a:p>
        </p:txBody>
      </p:sp>
      <p:sp>
        <p:nvSpPr>
          <p:cNvPr id="1469490840" name=""/>
          <p:cNvSpPr txBox="1"/>
          <p:nvPr/>
        </p:nvSpPr>
        <p:spPr bwMode="auto">
          <a:xfrm flipH="0" flipV="0">
            <a:off x="3621937" y="5686113"/>
            <a:ext cx="3015771" cy="5794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600" b="0">
                <a:latin typeface="IBM Plex Sans"/>
              </a:rPr>
              <a:t>Açık </a:t>
            </a:r>
            <a:r>
              <a:rPr sz="1600" b="0" lang="fr-FR">
                <a:latin typeface="IBM Plex Sans"/>
              </a:rPr>
              <a:t>anahtar </a:t>
            </a:r>
            <a:r>
              <a:rPr sz="1600" b="0">
                <a:latin typeface="IBM Plex Sans"/>
              </a:rPr>
              <a:t>ile </a:t>
            </a:r>
            <a:r>
              <a:rPr sz="1600" b="0" lang="fr-FR">
                <a:latin typeface="IBM Plex Sans"/>
              </a:rPr>
              <a:t>doğrulama </a:t>
            </a:r>
            <a:r>
              <a:rPr sz="1600" b="0">
                <a:latin typeface="IBM Plex Sans"/>
              </a:rPr>
              <a:t/>
            </a:r>
            <a:endParaRPr sz="1600" b="0">
              <a:latin typeface="IBM Plex Sans"/>
              <a:cs typeface="IBM Plex Sans"/>
            </a:endParaRPr>
          </a:p>
          <a:p>
            <a:pPr algn="ct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050526696" name=""/>
          <p:cNvPicPr>
            <a:picLocks noChangeAspect="1"/>
          </p:cNvPicPr>
          <p:nvPr/>
        </p:nvPicPr>
        <p:blipFill>
          <a:blip r:embed="rId3"/>
          <a:stretch/>
        </p:blipFill>
        <p:spPr bwMode="auto">
          <a:xfrm>
            <a:off x="3238499" y="666749"/>
            <a:ext cx="5715000" cy="5524499"/>
          </a:xfrm>
          <a:prstGeom prst="rect">
            <a:avLst/>
          </a:prstGeom>
        </p:spPr>
      </p:pic>
      <p:pic>
        <p:nvPicPr>
          <p:cNvPr id="1775366303" name=""/>
          <p:cNvPicPr>
            <a:picLocks noChangeAspect="1"/>
          </p:cNvPicPr>
          <p:nvPr/>
        </p:nvPicPr>
        <p:blipFill>
          <a:blip r:embed="rId4"/>
          <a:stretch/>
        </p:blipFill>
        <p:spPr bwMode="auto">
          <a:xfrm>
            <a:off x="3352799" y="0"/>
            <a:ext cx="5486399" cy="685799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0279581" name=""/>
          <p:cNvPicPr>
            <a:picLocks noChangeAspect="1"/>
          </p:cNvPicPr>
          <p:nvPr/>
        </p:nvPicPr>
        <p:blipFill>
          <a:blip r:embed="rId3"/>
          <a:stretch/>
        </p:blipFill>
        <p:spPr bwMode="auto">
          <a:xfrm>
            <a:off x="2286000" y="757237"/>
            <a:ext cx="7619999" cy="534352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chemeClr val="bg1"/>
        </a:solidFill>
      </p:bgPr>
    </p:bg>
    <p:spTree>
      <p:nvGrpSpPr>
        <p:cNvPr id="1" name=""/>
        <p:cNvGrpSpPr/>
        <p:nvPr/>
      </p:nvGrpSpPr>
      <p:grpSpPr bwMode="auto">
        <a:xfrm>
          <a:off x="0" y="0"/>
          <a:ext cx="0" cy="0"/>
          <a:chOff x="0" y="0"/>
          <a:chExt cx="0" cy="0"/>
        </a:xfrm>
      </p:grpSpPr>
      <p:pic>
        <p:nvPicPr>
          <p:cNvPr id="1969355696" name=""/>
          <p:cNvPicPr>
            <a:picLocks noChangeAspect="1"/>
          </p:cNvPicPr>
          <p:nvPr/>
        </p:nvPicPr>
        <p:blipFill>
          <a:blip r:embed="rId3"/>
          <a:stretch/>
        </p:blipFill>
        <p:spPr bwMode="auto">
          <a:xfrm flipH="0" flipV="0">
            <a:off x="3072283" y="280392"/>
            <a:ext cx="6047431" cy="5745059"/>
          </a:xfrm>
          <a:prstGeom prst="rect">
            <a:avLst/>
          </a:prstGeom>
        </p:spPr>
      </p:pic>
      <p:sp>
        <p:nvSpPr>
          <p:cNvPr id="958143399" name=""/>
          <p:cNvSpPr/>
          <p:nvPr/>
        </p:nvSpPr>
        <p:spPr bwMode="auto">
          <a:xfrm flipH="0" flipV="0">
            <a:off x="5929808" y="864541"/>
            <a:ext cx="1149753" cy="300940"/>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40051190" name=""/>
          <p:cNvSpPr txBox="1"/>
          <p:nvPr/>
        </p:nvSpPr>
        <p:spPr bwMode="auto">
          <a:xfrm flipH="0" flipV="0">
            <a:off x="6796666" y="2878666"/>
            <a:ext cx="682858" cy="366120"/>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endParaRPr>
              <a:latin typeface="IBM Plex Sans"/>
              <a:cs typeface="IBM Plex Sans"/>
            </a:endParaRPr>
          </a:p>
        </p:txBody>
      </p:sp>
      <p:sp>
        <p:nvSpPr>
          <p:cNvPr id="72791010" name=""/>
          <p:cNvSpPr txBox="1"/>
          <p:nvPr/>
        </p:nvSpPr>
        <p:spPr bwMode="auto">
          <a:xfrm flipH="0" flipV="0">
            <a:off x="6183477" y="2710450"/>
            <a:ext cx="1257937" cy="274679"/>
          </a:xfrm>
          <a:prstGeom prst="rect">
            <a:avLst/>
          </a:prstGeom>
          <a:solidFill>
            <a:srgbClr val="FFFFFF"/>
          </a:solidFill>
        </p:spPr>
        <p:txBody>
          <a:bodyPr vertOverflow="overflow" horzOverflow="overflow" vert="horz" wrap="square" lIns="91440" tIns="45720" rIns="91440" bIns="45720" numCol="1" spcCol="0" rtlCol="0" fromWordArt="0" anchor="t" anchorCtr="0" forceAA="0" upright="0" compatLnSpc="0">
            <a:spAutoFit/>
          </a:bodyPr>
          <a:p>
            <a:pPr algn="r">
              <a:defRPr/>
            </a:pPr>
            <a:r>
              <a:rPr sz="1200">
                <a:latin typeface="IBM Plex Sans"/>
              </a:rPr>
              <a:t>gönder</a:t>
            </a:r>
            <a:endParaRPr sz="1200">
              <a:latin typeface="IBM Plex Sans"/>
              <a:cs typeface="IBM Plex Sans"/>
            </a:endParaRPr>
          </a:p>
        </p:txBody>
      </p:sp>
      <p:sp>
        <p:nvSpPr>
          <p:cNvPr id="1709900016" name=""/>
          <p:cNvSpPr txBox="1"/>
          <p:nvPr/>
        </p:nvSpPr>
        <p:spPr bwMode="auto">
          <a:xfrm flipH="0" flipV="0">
            <a:off x="5812687" y="877671"/>
            <a:ext cx="1035944" cy="274679"/>
          </a:xfrm>
          <a:prstGeom prst="rect">
            <a:avLst/>
          </a:prstGeom>
          <a:solidFill>
            <a:srgbClr val="FFFFFF"/>
          </a:solidFill>
        </p:spPr>
        <p:txBody>
          <a:bodyPr vertOverflow="overflow" horzOverflow="overflow" vert="horz" wrap="square" lIns="91440" tIns="45720" rIns="91440" bIns="45720" numCol="1" spcCol="0" rtlCol="0" fromWordArt="0" anchor="t" anchorCtr="0" forceAA="0" upright="0" compatLnSpc="0">
            <a:spAutoFit/>
          </a:bodyPr>
          <a:p>
            <a:pPr algn="ctr">
              <a:defRPr/>
            </a:pPr>
            <a:r>
              <a:rPr sz="1200">
                <a:latin typeface="IBM Plex Sans"/>
              </a:rPr>
              <a:t>gönder</a:t>
            </a:r>
            <a:endParaRPr sz="1200">
              <a:latin typeface="IBM Plex Sans"/>
              <a:cs typeface="IBM Plex Sans"/>
            </a:endParaRPr>
          </a:p>
        </p:txBody>
      </p:sp>
      <p:sp>
        <p:nvSpPr>
          <p:cNvPr id="626557778" name=""/>
          <p:cNvSpPr txBox="1"/>
          <p:nvPr/>
        </p:nvSpPr>
        <p:spPr bwMode="auto">
          <a:xfrm flipH="0" flipV="0">
            <a:off x="8510588" y="2710090"/>
            <a:ext cx="2124381" cy="274679"/>
          </a:xfrm>
          <a:prstGeom prst="rect">
            <a:avLst/>
          </a:prstGeom>
          <a:solidFill>
            <a:srgbClr val="FFFFFF"/>
          </a:solidFill>
        </p:spPr>
        <p:txBody>
          <a:bodyPr vertOverflow="overflow" horzOverflow="overflow" vert="horz" wrap="square" lIns="91440" tIns="45720" rIns="91440" bIns="45720" numCol="1" spcCol="0" rtlCol="0" fromWordArt="0" anchor="t" anchorCtr="0" forceAA="0" upright="0" compatLnSpc="0">
            <a:spAutoFit/>
          </a:bodyPr>
          <a:p>
            <a:pPr algn="l">
              <a:defRPr/>
            </a:pPr>
            <a:r>
              <a:rPr sz="1200">
                <a:latin typeface="IBM Plex Sans"/>
              </a:rPr>
              <a:t>krediler</a:t>
            </a:r>
            <a:endParaRPr sz="1200">
              <a:latin typeface="IBM Plex Sans"/>
              <a:cs typeface="IBM Plex Sans"/>
            </a:endParaRPr>
          </a:p>
        </p:txBody>
      </p:sp>
      <p:sp>
        <p:nvSpPr>
          <p:cNvPr id="566308975" name=""/>
          <p:cNvSpPr txBox="1"/>
          <p:nvPr/>
        </p:nvSpPr>
        <p:spPr bwMode="auto">
          <a:xfrm flipH="0" flipV="0">
            <a:off x="2629117" y="5192732"/>
            <a:ext cx="2642102" cy="488039"/>
          </a:xfrm>
          <a:prstGeom prst="rect">
            <a:avLst/>
          </a:prstGeom>
          <a:solidFill>
            <a:srgbClr val="FFFFFF"/>
          </a:solidFill>
        </p:spPr>
        <p:txBody>
          <a:bodyPr vertOverflow="overflow" horzOverflow="overflow" vert="horz" wrap="square" lIns="91440" tIns="45720" rIns="91440" bIns="45720" numCol="1" spcCol="0" rtlCol="0" fromWordArt="0" anchor="t" anchorCtr="0" forceAA="0" upright="0" compatLnSpc="0">
            <a:spAutoFit/>
          </a:bodyPr>
          <a:p>
            <a:pPr algn="ctr">
              <a:defRPr/>
            </a:pPr>
            <a:r>
              <a:rPr sz="2600" b="1">
                <a:latin typeface="IBM Plex Sans"/>
              </a:rPr>
              <a:t>Banka 1</a:t>
            </a:r>
            <a:endParaRPr sz="2600" b="1">
              <a:latin typeface="IBM Plex Sans"/>
              <a:cs typeface="IBM Plex Sans"/>
            </a:endParaRPr>
          </a:p>
        </p:txBody>
      </p:sp>
      <p:sp>
        <p:nvSpPr>
          <p:cNvPr id="466514468" name=""/>
          <p:cNvSpPr txBox="1"/>
          <p:nvPr/>
        </p:nvSpPr>
        <p:spPr bwMode="auto">
          <a:xfrm flipH="0" flipV="0">
            <a:off x="7185916" y="5192732"/>
            <a:ext cx="2326650" cy="488039"/>
          </a:xfrm>
          <a:prstGeom prst="rect">
            <a:avLst/>
          </a:prstGeom>
          <a:solidFill>
            <a:srgbClr val="FFFFFF"/>
          </a:solidFill>
        </p:spPr>
        <p:txBody>
          <a:bodyPr vertOverflow="overflow" horzOverflow="overflow" vert="horz" wrap="square" lIns="91440" tIns="45720" rIns="91440" bIns="45720" numCol="1" spcCol="0" rtlCol="0" fromWordArt="0" anchor="t" anchorCtr="0" forceAA="0" upright="0" compatLnSpc="0">
            <a:spAutoFit/>
          </a:bodyPr>
          <a:p>
            <a:pPr algn="ctr">
              <a:defRPr/>
            </a:pPr>
            <a:r>
              <a:rPr sz="2600" b="1">
                <a:latin typeface="IBM Plex Sans"/>
              </a:rPr>
              <a:t>Banka 2</a:t>
            </a:r>
            <a:endParaRPr sz="2600" b="1">
              <a:latin typeface="IBM Plex Sans"/>
              <a:cs typeface="IBM Plex Sans"/>
            </a:endParaRPr>
          </a:p>
        </p:txBody>
      </p:sp>
      <p:sp>
        <p:nvSpPr>
          <p:cNvPr id="1355621069" name=""/>
          <p:cNvSpPr/>
          <p:nvPr/>
        </p:nvSpPr>
        <p:spPr bwMode="auto">
          <a:xfrm rot="0" flipH="0" flipV="0">
            <a:off x="5097499" y="5572125"/>
            <a:ext cx="2524124" cy="746124"/>
          </a:xfrm>
          <a:prstGeom prst="rect">
            <a:avLst/>
          </a:prstGeom>
          <a:solidFill>
            <a:schemeClr val="bg1"/>
          </a:solidFill>
          <a:ln w="12699" cap="flat" cmpd="sng" algn="ctr">
            <a:solidFill>
              <a:schemeClr val="bg1"/>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740523157" name=""/>
          <p:cNvSpPr txBox="1"/>
          <p:nvPr/>
        </p:nvSpPr>
        <p:spPr bwMode="auto">
          <a:xfrm flipH="0" flipV="0">
            <a:off x="4651612" y="5680770"/>
            <a:ext cx="3216127" cy="945239"/>
          </a:xfrm>
          <a:prstGeom prst="rect">
            <a:avLst/>
          </a:prstGeom>
          <a:solidFill>
            <a:schemeClr val="bg1"/>
          </a:solidFill>
        </p:spPr>
        <p:txBody>
          <a:bodyPr vertOverflow="overflow" horzOverflow="overflow" vert="horz" wrap="square" lIns="91440" tIns="45720" rIns="91440" bIns="45720" numCol="1" spcCol="0" rtlCol="0" fromWordArt="0" anchor="t" anchorCtr="0" forceAA="0" upright="0" compatLnSpc="0">
            <a:spAutoFit/>
          </a:bodyPr>
          <a:p>
            <a:pPr algn="ctr">
              <a:defRPr/>
            </a:pPr>
            <a:r>
              <a:rPr sz="1400">
                <a:latin typeface="IBM Plex Sans"/>
              </a:rPr>
              <a:t>harcanmış banknotların </a:t>
            </a:r>
            <a:r>
              <a:rPr sz="1400">
                <a:latin typeface="IBM Plex Sans"/>
              </a:rPr>
              <a:t>kaydı</a:t>
            </a:r>
            <a:endParaRPr sz="1400">
              <a:latin typeface="IBM Plex Sans"/>
              <a:ea typeface="IBM Plex Sans"/>
              <a:cs typeface="IBM Plex Sans"/>
            </a:endParaRPr>
          </a:p>
          <a:p>
            <a:pPr algn="ctr"/>
          </a:p>
          <a:p>
            <a:pPr algn="ct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905315131" name=""/>
          <p:cNvPicPr>
            <a:picLocks noChangeAspect="1"/>
          </p:cNvPicPr>
          <p:nvPr/>
        </p:nvPicPr>
        <p:blipFill>
          <a:blip r:embed="rId3"/>
          <a:stretch/>
        </p:blipFill>
        <p:spPr bwMode="auto">
          <a:xfrm flipH="0" flipV="0">
            <a:off x="3694739" y="970372"/>
            <a:ext cx="4802518" cy="491725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919884987" name=""/>
          <p:cNvPicPr>
            <a:picLocks noChangeAspect="1"/>
          </p:cNvPicPr>
          <p:nvPr/>
        </p:nvPicPr>
        <p:blipFill>
          <a:blip r:embed="rId3"/>
          <a:stretch/>
        </p:blipFill>
        <p:spPr bwMode="auto">
          <a:xfrm>
            <a:off x="1571625" y="581024"/>
            <a:ext cx="9048749" cy="569594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59415751" name=""/>
          <p:cNvPicPr>
            <a:picLocks noChangeAspect="1"/>
          </p:cNvPicPr>
          <p:nvPr/>
        </p:nvPicPr>
        <p:blipFill>
          <a:blip r:embed="rId3"/>
          <a:stretch/>
        </p:blipFill>
        <p:spPr bwMode="auto">
          <a:xfrm flipH="0" flipV="0">
            <a:off x="704845" y="733421"/>
            <a:ext cx="10782307" cy="539115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542637588" name=""/>
          <p:cNvPicPr>
            <a:picLocks noChangeAspect="1"/>
          </p:cNvPicPr>
          <p:nvPr/>
        </p:nvPicPr>
        <p:blipFill>
          <a:blip r:embed="rId3"/>
          <a:stretch/>
        </p:blipFill>
        <p:spPr bwMode="auto">
          <a:xfrm flipH="0" flipV="0">
            <a:off x="1334474" y="33756"/>
            <a:ext cx="9523045" cy="679048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81991235" name=""/>
          <p:cNvPicPr>
            <a:picLocks noChangeAspect="1"/>
          </p:cNvPicPr>
          <p:nvPr/>
        </p:nvPicPr>
        <p:blipFill>
          <a:blip r:embed="rId3"/>
          <a:stretch/>
        </p:blipFill>
        <p:spPr bwMode="auto">
          <a:xfrm flipH="0" flipV="0">
            <a:off x="2880246" y="2390769"/>
            <a:ext cx="6431504" cy="207645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534118267" name=""/>
          <p:cNvPicPr>
            <a:picLocks noChangeAspect="1"/>
          </p:cNvPicPr>
          <p:nvPr/>
        </p:nvPicPr>
        <p:blipFill>
          <a:blip r:embed="rId3"/>
          <a:stretch/>
        </p:blipFill>
        <p:spPr bwMode="auto">
          <a:xfrm flipH="0" flipV="0">
            <a:off x="2241416" y="620661"/>
            <a:ext cx="7709163" cy="561667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149992560" name=""/>
          <p:cNvPicPr>
            <a:picLocks noChangeAspect="1"/>
          </p:cNvPicPr>
          <p:nvPr/>
        </p:nvPicPr>
        <p:blipFill>
          <a:blip r:embed="rId3"/>
          <a:srcRect l="0" t="0" r="0" b="16973"/>
          <a:stretch/>
        </p:blipFill>
        <p:spPr bwMode="auto">
          <a:xfrm flipH="0" flipV="0">
            <a:off x="1563274" y="159770"/>
            <a:ext cx="9065446" cy="5428633"/>
          </a:xfrm>
          <a:prstGeom prst="rect">
            <a:avLst/>
          </a:prstGeom>
        </p:spPr>
      </p:pic>
      <p:sp>
        <p:nvSpPr>
          <p:cNvPr id="1056831080" name=""/>
          <p:cNvSpPr/>
          <p:nvPr/>
        </p:nvSpPr>
        <p:spPr bwMode="auto">
          <a:xfrm flipH="0" flipV="0">
            <a:off x="2991824" y="5600699"/>
            <a:ext cx="523874" cy="36194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661749794" name=""/>
          <p:cNvSpPr/>
          <p:nvPr/>
        </p:nvSpPr>
        <p:spPr bwMode="auto">
          <a:xfrm flipH="0" flipV="0">
            <a:off x="5698727" y="5600699"/>
            <a:ext cx="523874" cy="36194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370698139" name=""/>
          <p:cNvSpPr/>
          <p:nvPr/>
        </p:nvSpPr>
        <p:spPr bwMode="auto">
          <a:xfrm flipH="0" flipV="0">
            <a:off x="8424329" y="5600699"/>
            <a:ext cx="523874" cy="36194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797094744" name=""/>
          <p:cNvSpPr/>
          <p:nvPr/>
        </p:nvSpPr>
        <p:spPr bwMode="auto">
          <a:xfrm flipH="0" flipV="0">
            <a:off x="2962949" y="5357154"/>
            <a:ext cx="762300" cy="285390"/>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sz="2200">
              <a:latin typeface="IBM Plex Sans"/>
              <a:cs typeface="IBM Plex Sans"/>
            </a:endParaRPr>
          </a:p>
        </p:txBody>
      </p:sp>
      <p:sp>
        <p:nvSpPr>
          <p:cNvPr id="153823412" name=""/>
          <p:cNvSpPr/>
          <p:nvPr/>
        </p:nvSpPr>
        <p:spPr bwMode="auto">
          <a:xfrm flipH="0" flipV="0">
            <a:off x="3677625" y="4867453"/>
            <a:ext cx="647698" cy="228600"/>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sz="2200">
              <a:latin typeface="IBM Plex Sans"/>
              <a:cs typeface="IBM Plex Sans"/>
            </a:endParaRPr>
          </a:p>
        </p:txBody>
      </p:sp>
      <p:sp>
        <p:nvSpPr>
          <p:cNvPr id="2108527031" name=""/>
          <p:cNvSpPr txBox="1"/>
          <p:nvPr/>
        </p:nvSpPr>
        <p:spPr bwMode="auto">
          <a:xfrm flipH="0" flipV="0">
            <a:off x="7346907" y="5801943"/>
            <a:ext cx="4083833" cy="4270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2200">
                <a:latin typeface="IBM Plex Sans"/>
              </a:rPr>
              <a:t>Dağıtılmış ağlar.</a:t>
            </a:r>
            <a:endParaRPr sz="2200">
              <a:latin typeface="IBM Plex Sans"/>
              <a:cs typeface="IBM Plex Sans"/>
            </a:endParaRPr>
          </a:p>
        </p:txBody>
      </p:sp>
      <p:sp>
        <p:nvSpPr>
          <p:cNvPr id="794602628" name=""/>
          <p:cNvSpPr txBox="1"/>
          <p:nvPr/>
        </p:nvSpPr>
        <p:spPr bwMode="auto">
          <a:xfrm flipH="0" flipV="0">
            <a:off x="2925666" y="5337383"/>
            <a:ext cx="1448440" cy="3051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1400">
                <a:latin typeface="IBM Plex Sans"/>
              </a:rPr>
              <a:t>İstasyon</a:t>
            </a:r>
            <a:endParaRPr sz="1400">
              <a:latin typeface="IBM Plex Sans"/>
              <a:cs typeface="IBM Plex Sans"/>
            </a:endParaRPr>
          </a:p>
        </p:txBody>
      </p:sp>
      <p:sp>
        <p:nvSpPr>
          <p:cNvPr id="1833248220" name=""/>
          <p:cNvSpPr txBox="1"/>
          <p:nvPr/>
        </p:nvSpPr>
        <p:spPr bwMode="auto">
          <a:xfrm flipH="0" flipV="0">
            <a:off x="3677625" y="4829175"/>
            <a:ext cx="1183282" cy="3051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1400">
                <a:latin typeface="IBM Plex Sans"/>
              </a:rPr>
              <a:t>Bağlantı</a:t>
            </a:r>
            <a:endParaRPr sz="1400">
              <a:latin typeface="IBM Plex Sans"/>
              <a:ea typeface="IBM Plex Sans"/>
              <a:cs typeface="IBM Plex Sans"/>
            </a:endParaRPr>
          </a:p>
        </p:txBody>
      </p:sp>
      <p:sp>
        <p:nvSpPr>
          <p:cNvPr id="1083863093" name=""/>
          <p:cNvSpPr/>
          <p:nvPr/>
        </p:nvSpPr>
        <p:spPr bwMode="auto">
          <a:xfrm flipH="0" flipV="0">
            <a:off x="3458550" y="4867453"/>
            <a:ext cx="266699" cy="152579"/>
          </a:xfrm>
          <a:prstGeom prst="leftArrow">
            <a:avLst>
              <a:gd name="adj1" fmla="val 50000"/>
              <a:gd name="adj2" fmla="val 83333"/>
            </a:avLst>
          </a:prstGeom>
          <a:solidFill>
            <a:schemeClr val="tx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p>
        </p:txBody>
      </p:sp>
      <p:sp>
        <p:nvSpPr>
          <p:cNvPr id="1980293751" name=""/>
          <p:cNvSpPr/>
          <p:nvPr/>
        </p:nvSpPr>
        <p:spPr bwMode="auto">
          <a:xfrm rot="2286170" flipH="0" flipV="0">
            <a:off x="2724120" y="5303120"/>
            <a:ext cx="266698" cy="152579"/>
          </a:xfrm>
          <a:prstGeom prst="leftArrow">
            <a:avLst>
              <a:gd name="adj1" fmla="val 50000"/>
              <a:gd name="adj2" fmla="val 83333"/>
            </a:avLst>
          </a:prstGeom>
          <a:solidFill>
            <a:schemeClr val="tx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p>
        </p:txBody>
      </p:sp>
      <p:sp>
        <p:nvSpPr>
          <p:cNvPr id="1827644842" name=""/>
          <p:cNvSpPr txBox="1"/>
          <p:nvPr/>
        </p:nvSpPr>
        <p:spPr bwMode="auto">
          <a:xfrm rot="0" flipH="0" flipV="0">
            <a:off x="1533582" y="5801943"/>
            <a:ext cx="2763487" cy="4270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2200" lang="fr-FR">
                <a:latin typeface="IBM Plex Sans"/>
              </a:rPr>
              <a:t>Merkezileştirme</a:t>
            </a:r>
            <a:endParaRPr sz="2200">
              <a:latin typeface="IBM Plex Sans"/>
              <a:cs typeface="IBM Plex Sans"/>
            </a:endParaRPr>
          </a:p>
        </p:txBody>
      </p:sp>
      <p:sp>
        <p:nvSpPr>
          <p:cNvPr id="414344841" name=""/>
          <p:cNvSpPr txBox="1"/>
          <p:nvPr/>
        </p:nvSpPr>
        <p:spPr bwMode="auto">
          <a:xfrm rot="0" flipH="0" flipV="0">
            <a:off x="4494953" y="5801943"/>
            <a:ext cx="2851953" cy="4270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2200" lang="fr-FR">
                <a:latin typeface="IBM Plex Sans"/>
              </a:rPr>
              <a:t>Merkezi Olmayan</a:t>
            </a:r>
            <a:endParaRPr sz="2200">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696692171" name=""/>
          <p:cNvPicPr>
            <a:picLocks noChangeAspect="1"/>
          </p:cNvPicPr>
          <p:nvPr/>
        </p:nvPicPr>
        <p:blipFill>
          <a:blip r:embed="rId3"/>
          <a:stretch/>
        </p:blipFill>
        <p:spPr bwMode="auto">
          <a:xfrm flipH="0" flipV="0">
            <a:off x="772880" y="323847"/>
            <a:ext cx="10646236" cy="6210302"/>
          </a:xfrm>
          <a:prstGeom prst="rect">
            <a:avLst/>
          </a:prstGeom>
        </p:spPr>
      </p:pic>
      <p:sp>
        <p:nvSpPr>
          <p:cNvPr id="1604701722" name=""/>
          <p:cNvSpPr/>
          <p:nvPr/>
        </p:nvSpPr>
        <p:spPr bwMode="auto">
          <a:xfrm flipH="0" flipV="0">
            <a:off x="1651400" y="495479"/>
            <a:ext cx="2266949" cy="609599"/>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585018793" name=""/>
          <p:cNvSpPr/>
          <p:nvPr/>
        </p:nvSpPr>
        <p:spPr bwMode="auto">
          <a:xfrm flipH="0" flipV="0">
            <a:off x="4562474" y="495479"/>
            <a:ext cx="1714500" cy="609599"/>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p>
        </p:txBody>
      </p:sp>
      <p:sp>
        <p:nvSpPr>
          <p:cNvPr id="1078221400" name=""/>
          <p:cNvSpPr/>
          <p:nvPr/>
        </p:nvSpPr>
        <p:spPr bwMode="auto">
          <a:xfrm flipH="0" flipV="0">
            <a:off x="2784875" y="5857514"/>
            <a:ext cx="1714500" cy="609599"/>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217931922" name=""/>
          <p:cNvSpPr/>
          <p:nvPr/>
        </p:nvSpPr>
        <p:spPr bwMode="auto">
          <a:xfrm flipH="0" flipV="0">
            <a:off x="7886698" y="5857514"/>
            <a:ext cx="1714500" cy="609599"/>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a:pPr>
              <a:defRPr/>
            </a:pPr>
            <a:endParaRPr/>
          </a:p>
        </p:txBody>
      </p:sp>
      <p:sp>
        <p:nvSpPr>
          <p:cNvPr id="2047620786" name=""/>
          <p:cNvSpPr txBox="1"/>
          <p:nvPr/>
        </p:nvSpPr>
        <p:spPr bwMode="auto">
          <a:xfrm flipH="0" flipV="0">
            <a:off x="1651399" y="571500"/>
            <a:ext cx="1586266" cy="366120"/>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r>
              <a:rPr sz="1800">
                <a:latin typeface="IBM Plex Sans"/>
              </a:rPr>
              <a:t>Sadık General</a:t>
            </a:r>
            <a:endParaRPr sz="1800">
              <a:latin typeface="IBM Plex Sans"/>
              <a:cs typeface="IBM Plex Sans"/>
            </a:endParaRPr>
          </a:p>
        </p:txBody>
      </p:sp>
      <p:sp>
        <p:nvSpPr>
          <p:cNvPr id="1951448218" name=""/>
          <p:cNvSpPr txBox="1"/>
          <p:nvPr/>
        </p:nvSpPr>
        <p:spPr bwMode="auto">
          <a:xfrm flipH="0" flipV="0">
            <a:off x="4562473" y="571500"/>
            <a:ext cx="2021121" cy="36612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1800">
                <a:solidFill>
                  <a:srgbClr val="8A8A8A"/>
                </a:solidFill>
                <a:latin typeface="IBM Plex Sans"/>
              </a:rPr>
              <a:t>Hain</a:t>
            </a:r>
            <a:endParaRPr sz="1800">
              <a:solidFill>
                <a:srgbClr val="8A8A8A"/>
              </a:solidFill>
              <a:latin typeface="IBM Plex Sans"/>
              <a:cs typeface="IBM Plex Sans"/>
            </a:endParaRPr>
          </a:p>
        </p:txBody>
      </p:sp>
      <p:sp>
        <p:nvSpPr>
          <p:cNvPr id="1415045215" name=""/>
          <p:cNvSpPr txBox="1"/>
          <p:nvPr/>
        </p:nvSpPr>
        <p:spPr bwMode="auto">
          <a:xfrm flipH="0" flipV="0">
            <a:off x="2131022" y="5857513"/>
            <a:ext cx="3378125" cy="48803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2600" b="1">
                <a:latin typeface="IBM Plex Sans"/>
              </a:rPr>
              <a:t>Yenilgi</a:t>
            </a:r>
            <a:endParaRPr sz="2600" b="1">
              <a:latin typeface="IBM Plex Sans"/>
              <a:cs typeface="IBM Plex Sans"/>
            </a:endParaRPr>
          </a:p>
        </p:txBody>
      </p:sp>
      <p:sp>
        <p:nvSpPr>
          <p:cNvPr id="1155593188" name=""/>
          <p:cNvSpPr txBox="1"/>
          <p:nvPr/>
        </p:nvSpPr>
        <p:spPr bwMode="auto">
          <a:xfrm flipH="0" flipV="0">
            <a:off x="6780954" y="5857513"/>
            <a:ext cx="3785102" cy="48803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2600" b="1">
                <a:latin typeface="IBM Plex Sans"/>
              </a:rPr>
              <a:t>Zafer</a:t>
            </a:r>
            <a:endParaRPr sz="2600" b="1">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68684526" name=""/>
          <p:cNvPicPr>
            <a:picLocks noChangeAspect="1"/>
          </p:cNvPicPr>
          <p:nvPr/>
        </p:nvPicPr>
        <p:blipFill>
          <a:blip r:embed="rId3"/>
          <a:stretch/>
        </p:blipFill>
        <p:spPr bwMode="auto">
          <a:xfrm>
            <a:off x="1338262" y="538162"/>
            <a:ext cx="9515475" cy="5781674"/>
          </a:xfrm>
          <a:prstGeom prst="rect">
            <a:avLst/>
          </a:prstGeom>
        </p:spPr>
      </p:pic>
      <p:sp>
        <p:nvSpPr>
          <p:cNvPr id="1435555748" name=""/>
          <p:cNvSpPr/>
          <p:nvPr/>
        </p:nvSpPr>
        <p:spPr bwMode="auto">
          <a:xfrm flipH="0" flipV="0">
            <a:off x="7200124" y="1254124"/>
            <a:ext cx="3017836" cy="317498"/>
          </a:xfrm>
          <a:prstGeom prst="rect">
            <a:avLst/>
          </a:prstGeom>
          <a:solidFill>
            <a:srgbClr val="FDE9D4"/>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855654714" name=""/>
          <p:cNvSpPr/>
          <p:nvPr/>
        </p:nvSpPr>
        <p:spPr bwMode="auto">
          <a:xfrm flipH="0" flipV="0">
            <a:off x="4048937" y="436562"/>
            <a:ext cx="4476749" cy="571500"/>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739019711" name=""/>
          <p:cNvSpPr/>
          <p:nvPr/>
        </p:nvSpPr>
        <p:spPr bwMode="auto">
          <a:xfrm flipH="0" flipV="0">
            <a:off x="1620062" y="2016124"/>
            <a:ext cx="571500" cy="515937"/>
          </a:xfrm>
          <a:prstGeom prst="rect">
            <a:avLst/>
          </a:prstGeom>
          <a:solidFill>
            <a:srgbClr val="FEFF98"/>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362170388" name=""/>
          <p:cNvSpPr/>
          <p:nvPr/>
        </p:nvSpPr>
        <p:spPr bwMode="auto">
          <a:xfrm flipH="0" flipV="0">
            <a:off x="1486711" y="5200650"/>
            <a:ext cx="571500" cy="515936"/>
          </a:xfrm>
          <a:prstGeom prst="rect">
            <a:avLst/>
          </a:prstGeom>
          <a:solidFill>
            <a:srgbClr val="FEFF98"/>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21166664" name=""/>
          <p:cNvSpPr/>
          <p:nvPr/>
        </p:nvSpPr>
        <p:spPr bwMode="auto">
          <a:xfrm flipH="0" flipV="0">
            <a:off x="2366187" y="1738312"/>
            <a:ext cx="1627187" cy="22224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37375027" name=""/>
          <p:cNvSpPr/>
          <p:nvPr/>
        </p:nvSpPr>
        <p:spPr bwMode="auto">
          <a:xfrm flipH="0" flipV="0">
            <a:off x="4255312" y="3833812"/>
            <a:ext cx="1817687" cy="809624"/>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99712142" name=""/>
          <p:cNvSpPr/>
          <p:nvPr/>
        </p:nvSpPr>
        <p:spPr bwMode="auto">
          <a:xfrm flipH="0" flipV="0">
            <a:off x="9406749" y="3040062"/>
            <a:ext cx="1904999" cy="896937"/>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745983159" name=""/>
          <p:cNvSpPr/>
          <p:nvPr/>
        </p:nvSpPr>
        <p:spPr bwMode="auto">
          <a:xfrm flipH="0" flipV="0">
            <a:off x="6446062" y="3603624"/>
            <a:ext cx="1690687" cy="492124"/>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997111734" name=""/>
          <p:cNvSpPr/>
          <p:nvPr/>
        </p:nvSpPr>
        <p:spPr bwMode="auto">
          <a:xfrm flipH="0" flipV="0">
            <a:off x="2866249" y="6095999"/>
            <a:ext cx="1674812" cy="373062"/>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732067337" name=""/>
          <p:cNvSpPr txBox="1"/>
          <p:nvPr/>
        </p:nvSpPr>
        <p:spPr bwMode="auto">
          <a:xfrm flipH="0" flipV="0">
            <a:off x="2366185" y="436560"/>
            <a:ext cx="7427207" cy="5185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2800" b="1">
                <a:solidFill>
                  <a:srgbClr val="850009"/>
                </a:solidFill>
                <a:latin typeface="IBM Plex Sans"/>
              </a:rPr>
              <a:t>Güvenilir zaman damgası</a:t>
            </a:r>
            <a:endParaRPr sz="2800" b="1">
              <a:solidFill>
                <a:srgbClr val="850009"/>
              </a:solidFill>
              <a:latin typeface="IBM Plex Sans"/>
              <a:cs typeface="IBM Plex Sans"/>
            </a:endParaRPr>
          </a:p>
        </p:txBody>
      </p:sp>
      <p:sp>
        <p:nvSpPr>
          <p:cNvPr id="666728493" name=""/>
          <p:cNvSpPr txBox="1"/>
          <p:nvPr/>
        </p:nvSpPr>
        <p:spPr bwMode="auto">
          <a:xfrm flipH="0" flipV="0">
            <a:off x="2267924" y="1640939"/>
            <a:ext cx="1726168" cy="2441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000">
                <a:latin typeface="IBM Plex Sans"/>
              </a:rPr>
              <a:t>Hash hesapla</a:t>
            </a:r>
            <a:endParaRPr sz="1000">
              <a:latin typeface="IBM Plex Sans"/>
              <a:cs typeface="IBM Plex Sans"/>
            </a:endParaRPr>
          </a:p>
        </p:txBody>
      </p:sp>
      <p:sp>
        <p:nvSpPr>
          <p:cNvPr id="386261133" name=""/>
          <p:cNvSpPr txBox="1"/>
          <p:nvPr/>
        </p:nvSpPr>
        <p:spPr bwMode="auto">
          <a:xfrm flipH="0" flipV="0">
            <a:off x="4998760" y="1701120"/>
            <a:ext cx="2052513" cy="259439"/>
          </a:xfrm>
          <a:prstGeom prst="rect">
            <a:avLst/>
          </a:prstGeom>
          <a:solidFill>
            <a:srgbClr val="FFFFFF"/>
          </a:solidFill>
        </p:spPr>
        <p:txBody>
          <a:bodyPr vertOverflow="overflow" horzOverflow="overflow" vert="horz" wrap="square" lIns="91440" tIns="45720" rIns="91440" bIns="45720" numCol="1" spcCol="0" rtlCol="0" fromWordArt="0" anchor="t" anchorCtr="0" forceAA="0" upright="0" compatLnSpc="0">
            <a:spAutoFit/>
          </a:bodyPr>
          <a:p>
            <a:pPr algn="ctr">
              <a:defRPr/>
            </a:pPr>
            <a:r>
              <a:rPr sz="1100">
                <a:latin typeface="IBM Plex Sans"/>
              </a:rPr>
              <a:t>TSA'ya hash gönderin</a:t>
            </a:r>
            <a:endParaRPr sz="1100">
              <a:latin typeface="IBM Plex Sans"/>
              <a:cs typeface="IBM Plex Sans"/>
            </a:endParaRPr>
          </a:p>
        </p:txBody>
      </p:sp>
      <p:sp>
        <p:nvSpPr>
          <p:cNvPr id="1826628945" name=""/>
          <p:cNvSpPr txBox="1"/>
          <p:nvPr/>
        </p:nvSpPr>
        <p:spPr bwMode="auto">
          <a:xfrm flipH="0" flipV="0">
            <a:off x="1486710" y="1254123"/>
            <a:ext cx="2973763" cy="305159"/>
          </a:xfrm>
          <a:prstGeom prst="rect">
            <a:avLst/>
          </a:prstGeom>
          <a:solidFill>
            <a:srgbClr val="FFCE9C"/>
          </a:solidFill>
        </p:spPr>
        <p:txBody>
          <a:bodyPr vertOverflow="overflow" horzOverflow="overflow" vert="horz" wrap="square" lIns="91440" tIns="45720" rIns="91440" bIns="45720" numCol="1" spcCol="0" rtlCol="0" fromWordArt="0" anchor="t" anchorCtr="0" forceAA="0" upright="0" compatLnSpc="0">
            <a:spAutoFit/>
          </a:bodyPr>
          <a:p>
            <a:pPr algn="ctr">
              <a:defRPr/>
            </a:pPr>
            <a:r>
              <a:rPr sz="1400">
                <a:latin typeface="IBM Plex Sans"/>
              </a:rPr>
              <a:t>Bir şirket içinde</a:t>
            </a:r>
            <a:endParaRPr sz="1400">
              <a:latin typeface="IBM Plex Sans"/>
              <a:cs typeface="IBM Plex Sans"/>
            </a:endParaRPr>
          </a:p>
        </p:txBody>
      </p:sp>
      <p:sp>
        <p:nvSpPr>
          <p:cNvPr id="1513745464" name=""/>
          <p:cNvSpPr txBox="1"/>
          <p:nvPr/>
        </p:nvSpPr>
        <p:spPr bwMode="auto">
          <a:xfrm flipH="0" flipV="0">
            <a:off x="1486710" y="2179838"/>
            <a:ext cx="706650" cy="396599"/>
          </a:xfrm>
          <a:prstGeom prst="rect">
            <a:avLst/>
          </a:prstGeom>
          <a:solidFill>
            <a:srgbClr val="FEFF98"/>
          </a:solidFill>
        </p:spPr>
        <p:txBody>
          <a:bodyPr vertOverflow="overflow" horzOverflow="overflow" vert="horz" wrap="square" lIns="91440" tIns="45720" rIns="91440" bIns="45720" numCol="1" spcCol="0" rtlCol="0" fromWordArt="0" anchor="t" anchorCtr="0" forceAA="0" upright="0" compatLnSpc="0">
            <a:spAutoFit/>
          </a:bodyPr>
          <a:p>
            <a:pPr algn="ctr">
              <a:defRPr/>
            </a:pPr>
            <a:r>
              <a:rPr sz="1000">
                <a:latin typeface="IBM Plex Sans"/>
              </a:rPr>
              <a:t>Veri</a:t>
            </a:r>
            <a:endParaRPr sz="1000">
              <a:latin typeface="IBM Plex Sans"/>
              <a:ea typeface="IBM Plex Sans"/>
              <a:cs typeface="IBM Plex Sans"/>
            </a:endParaRPr>
          </a:p>
          <a:p>
            <a:pPr/>
          </a:p>
        </p:txBody>
      </p:sp>
      <p:sp>
        <p:nvSpPr>
          <p:cNvPr id="11887285" name=""/>
          <p:cNvSpPr txBox="1"/>
          <p:nvPr/>
        </p:nvSpPr>
        <p:spPr bwMode="auto">
          <a:xfrm flipH="0" flipV="0">
            <a:off x="1411649" y="5311773"/>
            <a:ext cx="644081" cy="396599"/>
          </a:xfrm>
          <a:prstGeom prst="rect">
            <a:avLst/>
          </a:prstGeom>
          <a:solidFill>
            <a:srgbClr val="FEFF98"/>
          </a:solidFill>
        </p:spPr>
        <p:txBody>
          <a:bodyPr vertOverflow="overflow" horzOverflow="overflow" vert="horz" wrap="square" lIns="91440" tIns="45720" rIns="91440" bIns="45720" numCol="1" spcCol="0" rtlCol="0" fromWordArt="0" anchor="t" anchorCtr="0" forceAA="0" upright="0" compatLnSpc="0">
            <a:spAutoFit/>
          </a:bodyPr>
          <a:p>
            <a:pPr algn="ctr">
              <a:defRPr/>
            </a:pPr>
            <a:r>
              <a:rPr sz="1000">
                <a:latin typeface="IBM Plex Sans"/>
              </a:rPr>
              <a:t>Veri</a:t>
            </a:r>
            <a:endParaRPr sz="1000">
              <a:latin typeface="IBM Plex Sans"/>
              <a:ea typeface="IBM Plex Sans"/>
              <a:cs typeface="IBM Plex Sans"/>
            </a:endParaRPr>
          </a:p>
          <a:p>
            <a:pPr algn="ctr"/>
          </a:p>
        </p:txBody>
      </p:sp>
      <p:sp>
        <p:nvSpPr>
          <p:cNvPr id="1458164772" name=""/>
          <p:cNvSpPr txBox="1"/>
          <p:nvPr/>
        </p:nvSpPr>
        <p:spPr bwMode="auto">
          <a:xfrm flipH="0" flipV="0">
            <a:off x="1486710" y="6129950"/>
            <a:ext cx="4211293" cy="3051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400">
                <a:latin typeface="IBM Plex Sans"/>
              </a:rPr>
              <a:t>Birlikte saklayın</a:t>
            </a:r>
            <a:endParaRPr sz="1400">
              <a:latin typeface="IBM Plex Sans"/>
              <a:cs typeface="IBM Plex Sans"/>
            </a:endParaRPr>
          </a:p>
        </p:txBody>
      </p:sp>
      <p:sp>
        <p:nvSpPr>
          <p:cNvPr id="413664644" name=""/>
          <p:cNvSpPr txBox="1"/>
          <p:nvPr/>
        </p:nvSpPr>
        <p:spPr bwMode="auto">
          <a:xfrm flipH="0" flipV="0">
            <a:off x="3756939" y="4095747"/>
            <a:ext cx="2268077" cy="59472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100">
                <a:latin typeface="IBM Plex Sans"/>
              </a:rPr>
              <a:t>İmzalı zaman damgası </a:t>
            </a:r>
            <a:r>
              <a:rPr sz="1100">
                <a:latin typeface="IBM Plex Sans"/>
              </a:rPr>
              <a:t>ve hash talep </a:t>
            </a:r>
            <a:r>
              <a:rPr sz="1100">
                <a:latin typeface="IBM Plex Sans"/>
              </a:rPr>
              <a:t>edene döndürülür</a:t>
            </a:r>
            <a:endParaRPr sz="1100">
              <a:latin typeface="IBM Plex Sans"/>
              <a:cs typeface="IBM Plex Sans"/>
            </a:endParaRPr>
          </a:p>
        </p:txBody>
      </p:sp>
      <p:sp>
        <p:nvSpPr>
          <p:cNvPr id="1988364204" name=""/>
          <p:cNvSpPr txBox="1"/>
          <p:nvPr/>
        </p:nvSpPr>
        <p:spPr bwMode="auto">
          <a:xfrm flipH="0" flipV="0">
            <a:off x="8468534" y="2027259"/>
            <a:ext cx="1968051" cy="305159"/>
          </a:xfrm>
          <a:prstGeom prst="rect">
            <a:avLst/>
          </a:prstGeom>
          <a:solidFill>
            <a:srgbClr val="FEFF98"/>
          </a:solidFill>
        </p:spPr>
        <p:txBody>
          <a:bodyPr vertOverflow="overflow" horzOverflow="overflow" vert="horz" wrap="square" lIns="91440" tIns="45720" rIns="91440" bIns="45720" numCol="1" spcCol="0" rtlCol="0" fromWordArt="0" anchor="t" anchorCtr="0" forceAA="0" upright="0" compatLnSpc="0">
            <a:spAutoFit/>
          </a:bodyPr>
          <a:p>
            <a:pPr algn="l">
              <a:defRPr/>
            </a:pPr>
            <a:r>
              <a:rPr sz="1400">
                <a:latin typeface="IBM Plex Sans"/>
              </a:rPr>
              <a:t>Zaman Damgası</a:t>
            </a:r>
            <a:endParaRPr sz="1400">
              <a:latin typeface="IBM Plex Sans"/>
              <a:cs typeface="IBM Plex Sans"/>
            </a:endParaRPr>
          </a:p>
        </p:txBody>
      </p:sp>
      <p:sp>
        <p:nvSpPr>
          <p:cNvPr id="1417755538" name=""/>
          <p:cNvSpPr txBox="1"/>
          <p:nvPr/>
        </p:nvSpPr>
        <p:spPr bwMode="auto">
          <a:xfrm flipH="0" flipV="0">
            <a:off x="7051275" y="1254123"/>
            <a:ext cx="3384592" cy="274679"/>
          </a:xfrm>
          <a:prstGeom prst="rect">
            <a:avLst/>
          </a:prstGeom>
          <a:solidFill>
            <a:srgbClr val="FFCE9C"/>
          </a:solidFill>
        </p:spPr>
        <p:txBody>
          <a:bodyPr vertOverflow="overflow" horzOverflow="overflow" vert="horz" wrap="square" lIns="91440" tIns="45720" rIns="91440" bIns="45720" numCol="1" spcCol="0" rtlCol="0" fromWordArt="0" anchor="t" anchorCtr="0" forceAA="0" upright="0" compatLnSpc="0">
            <a:spAutoFit/>
          </a:bodyPr>
          <a:p>
            <a:pPr algn="ctr">
              <a:defRPr/>
            </a:pPr>
            <a:r>
              <a:rPr sz="1200">
                <a:latin typeface="IBM Plex Sans"/>
              </a:rPr>
              <a:t>Zaman Damgası Kurumu (TSA)</a:t>
            </a:r>
            <a:endParaRPr sz="1200">
              <a:latin typeface="IBM Plex Sans"/>
              <a:cs typeface="IBM Plex Sans"/>
            </a:endParaRPr>
          </a:p>
        </p:txBody>
      </p:sp>
      <p:sp>
        <p:nvSpPr>
          <p:cNvPr id="686659638" name=""/>
          <p:cNvSpPr txBox="1"/>
          <p:nvPr/>
        </p:nvSpPr>
        <p:spPr bwMode="auto">
          <a:xfrm flipH="0" flipV="0">
            <a:off x="7051272" y="2568211"/>
            <a:ext cx="2171596" cy="259439"/>
          </a:xfrm>
          <a:prstGeom prst="rect">
            <a:avLst/>
          </a:prstGeom>
          <a:solidFill>
            <a:schemeClr val="bg1"/>
          </a:solidFill>
        </p:spPr>
        <p:txBody>
          <a:bodyPr vertOverflow="overflow" horzOverflow="overflow" vert="horz" wrap="square" lIns="91440" tIns="45720" rIns="91440" bIns="45720" numCol="1" spcCol="0" rtlCol="0" fromWordArt="0" anchor="t" anchorCtr="0" forceAA="0" upright="0" compatLnSpc="0">
            <a:spAutoFit/>
          </a:bodyPr>
          <a:p>
            <a:pPr algn="ctr">
              <a:defRPr/>
            </a:pPr>
            <a:r>
              <a:rPr sz="1100">
                <a:latin typeface="IBM Plex Sans"/>
              </a:rPr>
              <a:t>Hash hesapla</a:t>
            </a:r>
            <a:endParaRPr sz="1100">
              <a:latin typeface="IBM Plex Sans"/>
              <a:cs typeface="IBM Plex Sans"/>
            </a:endParaRPr>
          </a:p>
        </p:txBody>
      </p:sp>
      <p:sp>
        <p:nvSpPr>
          <p:cNvPr id="1042183151" name=""/>
          <p:cNvSpPr txBox="1"/>
          <p:nvPr/>
        </p:nvSpPr>
        <p:spPr bwMode="auto">
          <a:xfrm flipH="0" flipV="0">
            <a:off x="9406748" y="3131637"/>
            <a:ext cx="2334618" cy="7623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100">
                <a:latin typeface="IBM Plex Sans"/>
              </a:rPr>
              <a:t>Bu, </a:t>
            </a:r>
            <a:r>
              <a:rPr sz="1100" lang="fr-FR">
                <a:latin typeface="IBM Plex Sans"/>
              </a:rPr>
              <a:t>zaman </a:t>
            </a:r>
            <a:r>
              <a:rPr sz="1100">
                <a:latin typeface="IBM Plex Sans"/>
              </a:rPr>
              <a:t>damgasıyla </a:t>
            </a:r>
            <a:r>
              <a:rPr sz="1100" lang="fr-FR">
                <a:latin typeface="IBM Plex Sans"/>
              </a:rPr>
              <a:t>birleştirilmiş </a:t>
            </a:r>
            <a:r>
              <a:rPr sz="1100">
                <a:latin typeface="IBM Plex Sans"/>
              </a:rPr>
              <a:t>karmanın </a:t>
            </a:r>
            <a:r>
              <a:rPr sz="1100" lang="fr-FR">
                <a:latin typeface="IBM Plex Sans"/>
              </a:rPr>
              <a:t>dijital </a:t>
            </a:r>
            <a:r>
              <a:rPr sz="1100">
                <a:latin typeface="IBM Plex Sans"/>
              </a:rPr>
              <a:t>imzasıdır</a:t>
            </a:r>
            <a:endParaRPr sz="1100">
              <a:latin typeface="IBM Plex Sans"/>
              <a:cs typeface="IBM Plex Sans"/>
            </a:endParaRPr>
          </a:p>
          <a:p>
            <a:pPr algn="ctr"/>
          </a:p>
        </p:txBody>
      </p:sp>
      <p:sp>
        <p:nvSpPr>
          <p:cNvPr id="1856247728" name=""/>
          <p:cNvSpPr txBox="1"/>
          <p:nvPr/>
        </p:nvSpPr>
        <p:spPr bwMode="auto">
          <a:xfrm flipH="0" flipV="0">
            <a:off x="6446061" y="3699144"/>
            <a:ext cx="1616558" cy="396599"/>
          </a:xfrm>
          <a:prstGeom prst="rect">
            <a:avLst/>
          </a:prstGeom>
          <a:solidFill>
            <a:srgbClr val="FFFFFF"/>
          </a:solidFill>
        </p:spPr>
        <p:txBody>
          <a:bodyPr vertOverflow="overflow" horzOverflow="overflow" vert="horz" wrap="square" lIns="91440" tIns="45720" rIns="91440" bIns="45720" numCol="1" spcCol="0" rtlCol="0" fromWordArt="0" anchor="t" anchorCtr="0" forceAA="0" upright="0" compatLnSpc="0">
            <a:spAutoFit/>
          </a:bodyPr>
          <a:p>
            <a:pPr algn="r">
              <a:defRPr/>
            </a:pPr>
            <a:r>
              <a:rPr sz="1000">
                <a:latin typeface="IBM Plex Sans"/>
              </a:rPr>
              <a:t>TSA'nın özel </a:t>
            </a:r>
            <a:r>
              <a:rPr sz="1000">
                <a:latin typeface="IBM Plex Sans"/>
              </a:rPr>
              <a:t>anahtarını uygulayın</a:t>
            </a:r>
            <a:endParaRPr sz="1000">
              <a:latin typeface="IBM Plex Sans"/>
              <a:cs typeface="IBM Plex Sans"/>
            </a:endParaRPr>
          </a:p>
        </p:txBody>
      </p:sp>
      <p:sp>
        <p:nvSpPr>
          <p:cNvPr id="1631696941" name=""/>
          <p:cNvSpPr txBox="1"/>
          <p:nvPr/>
        </p:nvSpPr>
        <p:spPr bwMode="auto">
          <a:xfrm flipH="0" flipV="0">
            <a:off x="9743962" y="4516295"/>
            <a:ext cx="1996686" cy="305159"/>
          </a:xfrm>
          <a:prstGeom prst="rect">
            <a:avLst/>
          </a:prstGeom>
          <a:solidFill>
            <a:srgbClr val="FEFF98"/>
          </a:solidFill>
        </p:spPr>
        <p:txBody>
          <a:bodyPr vertOverflow="overflow" horzOverflow="overflow" vert="horz" wrap="square" lIns="91440" tIns="45720" rIns="91440" bIns="45720" numCol="1" spcCol="0" rtlCol="0" fromWordArt="0" anchor="t" anchorCtr="0" forceAA="0" upright="0" compatLnSpc="0">
            <a:spAutoFit/>
          </a:bodyPr>
          <a:p>
            <a:pPr algn="l">
              <a:defRPr/>
            </a:pPr>
            <a:r>
              <a:rPr sz="1400">
                <a:latin typeface="IBM Plex Sans"/>
              </a:rPr>
              <a:t>Zaman Damgası</a:t>
            </a:r>
            <a:endParaRPr sz="1400">
              <a:latin typeface="IBM Plex Sans"/>
              <a:cs typeface="IBM Plex Sans"/>
            </a:endParaRPr>
          </a:p>
        </p:txBody>
      </p:sp>
      <p:sp>
        <p:nvSpPr>
          <p:cNvPr id="2133654291" name=""/>
          <p:cNvSpPr txBox="1"/>
          <p:nvPr/>
        </p:nvSpPr>
        <p:spPr bwMode="auto">
          <a:xfrm flipH="0" flipV="0">
            <a:off x="4814896" y="5306036"/>
            <a:ext cx="2069344" cy="305159"/>
          </a:xfrm>
          <a:prstGeom prst="rect">
            <a:avLst/>
          </a:prstGeom>
          <a:solidFill>
            <a:srgbClr val="FEFF98"/>
          </a:solidFill>
        </p:spPr>
        <p:txBody>
          <a:bodyPr vertOverflow="overflow" horzOverflow="overflow" vert="horz" wrap="square" lIns="91440" tIns="45720" rIns="91440" bIns="45720" numCol="1" spcCol="0" rtlCol="0" fromWordArt="0" anchor="t" anchorCtr="0" forceAA="0" upright="0" compatLnSpc="0">
            <a:spAutoFit/>
          </a:bodyPr>
          <a:p>
            <a:pPr algn="l">
              <a:defRPr/>
            </a:pPr>
            <a:r>
              <a:rPr sz="1400">
                <a:latin typeface="IBM Plex Sans"/>
              </a:rPr>
              <a:t>Zaman Damgası</a:t>
            </a:r>
            <a:endParaRPr sz="1400">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365012937" name=""/>
          <p:cNvPicPr>
            <a:picLocks noChangeAspect="1"/>
          </p:cNvPicPr>
          <p:nvPr/>
        </p:nvPicPr>
        <p:blipFill>
          <a:blip r:embed="rId3"/>
          <a:stretch/>
        </p:blipFill>
        <p:spPr bwMode="auto">
          <a:xfrm flipH="0" flipV="0">
            <a:off x="4361473" y="1099778"/>
            <a:ext cx="3469050" cy="465844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239477945" name=""/>
          <p:cNvPicPr>
            <a:picLocks noChangeAspect="1"/>
          </p:cNvPicPr>
          <p:nvPr/>
        </p:nvPicPr>
        <p:blipFill>
          <a:blip r:embed="rId3"/>
          <a:stretch/>
        </p:blipFill>
        <p:spPr bwMode="auto">
          <a:xfrm flipH="0" flipV="0">
            <a:off x="1142998" y="2438399"/>
            <a:ext cx="9905999" cy="1981199"/>
          </a:xfrm>
          <a:prstGeom prst="rect">
            <a:avLst/>
          </a:prstGeom>
        </p:spPr>
      </p:pic>
      <p:sp>
        <p:nvSpPr>
          <p:cNvPr id="659609761" name=""/>
          <p:cNvSpPr/>
          <p:nvPr/>
        </p:nvSpPr>
        <p:spPr bwMode="auto">
          <a:xfrm flipH="0" flipV="0">
            <a:off x="1437994" y="2703967"/>
            <a:ext cx="2628900" cy="809624"/>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904420992" name=""/>
          <p:cNvSpPr txBox="1"/>
          <p:nvPr/>
        </p:nvSpPr>
        <p:spPr bwMode="auto">
          <a:xfrm flipH="0" flipV="0">
            <a:off x="1458298" y="2788560"/>
            <a:ext cx="5401395" cy="64044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3600" b="1">
                <a:latin typeface="IBM Plex Sans"/>
              </a:rPr>
              <a:t>Referanslar</a:t>
            </a:r>
            <a:endParaRPr sz="10000" b="1">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646580494" name=""/>
          <p:cNvPicPr>
            <a:picLocks noChangeAspect="1"/>
          </p:cNvPicPr>
          <p:nvPr/>
        </p:nvPicPr>
        <p:blipFill>
          <a:blip r:embed="rId3"/>
          <a:stretch/>
        </p:blipFill>
        <p:spPr bwMode="auto">
          <a:xfrm flipH="0" flipV="0">
            <a:off x="1656823" y="1009648"/>
            <a:ext cx="8878350" cy="48387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840777128" name=""/>
          <p:cNvPicPr>
            <a:picLocks noChangeAspect="1"/>
          </p:cNvPicPr>
          <p:nvPr/>
        </p:nvPicPr>
        <p:blipFill>
          <a:blip r:embed="rId3"/>
          <a:stretch/>
        </p:blipFill>
        <p:spPr bwMode="auto">
          <a:xfrm flipH="0" flipV="0">
            <a:off x="2096474" y="282956"/>
            <a:ext cx="7999047" cy="629208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9265030" name=""/>
          <p:cNvPicPr>
            <a:picLocks noChangeAspect="1"/>
          </p:cNvPicPr>
          <p:nvPr/>
        </p:nvPicPr>
        <p:blipFill>
          <a:blip r:embed="rId3"/>
          <a:stretch/>
        </p:blipFill>
        <p:spPr bwMode="auto">
          <a:xfrm flipH="0" flipV="0">
            <a:off x="3418497" y="751498"/>
            <a:ext cx="5355001" cy="535500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003422597" name=""/>
          <p:cNvPicPr>
            <a:picLocks noChangeAspect="1"/>
          </p:cNvPicPr>
          <p:nvPr/>
        </p:nvPicPr>
        <p:blipFill>
          <a:blip r:embed="rId3"/>
          <a:stretch/>
        </p:blipFill>
        <p:spPr bwMode="auto">
          <a:xfrm flipH="0" flipV="0">
            <a:off x="4237647" y="956958"/>
            <a:ext cx="3716701" cy="494407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352813179" name=""/>
          <p:cNvPicPr>
            <a:picLocks noChangeAspect="1"/>
          </p:cNvPicPr>
          <p:nvPr/>
        </p:nvPicPr>
        <p:blipFill>
          <a:blip r:embed="rId3"/>
          <a:stretch/>
        </p:blipFill>
        <p:spPr bwMode="auto">
          <a:xfrm flipH="0" flipV="0">
            <a:off x="1696424" y="90192"/>
            <a:ext cx="8782049" cy="666463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524021545" name=""/>
          <p:cNvPicPr>
            <a:picLocks noChangeAspect="1"/>
          </p:cNvPicPr>
          <p:nvPr/>
        </p:nvPicPr>
        <p:blipFill>
          <a:blip r:embed="rId3"/>
          <a:stretch/>
        </p:blipFill>
        <p:spPr bwMode="auto">
          <a:xfrm flipH="0" flipV="0">
            <a:off x="3656621" y="989621"/>
            <a:ext cx="4878752" cy="4878752"/>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220464501" name=""/>
          <p:cNvPicPr>
            <a:picLocks noChangeAspect="1"/>
          </p:cNvPicPr>
          <p:nvPr/>
        </p:nvPicPr>
        <p:blipFill>
          <a:blip r:embed="rId3"/>
          <a:stretch/>
        </p:blipFill>
        <p:spPr bwMode="auto">
          <a:xfrm flipH="0" flipV="0">
            <a:off x="3581399" y="914399"/>
            <a:ext cx="5029196" cy="502919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837248353" name=""/>
          <p:cNvPicPr>
            <a:picLocks noChangeAspect="1"/>
          </p:cNvPicPr>
          <p:nvPr/>
        </p:nvPicPr>
        <p:blipFill>
          <a:blip r:embed="rId3"/>
          <a:stretch/>
        </p:blipFill>
        <p:spPr bwMode="auto">
          <a:xfrm>
            <a:off x="3443906" y="0"/>
            <a:ext cx="5304184" cy="685799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693169742" name=""/>
          <p:cNvPicPr>
            <a:picLocks noChangeAspect="1"/>
          </p:cNvPicPr>
          <p:nvPr/>
        </p:nvPicPr>
        <p:blipFill>
          <a:blip r:embed="rId3"/>
          <a:stretch/>
        </p:blipFill>
        <p:spPr bwMode="auto">
          <a:xfrm flipH="0" flipV="0">
            <a:off x="2411049" y="619124"/>
            <a:ext cx="7369898" cy="561974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895377865" name=""/>
          <p:cNvPicPr>
            <a:picLocks noChangeAspect="1"/>
          </p:cNvPicPr>
          <p:nvPr/>
        </p:nvPicPr>
        <p:blipFill>
          <a:blip r:embed="rId3"/>
          <a:stretch/>
        </p:blipFill>
        <p:spPr bwMode="auto">
          <a:xfrm flipH="0" flipV="0">
            <a:off x="1069060" y="609600"/>
            <a:ext cx="9925305" cy="5200646"/>
          </a:xfrm>
          <a:prstGeom prst="rect">
            <a:avLst/>
          </a:prstGeom>
          <a:ln w="6349">
            <a:solidFill>
              <a:schemeClr val="accent1">
                <a:lumMod val="50196"/>
              </a:schemeClr>
            </a:solidFill>
            <a:prstDash val="solid"/>
          </a:ln>
        </p:spPr>
      </p:pic>
      <p:sp>
        <p:nvSpPr>
          <p:cNvPr id="812837255" name=""/>
          <p:cNvSpPr txBox="1"/>
          <p:nvPr/>
        </p:nvSpPr>
        <p:spPr bwMode="auto">
          <a:xfrm rot="0" flipH="0" flipV="0">
            <a:off x="2755485" y="5941694"/>
            <a:ext cx="7268309" cy="3051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400" b="0" i="1">
                <a:latin typeface="IBM Plex Sans"/>
              </a:rPr>
              <a:t>Satoshi Nakamoto'nun Sayfası - </a:t>
            </a:r>
            <a:r>
              <a:rPr sz="1400" b="0" i="1" lang="fr-FR">
                <a:latin typeface="IBM Plex Sans"/>
              </a:rPr>
              <a:t>Hiç hediye almadım</a:t>
            </a:r>
            <a:endParaRPr sz="2800" b="0" i="1">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990356153" name=""/>
          <p:cNvPicPr>
            <a:picLocks noChangeAspect="1"/>
          </p:cNvPicPr>
          <p:nvPr/>
        </p:nvPicPr>
        <p:blipFill>
          <a:blip r:embed="rId3"/>
          <a:stretch/>
        </p:blipFill>
        <p:spPr bwMode="auto">
          <a:xfrm flipH="0" flipV="0">
            <a:off x="3980473" y="1313473"/>
            <a:ext cx="4231050" cy="423105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106743524" name=""/>
          <p:cNvPicPr>
            <a:picLocks noChangeAspect="1"/>
          </p:cNvPicPr>
          <p:nvPr/>
        </p:nvPicPr>
        <p:blipFill>
          <a:blip r:embed="rId3"/>
          <a:stretch/>
        </p:blipFill>
        <p:spPr bwMode="auto">
          <a:xfrm flipH="0" flipV="0">
            <a:off x="2570771" y="786831"/>
            <a:ext cx="7050451" cy="528433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731644631" name=""/>
          <p:cNvPicPr>
            <a:picLocks noChangeAspect="1"/>
          </p:cNvPicPr>
          <p:nvPr/>
        </p:nvPicPr>
        <p:blipFill>
          <a:blip r:embed="rId3"/>
          <a:stretch/>
        </p:blipFill>
        <p:spPr bwMode="auto">
          <a:xfrm flipH="0" flipV="0">
            <a:off x="1441575" y="1009649"/>
            <a:ext cx="9308848" cy="4838697"/>
          </a:xfrm>
          <a:prstGeom prst="rect">
            <a:avLst/>
          </a:prstGeom>
        </p:spPr>
      </p:pic>
      <p:sp>
        <p:nvSpPr>
          <p:cNvPr id="342911670" name=""/>
          <p:cNvSpPr txBox="1"/>
          <p:nvPr/>
        </p:nvSpPr>
        <p:spPr bwMode="auto">
          <a:xfrm flipH="0" flipV="0">
            <a:off x="1933203" y="5985901"/>
            <a:ext cx="7863998" cy="3051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400" b="1">
                <a:latin typeface="IBM Plex Sans"/>
              </a:rPr>
              <a:t>Bitcoin Forumu</a:t>
            </a:r>
            <a:endParaRPr sz="1400" b="1">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759069393" name=""/>
          <p:cNvPicPr>
            <a:picLocks noChangeAspect="1"/>
          </p:cNvPicPr>
          <p:nvPr/>
        </p:nvPicPr>
        <p:blipFill>
          <a:blip r:embed="rId3"/>
          <a:stretch/>
        </p:blipFill>
        <p:spPr bwMode="auto">
          <a:xfrm flipH="0" flipV="0">
            <a:off x="3066071" y="399071"/>
            <a:ext cx="6059853" cy="605985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132540410" name=""/>
          <p:cNvPicPr>
            <a:picLocks noChangeAspect="1"/>
          </p:cNvPicPr>
          <p:nvPr/>
        </p:nvPicPr>
        <p:blipFill>
          <a:blip r:embed="rId3"/>
          <a:stretch/>
        </p:blipFill>
        <p:spPr bwMode="auto">
          <a:xfrm flipH="0" flipV="0">
            <a:off x="4247172" y="302892"/>
            <a:ext cx="3697651" cy="625221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517286389" name=""/>
          <p:cNvPicPr>
            <a:picLocks noChangeAspect="1"/>
          </p:cNvPicPr>
          <p:nvPr/>
        </p:nvPicPr>
        <p:blipFill>
          <a:blip r:embed="rId3"/>
          <a:stretch/>
        </p:blipFill>
        <p:spPr bwMode="auto">
          <a:xfrm flipH="0" flipV="0">
            <a:off x="3928577" y="1277935"/>
            <a:ext cx="4334842" cy="430212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457864823" name=""/>
          <p:cNvPicPr>
            <a:picLocks noChangeAspect="1"/>
          </p:cNvPicPr>
          <p:nvPr/>
        </p:nvPicPr>
        <p:blipFill>
          <a:blip r:embed="rId3"/>
          <a:stretch/>
        </p:blipFill>
        <p:spPr bwMode="auto">
          <a:xfrm flipH="0" flipV="0">
            <a:off x="245088" y="457199"/>
            <a:ext cx="11701821" cy="594359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592298888" name=""/>
          <p:cNvPicPr>
            <a:picLocks noChangeAspect="1"/>
          </p:cNvPicPr>
          <p:nvPr/>
        </p:nvPicPr>
        <p:blipFill>
          <a:blip r:embed="rId3"/>
          <a:stretch/>
        </p:blipFill>
        <p:spPr bwMode="auto">
          <a:xfrm flipH="0" flipV="0">
            <a:off x="3854301" y="2631219"/>
            <a:ext cx="4483395" cy="159556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768273817" name=""/>
          <p:cNvPicPr>
            <a:picLocks noChangeAspect="1"/>
          </p:cNvPicPr>
          <p:nvPr/>
        </p:nvPicPr>
        <p:blipFill>
          <a:blip r:embed="rId3"/>
          <a:stretch/>
        </p:blipFill>
        <p:spPr bwMode="auto">
          <a:xfrm flipH="0" flipV="0">
            <a:off x="4380521" y="445294"/>
            <a:ext cx="3430952" cy="596740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12559532" name=""/>
          <p:cNvPicPr>
            <a:picLocks noChangeAspect="1"/>
          </p:cNvPicPr>
          <p:nvPr/>
        </p:nvPicPr>
        <p:blipFill>
          <a:blip r:embed="rId3"/>
          <a:stretch/>
        </p:blipFill>
        <p:spPr bwMode="auto">
          <a:xfrm flipH="0" flipV="0">
            <a:off x="3075598" y="471305"/>
            <a:ext cx="6040800" cy="591538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597214529" name=""/>
          <p:cNvPicPr>
            <a:picLocks noChangeAspect="1"/>
          </p:cNvPicPr>
          <p:nvPr/>
        </p:nvPicPr>
        <p:blipFill>
          <a:blip r:embed="rId3"/>
          <a:stretch/>
        </p:blipFill>
        <p:spPr bwMode="auto">
          <a:xfrm flipH="0" flipV="0">
            <a:off x="103797" y="1431598"/>
            <a:ext cx="11984401" cy="3994799"/>
          </a:xfrm>
          <a:prstGeom prst="rect">
            <a:avLst/>
          </a:prstGeom>
        </p:spPr>
      </p:pic>
      <p:sp>
        <p:nvSpPr>
          <p:cNvPr id="136547751" name=""/>
          <p:cNvSpPr/>
          <p:nvPr/>
        </p:nvSpPr>
        <p:spPr bwMode="auto">
          <a:xfrm flipH="0" flipV="0">
            <a:off x="3420449" y="1381124"/>
            <a:ext cx="6781799" cy="409574"/>
          </a:xfrm>
          <a:prstGeom prst="rect">
            <a:avLst/>
          </a:prstGeom>
          <a:solidFill>
            <a:schemeClr val="bg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780372163" name=""/>
          <p:cNvSpPr txBox="1"/>
          <p:nvPr/>
        </p:nvSpPr>
        <p:spPr bwMode="auto">
          <a:xfrm flipH="0" flipV="0">
            <a:off x="572474" y="1155371"/>
            <a:ext cx="11183069" cy="33563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600">
                <a:latin typeface="IBM Plex Sans"/>
              </a:rPr>
              <a:t>Patoshi Blokları ve Ters Zaman Damgaları (Blok numarası/EkstraNonce)</a:t>
            </a:r>
            <a:endParaRPr sz="1800">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638849796" name=""/>
          <p:cNvPicPr>
            <a:picLocks noChangeAspect="1"/>
          </p:cNvPicPr>
          <p:nvPr/>
        </p:nvPicPr>
        <p:blipFill>
          <a:blip r:embed="rId3"/>
          <a:stretch/>
        </p:blipFill>
        <p:spPr bwMode="auto">
          <a:xfrm flipH="0" flipV="0">
            <a:off x="761999" y="228600"/>
            <a:ext cx="10667998" cy="6400800"/>
          </a:xfrm>
          <a:prstGeom prst="rect">
            <a:avLst/>
          </a:prstGeom>
        </p:spPr>
      </p:pic>
      <p:sp>
        <p:nvSpPr>
          <p:cNvPr id="1446829500" name=""/>
          <p:cNvSpPr/>
          <p:nvPr/>
        </p:nvSpPr>
        <p:spPr bwMode="auto">
          <a:xfrm flipH="0" flipV="0">
            <a:off x="3963375" y="419099"/>
            <a:ext cx="6353174" cy="276224"/>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299163990" name=""/>
          <p:cNvSpPr/>
          <p:nvPr/>
        </p:nvSpPr>
        <p:spPr bwMode="auto">
          <a:xfrm flipH="0" flipV="0">
            <a:off x="848699" y="1847849"/>
            <a:ext cx="276224" cy="2543175"/>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2067220978" name=""/>
          <p:cNvSpPr txBox="1"/>
          <p:nvPr/>
        </p:nvSpPr>
        <p:spPr bwMode="auto">
          <a:xfrm flipH="0" flipV="0">
            <a:off x="1439249" y="228599"/>
            <a:ext cx="10582993" cy="33563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600">
                <a:latin typeface="IBM Plex Sans"/>
              </a:rPr>
              <a:t>Satoshi'nin ağdaki yüzdesinin tahmini</a:t>
            </a:r>
            <a:endParaRPr sz="1600">
              <a:latin typeface="IBM Plex Sans"/>
              <a:cs typeface="IBM Plex Sans"/>
            </a:endParaRPr>
          </a:p>
        </p:txBody>
      </p:sp>
      <p:sp>
        <p:nvSpPr>
          <p:cNvPr id="36166462" name=""/>
          <p:cNvSpPr txBox="1"/>
          <p:nvPr/>
        </p:nvSpPr>
        <p:spPr bwMode="auto">
          <a:xfrm rot="16199969" flipH="0" flipV="0">
            <a:off x="-21773" y="2867636"/>
            <a:ext cx="1988233" cy="305159"/>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lgn="ctr">
              <a:defRPr/>
            </a:pPr>
            <a:r>
              <a:rPr sz="1400">
                <a:latin typeface="IBM Plex Sans"/>
              </a:rPr>
              <a:t>Şebeke yüzdesi</a:t>
            </a:r>
            <a:endParaRPr sz="1400">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648874058" name=""/>
          <p:cNvPicPr>
            <a:picLocks noChangeAspect="1"/>
          </p:cNvPicPr>
          <p:nvPr/>
        </p:nvPicPr>
        <p:blipFill>
          <a:blip r:embed="rId3"/>
          <a:stretch/>
        </p:blipFill>
        <p:spPr bwMode="auto">
          <a:xfrm flipH="0" flipV="0">
            <a:off x="665771" y="170863"/>
            <a:ext cx="10860453" cy="6516272"/>
          </a:xfrm>
          <a:prstGeom prst="rect">
            <a:avLst/>
          </a:prstGeom>
        </p:spPr>
      </p:pic>
      <p:sp>
        <p:nvSpPr>
          <p:cNvPr id="1513896667" name=""/>
          <p:cNvSpPr/>
          <p:nvPr/>
        </p:nvSpPr>
        <p:spPr bwMode="auto">
          <a:xfrm flipH="0" flipV="0">
            <a:off x="745567" y="2441863"/>
            <a:ext cx="329045" cy="1203613"/>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790721780" name=""/>
          <p:cNvSpPr/>
          <p:nvPr/>
        </p:nvSpPr>
        <p:spPr bwMode="auto">
          <a:xfrm flipH="0" flipV="0">
            <a:off x="4877775" y="333374"/>
            <a:ext cx="4610099" cy="30479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646389776" name=""/>
          <p:cNvSpPr/>
          <p:nvPr/>
        </p:nvSpPr>
        <p:spPr bwMode="auto">
          <a:xfrm flipH="0" flipV="0">
            <a:off x="4925399" y="6095999"/>
            <a:ext cx="1571625" cy="43814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654449911" name=""/>
          <p:cNvSpPr/>
          <p:nvPr/>
        </p:nvSpPr>
        <p:spPr bwMode="auto">
          <a:xfrm flipH="0" flipV="0">
            <a:off x="6811349" y="6095999"/>
            <a:ext cx="1571625" cy="438148"/>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270840435" name=""/>
          <p:cNvSpPr txBox="1"/>
          <p:nvPr/>
        </p:nvSpPr>
        <p:spPr bwMode="auto">
          <a:xfrm flipH="0" flipV="0">
            <a:off x="1639274" y="170862"/>
            <a:ext cx="9582868" cy="36612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800">
                <a:latin typeface="IBM Plex Sans"/>
              </a:rPr>
              <a:t>Satoshi'nin hashrate </a:t>
            </a:r>
            <a:r>
              <a:rPr sz="1800">
                <a:latin typeface="IBM Plex Sans"/>
              </a:rPr>
              <a:t>tahmini</a:t>
            </a:r>
            <a:endParaRPr sz="2000">
              <a:latin typeface="IBM Plex Sans"/>
              <a:cs typeface="IBM Plex Sans"/>
            </a:endParaRPr>
          </a:p>
        </p:txBody>
      </p:sp>
      <p:sp>
        <p:nvSpPr>
          <p:cNvPr id="992520675" name=""/>
          <p:cNvSpPr txBox="1"/>
          <p:nvPr/>
        </p:nvSpPr>
        <p:spPr bwMode="auto">
          <a:xfrm rot="16199969" flipH="0" flipV="0">
            <a:off x="433819" y="2876295"/>
            <a:ext cx="912028" cy="305159"/>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lgn="ctr">
              <a:defRPr/>
            </a:pPr>
            <a:r>
              <a:rPr sz="1400">
                <a:latin typeface="IBM Plex Sans"/>
              </a:rPr>
              <a:t>Hashrate</a:t>
            </a:r>
            <a:endParaRPr sz="1400">
              <a:latin typeface="IBM Plex Sans"/>
              <a:cs typeface="IBM Plex Sans"/>
            </a:endParaRPr>
          </a:p>
        </p:txBody>
      </p:sp>
      <p:sp>
        <p:nvSpPr>
          <p:cNvPr id="410757163" name=""/>
          <p:cNvSpPr txBox="1"/>
          <p:nvPr/>
        </p:nvSpPr>
        <p:spPr bwMode="auto">
          <a:xfrm flipH="0" flipV="0">
            <a:off x="4925398" y="6095998"/>
            <a:ext cx="1351535" cy="22896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defRPr/>
            </a:pPr>
            <a:r>
              <a:rPr sz="900">
                <a:latin typeface="IBM Plex Sans"/>
              </a:rPr>
              <a:t>Günlük ortalama hashrate</a:t>
            </a:r>
            <a:endParaRPr sz="900">
              <a:latin typeface="IBM Plex Sans"/>
              <a:cs typeface="IBM Plex Sans"/>
            </a:endParaRPr>
          </a:p>
        </p:txBody>
      </p:sp>
      <p:sp>
        <p:nvSpPr>
          <p:cNvPr id="641046973" name=""/>
          <p:cNvSpPr txBox="1"/>
          <p:nvPr/>
        </p:nvSpPr>
        <p:spPr bwMode="auto">
          <a:xfrm flipH="0" flipV="0">
            <a:off x="6932529" y="6095997"/>
            <a:ext cx="2127800" cy="22896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defRPr/>
            </a:pPr>
            <a:r>
              <a:rPr sz="900">
                <a:latin typeface="IBM Plex Sans"/>
              </a:rPr>
              <a:t>Doğrusal hashrate modeli</a:t>
            </a:r>
            <a:endParaRPr sz="900">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540727786" name=""/>
          <p:cNvPicPr>
            <a:picLocks noChangeAspect="1"/>
          </p:cNvPicPr>
          <p:nvPr/>
        </p:nvPicPr>
        <p:blipFill>
          <a:blip r:embed="rId3"/>
          <a:stretch/>
        </p:blipFill>
        <p:spPr bwMode="auto">
          <a:xfrm flipH="0" flipV="0">
            <a:off x="2999396" y="804024"/>
            <a:ext cx="6193201" cy="524994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179218067" name=""/>
          <p:cNvPicPr>
            <a:picLocks noChangeAspect="1"/>
          </p:cNvPicPr>
          <p:nvPr/>
        </p:nvPicPr>
        <p:blipFill>
          <a:blip r:embed="rId3"/>
          <a:stretch/>
        </p:blipFill>
        <p:spPr bwMode="auto">
          <a:xfrm flipH="0" flipV="0">
            <a:off x="1839299" y="591199"/>
            <a:ext cx="8513397" cy="567559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260765851" name=""/>
          <p:cNvPicPr>
            <a:picLocks noChangeAspect="1"/>
          </p:cNvPicPr>
          <p:nvPr/>
        </p:nvPicPr>
        <p:blipFill>
          <a:blip r:embed="rId3"/>
          <a:stretch/>
        </p:blipFill>
        <p:spPr bwMode="auto">
          <a:xfrm flipH="0" flipV="0">
            <a:off x="3820499" y="388166"/>
            <a:ext cx="4550995" cy="608166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485999250" name=""/>
          <p:cNvPicPr>
            <a:picLocks noChangeAspect="1"/>
          </p:cNvPicPr>
          <p:nvPr/>
        </p:nvPicPr>
        <p:blipFill>
          <a:blip r:embed="rId3"/>
          <a:stretch/>
        </p:blipFill>
        <p:spPr bwMode="auto">
          <a:xfrm flipH="0" flipV="0">
            <a:off x="2603550" y="2314574"/>
            <a:ext cx="6984897" cy="222884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906998247" name=""/>
          <p:cNvPicPr>
            <a:picLocks noChangeAspect="1"/>
          </p:cNvPicPr>
          <p:nvPr/>
        </p:nvPicPr>
        <p:blipFill>
          <a:blip r:embed="rId3"/>
          <a:stretch/>
        </p:blipFill>
        <p:spPr bwMode="auto">
          <a:xfrm flipH="0" flipV="0">
            <a:off x="3066072" y="971013"/>
            <a:ext cx="6059851" cy="491596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561344134" name=""/>
          <p:cNvPicPr>
            <a:picLocks noChangeAspect="1"/>
          </p:cNvPicPr>
          <p:nvPr/>
        </p:nvPicPr>
        <p:blipFill>
          <a:blip r:embed="rId3"/>
          <a:stretch/>
        </p:blipFill>
        <p:spPr bwMode="auto">
          <a:xfrm flipH="0" flipV="0">
            <a:off x="398251" y="1543043"/>
            <a:ext cx="11395487" cy="377190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581097339" name=""/>
          <p:cNvPicPr>
            <a:picLocks noChangeAspect="1"/>
          </p:cNvPicPr>
          <p:nvPr/>
        </p:nvPicPr>
        <p:blipFill>
          <a:blip r:embed="rId3"/>
          <a:stretch/>
        </p:blipFill>
        <p:spPr bwMode="auto">
          <a:xfrm flipH="0" flipV="0">
            <a:off x="2730498" y="904874"/>
            <a:ext cx="6730999" cy="504824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749710203" name=""/>
          <p:cNvPicPr>
            <a:picLocks noChangeAspect="1"/>
          </p:cNvPicPr>
          <p:nvPr/>
        </p:nvPicPr>
        <p:blipFill>
          <a:blip r:embed="rId3"/>
          <a:stretch/>
        </p:blipFill>
        <p:spPr bwMode="auto">
          <a:xfrm flipH="0" flipV="0">
            <a:off x="685608" y="1971674"/>
            <a:ext cx="10820781" cy="291464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933984400" name=""/>
          <p:cNvPicPr>
            <a:picLocks noChangeAspect="1"/>
          </p:cNvPicPr>
          <p:nvPr/>
        </p:nvPicPr>
        <p:blipFill>
          <a:blip r:embed="rId3"/>
          <a:stretch/>
        </p:blipFill>
        <p:spPr bwMode="auto">
          <a:xfrm flipH="0" flipV="0">
            <a:off x="473441" y="1504949"/>
            <a:ext cx="11245114" cy="384809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96548448" name=""/>
          <p:cNvPicPr>
            <a:picLocks noChangeAspect="1"/>
          </p:cNvPicPr>
          <p:nvPr/>
        </p:nvPicPr>
        <p:blipFill>
          <a:blip r:embed="rId3"/>
          <a:stretch/>
        </p:blipFill>
        <p:spPr bwMode="auto">
          <a:xfrm flipH="0" flipV="0">
            <a:off x="13129" y="38099"/>
            <a:ext cx="12165738" cy="6781798"/>
          </a:xfrm>
          <a:prstGeom prst="rect">
            <a:avLst/>
          </a:prstGeom>
        </p:spPr>
      </p:pic>
      <p:sp>
        <p:nvSpPr>
          <p:cNvPr id="323316966" name=""/>
          <p:cNvSpPr/>
          <p:nvPr/>
        </p:nvSpPr>
        <p:spPr bwMode="auto">
          <a:xfrm flipH="0" flipV="0">
            <a:off x="20024" y="2952749"/>
            <a:ext cx="209549" cy="156209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788304490" name=""/>
          <p:cNvSpPr/>
          <p:nvPr/>
        </p:nvSpPr>
        <p:spPr bwMode="auto">
          <a:xfrm flipH="0" flipV="0">
            <a:off x="6039824" y="6610349"/>
            <a:ext cx="1514474" cy="19049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1037384418" name=""/>
          <p:cNvSpPr txBox="1"/>
          <p:nvPr/>
        </p:nvSpPr>
        <p:spPr bwMode="auto">
          <a:xfrm rot="16199969" flipH="0" flipV="0">
            <a:off x="-275045" y="3247818"/>
            <a:ext cx="834339" cy="244199"/>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lgn="ctr">
              <a:defRPr/>
            </a:pPr>
            <a:r>
              <a:rPr sz="1000" b="0" i="1">
                <a:solidFill>
                  <a:schemeClr val="tx1"/>
                </a:solidFill>
                <a:latin typeface="IBM Plex Sans"/>
              </a:rPr>
              <a:t>ExtraNonce</a:t>
            </a:r>
            <a:endParaRPr sz="1000" b="0" i="1">
              <a:solidFill>
                <a:schemeClr val="tx1"/>
              </a:solidFill>
              <a:latin typeface="IBM Plex Sans"/>
              <a:cs typeface="IBM Plex Sans"/>
            </a:endParaRPr>
          </a:p>
        </p:txBody>
      </p:sp>
      <p:sp>
        <p:nvSpPr>
          <p:cNvPr id="1453161468" name=""/>
          <p:cNvSpPr txBox="1"/>
          <p:nvPr/>
        </p:nvSpPr>
        <p:spPr bwMode="auto">
          <a:xfrm flipH="0" flipV="0">
            <a:off x="6039822" y="6583498"/>
            <a:ext cx="445977" cy="244199"/>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lgn="ctr">
              <a:defRPr/>
            </a:pPr>
            <a:r>
              <a:rPr sz="1000" b="0" i="1">
                <a:solidFill>
                  <a:schemeClr val="tx1"/>
                </a:solidFill>
                <a:latin typeface="IBM Plex Sans"/>
              </a:rPr>
              <a:t>Tarih</a:t>
            </a:r>
            <a:endParaRPr sz="1000" b="0" i="1">
              <a:solidFill>
                <a:schemeClr val="tx1"/>
              </a:solidFill>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183008502" name=""/>
          <p:cNvPicPr>
            <a:picLocks noChangeAspect="1"/>
          </p:cNvPicPr>
          <p:nvPr/>
        </p:nvPicPr>
        <p:blipFill>
          <a:blip r:embed="rId3"/>
          <a:stretch/>
        </p:blipFill>
        <p:spPr bwMode="auto">
          <a:xfrm flipH="0" flipV="0">
            <a:off x="3376657" y="866774"/>
            <a:ext cx="5438683" cy="512444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806602942" name=""/>
          <p:cNvPicPr>
            <a:picLocks noChangeAspect="1"/>
          </p:cNvPicPr>
          <p:nvPr/>
        </p:nvPicPr>
        <p:blipFill>
          <a:blip r:embed="rId3"/>
          <a:stretch/>
        </p:blipFill>
        <p:spPr bwMode="auto">
          <a:xfrm flipH="0" flipV="0">
            <a:off x="2415321" y="2457449"/>
            <a:ext cx="7361353" cy="194309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793715016" name=""/>
          <p:cNvPicPr>
            <a:picLocks noChangeAspect="1"/>
          </p:cNvPicPr>
          <p:nvPr/>
        </p:nvPicPr>
        <p:blipFill>
          <a:blip r:embed="rId3"/>
          <a:stretch/>
        </p:blipFill>
        <p:spPr bwMode="auto">
          <a:xfrm flipH="0" flipV="0">
            <a:off x="647379" y="1543048"/>
            <a:ext cx="10897241" cy="2571747"/>
          </a:xfrm>
          <a:prstGeom prst="rect">
            <a:avLst/>
          </a:prstGeom>
          <a:ln w="6349">
            <a:solidFill>
              <a:schemeClr val="accent1">
                <a:lumMod val="50196"/>
              </a:schemeClr>
            </a:solidFill>
            <a:prstDash val="solid"/>
          </a:ln>
        </p:spPr>
      </p:pic>
      <p:sp>
        <p:nvSpPr>
          <p:cNvPr id="641417221" name=""/>
          <p:cNvSpPr txBox="1"/>
          <p:nvPr/>
        </p:nvSpPr>
        <p:spPr bwMode="auto">
          <a:xfrm rot="0" flipH="0" flipV="0">
            <a:off x="782023" y="4581703"/>
            <a:ext cx="2861100" cy="5794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600" b="1" i="0" u="none" lang="en-US">
                <a:solidFill>
                  <a:srgbClr val="2D2593"/>
                </a:solidFill>
                <a:latin typeface="IBM Plex Sans"/>
              </a:rPr>
              <a:t>"Makale: Bitcoinler hakkında </a:t>
            </a:r>
            <a:r>
              <a:rPr sz="1600" b="0" i="0" u="none" lang="en-US">
                <a:solidFill>
                  <a:schemeClr val="tx1"/>
                </a:solidFill>
                <a:latin typeface="IBM Plex Sans"/>
              </a:rPr>
              <a:t>bilginiz var mı?"</a:t>
            </a:r>
            <a:endParaRPr sz="1600" b="0">
              <a:solidFill>
                <a:schemeClr val="tx1"/>
              </a:solidFill>
              <a:latin typeface="IBM Plex Sans"/>
              <a:cs typeface="IBM Plex Sans"/>
            </a:endParaRPr>
          </a:p>
        </p:txBody>
      </p:sp>
      <p:sp>
        <p:nvSpPr>
          <p:cNvPr id="1755272410" name=""/>
          <p:cNvSpPr txBox="1"/>
          <p:nvPr/>
        </p:nvSpPr>
        <p:spPr bwMode="auto">
          <a:xfrm rot="0" flipH="0" flipV="0">
            <a:off x="3640603" y="4515029"/>
            <a:ext cx="7907255" cy="94523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defRPr/>
            </a:pPr>
            <a:r>
              <a:rPr sz="1200" b="0" i="0" u="none" lang="en-US">
                <a:solidFill>
                  <a:schemeClr val="tx1"/>
                </a:solidFill>
                <a:latin typeface="IBM Plex Sans"/>
              </a:rPr>
              <a:t>Bitcoin, 2009 yılında Satoshi Nakamoto adında biri tarafından tasarlanmış bir elektronik para birimidir. Bu para birimi, tamamen merkezi olmayan eşler arası yapısı ve temel kriptografik kavramları akıllıca kullanması nedeniyle diğer elektronik para birimlerinden ayrılır. C++ ile yazılmış ve MIT açık kaynak lisansı altında yayınlanan yazılıma dayanır.</a:t>
            </a:r>
            <a:endParaRPr sz="1000" b="0" i="0" u="none" strike="noStrike" cap="none" spc="0">
              <a:solidFill>
                <a:schemeClr val="tx1"/>
              </a:solidFill>
              <a:latin typeface="IBM Plex Sans"/>
              <a:cs typeface="IBM Plex Sans"/>
            </a:endParaRPr>
          </a:p>
          <a:p>
            <a:pPr algn="l"/>
          </a:p>
          <a:p>
            <a:pPr algn="l"/>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7314482" name=""/>
          <p:cNvPicPr>
            <a:picLocks noChangeAspect="1"/>
          </p:cNvPicPr>
          <p:nvPr/>
        </p:nvPicPr>
        <p:blipFill>
          <a:blip r:embed="rId3"/>
          <a:stretch/>
        </p:blipFill>
        <p:spPr bwMode="auto">
          <a:xfrm flipH="0" flipV="0">
            <a:off x="2694596" y="1174051"/>
            <a:ext cx="6802802" cy="450989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083458884" name=""/>
          <p:cNvPicPr>
            <a:picLocks noChangeAspect="1"/>
          </p:cNvPicPr>
          <p:nvPr/>
        </p:nvPicPr>
        <p:blipFill>
          <a:blip r:embed="rId3"/>
          <a:stretch/>
        </p:blipFill>
        <p:spPr bwMode="auto">
          <a:xfrm flipH="0" flipV="0">
            <a:off x="385159" y="1162049"/>
            <a:ext cx="11421678" cy="4533898"/>
          </a:xfrm>
          <a:prstGeom prst="rect">
            <a:avLst/>
          </a:prstGeom>
        </p:spPr>
      </p:pic>
      <p:sp>
        <p:nvSpPr>
          <p:cNvPr id="564352030" name=""/>
          <p:cNvSpPr txBox="1"/>
          <p:nvPr/>
        </p:nvSpPr>
        <p:spPr bwMode="auto">
          <a:xfrm rot="0" flipH="0" flipV="0">
            <a:off x="2896574" y="5886449"/>
            <a:ext cx="6974099" cy="33563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600" b="0" i="1" u="none" lang="en-US">
                <a:solidFill>
                  <a:schemeClr val="tx1"/>
                </a:solidFill>
                <a:latin typeface="IBM Plex Sans"/>
              </a:rPr>
              <a:t>Bitcoin makinelerin yükselişi.</a:t>
            </a:r>
            <a:endParaRPr sz="1600" b="0" i="1">
              <a:solidFill>
                <a:schemeClr val="tx1"/>
              </a:solidFill>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188543452" name=""/>
          <p:cNvPicPr>
            <a:picLocks noChangeAspect="1"/>
          </p:cNvPicPr>
          <p:nvPr/>
        </p:nvPicPr>
        <p:blipFill>
          <a:blip r:embed="rId3"/>
          <a:stretch/>
        </p:blipFill>
        <p:spPr bwMode="auto">
          <a:xfrm>
            <a:off x="4190999" y="1523999"/>
            <a:ext cx="3809999" cy="380999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46817777" name=""/>
          <p:cNvPicPr>
            <a:picLocks noChangeAspect="1"/>
          </p:cNvPicPr>
          <p:nvPr/>
        </p:nvPicPr>
        <p:blipFill>
          <a:blip r:embed="rId3"/>
          <a:stretch/>
        </p:blipFill>
        <p:spPr bwMode="auto">
          <a:xfrm>
            <a:off x="4876799" y="2209799"/>
            <a:ext cx="2438399" cy="243839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168926644" name=""/>
          <p:cNvPicPr>
            <a:picLocks noChangeAspect="1"/>
          </p:cNvPicPr>
          <p:nvPr/>
        </p:nvPicPr>
        <p:blipFill>
          <a:blip r:embed="rId3"/>
          <a:stretch/>
        </p:blipFill>
        <p:spPr bwMode="auto">
          <a:xfrm flipH="0" flipV="0">
            <a:off x="1799641" y="514350"/>
            <a:ext cx="8592714" cy="582929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370845565" name=""/>
          <p:cNvPicPr>
            <a:picLocks noChangeAspect="1"/>
          </p:cNvPicPr>
          <p:nvPr/>
        </p:nvPicPr>
        <p:blipFill>
          <a:blip r:embed="rId3"/>
          <a:stretch/>
        </p:blipFill>
        <p:spPr bwMode="auto">
          <a:xfrm flipH="0" flipV="0">
            <a:off x="2044819" y="2943224"/>
            <a:ext cx="8102357" cy="97154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082293856" name=""/>
          <p:cNvPicPr>
            <a:picLocks noChangeAspect="1"/>
          </p:cNvPicPr>
          <p:nvPr/>
        </p:nvPicPr>
        <p:blipFill>
          <a:blip r:embed="rId3"/>
          <a:stretch/>
        </p:blipFill>
        <p:spPr bwMode="auto">
          <a:xfrm flipH="0" flipV="0">
            <a:off x="5018698" y="932560"/>
            <a:ext cx="2154600" cy="499287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803596265" name=""/>
          <p:cNvPicPr>
            <a:picLocks noChangeAspect="1"/>
          </p:cNvPicPr>
          <p:nvPr/>
        </p:nvPicPr>
        <p:blipFill>
          <a:blip r:embed="rId3"/>
          <a:stretch/>
        </p:blipFill>
        <p:spPr bwMode="auto">
          <a:xfrm flipH="0" flipV="0">
            <a:off x="3706353" y="1133474"/>
            <a:ext cx="4779291" cy="459104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496321143" name=""/>
          <p:cNvPicPr>
            <a:picLocks noChangeAspect="1"/>
          </p:cNvPicPr>
          <p:nvPr/>
        </p:nvPicPr>
        <p:blipFill>
          <a:blip r:embed="rId3"/>
          <a:stretch/>
        </p:blipFill>
        <p:spPr bwMode="auto">
          <a:xfrm flipH="0" flipV="0">
            <a:off x="348438" y="771524"/>
            <a:ext cx="11495120" cy="5314946"/>
          </a:xfrm>
          <a:prstGeom prst="rect">
            <a:avLst/>
          </a:prstGeom>
          <a:ln w="6349">
            <a:solidFill>
              <a:schemeClr val="accent1">
                <a:lumMod val="50196"/>
              </a:schemeClr>
            </a:solidFill>
            <a:prstDash val="solid"/>
          </a:ln>
        </p:spPr>
      </p:pic>
      <p:sp>
        <p:nvSpPr>
          <p:cNvPr id="859389808" name=""/>
          <p:cNvSpPr/>
          <p:nvPr/>
        </p:nvSpPr>
        <p:spPr bwMode="auto">
          <a:xfrm flipH="0" flipV="0">
            <a:off x="439123" y="5567948"/>
            <a:ext cx="11363323" cy="51851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252414351" name=""/>
          <p:cNvPicPr>
            <a:picLocks noChangeAspect="1"/>
          </p:cNvPicPr>
          <p:nvPr/>
        </p:nvPicPr>
        <p:blipFill>
          <a:blip r:embed="rId3"/>
          <a:stretch/>
        </p:blipFill>
        <p:spPr bwMode="auto">
          <a:xfrm flipH="0" flipV="0">
            <a:off x="1258827" y="485774"/>
            <a:ext cx="9674340" cy="588644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967213768" name=""/>
          <p:cNvPicPr>
            <a:picLocks noChangeAspect="1"/>
          </p:cNvPicPr>
          <p:nvPr/>
        </p:nvPicPr>
        <p:blipFill>
          <a:blip r:embed="rId3"/>
          <a:stretch/>
        </p:blipFill>
        <p:spPr bwMode="auto">
          <a:xfrm flipH="0" flipV="0">
            <a:off x="1225144" y="66674"/>
            <a:ext cx="9741706" cy="672464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807074737" name=""/>
          <p:cNvPicPr>
            <a:picLocks noChangeAspect="1"/>
          </p:cNvPicPr>
          <p:nvPr/>
        </p:nvPicPr>
        <p:blipFill>
          <a:blip r:embed="rId3"/>
          <a:stretch/>
        </p:blipFill>
        <p:spPr bwMode="auto">
          <a:xfrm flipH="0" flipV="0">
            <a:off x="898724" y="400049"/>
            <a:ext cx="10394548" cy="605789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659502717" name=""/>
          <p:cNvPicPr>
            <a:picLocks noChangeAspect="1"/>
          </p:cNvPicPr>
          <p:nvPr/>
        </p:nvPicPr>
        <p:blipFill>
          <a:blip r:embed="rId3"/>
          <a:stretch/>
        </p:blipFill>
        <p:spPr bwMode="auto">
          <a:xfrm flipH="0" flipV="0">
            <a:off x="91529" y="628650"/>
            <a:ext cx="12008937" cy="560069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386387210" name=""/>
          <p:cNvPicPr>
            <a:picLocks noChangeAspect="1"/>
          </p:cNvPicPr>
          <p:nvPr/>
        </p:nvPicPr>
        <p:blipFill>
          <a:blip r:embed="rId3"/>
          <a:stretch/>
        </p:blipFill>
        <p:spPr bwMode="auto">
          <a:xfrm flipH="0" flipV="0">
            <a:off x="684822" y="389722"/>
            <a:ext cx="10822351" cy="6078552"/>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40027598" name=""/>
          <p:cNvPicPr>
            <a:picLocks noChangeAspect="1"/>
          </p:cNvPicPr>
          <p:nvPr/>
        </p:nvPicPr>
        <p:blipFill>
          <a:blip r:embed="rId3"/>
          <a:stretch/>
        </p:blipFill>
        <p:spPr bwMode="auto">
          <a:xfrm flipH="0" flipV="0">
            <a:off x="922065" y="514349"/>
            <a:ext cx="10347867" cy="582929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293194802" name=""/>
          <p:cNvPicPr>
            <a:picLocks noChangeAspect="1"/>
          </p:cNvPicPr>
          <p:nvPr/>
        </p:nvPicPr>
        <p:blipFill>
          <a:blip r:embed="rId3"/>
          <a:stretch/>
        </p:blipFill>
        <p:spPr bwMode="auto">
          <a:xfrm flipH="0" flipV="0">
            <a:off x="3132748" y="771007"/>
            <a:ext cx="5926500" cy="531598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019601163" name=""/>
          <p:cNvPicPr>
            <a:picLocks noChangeAspect="1"/>
          </p:cNvPicPr>
          <p:nvPr/>
        </p:nvPicPr>
        <p:blipFill>
          <a:blip r:embed="rId3"/>
          <a:stretch/>
        </p:blipFill>
        <p:spPr bwMode="auto">
          <a:xfrm flipH="0" flipV="0">
            <a:off x="3980472" y="608297"/>
            <a:ext cx="4231051" cy="56414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382725908" name=""/>
          <p:cNvPicPr>
            <a:picLocks noChangeAspect="1"/>
          </p:cNvPicPr>
          <p:nvPr/>
        </p:nvPicPr>
        <p:blipFill>
          <a:blip r:embed="rId3"/>
          <a:stretch/>
        </p:blipFill>
        <p:spPr bwMode="auto">
          <a:xfrm flipH="0" flipV="0">
            <a:off x="1028698" y="895349"/>
            <a:ext cx="10134599" cy="5067299"/>
          </a:xfrm>
          <a:prstGeom prst="rect">
            <a:avLst/>
          </a:prstGeom>
        </p:spPr>
      </p:pic>
      <p:sp>
        <p:nvSpPr>
          <p:cNvPr id="493737358" name=""/>
          <p:cNvSpPr/>
          <p:nvPr/>
        </p:nvSpPr>
        <p:spPr bwMode="auto">
          <a:xfrm flipH="0" flipV="0">
            <a:off x="1229699" y="1790699"/>
            <a:ext cx="371475" cy="3124199"/>
          </a:xfrm>
          <a:prstGeom prst="rect">
            <a:avLst/>
          </a:prstGeom>
          <a:solidFill>
            <a:srgbClr val="FFFFFF"/>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a:p/>
        </p:txBody>
      </p:sp>
      <p:sp>
        <p:nvSpPr>
          <p:cNvPr id="620085475" name=""/>
          <p:cNvSpPr txBox="1"/>
          <p:nvPr/>
        </p:nvSpPr>
        <p:spPr bwMode="auto">
          <a:xfrm rot="16199969" flipH="0" flipV="0">
            <a:off x="-1385529" y="3289162"/>
            <a:ext cx="4829895" cy="36612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ctr">
              <a:defRPr/>
            </a:pPr>
            <a:r>
              <a:rPr sz="1800">
                <a:latin typeface="IBM Plex Sans"/>
              </a:rPr>
              <a:t>ABD Doları cinsinden Bitcoin Fiyatı</a:t>
            </a:r>
            <a:endParaRPr sz="1800">
              <a:latin typeface="IBM Plex Sans"/>
              <a:cs typeface="IBM Plex Sa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Arial"/>
        <a:ea typeface="Arial"/>
        <a:cs typeface="Arial"/>
      </a:majorFont>
      <a:minorFont>
        <a:latin typeface="Arial"/>
        <a:ea typeface="Arial"/>
        <a:cs typeface="Arial"/>
      </a:minorFont>
    </a:fontScheme>
    <a:fmtScheme name="Office Them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ONLYOFFICE/9.0.4.50</Application>
  <PresentationFormat>On-screen Show (4:3)</PresentationFormat>
  <Paragraphs>0</Paragraphs>
  <Slides>70</Slides>
  <Notes>70</Notes>
  <HiddenSlides>0</HiddenSlides>
  <MMClips>2</MMClips>
  <ScaleCrop>0</ScaleCrop>
  <HeadingPairs>
    <vt:vector size="4" baseType="variant">
      <vt:variant>
        <vt:lpstr>Theme</vt:lpstr>
      </vt:variant>
      <vt:variant>
        <vt:i4>1</vt:i4>
      </vt:variant>
      <vt:variant>
        <vt:lpstr>Slide Titles</vt:lpstr>
      </vt:variant>
      <vt:variant>
        <vt:i4>70</vt:i4>
      </vt:variant>
    </vt:vector>
  </HeadingPairs>
  <TitlesOfParts>
    <vt:vector size="71"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MariJ</cp:lastModifiedBy>
  <cp:revision>31</cp:revision>
  <dcterms:modified xsi:type="dcterms:W3CDTF">2025-10-15T15:09:23Z</dcterms:modified>
</cp:coreProperties>
</file>