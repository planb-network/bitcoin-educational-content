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Cleartext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Szyfrogram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Wysyłanie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Szyfrowanie</a:t>
            </a:r>
            <a:endParaRPr/>
          </a:p>
          <a:p>
            <a:pPr algn="ctr"/>
            <a:r>
              <a:rPr sz="2300" lang="en-US">
                <a:latin typeface="Roboto"/>
              </a:rPr>
              <a:t>z kluczem publicznym</a:t>
            </a:r>
          </a:p>
          <a:p>
            <a:pPr algn="ctr"/>
            <a:r>
              <a:rPr sz="2300" lang="en-US">
                <a:latin typeface="Roboto"/>
              </a:rPr>
              <a:t>klucz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Deszyfrowanie</a:t>
            </a:r>
            <a:endParaRPr/>
          </a:p>
          <a:p>
            <a:pPr algn="ctr"/>
            <a:r>
              <a:rPr sz="2300" lang="en-US">
                <a:latin typeface="Roboto"/>
              </a:rPr>
              <a:t>z kluczem prywatnym</a:t>
            </a:r>
          </a:p>
          <a:p>
            <a:pPr algn="ctr"/>
            <a:r>
              <a:rPr sz="2300" lang="en-US">
                <a:latin typeface="Roboto"/>
              </a:rPr>
              <a:t>klucz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Cleartext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Szyfrogram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Wysyłanie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Szyfrowanie </a:t>
            </a:r>
            <a:r>
              <a:rPr sz="1400" b="0" lang="fr-FR">
                <a:latin typeface="IBM Plex Sans"/>
              </a:rPr>
              <a:t>za </a:t>
            </a:r>
            <a:r>
              <a:rPr sz="1400" b="0">
                <a:latin typeface="IBM Plex Sans"/>
              </a:rPr>
              <a:t>pomocą </a:t>
            </a:r>
            <a:r>
              <a:rPr sz="1400" b="0" lang="fr-FR">
                <a:latin typeface="IBM Plex Sans"/>
              </a:rPr>
              <a:t>klucza </a:t>
            </a:r>
            <a:r>
              <a:rPr sz="1400" b="0">
                <a:latin typeface="IBM Plex Sans"/>
              </a:rPr>
              <a:t>publicznego</a:t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Odszyfrowywanie </a:t>
            </a:r>
            <a:r>
              <a:rPr sz="1600" b="0" lang="fr-FR">
                <a:latin typeface="IBM Plex Sans"/>
              </a:rPr>
              <a:t>za </a:t>
            </a:r>
            <a:r>
              <a:rPr sz="1600" b="0">
                <a:latin typeface="IBM Plex Sans"/>
              </a:rPr>
              <a:t>pomocą </a:t>
            </a:r>
            <a:r>
              <a:rPr sz="1600" b="0" lang="fr-FR">
                <a:latin typeface="IBM Plex Sans"/>
              </a:rPr>
              <a:t>klucza </a:t>
            </a:r>
            <a:r>
              <a:rPr sz="1600" b="0">
                <a:latin typeface="IBM Plex Sans"/>
              </a:rPr>
              <a:t>prywatnego</a:t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Wiadomość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Podpis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Wysyłanie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Podpisywanie </a:t>
            </a:r>
            <a:r>
              <a:rPr sz="1600" b="0" lang="fr-FR">
                <a:latin typeface="IBM Plex Sans"/>
              </a:rPr>
              <a:t>kluczem </a:t>
            </a:r>
            <a:r>
              <a:rPr sz="1600" b="0">
                <a:latin typeface="IBM Plex Sans"/>
              </a:rPr>
              <a:t>prywatnym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Weryfikacja </a:t>
            </a:r>
            <a:r>
              <a:rPr sz="1600" b="0" lang="fr-FR">
                <a:latin typeface="IBM Plex Sans"/>
              </a:rPr>
              <a:t>za </a:t>
            </a:r>
            <a:r>
              <a:rPr sz="1600" b="0">
                <a:latin typeface="IBM Plex Sans"/>
              </a:rPr>
              <a:t>pomocą </a:t>
            </a:r>
            <a:r>
              <a:rPr sz="1600" b="0" lang="fr-FR">
                <a:latin typeface="IBM Plex Sans"/>
              </a:rPr>
              <a:t>klucza </a:t>
            </a:r>
            <a:r>
              <a:rPr sz="1600" b="0">
                <a:latin typeface="IBM Plex Sans"/>
              </a:rPr>
              <a:t>publicznego</a:t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wysyłać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wysyłać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kredyty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rejestr wydanych </a:t>
            </a:r>
            <a:r>
              <a:rPr sz="1400">
                <a:latin typeface="IBM Plex Sans"/>
              </a:rPr>
              <a:t>banknotów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Sieci rozproszone.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Stacja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Link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Centralizacja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Zdecentralizowany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Lojalny generał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Zdrajca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Porażka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Zwycięstwo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Zaufane znaczniki czasu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Obliczanie skrótu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Wyślij hash do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W ramach firmy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Dane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Dane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Przechowywać razem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Podpisany znacznik czasu </a:t>
            </a:r>
            <a:r>
              <a:rPr sz="1100">
                <a:latin typeface="IBM Plex Sans"/>
              </a:rPr>
              <a:t>i hash są </a:t>
            </a:r>
            <a:r>
              <a:rPr sz="1100">
                <a:latin typeface="IBM Plex Sans"/>
              </a:rPr>
              <a:t>zwracane do żądającego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Znacznik czasu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Urząd znacznika czasu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Obliczanie skrótu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Jest to </a:t>
            </a:r>
            <a:r>
              <a:rPr sz="1100" lang="fr-FR">
                <a:latin typeface="IBM Plex Sans"/>
              </a:rPr>
              <a:t>podpis cyfrowy </a:t>
            </a:r>
            <a:r>
              <a:rPr sz="1100">
                <a:latin typeface="IBM Plex Sans"/>
              </a:rPr>
              <a:t>skrótu </a:t>
            </a:r>
            <a:r>
              <a:rPr sz="1100" lang="fr-FR">
                <a:latin typeface="IBM Plex Sans"/>
              </a:rPr>
              <a:t>połączonego </a:t>
            </a:r>
            <a:r>
              <a:rPr sz="1100">
                <a:latin typeface="IBM Plex Sans"/>
              </a:rPr>
              <a:t>ze </a:t>
            </a:r>
            <a:r>
              <a:rPr sz="1100" lang="fr-FR">
                <a:latin typeface="IBM Plex Sans"/>
              </a:rPr>
              <a:t>znacznikiem </a:t>
            </a:r>
            <a:r>
              <a:rPr sz="1100">
                <a:latin typeface="IBM Plex Sans"/>
              </a:rPr>
              <a:t>czasu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Zastosuj klucz </a:t>
            </a:r>
            <a:r>
              <a:rPr sz="1000">
                <a:latin typeface="IBM Plex Sans"/>
              </a:rPr>
              <a:t>prywatny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Znacznik czasu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Znacznik czasu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Referencje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Strona Satoshi Nakamoto - Nigdy </a:t>
            </a:r>
            <a:r>
              <a:rPr sz="1400" b="0" i="1" lang="fr-FR">
                <a:latin typeface="IBM Plex Sans"/>
              </a:rPr>
              <a:t>nie otrzymałem żadnego prezentu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Forum Bitcoin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Bloki Patoshi i odwrócone znaczniki czasu (numer bloku/ExtraNonce)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Szacunkowy procentowy udział Satoshi w sieci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Procent sieci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Szacunkowy hashrate </a:t>
            </a:r>
            <a:r>
              <a:rPr sz="1800">
                <a:latin typeface="IBM Plex Sans"/>
              </a:rPr>
              <a:t>Satoshiego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Średni dzienny hashrate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Liniowy model hashrate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Data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"Artykuł: Czy wiesz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o bitcoinach?"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to elektroniczna waluta zaprojektowana w 2009 roku przez niejakiego Satoshi Nakamoto. Waluta ta wyróżnia się na tle innych walut elektronicznych ze względu na swój w pełni zdecentralizowany charakter peer-to-peer i sprytne wykorzystanie podstawowych koncepcji kryptograficznych. Opiera się ona na oprogramowaniu napisanym w języku C++ i opublikowanym na licencji open-source MIT.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- wzrost popularności maszyn.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Cena bitcoina w dolarach amerykańskich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