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74"/>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Lst>
  <p:sldSz cx="12192000" cy="6858000"/>
  <p:notesSz cx="6858000" cy="9144000"/>
  <p:defaultText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378" y="90"/>
      </p:cViewPr>
      <p:guideLst>
        <p:guide pos="3840"/>
        <p:guide pos="2160" orient="horz"/>
      </p:guideLst>
    </p:cSldViewPr>
  </p:slide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notesMaster" Target="notesMasters/notesMaster1.xml"/><Relationship Id="rId75" Type="http://schemas.openxmlformats.org/officeDocument/2006/relationships/presProps" Target="presProps.xml"/><Relationship Id="rId76" Type="http://schemas.openxmlformats.org/officeDocument/2006/relationships/tableStyles" Target="tableStyles.xml"/><Relationship Id="rId7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39089058"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2099481301"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en-US"/>
              <a:t>10/30/2013</a:t>
            </a:fld>
            <a:endParaRPr lang="en-US"/>
          </a:p>
        </p:txBody>
      </p:sp>
      <p:sp>
        <p:nvSpPr>
          <p:cNvPr id="963331614"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994229746"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31305234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035077115"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80978870" name="Slide Image Placeholder 1"/>
          <p:cNvSpPr>
            <a:spLocks noChangeAspect="1" noGrp="1" noRot="1"/>
          </p:cNvSpPr>
          <p:nvPr>
            <p:ph type="sldImg"/>
          </p:nvPr>
        </p:nvSpPr>
        <p:spPr bwMode="auto">
          <a:xfrm>
            <a:off x="685800" y="1143000"/>
            <a:ext cx="5486400" cy="3086100"/>
          </a:xfrm>
        </p:spPr>
      </p:sp>
      <p:sp>
        <p:nvSpPr>
          <p:cNvPr id="1641754055" name="Notes Placeholder 2"/>
          <p:cNvSpPr>
            <a:spLocks noGrp="1"/>
          </p:cNvSpPr>
          <p:nvPr>
            <p:ph type="body" idx="1"/>
          </p:nvPr>
        </p:nvSpPr>
        <p:spPr bwMode="auto"/>
        <p:txBody>
          <a:bodyPr/>
          <a:lstStyle/>
          <a:p>
            <a:pPr>
              <a:defRPr/>
            </a:pPr>
            <a:endParaRPr lang="en-US">
              <a:latin typeface="Arial"/>
              <a:cs typeface="Arial"/>
            </a:endParaRPr>
          </a:p>
        </p:txBody>
      </p:sp>
      <p:sp>
        <p:nvSpPr>
          <p:cNvPr id="1848915755" name="Slide Number Placeholder 3"/>
          <p:cNvSpPr>
            <a:spLocks noGrp="1"/>
          </p:cNvSpPr>
          <p:nvPr>
            <p:ph type="sldNum" sz="quarter" idx="10"/>
          </p:nvPr>
        </p:nvSpPr>
        <p:spPr bwMode="auto"/>
        <p:txBody>
          <a:bodyPr/>
          <a:lstStyle/>
          <a:p>
            <a:pPr>
              <a:defRPr/>
            </a:pPr>
            <a:fld id="{2E6999B8-B6B4-4561-A3CD-BBCDAB9FC9D9}"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7407030" name="Slide Image Placeholder 1"/>
          <p:cNvSpPr>
            <a:spLocks noChangeAspect="1" noGrp="1" noRot="1"/>
          </p:cNvSpPr>
          <p:nvPr>
            <p:ph type="sldImg"/>
          </p:nvPr>
        </p:nvSpPr>
        <p:spPr bwMode="auto"/>
      </p:sp>
      <p:sp>
        <p:nvSpPr>
          <p:cNvPr id="1844566913" name="Notes Placeholder 2"/>
          <p:cNvSpPr>
            <a:spLocks noGrp="1"/>
          </p:cNvSpPr>
          <p:nvPr>
            <p:ph type="body" idx="1"/>
          </p:nvPr>
        </p:nvSpPr>
        <p:spPr bwMode="auto"/>
        <p:txBody>
          <a:bodyPr/>
          <a:lstStyle/>
          <a:p>
            <a:pPr>
              <a:defRPr/>
            </a:pPr>
            <a:endParaRPr/>
          </a:p>
        </p:txBody>
      </p:sp>
      <p:sp>
        <p:nvSpPr>
          <p:cNvPr id="411870703" name="Slide Number Placeholder 3"/>
          <p:cNvSpPr>
            <a:spLocks noGrp="1"/>
          </p:cNvSpPr>
          <p:nvPr>
            <p:ph type="sldNum" sz="quarter" idx="10"/>
          </p:nvPr>
        </p:nvSpPr>
        <p:spPr bwMode="auto"/>
        <p:txBody>
          <a:bodyPr/>
          <a:lstStyle/>
          <a:p>
            <a:pPr>
              <a:defRPr/>
            </a:pPr>
            <a:fld id="{20E55648-ADE2-965E-0F87-0ABB71C754BC}"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98987884" name="Slide Image Placeholder 1"/>
          <p:cNvSpPr>
            <a:spLocks noChangeAspect="1" noGrp="1" noRot="1"/>
          </p:cNvSpPr>
          <p:nvPr>
            <p:ph type="sldImg"/>
          </p:nvPr>
        </p:nvSpPr>
        <p:spPr bwMode="auto"/>
      </p:sp>
      <p:sp>
        <p:nvSpPr>
          <p:cNvPr id="2018659221" name="Notes Placeholder 2"/>
          <p:cNvSpPr>
            <a:spLocks noGrp="1"/>
          </p:cNvSpPr>
          <p:nvPr>
            <p:ph type="body" idx="1"/>
          </p:nvPr>
        </p:nvSpPr>
        <p:spPr bwMode="auto"/>
        <p:txBody>
          <a:bodyPr/>
          <a:lstStyle/>
          <a:p>
            <a:pPr>
              <a:defRPr/>
            </a:pPr>
            <a:endParaRPr/>
          </a:p>
        </p:txBody>
      </p:sp>
      <p:sp>
        <p:nvSpPr>
          <p:cNvPr id="1759670535" name="Slide Number Placeholder 3"/>
          <p:cNvSpPr>
            <a:spLocks noGrp="1"/>
          </p:cNvSpPr>
          <p:nvPr>
            <p:ph type="sldNum" sz="quarter" idx="10"/>
          </p:nvPr>
        </p:nvSpPr>
        <p:spPr bwMode="auto"/>
        <p:txBody>
          <a:bodyPr/>
          <a:lstStyle/>
          <a:p>
            <a:pPr>
              <a:defRPr/>
            </a:pPr>
            <a:fld id="{32473744-944F-EBDB-D1E6-8F1CC5CEBD97}"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89782411" name="Slide Image Placeholder 1"/>
          <p:cNvSpPr>
            <a:spLocks noChangeAspect="1" noGrp="1" noRot="1"/>
          </p:cNvSpPr>
          <p:nvPr>
            <p:ph type="sldImg"/>
          </p:nvPr>
        </p:nvSpPr>
        <p:spPr bwMode="auto"/>
      </p:sp>
      <p:sp>
        <p:nvSpPr>
          <p:cNvPr id="1798231463" name="Notes Placeholder 2"/>
          <p:cNvSpPr>
            <a:spLocks noGrp="1"/>
          </p:cNvSpPr>
          <p:nvPr>
            <p:ph type="body" idx="1"/>
          </p:nvPr>
        </p:nvSpPr>
        <p:spPr bwMode="auto"/>
        <p:txBody>
          <a:bodyPr/>
          <a:lstStyle/>
          <a:p>
            <a:pPr>
              <a:defRPr/>
            </a:pPr>
            <a:endParaRPr/>
          </a:p>
        </p:txBody>
      </p:sp>
      <p:sp>
        <p:nvSpPr>
          <p:cNvPr id="1807947334" name="Slide Number Placeholder 3"/>
          <p:cNvSpPr>
            <a:spLocks noGrp="1"/>
          </p:cNvSpPr>
          <p:nvPr>
            <p:ph type="sldNum" sz="quarter" idx="10"/>
          </p:nvPr>
        </p:nvSpPr>
        <p:spPr bwMode="auto"/>
        <p:txBody>
          <a:bodyPr/>
          <a:lstStyle/>
          <a:p>
            <a:pPr>
              <a:defRPr/>
            </a:pPr>
            <a:fld id="{C78696C0-5062-29DC-8A0D-0B5FE66196AF}"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44146331" name="Slide Image Placeholder 1"/>
          <p:cNvSpPr>
            <a:spLocks noChangeAspect="1" noGrp="1" noRot="1"/>
          </p:cNvSpPr>
          <p:nvPr>
            <p:ph type="sldImg"/>
          </p:nvPr>
        </p:nvSpPr>
        <p:spPr bwMode="auto"/>
      </p:sp>
      <p:sp>
        <p:nvSpPr>
          <p:cNvPr id="496666805" name="Notes Placeholder 2"/>
          <p:cNvSpPr>
            <a:spLocks noGrp="1"/>
          </p:cNvSpPr>
          <p:nvPr>
            <p:ph type="body" idx="1"/>
          </p:nvPr>
        </p:nvSpPr>
        <p:spPr bwMode="auto"/>
        <p:txBody>
          <a:bodyPr/>
          <a:lstStyle/>
          <a:p>
            <a:pPr>
              <a:defRPr/>
            </a:pPr>
            <a:endParaRPr/>
          </a:p>
        </p:txBody>
      </p:sp>
      <p:sp>
        <p:nvSpPr>
          <p:cNvPr id="624653920" name="Slide Number Placeholder 3"/>
          <p:cNvSpPr>
            <a:spLocks noGrp="1"/>
          </p:cNvSpPr>
          <p:nvPr>
            <p:ph type="sldNum" sz="quarter" idx="10"/>
          </p:nvPr>
        </p:nvSpPr>
        <p:spPr bwMode="auto"/>
        <p:txBody>
          <a:bodyPr/>
          <a:lstStyle/>
          <a:p>
            <a:pPr>
              <a:defRPr/>
            </a:pPr>
            <a:fld id="{6EBD0134-888A-C41F-C6A9-E9CB0DCD8F79}"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27538199" name="Slide Image Placeholder 1"/>
          <p:cNvSpPr>
            <a:spLocks noChangeAspect="1" noGrp="1" noRot="1"/>
          </p:cNvSpPr>
          <p:nvPr>
            <p:ph type="sldImg"/>
          </p:nvPr>
        </p:nvSpPr>
        <p:spPr bwMode="auto"/>
      </p:sp>
      <p:sp>
        <p:nvSpPr>
          <p:cNvPr id="192852020" name="Notes Placeholder 2"/>
          <p:cNvSpPr>
            <a:spLocks noGrp="1"/>
          </p:cNvSpPr>
          <p:nvPr>
            <p:ph type="body" idx="1"/>
          </p:nvPr>
        </p:nvSpPr>
        <p:spPr bwMode="auto"/>
        <p:txBody>
          <a:bodyPr/>
          <a:lstStyle/>
          <a:p>
            <a:pPr>
              <a:defRPr/>
            </a:pPr>
            <a:endParaRPr/>
          </a:p>
        </p:txBody>
      </p:sp>
      <p:sp>
        <p:nvSpPr>
          <p:cNvPr id="243591323" name="Slide Number Placeholder 3"/>
          <p:cNvSpPr>
            <a:spLocks noGrp="1"/>
          </p:cNvSpPr>
          <p:nvPr>
            <p:ph type="sldNum" sz="quarter" idx="10"/>
          </p:nvPr>
        </p:nvSpPr>
        <p:spPr bwMode="auto"/>
        <p:txBody>
          <a:bodyPr/>
          <a:lstStyle/>
          <a:p>
            <a:pPr>
              <a:defRPr/>
            </a:pPr>
            <a:fld id="{B727A960-E66B-BEB9-512F-51F73B38A5C2}"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25259919" name="Slide Image Placeholder 1"/>
          <p:cNvSpPr>
            <a:spLocks noChangeAspect="1" noGrp="1" noRot="1"/>
          </p:cNvSpPr>
          <p:nvPr>
            <p:ph type="sldImg"/>
          </p:nvPr>
        </p:nvSpPr>
        <p:spPr bwMode="auto"/>
      </p:sp>
      <p:sp>
        <p:nvSpPr>
          <p:cNvPr id="595947963" name="Notes Placeholder 2"/>
          <p:cNvSpPr>
            <a:spLocks noGrp="1"/>
          </p:cNvSpPr>
          <p:nvPr>
            <p:ph type="body" idx="1"/>
          </p:nvPr>
        </p:nvSpPr>
        <p:spPr bwMode="auto"/>
        <p:txBody>
          <a:bodyPr/>
          <a:lstStyle/>
          <a:p>
            <a:pPr>
              <a:defRPr/>
            </a:pPr>
            <a:endParaRPr/>
          </a:p>
        </p:txBody>
      </p:sp>
      <p:sp>
        <p:nvSpPr>
          <p:cNvPr id="780479728" name="Slide Number Placeholder 3"/>
          <p:cNvSpPr>
            <a:spLocks noGrp="1"/>
          </p:cNvSpPr>
          <p:nvPr>
            <p:ph type="sldNum" sz="quarter" idx="10"/>
          </p:nvPr>
        </p:nvSpPr>
        <p:spPr bwMode="auto"/>
        <p:txBody>
          <a:bodyPr/>
          <a:lstStyle/>
          <a:p>
            <a:pPr>
              <a:defRPr/>
            </a:pPr>
            <a:fld id="{CC3624B9-90B4-A423-2B5E-5454F908F41F}"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42594588" name="Slide Image Placeholder 1"/>
          <p:cNvSpPr>
            <a:spLocks noChangeAspect="1" noGrp="1" noRot="1"/>
          </p:cNvSpPr>
          <p:nvPr>
            <p:ph type="sldImg"/>
          </p:nvPr>
        </p:nvSpPr>
        <p:spPr bwMode="auto"/>
      </p:sp>
      <p:sp>
        <p:nvSpPr>
          <p:cNvPr id="763954667" name="Notes Placeholder 2"/>
          <p:cNvSpPr>
            <a:spLocks noGrp="1"/>
          </p:cNvSpPr>
          <p:nvPr>
            <p:ph type="body" idx="1"/>
          </p:nvPr>
        </p:nvSpPr>
        <p:spPr bwMode="auto"/>
        <p:txBody>
          <a:bodyPr/>
          <a:lstStyle/>
          <a:p>
            <a:pPr>
              <a:defRPr/>
            </a:pPr>
            <a:endParaRPr/>
          </a:p>
        </p:txBody>
      </p:sp>
      <p:sp>
        <p:nvSpPr>
          <p:cNvPr id="584211226" name="Slide Number Placeholder 3"/>
          <p:cNvSpPr>
            <a:spLocks noGrp="1"/>
          </p:cNvSpPr>
          <p:nvPr>
            <p:ph type="sldNum" sz="quarter" idx="10"/>
          </p:nvPr>
        </p:nvSpPr>
        <p:spPr bwMode="auto"/>
        <p:txBody>
          <a:bodyPr/>
          <a:lstStyle/>
          <a:p>
            <a:pPr>
              <a:defRPr/>
            </a:pPr>
            <a:fld id="{055C4064-3EE6-A2BF-51F2-AEF85998A4A7}"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02613138" name="Slide Image Placeholder 1"/>
          <p:cNvSpPr>
            <a:spLocks noChangeAspect="1" noGrp="1" noRot="1"/>
          </p:cNvSpPr>
          <p:nvPr>
            <p:ph type="sldImg"/>
          </p:nvPr>
        </p:nvSpPr>
        <p:spPr bwMode="auto"/>
      </p:sp>
      <p:sp>
        <p:nvSpPr>
          <p:cNvPr id="873603887" name="Notes Placeholder 2"/>
          <p:cNvSpPr>
            <a:spLocks noGrp="1"/>
          </p:cNvSpPr>
          <p:nvPr>
            <p:ph type="body" idx="1"/>
          </p:nvPr>
        </p:nvSpPr>
        <p:spPr bwMode="auto"/>
        <p:txBody>
          <a:bodyPr/>
          <a:lstStyle/>
          <a:p>
            <a:pPr>
              <a:defRPr/>
            </a:pPr>
            <a:endParaRPr/>
          </a:p>
        </p:txBody>
      </p:sp>
      <p:sp>
        <p:nvSpPr>
          <p:cNvPr id="1625884384" name="Slide Number Placeholder 3"/>
          <p:cNvSpPr>
            <a:spLocks noGrp="1"/>
          </p:cNvSpPr>
          <p:nvPr>
            <p:ph type="sldNum" sz="quarter" idx="10"/>
          </p:nvPr>
        </p:nvSpPr>
        <p:spPr bwMode="auto"/>
        <p:txBody>
          <a:bodyPr/>
          <a:lstStyle/>
          <a:p>
            <a:pPr>
              <a:defRPr/>
            </a:pPr>
            <a:fld id="{A0C163AE-044F-883A-A57C-12F3E3EFBFFD}"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56136006" name="Slide Image Placeholder 1"/>
          <p:cNvSpPr>
            <a:spLocks noChangeAspect="1" noGrp="1" noRot="1"/>
          </p:cNvSpPr>
          <p:nvPr>
            <p:ph type="sldImg"/>
          </p:nvPr>
        </p:nvSpPr>
        <p:spPr bwMode="auto"/>
      </p:sp>
      <p:sp>
        <p:nvSpPr>
          <p:cNvPr id="1553163881" name="Notes Placeholder 2"/>
          <p:cNvSpPr>
            <a:spLocks noGrp="1"/>
          </p:cNvSpPr>
          <p:nvPr>
            <p:ph type="body" idx="1"/>
          </p:nvPr>
        </p:nvSpPr>
        <p:spPr bwMode="auto"/>
        <p:txBody>
          <a:bodyPr/>
          <a:lstStyle/>
          <a:p>
            <a:pPr>
              <a:defRPr/>
            </a:pPr>
            <a:endParaRPr/>
          </a:p>
        </p:txBody>
      </p:sp>
      <p:sp>
        <p:nvSpPr>
          <p:cNvPr id="364745476" name="Slide Number Placeholder 3"/>
          <p:cNvSpPr>
            <a:spLocks noGrp="1"/>
          </p:cNvSpPr>
          <p:nvPr>
            <p:ph type="sldNum" sz="quarter" idx="10"/>
          </p:nvPr>
        </p:nvSpPr>
        <p:spPr bwMode="auto"/>
        <p:txBody>
          <a:bodyPr/>
          <a:lstStyle/>
          <a:p>
            <a:pPr>
              <a:defRPr/>
            </a:pPr>
            <a:fld id="{9792455D-49EB-FB3F-3A5D-A54B84B95ECD}"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15008026" name="Slide Image Placeholder 1"/>
          <p:cNvSpPr>
            <a:spLocks noChangeAspect="1" noGrp="1" noRot="1"/>
          </p:cNvSpPr>
          <p:nvPr>
            <p:ph type="sldImg"/>
          </p:nvPr>
        </p:nvSpPr>
        <p:spPr bwMode="auto"/>
      </p:sp>
      <p:sp>
        <p:nvSpPr>
          <p:cNvPr id="420960998" name="Notes Placeholder 2"/>
          <p:cNvSpPr>
            <a:spLocks noGrp="1"/>
          </p:cNvSpPr>
          <p:nvPr>
            <p:ph type="body" idx="1"/>
          </p:nvPr>
        </p:nvSpPr>
        <p:spPr bwMode="auto"/>
        <p:txBody>
          <a:bodyPr/>
          <a:lstStyle/>
          <a:p>
            <a:pPr>
              <a:defRPr/>
            </a:pPr>
            <a:endParaRPr/>
          </a:p>
        </p:txBody>
      </p:sp>
      <p:sp>
        <p:nvSpPr>
          <p:cNvPr id="649144516" name="Slide Number Placeholder 3"/>
          <p:cNvSpPr>
            <a:spLocks noGrp="1"/>
          </p:cNvSpPr>
          <p:nvPr>
            <p:ph type="sldNum" sz="quarter" idx="10"/>
          </p:nvPr>
        </p:nvSpPr>
        <p:spPr bwMode="auto"/>
        <p:txBody>
          <a:bodyPr/>
          <a:lstStyle/>
          <a:p>
            <a:pPr>
              <a:defRPr/>
            </a:pPr>
            <a:fld id="{B8631968-6248-63BE-F4DC-BD5ECB85DA35}"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14447952" name="Slide Image Placeholder 1"/>
          <p:cNvSpPr>
            <a:spLocks noChangeAspect="1" noGrp="1" noRot="1"/>
          </p:cNvSpPr>
          <p:nvPr>
            <p:ph type="sldImg"/>
          </p:nvPr>
        </p:nvSpPr>
        <p:spPr bwMode="auto"/>
      </p:sp>
      <p:sp>
        <p:nvSpPr>
          <p:cNvPr id="1126210712" name="Notes Placeholder 2"/>
          <p:cNvSpPr>
            <a:spLocks noGrp="1"/>
          </p:cNvSpPr>
          <p:nvPr>
            <p:ph type="body" idx="1"/>
          </p:nvPr>
        </p:nvSpPr>
        <p:spPr bwMode="auto"/>
        <p:txBody>
          <a:bodyPr/>
          <a:lstStyle/>
          <a:p>
            <a:pPr>
              <a:defRPr/>
            </a:pPr>
            <a:endParaRPr/>
          </a:p>
        </p:txBody>
      </p:sp>
      <p:sp>
        <p:nvSpPr>
          <p:cNvPr id="894183102" name="Slide Number Placeholder 3"/>
          <p:cNvSpPr>
            <a:spLocks noGrp="1"/>
          </p:cNvSpPr>
          <p:nvPr>
            <p:ph type="sldNum" sz="quarter" idx="10"/>
          </p:nvPr>
        </p:nvSpPr>
        <p:spPr bwMode="auto"/>
        <p:txBody>
          <a:bodyPr/>
          <a:lstStyle/>
          <a:p>
            <a:pPr>
              <a:defRPr/>
            </a:pPr>
            <a:fld id="{E8E812B2-1B68-B1DC-1870-D4D85F9024BA}"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19272012" name="Slide Image Placeholder 1"/>
          <p:cNvSpPr>
            <a:spLocks noChangeAspect="1" noGrp="1" noRot="1"/>
          </p:cNvSpPr>
          <p:nvPr>
            <p:ph type="sldImg"/>
          </p:nvPr>
        </p:nvSpPr>
        <p:spPr bwMode="auto"/>
      </p:sp>
      <p:sp>
        <p:nvSpPr>
          <p:cNvPr id="335077920" name="Notes Placeholder 2"/>
          <p:cNvSpPr>
            <a:spLocks noGrp="1"/>
          </p:cNvSpPr>
          <p:nvPr>
            <p:ph type="body" idx="1"/>
          </p:nvPr>
        </p:nvSpPr>
        <p:spPr bwMode="auto"/>
        <p:txBody>
          <a:bodyPr/>
          <a:lstStyle/>
          <a:p>
            <a:pPr>
              <a:defRPr/>
            </a:pPr>
            <a:endParaRPr/>
          </a:p>
        </p:txBody>
      </p:sp>
      <p:sp>
        <p:nvSpPr>
          <p:cNvPr id="2136816195" name="Slide Number Placeholder 3"/>
          <p:cNvSpPr>
            <a:spLocks noGrp="1"/>
          </p:cNvSpPr>
          <p:nvPr>
            <p:ph type="sldNum" sz="quarter" idx="10"/>
          </p:nvPr>
        </p:nvSpPr>
        <p:spPr bwMode="auto"/>
        <p:txBody>
          <a:bodyPr/>
          <a:lstStyle/>
          <a:p>
            <a:pPr>
              <a:defRPr/>
            </a:pPr>
            <a:fld id="{95745C4F-2678-59E7-2ECA-A500A97CE2C3}"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37330709" name="Slide Image Placeholder 1"/>
          <p:cNvSpPr>
            <a:spLocks noChangeAspect="1" noGrp="1" noRot="1"/>
          </p:cNvSpPr>
          <p:nvPr>
            <p:ph type="sldImg"/>
          </p:nvPr>
        </p:nvSpPr>
        <p:spPr bwMode="auto"/>
      </p:sp>
      <p:sp>
        <p:nvSpPr>
          <p:cNvPr id="2104528450" name="Notes Placeholder 2"/>
          <p:cNvSpPr>
            <a:spLocks noGrp="1"/>
          </p:cNvSpPr>
          <p:nvPr>
            <p:ph type="body" idx="1"/>
          </p:nvPr>
        </p:nvSpPr>
        <p:spPr bwMode="auto"/>
        <p:txBody>
          <a:bodyPr/>
          <a:lstStyle/>
          <a:p>
            <a:pPr>
              <a:defRPr/>
            </a:pPr>
            <a:endParaRPr/>
          </a:p>
        </p:txBody>
      </p:sp>
      <p:sp>
        <p:nvSpPr>
          <p:cNvPr id="813489393" name="Slide Number Placeholder 3"/>
          <p:cNvSpPr>
            <a:spLocks noGrp="1"/>
          </p:cNvSpPr>
          <p:nvPr>
            <p:ph type="sldNum" sz="quarter" idx="10"/>
          </p:nvPr>
        </p:nvSpPr>
        <p:spPr bwMode="auto"/>
        <p:txBody>
          <a:bodyPr/>
          <a:lstStyle/>
          <a:p>
            <a:pPr>
              <a:defRPr/>
            </a:pPr>
            <a:fld id="{237134FC-422C-A81C-D2A9-89C9D8EAEF68}"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5696982" name="Slide Image Placeholder 1"/>
          <p:cNvSpPr>
            <a:spLocks noChangeAspect="1" noGrp="1" noRot="1"/>
          </p:cNvSpPr>
          <p:nvPr>
            <p:ph type="sldImg"/>
          </p:nvPr>
        </p:nvSpPr>
        <p:spPr bwMode="auto"/>
      </p:sp>
      <p:sp>
        <p:nvSpPr>
          <p:cNvPr id="547440255" name="Notes Placeholder 2"/>
          <p:cNvSpPr>
            <a:spLocks noGrp="1"/>
          </p:cNvSpPr>
          <p:nvPr>
            <p:ph type="body" idx="1"/>
          </p:nvPr>
        </p:nvSpPr>
        <p:spPr bwMode="auto"/>
        <p:txBody>
          <a:bodyPr/>
          <a:lstStyle/>
          <a:p>
            <a:pPr>
              <a:defRPr/>
            </a:pPr>
            <a:endParaRPr/>
          </a:p>
        </p:txBody>
      </p:sp>
      <p:sp>
        <p:nvSpPr>
          <p:cNvPr id="1071877374" name="Slide Number Placeholder 3"/>
          <p:cNvSpPr>
            <a:spLocks noGrp="1"/>
          </p:cNvSpPr>
          <p:nvPr>
            <p:ph type="sldNum" sz="quarter" idx="10"/>
          </p:nvPr>
        </p:nvSpPr>
        <p:spPr bwMode="auto"/>
        <p:txBody>
          <a:bodyPr/>
          <a:lstStyle/>
          <a:p>
            <a:pPr>
              <a:defRPr/>
            </a:pPr>
            <a:fld id="{3414A156-7A59-A123-F75C-E447D5D47851}"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21736343" name="Slide Image Placeholder 1"/>
          <p:cNvSpPr>
            <a:spLocks noChangeAspect="1" noGrp="1" noRot="1"/>
          </p:cNvSpPr>
          <p:nvPr>
            <p:ph type="sldImg"/>
          </p:nvPr>
        </p:nvSpPr>
        <p:spPr bwMode="auto"/>
      </p:sp>
      <p:sp>
        <p:nvSpPr>
          <p:cNvPr id="794855136" name="Notes Placeholder 2"/>
          <p:cNvSpPr>
            <a:spLocks noGrp="1"/>
          </p:cNvSpPr>
          <p:nvPr>
            <p:ph type="body" idx="1"/>
          </p:nvPr>
        </p:nvSpPr>
        <p:spPr bwMode="auto"/>
        <p:txBody>
          <a:bodyPr/>
          <a:lstStyle/>
          <a:p>
            <a:pPr>
              <a:defRPr/>
            </a:pPr>
            <a:endParaRPr/>
          </a:p>
        </p:txBody>
      </p:sp>
      <p:sp>
        <p:nvSpPr>
          <p:cNvPr id="1525224499" name="Slide Number Placeholder 3"/>
          <p:cNvSpPr>
            <a:spLocks noGrp="1"/>
          </p:cNvSpPr>
          <p:nvPr>
            <p:ph type="sldNum" sz="quarter" idx="10"/>
          </p:nvPr>
        </p:nvSpPr>
        <p:spPr bwMode="auto"/>
        <p:txBody>
          <a:bodyPr/>
          <a:lstStyle/>
          <a:p>
            <a:pPr>
              <a:defRPr/>
            </a:pPr>
            <a:fld id="{C374181E-3D75-015A-BF9A-A1811885AE16}" type="slidenum">
              <a:rPr/>
              <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21133491" name="Slide Image Placeholder 1"/>
          <p:cNvSpPr>
            <a:spLocks noChangeAspect="1" noGrp="1" noRot="1"/>
          </p:cNvSpPr>
          <p:nvPr>
            <p:ph type="sldImg"/>
          </p:nvPr>
        </p:nvSpPr>
        <p:spPr bwMode="auto"/>
      </p:sp>
      <p:sp>
        <p:nvSpPr>
          <p:cNvPr id="489355366" name="Notes Placeholder 2"/>
          <p:cNvSpPr>
            <a:spLocks noGrp="1"/>
          </p:cNvSpPr>
          <p:nvPr>
            <p:ph type="body" idx="1"/>
          </p:nvPr>
        </p:nvSpPr>
        <p:spPr bwMode="auto"/>
        <p:txBody>
          <a:bodyPr/>
          <a:lstStyle/>
          <a:p>
            <a:pPr>
              <a:defRPr/>
            </a:pPr>
            <a:endParaRPr/>
          </a:p>
        </p:txBody>
      </p:sp>
      <p:sp>
        <p:nvSpPr>
          <p:cNvPr id="1965503353" name="Slide Number Placeholder 3"/>
          <p:cNvSpPr>
            <a:spLocks noGrp="1"/>
          </p:cNvSpPr>
          <p:nvPr>
            <p:ph type="sldNum" sz="quarter" idx="10"/>
          </p:nvPr>
        </p:nvSpPr>
        <p:spPr bwMode="auto"/>
        <p:txBody>
          <a:bodyPr/>
          <a:lstStyle/>
          <a:p>
            <a:pPr>
              <a:defRPr/>
            </a:pPr>
            <a:fld id="{20162975-0B87-124D-F4CF-CC0D059DED38}"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62461059" name="Slide Image Placeholder 1"/>
          <p:cNvSpPr>
            <a:spLocks noChangeAspect="1" noGrp="1" noRot="1"/>
          </p:cNvSpPr>
          <p:nvPr>
            <p:ph type="sldImg"/>
          </p:nvPr>
        </p:nvSpPr>
        <p:spPr bwMode="auto"/>
      </p:sp>
      <p:sp>
        <p:nvSpPr>
          <p:cNvPr id="2010807350" name="Notes Placeholder 2"/>
          <p:cNvSpPr>
            <a:spLocks noGrp="1"/>
          </p:cNvSpPr>
          <p:nvPr>
            <p:ph type="body" idx="1"/>
          </p:nvPr>
        </p:nvSpPr>
        <p:spPr bwMode="auto"/>
        <p:txBody>
          <a:bodyPr/>
          <a:lstStyle/>
          <a:p>
            <a:pPr>
              <a:defRPr/>
            </a:pPr>
            <a:endParaRPr/>
          </a:p>
        </p:txBody>
      </p:sp>
      <p:sp>
        <p:nvSpPr>
          <p:cNvPr id="1131638784" name="Slide Number Placeholder 3"/>
          <p:cNvSpPr>
            <a:spLocks noGrp="1"/>
          </p:cNvSpPr>
          <p:nvPr>
            <p:ph type="sldNum" sz="quarter" idx="10"/>
          </p:nvPr>
        </p:nvSpPr>
        <p:spPr bwMode="auto"/>
        <p:txBody>
          <a:bodyPr/>
          <a:lstStyle/>
          <a:p>
            <a:pPr>
              <a:defRPr/>
            </a:pPr>
            <a:fld id="{DF710F28-E052-173C-41D9-DD6C9335DF6F}" type="slidenum">
              <a:rPr/>
              <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99187352" name="Slide Image Placeholder 1"/>
          <p:cNvSpPr>
            <a:spLocks noChangeAspect="1" noGrp="1" noRot="1"/>
          </p:cNvSpPr>
          <p:nvPr>
            <p:ph type="sldImg"/>
          </p:nvPr>
        </p:nvSpPr>
        <p:spPr bwMode="auto"/>
      </p:sp>
      <p:sp>
        <p:nvSpPr>
          <p:cNvPr id="1443043441" name="Notes Placeholder 2"/>
          <p:cNvSpPr>
            <a:spLocks noGrp="1"/>
          </p:cNvSpPr>
          <p:nvPr>
            <p:ph type="body" idx="1"/>
          </p:nvPr>
        </p:nvSpPr>
        <p:spPr bwMode="auto"/>
        <p:txBody>
          <a:bodyPr/>
          <a:lstStyle/>
          <a:p>
            <a:pPr>
              <a:defRPr/>
            </a:pPr>
            <a:endParaRPr/>
          </a:p>
        </p:txBody>
      </p:sp>
      <p:sp>
        <p:nvSpPr>
          <p:cNvPr id="1821177459" name="Slide Number Placeholder 3"/>
          <p:cNvSpPr>
            <a:spLocks noGrp="1"/>
          </p:cNvSpPr>
          <p:nvPr>
            <p:ph type="sldNum" sz="quarter" idx="10"/>
          </p:nvPr>
        </p:nvSpPr>
        <p:spPr bwMode="auto"/>
        <p:txBody>
          <a:bodyPr/>
          <a:lstStyle/>
          <a:p>
            <a:pPr>
              <a:defRPr/>
            </a:pPr>
            <a:fld id="{3D9DB6D7-1DAB-B1E0-82BB-0703661D710D}" type="slidenum">
              <a:rPr/>
              <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30223096" name="Slide Image Placeholder 1"/>
          <p:cNvSpPr>
            <a:spLocks noChangeAspect="1" noGrp="1" noRot="1"/>
          </p:cNvSpPr>
          <p:nvPr>
            <p:ph type="sldImg"/>
          </p:nvPr>
        </p:nvSpPr>
        <p:spPr bwMode="auto"/>
      </p:sp>
      <p:sp>
        <p:nvSpPr>
          <p:cNvPr id="166868795" name="Notes Placeholder 2"/>
          <p:cNvSpPr>
            <a:spLocks noGrp="1"/>
          </p:cNvSpPr>
          <p:nvPr>
            <p:ph type="body" idx="1"/>
          </p:nvPr>
        </p:nvSpPr>
        <p:spPr bwMode="auto"/>
        <p:txBody>
          <a:bodyPr/>
          <a:lstStyle/>
          <a:p>
            <a:pPr>
              <a:defRPr/>
            </a:pPr>
            <a:endParaRPr/>
          </a:p>
        </p:txBody>
      </p:sp>
      <p:sp>
        <p:nvSpPr>
          <p:cNvPr id="2065007204" name="Slide Number Placeholder 3"/>
          <p:cNvSpPr>
            <a:spLocks noGrp="1"/>
          </p:cNvSpPr>
          <p:nvPr>
            <p:ph type="sldNum" sz="quarter" idx="10"/>
          </p:nvPr>
        </p:nvSpPr>
        <p:spPr bwMode="auto"/>
        <p:txBody>
          <a:bodyPr/>
          <a:lstStyle/>
          <a:p>
            <a:pPr>
              <a:defRPr/>
            </a:pPr>
            <a:fld id="{399B5EB9-CEEA-9BBB-ADE0-7D8A93C8FCBD}" type="slidenum">
              <a:rPr/>
              <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54279831" name="Slide Image Placeholder 1"/>
          <p:cNvSpPr>
            <a:spLocks noChangeAspect="1" noGrp="1" noRot="1"/>
          </p:cNvSpPr>
          <p:nvPr>
            <p:ph type="sldImg"/>
          </p:nvPr>
        </p:nvSpPr>
        <p:spPr bwMode="auto"/>
      </p:sp>
      <p:sp>
        <p:nvSpPr>
          <p:cNvPr id="1385849402" name="Notes Placeholder 2"/>
          <p:cNvSpPr>
            <a:spLocks noGrp="1"/>
          </p:cNvSpPr>
          <p:nvPr>
            <p:ph type="body" idx="1"/>
          </p:nvPr>
        </p:nvSpPr>
        <p:spPr bwMode="auto"/>
        <p:txBody>
          <a:bodyPr/>
          <a:lstStyle/>
          <a:p>
            <a:pPr>
              <a:defRPr/>
            </a:pPr>
            <a:endParaRPr/>
          </a:p>
        </p:txBody>
      </p:sp>
      <p:sp>
        <p:nvSpPr>
          <p:cNvPr id="283048007" name="Slide Number Placeholder 3"/>
          <p:cNvSpPr>
            <a:spLocks noGrp="1"/>
          </p:cNvSpPr>
          <p:nvPr>
            <p:ph type="sldNum" sz="quarter" idx="10"/>
          </p:nvPr>
        </p:nvSpPr>
        <p:spPr bwMode="auto"/>
        <p:txBody>
          <a:bodyPr/>
          <a:lstStyle/>
          <a:p>
            <a:pPr>
              <a:defRPr/>
            </a:pPr>
            <a:fld id="{1E258580-6B33-FA3E-7D01-D92051217F84}" type="slidenum">
              <a:rPr/>
              <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99435849" name="Slide Image Placeholder 1"/>
          <p:cNvSpPr>
            <a:spLocks noChangeAspect="1" noGrp="1" noRot="1"/>
          </p:cNvSpPr>
          <p:nvPr>
            <p:ph type="sldImg"/>
          </p:nvPr>
        </p:nvSpPr>
        <p:spPr bwMode="auto"/>
      </p:sp>
      <p:sp>
        <p:nvSpPr>
          <p:cNvPr id="1831028955" name="Notes Placeholder 2"/>
          <p:cNvSpPr>
            <a:spLocks noGrp="1"/>
          </p:cNvSpPr>
          <p:nvPr>
            <p:ph type="body" idx="1"/>
          </p:nvPr>
        </p:nvSpPr>
        <p:spPr bwMode="auto"/>
        <p:txBody>
          <a:bodyPr/>
          <a:lstStyle/>
          <a:p>
            <a:pPr>
              <a:defRPr/>
            </a:pPr>
            <a:endParaRPr/>
          </a:p>
        </p:txBody>
      </p:sp>
      <p:sp>
        <p:nvSpPr>
          <p:cNvPr id="1622506081" name="Slide Number Placeholder 3"/>
          <p:cNvSpPr>
            <a:spLocks noGrp="1"/>
          </p:cNvSpPr>
          <p:nvPr>
            <p:ph type="sldNum" sz="quarter" idx="10"/>
          </p:nvPr>
        </p:nvSpPr>
        <p:spPr bwMode="auto"/>
        <p:txBody>
          <a:bodyPr/>
          <a:lstStyle/>
          <a:p>
            <a:pPr>
              <a:defRPr/>
            </a:pPr>
            <a:fld id="{2AF64CBA-39A3-330E-222D-8DFBAC3EAED1}" type="slidenum">
              <a:rPr/>
              <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21694685" name="Slide Image Placeholder 1"/>
          <p:cNvSpPr>
            <a:spLocks noChangeAspect="1" noGrp="1" noRot="1"/>
          </p:cNvSpPr>
          <p:nvPr>
            <p:ph type="sldImg"/>
          </p:nvPr>
        </p:nvSpPr>
        <p:spPr bwMode="auto"/>
      </p:sp>
      <p:sp>
        <p:nvSpPr>
          <p:cNvPr id="828245654" name="Notes Placeholder 2"/>
          <p:cNvSpPr>
            <a:spLocks noGrp="1"/>
          </p:cNvSpPr>
          <p:nvPr>
            <p:ph type="body" idx="1"/>
          </p:nvPr>
        </p:nvSpPr>
        <p:spPr bwMode="auto"/>
        <p:txBody>
          <a:bodyPr/>
          <a:lstStyle/>
          <a:p>
            <a:pPr>
              <a:defRPr/>
            </a:pPr>
            <a:endParaRPr/>
          </a:p>
        </p:txBody>
      </p:sp>
      <p:sp>
        <p:nvSpPr>
          <p:cNvPr id="320978408" name="Slide Number Placeholder 3"/>
          <p:cNvSpPr>
            <a:spLocks noGrp="1"/>
          </p:cNvSpPr>
          <p:nvPr>
            <p:ph type="sldNum" sz="quarter" idx="10"/>
          </p:nvPr>
        </p:nvSpPr>
        <p:spPr bwMode="auto"/>
        <p:txBody>
          <a:bodyPr/>
          <a:lstStyle/>
          <a:p>
            <a:pPr>
              <a:defRPr/>
            </a:pPr>
            <a:fld id="{C45E4D4C-FF23-C312-3909-D43C2034481A}" type="slidenum">
              <a:rPr/>
              <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60857520" name="Slide Image Placeholder 1"/>
          <p:cNvSpPr>
            <a:spLocks noChangeAspect="1" noGrp="1" noRot="1"/>
          </p:cNvSpPr>
          <p:nvPr>
            <p:ph type="sldImg"/>
          </p:nvPr>
        </p:nvSpPr>
        <p:spPr bwMode="auto"/>
      </p:sp>
      <p:sp>
        <p:nvSpPr>
          <p:cNvPr id="2045309764" name="Notes Placeholder 2"/>
          <p:cNvSpPr>
            <a:spLocks noGrp="1"/>
          </p:cNvSpPr>
          <p:nvPr>
            <p:ph type="body" idx="1"/>
          </p:nvPr>
        </p:nvSpPr>
        <p:spPr bwMode="auto"/>
        <p:txBody>
          <a:bodyPr/>
          <a:lstStyle/>
          <a:p>
            <a:pPr>
              <a:defRPr/>
            </a:pPr>
            <a:endParaRPr/>
          </a:p>
        </p:txBody>
      </p:sp>
      <p:sp>
        <p:nvSpPr>
          <p:cNvPr id="334900570" name="Slide Number Placeholder 3"/>
          <p:cNvSpPr>
            <a:spLocks noGrp="1"/>
          </p:cNvSpPr>
          <p:nvPr>
            <p:ph type="sldNum" sz="quarter" idx="10"/>
          </p:nvPr>
        </p:nvSpPr>
        <p:spPr bwMode="auto"/>
        <p:txBody>
          <a:bodyPr/>
          <a:lstStyle/>
          <a:p>
            <a:pPr>
              <a:defRPr/>
            </a:pPr>
            <a:fld id="{5E9D0093-CEF7-4F7C-3917-F404DA844F27}" type="slidenum">
              <a:rPr/>
              <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9364900" name="Slide Image Placeholder 1"/>
          <p:cNvSpPr>
            <a:spLocks noChangeAspect="1" noGrp="1" noRot="1"/>
          </p:cNvSpPr>
          <p:nvPr>
            <p:ph type="sldImg"/>
          </p:nvPr>
        </p:nvSpPr>
        <p:spPr bwMode="auto"/>
      </p:sp>
      <p:sp>
        <p:nvSpPr>
          <p:cNvPr id="101303473" name="Notes Placeholder 2"/>
          <p:cNvSpPr>
            <a:spLocks noGrp="1"/>
          </p:cNvSpPr>
          <p:nvPr>
            <p:ph type="body" idx="1"/>
          </p:nvPr>
        </p:nvSpPr>
        <p:spPr bwMode="auto"/>
        <p:txBody>
          <a:bodyPr/>
          <a:lstStyle/>
          <a:p>
            <a:pPr>
              <a:defRPr/>
            </a:pPr>
            <a:endParaRPr/>
          </a:p>
        </p:txBody>
      </p:sp>
      <p:sp>
        <p:nvSpPr>
          <p:cNvPr id="1870131968" name="Slide Number Placeholder 3"/>
          <p:cNvSpPr>
            <a:spLocks noGrp="1"/>
          </p:cNvSpPr>
          <p:nvPr>
            <p:ph type="sldNum" sz="quarter" idx="10"/>
          </p:nvPr>
        </p:nvSpPr>
        <p:spPr bwMode="auto"/>
        <p:txBody>
          <a:bodyPr/>
          <a:lstStyle/>
          <a:p>
            <a:pPr>
              <a:defRPr/>
            </a:pPr>
            <a:fld id="{5FE2612B-5475-F079-D6D8-D27530AECA99}" type="slidenum">
              <a:rPr/>
              <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94112419" name="Slide Image Placeholder 1"/>
          <p:cNvSpPr>
            <a:spLocks noChangeAspect="1" noGrp="1" noRot="1"/>
          </p:cNvSpPr>
          <p:nvPr>
            <p:ph type="sldImg"/>
          </p:nvPr>
        </p:nvSpPr>
        <p:spPr bwMode="auto"/>
      </p:sp>
      <p:sp>
        <p:nvSpPr>
          <p:cNvPr id="1041400984" name="Notes Placeholder 2"/>
          <p:cNvSpPr>
            <a:spLocks noGrp="1"/>
          </p:cNvSpPr>
          <p:nvPr>
            <p:ph type="body" idx="1"/>
          </p:nvPr>
        </p:nvSpPr>
        <p:spPr bwMode="auto"/>
        <p:txBody>
          <a:bodyPr/>
          <a:lstStyle/>
          <a:p>
            <a:pPr>
              <a:defRPr/>
            </a:pPr>
            <a:endParaRPr/>
          </a:p>
        </p:txBody>
      </p:sp>
      <p:sp>
        <p:nvSpPr>
          <p:cNvPr id="1353170894" name="Slide Number Placeholder 3"/>
          <p:cNvSpPr>
            <a:spLocks noGrp="1"/>
          </p:cNvSpPr>
          <p:nvPr>
            <p:ph type="sldNum" sz="quarter" idx="10"/>
          </p:nvPr>
        </p:nvSpPr>
        <p:spPr bwMode="auto"/>
        <p:txBody>
          <a:bodyPr/>
          <a:lstStyle/>
          <a:p>
            <a:pPr>
              <a:defRPr/>
            </a:pPr>
            <a:fld id="{BD3A8570-D5E3-A3DA-E9BE-4E59B47DCD31}" type="slidenum">
              <a:rPr/>
              <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88301177" name="Slide Image Placeholder 1"/>
          <p:cNvSpPr>
            <a:spLocks noChangeAspect="1" noGrp="1" noRot="1"/>
          </p:cNvSpPr>
          <p:nvPr>
            <p:ph type="sldImg"/>
          </p:nvPr>
        </p:nvSpPr>
        <p:spPr bwMode="auto"/>
      </p:sp>
      <p:sp>
        <p:nvSpPr>
          <p:cNvPr id="1241559198" name="Notes Placeholder 2"/>
          <p:cNvSpPr>
            <a:spLocks noGrp="1"/>
          </p:cNvSpPr>
          <p:nvPr>
            <p:ph type="body" idx="1"/>
          </p:nvPr>
        </p:nvSpPr>
        <p:spPr bwMode="auto"/>
        <p:txBody>
          <a:bodyPr/>
          <a:lstStyle/>
          <a:p>
            <a:pPr>
              <a:defRPr/>
            </a:pPr>
            <a:endParaRPr/>
          </a:p>
        </p:txBody>
      </p:sp>
      <p:sp>
        <p:nvSpPr>
          <p:cNvPr id="126578646" name="Slide Number Placeholder 3"/>
          <p:cNvSpPr>
            <a:spLocks noGrp="1"/>
          </p:cNvSpPr>
          <p:nvPr>
            <p:ph type="sldNum" sz="quarter" idx="10"/>
          </p:nvPr>
        </p:nvSpPr>
        <p:spPr bwMode="auto"/>
        <p:txBody>
          <a:bodyPr/>
          <a:lstStyle/>
          <a:p>
            <a:pPr>
              <a:defRPr/>
            </a:pPr>
            <a:fld id="{602157EF-C9F3-24D9-B1A1-FB4AB3408235}" type="slidenum">
              <a:rPr/>
              <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14212009" name="Slide Image Placeholder 1"/>
          <p:cNvSpPr>
            <a:spLocks noChangeAspect="1" noGrp="1" noRot="1"/>
          </p:cNvSpPr>
          <p:nvPr>
            <p:ph type="sldImg"/>
          </p:nvPr>
        </p:nvSpPr>
        <p:spPr bwMode="auto"/>
      </p:sp>
      <p:sp>
        <p:nvSpPr>
          <p:cNvPr id="931118386" name="Notes Placeholder 2"/>
          <p:cNvSpPr>
            <a:spLocks noGrp="1"/>
          </p:cNvSpPr>
          <p:nvPr>
            <p:ph type="body" idx="1"/>
          </p:nvPr>
        </p:nvSpPr>
        <p:spPr bwMode="auto"/>
        <p:txBody>
          <a:bodyPr/>
          <a:lstStyle/>
          <a:p>
            <a:pPr>
              <a:defRPr/>
            </a:pPr>
            <a:endParaRPr/>
          </a:p>
        </p:txBody>
      </p:sp>
      <p:sp>
        <p:nvSpPr>
          <p:cNvPr id="289538646" name="Slide Number Placeholder 3"/>
          <p:cNvSpPr>
            <a:spLocks noGrp="1"/>
          </p:cNvSpPr>
          <p:nvPr>
            <p:ph type="sldNum" sz="quarter" idx="10"/>
          </p:nvPr>
        </p:nvSpPr>
        <p:spPr bwMode="auto"/>
        <p:txBody>
          <a:bodyPr/>
          <a:lstStyle/>
          <a:p>
            <a:pPr>
              <a:defRPr/>
            </a:pPr>
            <a:fld id="{08873EC8-14A0-3A00-0EAE-6D6F91E8567D}" type="slidenum">
              <a:rPr/>
              <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10532495" name="Slide Image Placeholder 1"/>
          <p:cNvSpPr>
            <a:spLocks noChangeAspect="1" noGrp="1" noRot="1"/>
          </p:cNvSpPr>
          <p:nvPr>
            <p:ph type="sldImg"/>
          </p:nvPr>
        </p:nvSpPr>
        <p:spPr bwMode="auto"/>
      </p:sp>
      <p:sp>
        <p:nvSpPr>
          <p:cNvPr id="1892047684" name="Notes Placeholder 2"/>
          <p:cNvSpPr>
            <a:spLocks noGrp="1"/>
          </p:cNvSpPr>
          <p:nvPr>
            <p:ph type="body" idx="1"/>
          </p:nvPr>
        </p:nvSpPr>
        <p:spPr bwMode="auto"/>
        <p:txBody>
          <a:bodyPr/>
          <a:lstStyle/>
          <a:p>
            <a:pPr>
              <a:defRPr/>
            </a:pPr>
            <a:endParaRPr/>
          </a:p>
        </p:txBody>
      </p:sp>
      <p:sp>
        <p:nvSpPr>
          <p:cNvPr id="2054808403" name="Slide Number Placeholder 3"/>
          <p:cNvSpPr>
            <a:spLocks noGrp="1"/>
          </p:cNvSpPr>
          <p:nvPr>
            <p:ph type="sldNum" sz="quarter" idx="10"/>
          </p:nvPr>
        </p:nvSpPr>
        <p:spPr bwMode="auto"/>
        <p:txBody>
          <a:bodyPr/>
          <a:lstStyle/>
          <a:p>
            <a:pPr>
              <a:defRPr/>
            </a:pPr>
            <a:fld id="{41797A96-85C7-DC3D-4197-A7799D4D93EE}" type="slidenum">
              <a:rPr/>
              <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23006188" name="Slide Image Placeholder 1"/>
          <p:cNvSpPr>
            <a:spLocks noChangeAspect="1" noGrp="1" noRot="1"/>
          </p:cNvSpPr>
          <p:nvPr>
            <p:ph type="sldImg"/>
          </p:nvPr>
        </p:nvSpPr>
        <p:spPr bwMode="auto"/>
      </p:sp>
      <p:sp>
        <p:nvSpPr>
          <p:cNvPr id="607947487" name="Notes Placeholder 2"/>
          <p:cNvSpPr>
            <a:spLocks noGrp="1"/>
          </p:cNvSpPr>
          <p:nvPr>
            <p:ph type="body" idx="1"/>
          </p:nvPr>
        </p:nvSpPr>
        <p:spPr bwMode="auto"/>
        <p:txBody>
          <a:bodyPr/>
          <a:lstStyle/>
          <a:p>
            <a:pPr>
              <a:defRPr/>
            </a:pPr>
            <a:endParaRPr/>
          </a:p>
        </p:txBody>
      </p:sp>
      <p:sp>
        <p:nvSpPr>
          <p:cNvPr id="569048169" name="Slide Number Placeholder 3"/>
          <p:cNvSpPr>
            <a:spLocks noGrp="1"/>
          </p:cNvSpPr>
          <p:nvPr>
            <p:ph type="sldNum" sz="quarter" idx="10"/>
          </p:nvPr>
        </p:nvSpPr>
        <p:spPr bwMode="auto"/>
        <p:txBody>
          <a:bodyPr/>
          <a:lstStyle/>
          <a:p>
            <a:pPr>
              <a:defRPr/>
            </a:pPr>
            <a:fld id="{CC2A5D2C-5EB6-3EFE-448A-6E5A57BBB571}" type="slidenum">
              <a:rPr/>
              <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0773330" name="Slide Image Placeholder 1"/>
          <p:cNvSpPr>
            <a:spLocks noChangeAspect="1" noGrp="1" noRot="1"/>
          </p:cNvSpPr>
          <p:nvPr>
            <p:ph type="sldImg"/>
          </p:nvPr>
        </p:nvSpPr>
        <p:spPr bwMode="auto"/>
      </p:sp>
      <p:sp>
        <p:nvSpPr>
          <p:cNvPr id="751484777" name="Notes Placeholder 2"/>
          <p:cNvSpPr>
            <a:spLocks noGrp="1"/>
          </p:cNvSpPr>
          <p:nvPr>
            <p:ph type="body" idx="1"/>
          </p:nvPr>
        </p:nvSpPr>
        <p:spPr bwMode="auto"/>
        <p:txBody>
          <a:bodyPr/>
          <a:lstStyle/>
          <a:p>
            <a:pPr>
              <a:defRPr/>
            </a:pPr>
            <a:endParaRPr/>
          </a:p>
        </p:txBody>
      </p:sp>
      <p:sp>
        <p:nvSpPr>
          <p:cNvPr id="333931644" name="Slide Number Placeholder 3"/>
          <p:cNvSpPr>
            <a:spLocks noGrp="1"/>
          </p:cNvSpPr>
          <p:nvPr>
            <p:ph type="sldNum" sz="quarter" idx="10"/>
          </p:nvPr>
        </p:nvSpPr>
        <p:spPr bwMode="auto"/>
        <p:txBody>
          <a:bodyPr/>
          <a:lstStyle/>
          <a:p>
            <a:pPr>
              <a:defRPr/>
            </a:pPr>
            <a:fld id="{DB8107A1-9B68-E9FB-7790-E654E75FDF56}" type="slidenum">
              <a:rPr/>
              <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33524060" name="Slide Image Placeholder 1"/>
          <p:cNvSpPr>
            <a:spLocks noChangeAspect="1" noGrp="1" noRot="1"/>
          </p:cNvSpPr>
          <p:nvPr>
            <p:ph type="sldImg"/>
          </p:nvPr>
        </p:nvSpPr>
        <p:spPr bwMode="auto"/>
      </p:sp>
      <p:sp>
        <p:nvSpPr>
          <p:cNvPr id="561103873" name="Notes Placeholder 2"/>
          <p:cNvSpPr>
            <a:spLocks noGrp="1"/>
          </p:cNvSpPr>
          <p:nvPr>
            <p:ph type="body" idx="1"/>
          </p:nvPr>
        </p:nvSpPr>
        <p:spPr bwMode="auto"/>
        <p:txBody>
          <a:bodyPr/>
          <a:lstStyle/>
          <a:p>
            <a:pPr>
              <a:defRPr/>
            </a:pPr>
            <a:endParaRPr/>
          </a:p>
        </p:txBody>
      </p:sp>
      <p:sp>
        <p:nvSpPr>
          <p:cNvPr id="862025842" name="Slide Number Placeholder 3"/>
          <p:cNvSpPr>
            <a:spLocks noGrp="1"/>
          </p:cNvSpPr>
          <p:nvPr>
            <p:ph type="sldNum" sz="quarter" idx="10"/>
          </p:nvPr>
        </p:nvSpPr>
        <p:spPr bwMode="auto"/>
        <p:txBody>
          <a:bodyPr/>
          <a:lstStyle/>
          <a:p>
            <a:pPr>
              <a:defRPr/>
            </a:pPr>
            <a:fld id="{D5FF372D-B465-F965-BBAE-99202805F678}" type="slidenum">
              <a:rPr/>
              <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98986045" name="Slide Image Placeholder 1"/>
          <p:cNvSpPr>
            <a:spLocks noChangeAspect="1" noGrp="1" noRot="1"/>
          </p:cNvSpPr>
          <p:nvPr>
            <p:ph type="sldImg"/>
          </p:nvPr>
        </p:nvSpPr>
        <p:spPr bwMode="auto"/>
      </p:sp>
      <p:sp>
        <p:nvSpPr>
          <p:cNvPr id="1839909371" name="Notes Placeholder 2"/>
          <p:cNvSpPr>
            <a:spLocks noGrp="1"/>
          </p:cNvSpPr>
          <p:nvPr>
            <p:ph type="body" idx="1"/>
          </p:nvPr>
        </p:nvSpPr>
        <p:spPr bwMode="auto"/>
        <p:txBody>
          <a:bodyPr/>
          <a:lstStyle/>
          <a:p>
            <a:pPr>
              <a:defRPr/>
            </a:pPr>
            <a:endParaRPr/>
          </a:p>
        </p:txBody>
      </p:sp>
      <p:sp>
        <p:nvSpPr>
          <p:cNvPr id="831631823" name="Slide Number Placeholder 3"/>
          <p:cNvSpPr>
            <a:spLocks noGrp="1"/>
          </p:cNvSpPr>
          <p:nvPr>
            <p:ph type="sldNum" sz="quarter" idx="10"/>
          </p:nvPr>
        </p:nvSpPr>
        <p:spPr bwMode="auto"/>
        <p:txBody>
          <a:bodyPr/>
          <a:lstStyle/>
          <a:p>
            <a:pPr>
              <a:defRPr/>
            </a:pPr>
            <a:fld id="{227F4C2D-6E5E-C875-C976-C6D55F6BE674}" type="slidenum">
              <a:rPr/>
              <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49666848" name="Slide Image Placeholder 1"/>
          <p:cNvSpPr>
            <a:spLocks noChangeAspect="1" noGrp="1" noRot="1"/>
          </p:cNvSpPr>
          <p:nvPr>
            <p:ph type="sldImg"/>
          </p:nvPr>
        </p:nvSpPr>
        <p:spPr bwMode="auto"/>
      </p:sp>
      <p:sp>
        <p:nvSpPr>
          <p:cNvPr id="1249428426" name="Notes Placeholder 2"/>
          <p:cNvSpPr>
            <a:spLocks noGrp="1"/>
          </p:cNvSpPr>
          <p:nvPr>
            <p:ph type="body" idx="1"/>
          </p:nvPr>
        </p:nvSpPr>
        <p:spPr bwMode="auto"/>
        <p:txBody>
          <a:bodyPr/>
          <a:lstStyle/>
          <a:p>
            <a:pPr>
              <a:defRPr/>
            </a:pPr>
            <a:endParaRPr/>
          </a:p>
        </p:txBody>
      </p:sp>
      <p:sp>
        <p:nvSpPr>
          <p:cNvPr id="1941384023" name="Slide Number Placeholder 3"/>
          <p:cNvSpPr>
            <a:spLocks noGrp="1"/>
          </p:cNvSpPr>
          <p:nvPr>
            <p:ph type="sldNum" sz="quarter" idx="10"/>
          </p:nvPr>
        </p:nvSpPr>
        <p:spPr bwMode="auto"/>
        <p:txBody>
          <a:bodyPr/>
          <a:lstStyle/>
          <a:p>
            <a:pPr>
              <a:defRPr/>
            </a:pPr>
            <a:fld id="{6346F0F7-F334-E342-5F02-944A3495C4A0}" type="slidenum">
              <a:rPr/>
              <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73563950" name="Slide Image Placeholder 1"/>
          <p:cNvSpPr>
            <a:spLocks noChangeAspect="1" noGrp="1" noRot="1"/>
          </p:cNvSpPr>
          <p:nvPr>
            <p:ph type="sldImg"/>
          </p:nvPr>
        </p:nvSpPr>
        <p:spPr bwMode="auto"/>
      </p:sp>
      <p:sp>
        <p:nvSpPr>
          <p:cNvPr id="336348415" name="Notes Placeholder 2"/>
          <p:cNvSpPr>
            <a:spLocks noGrp="1"/>
          </p:cNvSpPr>
          <p:nvPr>
            <p:ph type="body" idx="1"/>
          </p:nvPr>
        </p:nvSpPr>
        <p:spPr bwMode="auto"/>
        <p:txBody>
          <a:bodyPr/>
          <a:lstStyle/>
          <a:p>
            <a:pPr>
              <a:defRPr/>
            </a:pPr>
            <a:endParaRPr/>
          </a:p>
        </p:txBody>
      </p:sp>
      <p:sp>
        <p:nvSpPr>
          <p:cNvPr id="86871942" name="Slide Number Placeholder 3"/>
          <p:cNvSpPr>
            <a:spLocks noGrp="1"/>
          </p:cNvSpPr>
          <p:nvPr>
            <p:ph type="sldNum" sz="quarter" idx="10"/>
          </p:nvPr>
        </p:nvSpPr>
        <p:spPr bwMode="auto"/>
        <p:txBody>
          <a:bodyPr/>
          <a:lstStyle/>
          <a:p>
            <a:pPr>
              <a:defRPr/>
            </a:pPr>
            <a:fld id="{8E37FDAD-1320-454A-0438-600C450795B3}" type="slidenum">
              <a:rPr/>
              <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31752041" name="Slide Image Placeholder 1"/>
          <p:cNvSpPr>
            <a:spLocks noChangeAspect="1" noGrp="1" noRot="1"/>
          </p:cNvSpPr>
          <p:nvPr>
            <p:ph type="sldImg"/>
          </p:nvPr>
        </p:nvSpPr>
        <p:spPr bwMode="auto"/>
      </p:sp>
      <p:sp>
        <p:nvSpPr>
          <p:cNvPr id="1858225098" name="Notes Placeholder 2"/>
          <p:cNvSpPr>
            <a:spLocks noGrp="1"/>
          </p:cNvSpPr>
          <p:nvPr>
            <p:ph type="body" idx="1"/>
          </p:nvPr>
        </p:nvSpPr>
        <p:spPr bwMode="auto"/>
        <p:txBody>
          <a:bodyPr/>
          <a:lstStyle/>
          <a:p>
            <a:pPr>
              <a:defRPr/>
            </a:pPr>
            <a:endParaRPr/>
          </a:p>
        </p:txBody>
      </p:sp>
      <p:sp>
        <p:nvSpPr>
          <p:cNvPr id="2105295868" name="Slide Number Placeholder 3"/>
          <p:cNvSpPr>
            <a:spLocks noGrp="1"/>
          </p:cNvSpPr>
          <p:nvPr>
            <p:ph type="sldNum" sz="quarter" idx="10"/>
          </p:nvPr>
        </p:nvSpPr>
        <p:spPr bwMode="auto"/>
        <p:txBody>
          <a:bodyPr/>
          <a:lstStyle/>
          <a:p>
            <a:pPr>
              <a:defRPr/>
            </a:pPr>
            <a:fld id="{9D1E0814-FA3A-798F-7BCC-928878DD25B2}" type="slidenum">
              <a:rPr/>
              <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44798954" name="Slide Image Placeholder 1"/>
          <p:cNvSpPr>
            <a:spLocks noChangeAspect="1" noGrp="1" noRot="1"/>
          </p:cNvSpPr>
          <p:nvPr>
            <p:ph type="sldImg"/>
          </p:nvPr>
        </p:nvSpPr>
        <p:spPr bwMode="auto"/>
      </p:sp>
      <p:sp>
        <p:nvSpPr>
          <p:cNvPr id="1391577240" name="Notes Placeholder 2"/>
          <p:cNvSpPr>
            <a:spLocks noGrp="1"/>
          </p:cNvSpPr>
          <p:nvPr>
            <p:ph type="body" idx="1"/>
          </p:nvPr>
        </p:nvSpPr>
        <p:spPr bwMode="auto"/>
        <p:txBody>
          <a:bodyPr/>
          <a:lstStyle/>
          <a:p>
            <a:pPr>
              <a:defRPr/>
            </a:pPr>
            <a:endParaRPr/>
          </a:p>
        </p:txBody>
      </p:sp>
      <p:sp>
        <p:nvSpPr>
          <p:cNvPr id="670757981" name="Slide Number Placeholder 3"/>
          <p:cNvSpPr>
            <a:spLocks noGrp="1"/>
          </p:cNvSpPr>
          <p:nvPr>
            <p:ph type="sldNum" sz="quarter" idx="10"/>
          </p:nvPr>
        </p:nvSpPr>
        <p:spPr bwMode="auto"/>
        <p:txBody>
          <a:bodyPr/>
          <a:lstStyle/>
          <a:p>
            <a:pPr>
              <a:defRPr/>
            </a:pPr>
            <a:fld id="{7447F0D3-1DEA-F745-1E09-B7FA6BF8E5C4}" type="slidenum">
              <a:rPr/>
              <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25503257" name="Slide Image Placeholder 1"/>
          <p:cNvSpPr>
            <a:spLocks noChangeAspect="1" noGrp="1" noRot="1"/>
          </p:cNvSpPr>
          <p:nvPr>
            <p:ph type="sldImg"/>
          </p:nvPr>
        </p:nvSpPr>
        <p:spPr bwMode="auto"/>
      </p:sp>
      <p:sp>
        <p:nvSpPr>
          <p:cNvPr id="1987191552" name="Notes Placeholder 2"/>
          <p:cNvSpPr>
            <a:spLocks noGrp="1"/>
          </p:cNvSpPr>
          <p:nvPr>
            <p:ph type="body" idx="1"/>
          </p:nvPr>
        </p:nvSpPr>
        <p:spPr bwMode="auto"/>
        <p:txBody>
          <a:bodyPr/>
          <a:lstStyle/>
          <a:p>
            <a:pPr>
              <a:defRPr/>
            </a:pPr>
            <a:endParaRPr/>
          </a:p>
        </p:txBody>
      </p:sp>
      <p:sp>
        <p:nvSpPr>
          <p:cNvPr id="559924327" name="Slide Number Placeholder 3"/>
          <p:cNvSpPr>
            <a:spLocks noGrp="1"/>
          </p:cNvSpPr>
          <p:nvPr>
            <p:ph type="sldNum" sz="quarter" idx="10"/>
          </p:nvPr>
        </p:nvSpPr>
        <p:spPr bwMode="auto"/>
        <p:txBody>
          <a:bodyPr/>
          <a:lstStyle/>
          <a:p>
            <a:pPr>
              <a:defRPr/>
            </a:pPr>
            <a:fld id="{ADF4C0AE-E38D-DC6B-C68A-AA49F3CF55AB}" type="slidenum">
              <a:rPr/>
              <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53795575" name="Slide Image Placeholder 1"/>
          <p:cNvSpPr>
            <a:spLocks noChangeAspect="1" noGrp="1" noRot="1"/>
          </p:cNvSpPr>
          <p:nvPr>
            <p:ph type="sldImg"/>
          </p:nvPr>
        </p:nvSpPr>
        <p:spPr bwMode="auto"/>
      </p:sp>
      <p:sp>
        <p:nvSpPr>
          <p:cNvPr id="1137586927" name="Notes Placeholder 2"/>
          <p:cNvSpPr>
            <a:spLocks noGrp="1"/>
          </p:cNvSpPr>
          <p:nvPr>
            <p:ph type="body" idx="1"/>
          </p:nvPr>
        </p:nvSpPr>
        <p:spPr bwMode="auto"/>
        <p:txBody>
          <a:bodyPr/>
          <a:lstStyle/>
          <a:p>
            <a:pPr>
              <a:defRPr/>
            </a:pPr>
            <a:endParaRPr/>
          </a:p>
        </p:txBody>
      </p:sp>
      <p:sp>
        <p:nvSpPr>
          <p:cNvPr id="290801278" name="Slide Number Placeholder 3"/>
          <p:cNvSpPr>
            <a:spLocks noGrp="1"/>
          </p:cNvSpPr>
          <p:nvPr>
            <p:ph type="sldNum" sz="quarter" idx="10"/>
          </p:nvPr>
        </p:nvSpPr>
        <p:spPr bwMode="auto"/>
        <p:txBody>
          <a:bodyPr/>
          <a:lstStyle/>
          <a:p>
            <a:pPr>
              <a:defRPr/>
            </a:pPr>
            <a:fld id="{DC887B64-E028-2AA4-2F68-CBA8265516E3}" type="slidenum">
              <a:rPr/>
              <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08122898" name="Slide Image Placeholder 1"/>
          <p:cNvSpPr>
            <a:spLocks noChangeAspect="1" noGrp="1" noRot="1"/>
          </p:cNvSpPr>
          <p:nvPr>
            <p:ph type="sldImg"/>
          </p:nvPr>
        </p:nvSpPr>
        <p:spPr bwMode="auto"/>
      </p:sp>
      <p:sp>
        <p:nvSpPr>
          <p:cNvPr id="1604117914" name="Notes Placeholder 2"/>
          <p:cNvSpPr>
            <a:spLocks noGrp="1"/>
          </p:cNvSpPr>
          <p:nvPr>
            <p:ph type="body" idx="1"/>
          </p:nvPr>
        </p:nvSpPr>
        <p:spPr bwMode="auto"/>
        <p:txBody>
          <a:bodyPr/>
          <a:lstStyle/>
          <a:p>
            <a:pPr>
              <a:defRPr/>
            </a:pPr>
            <a:endParaRPr/>
          </a:p>
        </p:txBody>
      </p:sp>
      <p:sp>
        <p:nvSpPr>
          <p:cNvPr id="202540270" name="Slide Number Placeholder 3"/>
          <p:cNvSpPr>
            <a:spLocks noGrp="1"/>
          </p:cNvSpPr>
          <p:nvPr>
            <p:ph type="sldNum" sz="quarter" idx="10"/>
          </p:nvPr>
        </p:nvSpPr>
        <p:spPr bwMode="auto"/>
        <p:txBody>
          <a:bodyPr/>
          <a:lstStyle/>
          <a:p>
            <a:pPr>
              <a:defRPr/>
            </a:pPr>
            <a:fld id="{1F0CF1FC-3401-5F66-1687-747F5BB6F5D1}" type="slidenum">
              <a:rPr/>
              <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8602016" name="Slide Image Placeholder 1"/>
          <p:cNvSpPr>
            <a:spLocks noChangeAspect="1" noGrp="1" noRot="1"/>
          </p:cNvSpPr>
          <p:nvPr>
            <p:ph type="sldImg"/>
          </p:nvPr>
        </p:nvSpPr>
        <p:spPr bwMode="auto"/>
      </p:sp>
      <p:sp>
        <p:nvSpPr>
          <p:cNvPr id="1912528284" name="Notes Placeholder 2"/>
          <p:cNvSpPr>
            <a:spLocks noGrp="1"/>
          </p:cNvSpPr>
          <p:nvPr>
            <p:ph type="body" idx="1"/>
          </p:nvPr>
        </p:nvSpPr>
        <p:spPr bwMode="auto"/>
        <p:txBody>
          <a:bodyPr/>
          <a:lstStyle/>
          <a:p>
            <a:pPr>
              <a:defRPr/>
            </a:pPr>
            <a:endParaRPr/>
          </a:p>
        </p:txBody>
      </p:sp>
      <p:sp>
        <p:nvSpPr>
          <p:cNvPr id="1479331460" name="Slide Number Placeholder 3"/>
          <p:cNvSpPr>
            <a:spLocks noGrp="1"/>
          </p:cNvSpPr>
          <p:nvPr>
            <p:ph type="sldNum" sz="quarter" idx="10"/>
          </p:nvPr>
        </p:nvSpPr>
        <p:spPr bwMode="auto"/>
        <p:txBody>
          <a:bodyPr/>
          <a:lstStyle/>
          <a:p>
            <a:pPr>
              <a:defRPr/>
            </a:pPr>
            <a:fld id="{E820E706-D256-E63B-0C75-706309155F93}" type="slidenum">
              <a:rPr/>
              <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3868034" name="Slide Image Placeholder 1"/>
          <p:cNvSpPr>
            <a:spLocks noChangeAspect="1" noGrp="1" noRot="1"/>
          </p:cNvSpPr>
          <p:nvPr>
            <p:ph type="sldImg"/>
          </p:nvPr>
        </p:nvSpPr>
        <p:spPr bwMode="auto"/>
      </p:sp>
      <p:sp>
        <p:nvSpPr>
          <p:cNvPr id="1739115466" name="Notes Placeholder 2"/>
          <p:cNvSpPr>
            <a:spLocks noGrp="1"/>
          </p:cNvSpPr>
          <p:nvPr>
            <p:ph type="body" idx="1"/>
          </p:nvPr>
        </p:nvSpPr>
        <p:spPr bwMode="auto"/>
        <p:txBody>
          <a:bodyPr/>
          <a:lstStyle/>
          <a:p>
            <a:pPr>
              <a:defRPr/>
            </a:pPr>
            <a:endParaRPr/>
          </a:p>
        </p:txBody>
      </p:sp>
      <p:sp>
        <p:nvSpPr>
          <p:cNvPr id="1324796588" name="Slide Number Placeholder 3"/>
          <p:cNvSpPr>
            <a:spLocks noGrp="1"/>
          </p:cNvSpPr>
          <p:nvPr>
            <p:ph type="sldNum" sz="quarter" idx="10"/>
          </p:nvPr>
        </p:nvSpPr>
        <p:spPr bwMode="auto"/>
        <p:txBody>
          <a:bodyPr/>
          <a:lstStyle/>
          <a:p>
            <a:pPr>
              <a:defRPr/>
            </a:pPr>
            <a:fld id="{61B1688A-4A24-A9DE-E8D5-11EF2820979B}" type="slidenum">
              <a:rPr/>
              <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79866307" name="Slide Image Placeholder 1"/>
          <p:cNvSpPr>
            <a:spLocks noChangeAspect="1" noGrp="1" noRot="1"/>
          </p:cNvSpPr>
          <p:nvPr>
            <p:ph type="sldImg"/>
          </p:nvPr>
        </p:nvSpPr>
        <p:spPr bwMode="auto"/>
      </p:sp>
      <p:sp>
        <p:nvSpPr>
          <p:cNvPr id="1347903847" name="Notes Placeholder 2"/>
          <p:cNvSpPr>
            <a:spLocks noGrp="1"/>
          </p:cNvSpPr>
          <p:nvPr>
            <p:ph type="body" idx="1"/>
          </p:nvPr>
        </p:nvSpPr>
        <p:spPr bwMode="auto"/>
        <p:txBody>
          <a:bodyPr/>
          <a:lstStyle/>
          <a:p>
            <a:pPr>
              <a:defRPr/>
            </a:pPr>
            <a:endParaRPr/>
          </a:p>
        </p:txBody>
      </p:sp>
      <p:sp>
        <p:nvSpPr>
          <p:cNvPr id="1832316256" name="Slide Number Placeholder 3"/>
          <p:cNvSpPr>
            <a:spLocks noGrp="1"/>
          </p:cNvSpPr>
          <p:nvPr>
            <p:ph type="sldNum" sz="quarter" idx="10"/>
          </p:nvPr>
        </p:nvSpPr>
        <p:spPr bwMode="auto"/>
        <p:txBody>
          <a:bodyPr/>
          <a:lstStyle/>
          <a:p>
            <a:pPr>
              <a:defRPr/>
            </a:pPr>
            <a:fld id="{5AF96F47-3D75-628A-7225-3D6D257E195E}" type="slidenum">
              <a:rPr/>
              <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80139818" name="Slide Image Placeholder 1"/>
          <p:cNvSpPr>
            <a:spLocks noChangeAspect="1" noGrp="1" noRot="1"/>
          </p:cNvSpPr>
          <p:nvPr>
            <p:ph type="sldImg"/>
          </p:nvPr>
        </p:nvSpPr>
        <p:spPr bwMode="auto"/>
      </p:sp>
      <p:sp>
        <p:nvSpPr>
          <p:cNvPr id="1804584657" name="Notes Placeholder 2"/>
          <p:cNvSpPr>
            <a:spLocks noGrp="1"/>
          </p:cNvSpPr>
          <p:nvPr>
            <p:ph type="body" idx="1"/>
          </p:nvPr>
        </p:nvSpPr>
        <p:spPr bwMode="auto"/>
        <p:txBody>
          <a:bodyPr/>
          <a:lstStyle/>
          <a:p>
            <a:pPr>
              <a:defRPr/>
            </a:pPr>
            <a:endParaRPr/>
          </a:p>
        </p:txBody>
      </p:sp>
      <p:sp>
        <p:nvSpPr>
          <p:cNvPr id="725758124" name="Slide Number Placeholder 3"/>
          <p:cNvSpPr>
            <a:spLocks noGrp="1"/>
          </p:cNvSpPr>
          <p:nvPr>
            <p:ph type="sldNum" sz="quarter" idx="10"/>
          </p:nvPr>
        </p:nvSpPr>
        <p:spPr bwMode="auto"/>
        <p:txBody>
          <a:bodyPr/>
          <a:lstStyle/>
          <a:p>
            <a:pPr>
              <a:defRPr/>
            </a:pPr>
            <a:fld id="{F75ABE1E-764B-F425-3391-598B8B461FDD}" type="slidenum">
              <a:rPr/>
              <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35263591" name="Slide Image Placeholder 1"/>
          <p:cNvSpPr>
            <a:spLocks noChangeAspect="1" noGrp="1" noRot="1"/>
          </p:cNvSpPr>
          <p:nvPr>
            <p:ph type="sldImg"/>
          </p:nvPr>
        </p:nvSpPr>
        <p:spPr bwMode="auto"/>
      </p:sp>
      <p:sp>
        <p:nvSpPr>
          <p:cNvPr id="1534749562" name="Notes Placeholder 2"/>
          <p:cNvSpPr>
            <a:spLocks noGrp="1"/>
          </p:cNvSpPr>
          <p:nvPr>
            <p:ph type="body" idx="1"/>
          </p:nvPr>
        </p:nvSpPr>
        <p:spPr bwMode="auto"/>
        <p:txBody>
          <a:bodyPr/>
          <a:lstStyle/>
          <a:p>
            <a:pPr>
              <a:defRPr/>
            </a:pPr>
            <a:endParaRPr/>
          </a:p>
        </p:txBody>
      </p:sp>
      <p:sp>
        <p:nvSpPr>
          <p:cNvPr id="456460880" name="Slide Number Placeholder 3"/>
          <p:cNvSpPr>
            <a:spLocks noGrp="1"/>
          </p:cNvSpPr>
          <p:nvPr>
            <p:ph type="sldNum" sz="quarter" idx="10"/>
          </p:nvPr>
        </p:nvSpPr>
        <p:spPr bwMode="auto"/>
        <p:txBody>
          <a:bodyPr/>
          <a:lstStyle/>
          <a:p>
            <a:pPr>
              <a:defRPr/>
            </a:pPr>
            <a:fld id="{AA8DE568-97B0-9929-DEC1-7CBD6BC5D270}" type="slidenum">
              <a:rPr/>
              <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47354528" name="Slide Image Placeholder 1"/>
          <p:cNvSpPr>
            <a:spLocks noChangeAspect="1" noGrp="1" noRot="1"/>
          </p:cNvSpPr>
          <p:nvPr>
            <p:ph type="sldImg"/>
          </p:nvPr>
        </p:nvSpPr>
        <p:spPr bwMode="auto"/>
      </p:sp>
      <p:sp>
        <p:nvSpPr>
          <p:cNvPr id="761127963" name="Notes Placeholder 2"/>
          <p:cNvSpPr>
            <a:spLocks noGrp="1"/>
          </p:cNvSpPr>
          <p:nvPr>
            <p:ph type="body" idx="1"/>
          </p:nvPr>
        </p:nvSpPr>
        <p:spPr bwMode="auto"/>
        <p:txBody>
          <a:bodyPr/>
          <a:lstStyle/>
          <a:p>
            <a:pPr>
              <a:defRPr/>
            </a:pPr>
            <a:endParaRPr/>
          </a:p>
        </p:txBody>
      </p:sp>
      <p:sp>
        <p:nvSpPr>
          <p:cNvPr id="891800603" name="Slide Number Placeholder 3"/>
          <p:cNvSpPr>
            <a:spLocks noGrp="1"/>
          </p:cNvSpPr>
          <p:nvPr>
            <p:ph type="sldNum" sz="quarter" idx="10"/>
          </p:nvPr>
        </p:nvSpPr>
        <p:spPr bwMode="auto"/>
        <p:txBody>
          <a:bodyPr/>
          <a:lstStyle/>
          <a:p>
            <a:pPr>
              <a:defRPr/>
            </a:pPr>
            <a:fld id="{67D6FF70-89BB-82B1-17DA-D1DCA74758D8}" type="slidenum">
              <a:rPr/>
              <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80254202" name="Slide Image Placeholder 1"/>
          <p:cNvSpPr>
            <a:spLocks noChangeAspect="1" noGrp="1" noRot="1"/>
          </p:cNvSpPr>
          <p:nvPr>
            <p:ph type="sldImg"/>
          </p:nvPr>
        </p:nvSpPr>
        <p:spPr bwMode="auto"/>
      </p:sp>
      <p:sp>
        <p:nvSpPr>
          <p:cNvPr id="1656889660" name="Notes Placeholder 2"/>
          <p:cNvSpPr>
            <a:spLocks noGrp="1"/>
          </p:cNvSpPr>
          <p:nvPr>
            <p:ph type="body" idx="1"/>
          </p:nvPr>
        </p:nvSpPr>
        <p:spPr bwMode="auto"/>
        <p:txBody>
          <a:bodyPr/>
          <a:lstStyle/>
          <a:p>
            <a:pPr>
              <a:defRPr/>
            </a:pPr>
            <a:endParaRPr/>
          </a:p>
        </p:txBody>
      </p:sp>
      <p:sp>
        <p:nvSpPr>
          <p:cNvPr id="1496904130" name="Slide Number Placeholder 3"/>
          <p:cNvSpPr>
            <a:spLocks noGrp="1"/>
          </p:cNvSpPr>
          <p:nvPr>
            <p:ph type="sldNum" sz="quarter" idx="10"/>
          </p:nvPr>
        </p:nvSpPr>
        <p:spPr bwMode="auto"/>
        <p:txBody>
          <a:bodyPr/>
          <a:lstStyle/>
          <a:p>
            <a:pPr>
              <a:defRPr/>
            </a:pPr>
            <a:fld id="{D3D1B874-9CC0-4429-5FF7-FC67A3C3FD72}" type="slidenum">
              <a:rPr/>
              <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17642627" name="Slide Image Placeholder 1"/>
          <p:cNvSpPr>
            <a:spLocks noChangeAspect="1" noGrp="1" noRot="1"/>
          </p:cNvSpPr>
          <p:nvPr>
            <p:ph type="sldImg"/>
          </p:nvPr>
        </p:nvSpPr>
        <p:spPr bwMode="auto"/>
      </p:sp>
      <p:sp>
        <p:nvSpPr>
          <p:cNvPr id="511396513" name="Notes Placeholder 2"/>
          <p:cNvSpPr>
            <a:spLocks noGrp="1"/>
          </p:cNvSpPr>
          <p:nvPr>
            <p:ph type="body" idx="1"/>
          </p:nvPr>
        </p:nvSpPr>
        <p:spPr bwMode="auto"/>
        <p:txBody>
          <a:bodyPr/>
          <a:lstStyle/>
          <a:p>
            <a:pPr>
              <a:defRPr/>
            </a:pPr>
            <a:endParaRPr/>
          </a:p>
        </p:txBody>
      </p:sp>
      <p:sp>
        <p:nvSpPr>
          <p:cNvPr id="219031650" name="Slide Number Placeholder 3"/>
          <p:cNvSpPr>
            <a:spLocks noGrp="1"/>
          </p:cNvSpPr>
          <p:nvPr>
            <p:ph type="sldNum" sz="quarter" idx="10"/>
          </p:nvPr>
        </p:nvSpPr>
        <p:spPr bwMode="auto"/>
        <p:txBody>
          <a:bodyPr/>
          <a:lstStyle/>
          <a:p>
            <a:pPr>
              <a:defRPr/>
            </a:pPr>
            <a:fld id="{C65434F9-E3D3-DB90-E93A-1D223BF901B0}" type="slidenum">
              <a:rPr/>
              <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67939734" name="Slide Image Placeholder 1"/>
          <p:cNvSpPr>
            <a:spLocks noChangeAspect="1" noGrp="1" noRot="1"/>
          </p:cNvSpPr>
          <p:nvPr>
            <p:ph type="sldImg"/>
          </p:nvPr>
        </p:nvSpPr>
        <p:spPr bwMode="auto"/>
      </p:sp>
      <p:sp>
        <p:nvSpPr>
          <p:cNvPr id="1957360403" name="Notes Placeholder 2"/>
          <p:cNvSpPr>
            <a:spLocks noGrp="1"/>
          </p:cNvSpPr>
          <p:nvPr>
            <p:ph type="body" idx="1"/>
          </p:nvPr>
        </p:nvSpPr>
        <p:spPr bwMode="auto"/>
        <p:txBody>
          <a:bodyPr/>
          <a:lstStyle/>
          <a:p>
            <a:pPr>
              <a:defRPr/>
            </a:pPr>
            <a:endParaRPr/>
          </a:p>
        </p:txBody>
      </p:sp>
      <p:sp>
        <p:nvSpPr>
          <p:cNvPr id="1118774055" name="Slide Number Placeholder 3"/>
          <p:cNvSpPr>
            <a:spLocks noGrp="1"/>
          </p:cNvSpPr>
          <p:nvPr>
            <p:ph type="sldNum" sz="quarter" idx="10"/>
          </p:nvPr>
        </p:nvSpPr>
        <p:spPr bwMode="auto"/>
        <p:txBody>
          <a:bodyPr/>
          <a:lstStyle/>
          <a:p>
            <a:pPr>
              <a:defRPr/>
            </a:pPr>
            <a:fld id="{5D6F7208-4509-16B4-8EF9-ADC2C49B49EF}" type="slidenum">
              <a:rPr/>
              <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16834477" name="Slide Image Placeholder 1"/>
          <p:cNvSpPr>
            <a:spLocks noChangeAspect="1" noGrp="1" noRot="1"/>
          </p:cNvSpPr>
          <p:nvPr>
            <p:ph type="sldImg"/>
          </p:nvPr>
        </p:nvSpPr>
        <p:spPr bwMode="auto"/>
      </p:sp>
      <p:sp>
        <p:nvSpPr>
          <p:cNvPr id="1109965242" name="Notes Placeholder 2"/>
          <p:cNvSpPr>
            <a:spLocks noGrp="1"/>
          </p:cNvSpPr>
          <p:nvPr>
            <p:ph type="body" idx="1"/>
          </p:nvPr>
        </p:nvSpPr>
        <p:spPr bwMode="auto"/>
        <p:txBody>
          <a:bodyPr/>
          <a:lstStyle/>
          <a:p>
            <a:pPr>
              <a:defRPr/>
            </a:pPr>
            <a:endParaRPr/>
          </a:p>
        </p:txBody>
      </p:sp>
      <p:sp>
        <p:nvSpPr>
          <p:cNvPr id="276781704" name="Slide Number Placeholder 3"/>
          <p:cNvSpPr>
            <a:spLocks noGrp="1"/>
          </p:cNvSpPr>
          <p:nvPr>
            <p:ph type="sldNum" sz="quarter" idx="10"/>
          </p:nvPr>
        </p:nvSpPr>
        <p:spPr bwMode="auto"/>
        <p:txBody>
          <a:bodyPr/>
          <a:lstStyle/>
          <a:p>
            <a:pPr>
              <a:defRPr/>
            </a:pPr>
            <a:fld id="{01A26031-1666-FFA0-1343-10117A0A8A1E}" type="slidenum">
              <a:rPr/>
              <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55795523" name="Slide Image Placeholder 1"/>
          <p:cNvSpPr>
            <a:spLocks noChangeAspect="1" noGrp="1" noRot="1"/>
          </p:cNvSpPr>
          <p:nvPr>
            <p:ph type="sldImg"/>
          </p:nvPr>
        </p:nvSpPr>
        <p:spPr bwMode="auto"/>
      </p:sp>
      <p:sp>
        <p:nvSpPr>
          <p:cNvPr id="625480591" name="Notes Placeholder 2"/>
          <p:cNvSpPr>
            <a:spLocks noGrp="1"/>
          </p:cNvSpPr>
          <p:nvPr>
            <p:ph type="body" idx="1"/>
          </p:nvPr>
        </p:nvSpPr>
        <p:spPr bwMode="auto"/>
        <p:txBody>
          <a:bodyPr/>
          <a:lstStyle/>
          <a:p>
            <a:pPr>
              <a:defRPr/>
            </a:pPr>
            <a:endParaRPr/>
          </a:p>
        </p:txBody>
      </p:sp>
      <p:sp>
        <p:nvSpPr>
          <p:cNvPr id="1948794253" name="Slide Number Placeholder 3"/>
          <p:cNvSpPr>
            <a:spLocks noGrp="1"/>
          </p:cNvSpPr>
          <p:nvPr>
            <p:ph type="sldNum" sz="quarter" idx="10"/>
          </p:nvPr>
        </p:nvSpPr>
        <p:spPr bwMode="auto"/>
        <p:txBody>
          <a:bodyPr/>
          <a:lstStyle/>
          <a:p>
            <a:pPr>
              <a:defRPr/>
            </a:pPr>
            <a:fld id="{67F023A4-E3E3-6195-88ED-53EC821D2997}" type="slidenum">
              <a:rPr/>
              <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29622150" name="Slide Image Placeholder 1"/>
          <p:cNvSpPr>
            <a:spLocks noChangeAspect="1" noGrp="1" noRot="1"/>
          </p:cNvSpPr>
          <p:nvPr>
            <p:ph type="sldImg"/>
          </p:nvPr>
        </p:nvSpPr>
        <p:spPr bwMode="auto"/>
      </p:sp>
      <p:sp>
        <p:nvSpPr>
          <p:cNvPr id="740247287" name="Notes Placeholder 2"/>
          <p:cNvSpPr>
            <a:spLocks noGrp="1"/>
          </p:cNvSpPr>
          <p:nvPr>
            <p:ph type="body" idx="1"/>
          </p:nvPr>
        </p:nvSpPr>
        <p:spPr bwMode="auto"/>
        <p:txBody>
          <a:bodyPr/>
          <a:lstStyle/>
          <a:p>
            <a:pPr>
              <a:defRPr/>
            </a:pPr>
            <a:endParaRPr/>
          </a:p>
        </p:txBody>
      </p:sp>
      <p:sp>
        <p:nvSpPr>
          <p:cNvPr id="278391773" name="Slide Number Placeholder 3"/>
          <p:cNvSpPr>
            <a:spLocks noGrp="1"/>
          </p:cNvSpPr>
          <p:nvPr>
            <p:ph type="sldNum" sz="quarter" idx="10"/>
          </p:nvPr>
        </p:nvSpPr>
        <p:spPr bwMode="auto"/>
        <p:txBody>
          <a:bodyPr/>
          <a:lstStyle/>
          <a:p>
            <a:pPr>
              <a:defRPr/>
            </a:pPr>
            <a:fld id="{14C3DA3E-F2DA-2C64-8E0F-319E878795B9}" type="slidenum">
              <a:rPr/>
              <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15422049" name="Slide Image Placeholder 1"/>
          <p:cNvSpPr>
            <a:spLocks noChangeAspect="1" noGrp="1" noRot="1"/>
          </p:cNvSpPr>
          <p:nvPr>
            <p:ph type="sldImg"/>
          </p:nvPr>
        </p:nvSpPr>
        <p:spPr bwMode="auto"/>
      </p:sp>
      <p:sp>
        <p:nvSpPr>
          <p:cNvPr id="356464489" name="Notes Placeholder 2"/>
          <p:cNvSpPr>
            <a:spLocks noGrp="1"/>
          </p:cNvSpPr>
          <p:nvPr>
            <p:ph type="body" idx="1"/>
          </p:nvPr>
        </p:nvSpPr>
        <p:spPr bwMode="auto"/>
        <p:txBody>
          <a:bodyPr/>
          <a:lstStyle/>
          <a:p>
            <a:pPr>
              <a:defRPr/>
            </a:pPr>
            <a:endParaRPr/>
          </a:p>
        </p:txBody>
      </p:sp>
      <p:sp>
        <p:nvSpPr>
          <p:cNvPr id="1246232195" name="Slide Number Placeholder 3"/>
          <p:cNvSpPr>
            <a:spLocks noGrp="1"/>
          </p:cNvSpPr>
          <p:nvPr>
            <p:ph type="sldNum" sz="quarter" idx="10"/>
          </p:nvPr>
        </p:nvSpPr>
        <p:spPr bwMode="auto"/>
        <p:txBody>
          <a:bodyPr/>
          <a:lstStyle/>
          <a:p>
            <a:pPr>
              <a:defRPr/>
            </a:pPr>
            <a:fld id="{CB466F95-1D03-2B53-5C37-61A286478723}" type="slidenum">
              <a:rPr/>
              <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84479592" name="Slide Image Placeholder 1"/>
          <p:cNvSpPr>
            <a:spLocks noChangeAspect="1" noGrp="1" noRot="1"/>
          </p:cNvSpPr>
          <p:nvPr>
            <p:ph type="sldImg"/>
          </p:nvPr>
        </p:nvSpPr>
        <p:spPr bwMode="auto"/>
      </p:sp>
      <p:sp>
        <p:nvSpPr>
          <p:cNvPr id="783295339" name="Notes Placeholder 2"/>
          <p:cNvSpPr>
            <a:spLocks noGrp="1"/>
          </p:cNvSpPr>
          <p:nvPr>
            <p:ph type="body" idx="1"/>
          </p:nvPr>
        </p:nvSpPr>
        <p:spPr bwMode="auto"/>
        <p:txBody>
          <a:bodyPr/>
          <a:lstStyle/>
          <a:p>
            <a:pPr>
              <a:defRPr/>
            </a:pPr>
            <a:endParaRPr/>
          </a:p>
        </p:txBody>
      </p:sp>
      <p:sp>
        <p:nvSpPr>
          <p:cNvPr id="1084225759" name="Slide Number Placeholder 3"/>
          <p:cNvSpPr>
            <a:spLocks noGrp="1"/>
          </p:cNvSpPr>
          <p:nvPr>
            <p:ph type="sldNum" sz="quarter" idx="10"/>
          </p:nvPr>
        </p:nvSpPr>
        <p:spPr bwMode="auto"/>
        <p:txBody>
          <a:bodyPr/>
          <a:lstStyle/>
          <a:p>
            <a:pPr>
              <a:defRPr/>
            </a:pPr>
            <a:fld id="{AC0A40C7-AB34-D7E9-E511-577CCB0FD391}" type="slidenum">
              <a:rPr/>
              <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21766811" name="Slide Image Placeholder 1"/>
          <p:cNvSpPr>
            <a:spLocks noChangeAspect="1" noGrp="1" noRot="1"/>
          </p:cNvSpPr>
          <p:nvPr>
            <p:ph type="sldImg"/>
          </p:nvPr>
        </p:nvSpPr>
        <p:spPr bwMode="auto"/>
      </p:sp>
      <p:sp>
        <p:nvSpPr>
          <p:cNvPr id="1815805737" name="Notes Placeholder 2"/>
          <p:cNvSpPr>
            <a:spLocks noGrp="1"/>
          </p:cNvSpPr>
          <p:nvPr>
            <p:ph type="body" idx="1"/>
          </p:nvPr>
        </p:nvSpPr>
        <p:spPr bwMode="auto"/>
        <p:txBody>
          <a:bodyPr/>
          <a:lstStyle/>
          <a:p>
            <a:pPr>
              <a:defRPr/>
            </a:pPr>
            <a:endParaRPr/>
          </a:p>
        </p:txBody>
      </p:sp>
      <p:sp>
        <p:nvSpPr>
          <p:cNvPr id="235529095" name="Slide Number Placeholder 3"/>
          <p:cNvSpPr>
            <a:spLocks noGrp="1"/>
          </p:cNvSpPr>
          <p:nvPr>
            <p:ph type="sldNum" sz="quarter" idx="10"/>
          </p:nvPr>
        </p:nvSpPr>
        <p:spPr bwMode="auto"/>
        <p:txBody>
          <a:bodyPr/>
          <a:lstStyle/>
          <a:p>
            <a:pPr>
              <a:defRPr/>
            </a:pPr>
            <a:fld id="{D89237B5-1CB3-7EDD-7250-D1A1602C7E93}" type="slidenum">
              <a:rPr/>
              <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55448411" name="Slide Image Placeholder 1"/>
          <p:cNvSpPr>
            <a:spLocks noChangeAspect="1" noGrp="1" noRot="1"/>
          </p:cNvSpPr>
          <p:nvPr>
            <p:ph type="sldImg"/>
          </p:nvPr>
        </p:nvSpPr>
        <p:spPr bwMode="auto"/>
      </p:sp>
      <p:sp>
        <p:nvSpPr>
          <p:cNvPr id="1239057448" name="Notes Placeholder 2"/>
          <p:cNvSpPr>
            <a:spLocks noGrp="1"/>
          </p:cNvSpPr>
          <p:nvPr>
            <p:ph type="body" idx="1"/>
          </p:nvPr>
        </p:nvSpPr>
        <p:spPr bwMode="auto"/>
        <p:txBody>
          <a:bodyPr/>
          <a:lstStyle/>
          <a:p>
            <a:pPr>
              <a:defRPr/>
            </a:pPr>
            <a:endParaRPr/>
          </a:p>
        </p:txBody>
      </p:sp>
      <p:sp>
        <p:nvSpPr>
          <p:cNvPr id="204967566" name="Slide Number Placeholder 3"/>
          <p:cNvSpPr>
            <a:spLocks noGrp="1"/>
          </p:cNvSpPr>
          <p:nvPr>
            <p:ph type="sldNum" sz="quarter" idx="10"/>
          </p:nvPr>
        </p:nvSpPr>
        <p:spPr bwMode="auto"/>
        <p:txBody>
          <a:bodyPr/>
          <a:lstStyle/>
          <a:p>
            <a:pPr>
              <a:defRPr/>
            </a:pPr>
            <a:fld id="{6A382380-19A7-A1A0-EEAC-E3B9E43D5E6F}" type="slidenum">
              <a:rPr/>
              <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69902783" name="Slide Image Placeholder 1"/>
          <p:cNvSpPr>
            <a:spLocks noChangeAspect="1" noGrp="1" noRot="1"/>
          </p:cNvSpPr>
          <p:nvPr>
            <p:ph type="sldImg"/>
          </p:nvPr>
        </p:nvSpPr>
        <p:spPr bwMode="auto"/>
      </p:sp>
      <p:sp>
        <p:nvSpPr>
          <p:cNvPr id="29311879" name="Notes Placeholder 2"/>
          <p:cNvSpPr>
            <a:spLocks noGrp="1"/>
          </p:cNvSpPr>
          <p:nvPr>
            <p:ph type="body" idx="1"/>
          </p:nvPr>
        </p:nvSpPr>
        <p:spPr bwMode="auto"/>
        <p:txBody>
          <a:bodyPr/>
          <a:lstStyle/>
          <a:p>
            <a:pPr>
              <a:defRPr/>
            </a:pPr>
            <a:endParaRPr/>
          </a:p>
        </p:txBody>
      </p:sp>
      <p:sp>
        <p:nvSpPr>
          <p:cNvPr id="949617625" name="Slide Number Placeholder 3"/>
          <p:cNvSpPr>
            <a:spLocks noGrp="1"/>
          </p:cNvSpPr>
          <p:nvPr>
            <p:ph type="sldNum" sz="quarter" idx="10"/>
          </p:nvPr>
        </p:nvSpPr>
        <p:spPr bwMode="auto"/>
        <p:txBody>
          <a:bodyPr/>
          <a:lstStyle/>
          <a:p>
            <a:pPr>
              <a:defRPr/>
            </a:pPr>
            <a:fld id="{2A7702FD-7905-BDC6-4203-F59B61CEB9B8}" type="slidenum">
              <a:rPr/>
              <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30908105" name="Slide Image Placeholder 1"/>
          <p:cNvSpPr>
            <a:spLocks noChangeAspect="1" noGrp="1" noRot="1"/>
          </p:cNvSpPr>
          <p:nvPr>
            <p:ph type="sldImg"/>
          </p:nvPr>
        </p:nvSpPr>
        <p:spPr bwMode="auto"/>
      </p:sp>
      <p:sp>
        <p:nvSpPr>
          <p:cNvPr id="107099537" name="Notes Placeholder 2"/>
          <p:cNvSpPr>
            <a:spLocks noGrp="1"/>
          </p:cNvSpPr>
          <p:nvPr>
            <p:ph type="body" idx="1"/>
          </p:nvPr>
        </p:nvSpPr>
        <p:spPr bwMode="auto"/>
        <p:txBody>
          <a:bodyPr/>
          <a:lstStyle/>
          <a:p>
            <a:pPr>
              <a:defRPr/>
            </a:pPr>
            <a:endParaRPr/>
          </a:p>
        </p:txBody>
      </p:sp>
      <p:sp>
        <p:nvSpPr>
          <p:cNvPr id="880910517" name="Slide Number Placeholder 3"/>
          <p:cNvSpPr>
            <a:spLocks noGrp="1"/>
          </p:cNvSpPr>
          <p:nvPr>
            <p:ph type="sldNum" sz="quarter" idx="10"/>
          </p:nvPr>
        </p:nvSpPr>
        <p:spPr bwMode="auto"/>
        <p:txBody>
          <a:bodyPr/>
          <a:lstStyle/>
          <a:p>
            <a:pPr>
              <a:defRPr/>
            </a:pPr>
            <a:fld id="{C729BA4D-F7B8-24AB-4D7A-E413A5FFAA82}" type="slidenum">
              <a:rPr/>
              <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29281538" name="Slide Image Placeholder 1"/>
          <p:cNvSpPr>
            <a:spLocks noChangeAspect="1" noGrp="1" noRot="1"/>
          </p:cNvSpPr>
          <p:nvPr>
            <p:ph type="sldImg"/>
          </p:nvPr>
        </p:nvSpPr>
        <p:spPr bwMode="auto"/>
      </p:sp>
      <p:sp>
        <p:nvSpPr>
          <p:cNvPr id="829870333" name="Notes Placeholder 2"/>
          <p:cNvSpPr>
            <a:spLocks noGrp="1"/>
          </p:cNvSpPr>
          <p:nvPr>
            <p:ph type="body" idx="1"/>
          </p:nvPr>
        </p:nvSpPr>
        <p:spPr bwMode="auto"/>
        <p:txBody>
          <a:bodyPr/>
          <a:lstStyle/>
          <a:p>
            <a:pPr>
              <a:defRPr/>
            </a:pPr>
            <a:endParaRPr/>
          </a:p>
        </p:txBody>
      </p:sp>
      <p:sp>
        <p:nvSpPr>
          <p:cNvPr id="1627807772" name="Slide Number Placeholder 3"/>
          <p:cNvSpPr>
            <a:spLocks noGrp="1"/>
          </p:cNvSpPr>
          <p:nvPr>
            <p:ph type="sldNum" sz="quarter" idx="10"/>
          </p:nvPr>
        </p:nvSpPr>
        <p:spPr bwMode="auto"/>
        <p:txBody>
          <a:bodyPr/>
          <a:lstStyle/>
          <a:p>
            <a:pPr>
              <a:defRPr/>
            </a:pPr>
            <a:fld id="{BE4927C6-D97B-436B-C8A7-AFE8CEC3A683}" type="slidenum">
              <a:rPr/>
              <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56324387" name="Slide Image Placeholder 1"/>
          <p:cNvSpPr>
            <a:spLocks noChangeAspect="1" noGrp="1" noRot="1"/>
          </p:cNvSpPr>
          <p:nvPr>
            <p:ph type="sldImg"/>
          </p:nvPr>
        </p:nvSpPr>
        <p:spPr bwMode="auto"/>
      </p:sp>
      <p:sp>
        <p:nvSpPr>
          <p:cNvPr id="399627715" name="Notes Placeholder 2"/>
          <p:cNvSpPr>
            <a:spLocks noGrp="1"/>
          </p:cNvSpPr>
          <p:nvPr>
            <p:ph type="body" idx="1"/>
          </p:nvPr>
        </p:nvSpPr>
        <p:spPr bwMode="auto"/>
        <p:txBody>
          <a:bodyPr/>
          <a:lstStyle/>
          <a:p>
            <a:pPr>
              <a:defRPr/>
            </a:pPr>
            <a:endParaRPr/>
          </a:p>
        </p:txBody>
      </p:sp>
      <p:sp>
        <p:nvSpPr>
          <p:cNvPr id="684634988" name="Slide Number Placeholder 3"/>
          <p:cNvSpPr>
            <a:spLocks noGrp="1"/>
          </p:cNvSpPr>
          <p:nvPr>
            <p:ph type="sldNum" sz="quarter" idx="10"/>
          </p:nvPr>
        </p:nvSpPr>
        <p:spPr bwMode="auto"/>
        <p:txBody>
          <a:bodyPr/>
          <a:lstStyle/>
          <a:p>
            <a:pPr>
              <a:defRPr/>
            </a:pPr>
            <a:fld id="{154E0709-468D-4CCD-4EDF-4432F5A849A0}" type="slidenum">
              <a:rPr/>
              <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64677275" name="Slide Image Placeholder 1"/>
          <p:cNvSpPr>
            <a:spLocks noChangeAspect="1" noGrp="1" noRot="1"/>
          </p:cNvSpPr>
          <p:nvPr>
            <p:ph type="sldImg"/>
          </p:nvPr>
        </p:nvSpPr>
        <p:spPr bwMode="auto"/>
      </p:sp>
      <p:sp>
        <p:nvSpPr>
          <p:cNvPr id="1300619260" name="Notes Placeholder 2"/>
          <p:cNvSpPr>
            <a:spLocks noGrp="1"/>
          </p:cNvSpPr>
          <p:nvPr>
            <p:ph type="body" idx="1"/>
          </p:nvPr>
        </p:nvSpPr>
        <p:spPr bwMode="auto"/>
        <p:txBody>
          <a:bodyPr/>
          <a:lstStyle/>
          <a:p>
            <a:pPr>
              <a:defRPr/>
            </a:pPr>
            <a:endParaRPr/>
          </a:p>
        </p:txBody>
      </p:sp>
      <p:sp>
        <p:nvSpPr>
          <p:cNvPr id="1633749029" name="Slide Number Placeholder 3"/>
          <p:cNvSpPr>
            <a:spLocks noGrp="1"/>
          </p:cNvSpPr>
          <p:nvPr>
            <p:ph type="sldNum" sz="quarter" idx="10"/>
          </p:nvPr>
        </p:nvSpPr>
        <p:spPr bwMode="auto"/>
        <p:txBody>
          <a:bodyPr/>
          <a:lstStyle/>
          <a:p>
            <a:pPr>
              <a:defRPr/>
            </a:pPr>
            <a:fld id="{9D58AC18-380E-66F2-7AE2-BD7F602DECD9}" type="slidenum">
              <a:rPr/>
              <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17537935" name="Slide Image Placeholder 1"/>
          <p:cNvSpPr>
            <a:spLocks noChangeAspect="1" noGrp="1" noRot="1"/>
          </p:cNvSpPr>
          <p:nvPr>
            <p:ph type="sldImg"/>
          </p:nvPr>
        </p:nvSpPr>
        <p:spPr bwMode="auto"/>
      </p:sp>
      <p:sp>
        <p:nvSpPr>
          <p:cNvPr id="1943896651" name="Notes Placeholder 2"/>
          <p:cNvSpPr>
            <a:spLocks noGrp="1"/>
          </p:cNvSpPr>
          <p:nvPr>
            <p:ph type="body" idx="1"/>
          </p:nvPr>
        </p:nvSpPr>
        <p:spPr bwMode="auto"/>
        <p:txBody>
          <a:bodyPr/>
          <a:lstStyle/>
          <a:p>
            <a:pPr>
              <a:defRPr/>
            </a:pPr>
            <a:endParaRPr/>
          </a:p>
        </p:txBody>
      </p:sp>
      <p:sp>
        <p:nvSpPr>
          <p:cNvPr id="1617124105" name="Slide Number Placeholder 3"/>
          <p:cNvSpPr>
            <a:spLocks noGrp="1"/>
          </p:cNvSpPr>
          <p:nvPr>
            <p:ph type="sldNum" sz="quarter" idx="10"/>
          </p:nvPr>
        </p:nvSpPr>
        <p:spPr bwMode="auto"/>
        <p:txBody>
          <a:bodyPr/>
          <a:lstStyle/>
          <a:p>
            <a:pPr>
              <a:defRPr/>
            </a:pPr>
            <a:fld id="{44934705-0AD6-963A-C353-5FAF7821E48E}" type="slidenum">
              <a:rPr/>
              <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77597955" name="Slide Image Placeholder 1"/>
          <p:cNvSpPr>
            <a:spLocks noChangeAspect="1" noGrp="1" noRot="1"/>
          </p:cNvSpPr>
          <p:nvPr>
            <p:ph type="sldImg"/>
          </p:nvPr>
        </p:nvSpPr>
        <p:spPr bwMode="auto"/>
      </p:sp>
      <p:sp>
        <p:nvSpPr>
          <p:cNvPr id="1905233829" name="Notes Placeholder 2"/>
          <p:cNvSpPr>
            <a:spLocks noGrp="1"/>
          </p:cNvSpPr>
          <p:nvPr>
            <p:ph type="body" idx="1"/>
          </p:nvPr>
        </p:nvSpPr>
        <p:spPr bwMode="auto"/>
        <p:txBody>
          <a:bodyPr/>
          <a:lstStyle/>
          <a:p>
            <a:pPr>
              <a:defRPr/>
            </a:pPr>
            <a:endParaRPr/>
          </a:p>
        </p:txBody>
      </p:sp>
      <p:sp>
        <p:nvSpPr>
          <p:cNvPr id="1716180609" name="Slide Number Placeholder 3"/>
          <p:cNvSpPr>
            <a:spLocks noGrp="1"/>
          </p:cNvSpPr>
          <p:nvPr>
            <p:ph type="sldNum" sz="quarter" idx="10"/>
          </p:nvPr>
        </p:nvSpPr>
        <p:spPr bwMode="auto"/>
        <p:txBody>
          <a:bodyPr/>
          <a:lstStyle/>
          <a:p>
            <a:pPr>
              <a:defRPr/>
            </a:pPr>
            <a:fld id="{A62C122E-C38D-8339-6097-2ED6C91C0541}" type="slidenum">
              <a:rPr/>
              <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63552713" name="Slide Image Placeholder 1"/>
          <p:cNvSpPr>
            <a:spLocks noChangeAspect="1" noGrp="1" noRot="1"/>
          </p:cNvSpPr>
          <p:nvPr>
            <p:ph type="sldImg"/>
          </p:nvPr>
        </p:nvSpPr>
        <p:spPr bwMode="auto"/>
      </p:sp>
      <p:sp>
        <p:nvSpPr>
          <p:cNvPr id="1780203352" name="Notes Placeholder 2"/>
          <p:cNvSpPr>
            <a:spLocks noGrp="1"/>
          </p:cNvSpPr>
          <p:nvPr>
            <p:ph type="body" idx="1"/>
          </p:nvPr>
        </p:nvSpPr>
        <p:spPr bwMode="auto"/>
        <p:txBody>
          <a:bodyPr/>
          <a:lstStyle/>
          <a:p>
            <a:pPr>
              <a:defRPr/>
            </a:pPr>
            <a:endParaRPr/>
          </a:p>
        </p:txBody>
      </p:sp>
      <p:sp>
        <p:nvSpPr>
          <p:cNvPr id="1224509775" name="Slide Number Placeholder 3"/>
          <p:cNvSpPr>
            <a:spLocks noGrp="1"/>
          </p:cNvSpPr>
          <p:nvPr>
            <p:ph type="sldNum" sz="quarter" idx="10"/>
          </p:nvPr>
        </p:nvSpPr>
        <p:spPr bwMode="auto"/>
        <p:txBody>
          <a:bodyPr/>
          <a:lstStyle/>
          <a:p>
            <a:pPr>
              <a:defRPr/>
            </a:pPr>
            <a:fld id="{73BB0AA0-5CF8-9B70-D3B9-41D789235083}" type="slidenum">
              <a:rPr/>
              <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7780361" name="Slide Image Placeholder 1"/>
          <p:cNvSpPr>
            <a:spLocks noChangeAspect="1" noGrp="1" noRot="1"/>
          </p:cNvSpPr>
          <p:nvPr>
            <p:ph type="sldImg"/>
          </p:nvPr>
        </p:nvSpPr>
        <p:spPr bwMode="auto"/>
      </p:sp>
      <p:sp>
        <p:nvSpPr>
          <p:cNvPr id="1079466640" name="Notes Placeholder 2"/>
          <p:cNvSpPr>
            <a:spLocks noGrp="1"/>
          </p:cNvSpPr>
          <p:nvPr>
            <p:ph type="body" idx="1"/>
          </p:nvPr>
        </p:nvSpPr>
        <p:spPr bwMode="auto"/>
        <p:txBody>
          <a:bodyPr/>
          <a:lstStyle/>
          <a:p>
            <a:pPr>
              <a:defRPr/>
            </a:pPr>
            <a:endParaRPr/>
          </a:p>
        </p:txBody>
      </p:sp>
      <p:sp>
        <p:nvSpPr>
          <p:cNvPr id="408675091" name="Slide Number Placeholder 3"/>
          <p:cNvSpPr>
            <a:spLocks noGrp="1"/>
          </p:cNvSpPr>
          <p:nvPr>
            <p:ph type="sldNum" sz="quarter" idx="10"/>
          </p:nvPr>
        </p:nvSpPr>
        <p:spPr bwMode="auto"/>
        <p:txBody>
          <a:bodyPr/>
          <a:lstStyle/>
          <a:p>
            <a:pPr>
              <a:defRPr/>
            </a:pPr>
            <a:fld id="{9042AC1A-8DA1-B652-2027-74938292C62E}" type="slidenum">
              <a:rPr/>
              <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11027749" name="Slide Image Placeholder 1"/>
          <p:cNvSpPr>
            <a:spLocks noChangeAspect="1" noGrp="1" noRot="1"/>
          </p:cNvSpPr>
          <p:nvPr>
            <p:ph type="sldImg"/>
          </p:nvPr>
        </p:nvSpPr>
        <p:spPr bwMode="auto"/>
      </p:sp>
      <p:sp>
        <p:nvSpPr>
          <p:cNvPr id="1971464053" name="Notes Placeholder 2"/>
          <p:cNvSpPr>
            <a:spLocks noGrp="1"/>
          </p:cNvSpPr>
          <p:nvPr>
            <p:ph type="body" idx="1"/>
          </p:nvPr>
        </p:nvSpPr>
        <p:spPr bwMode="auto"/>
        <p:txBody>
          <a:bodyPr/>
          <a:lstStyle/>
          <a:p>
            <a:pPr>
              <a:defRPr/>
            </a:pPr>
            <a:endParaRPr/>
          </a:p>
        </p:txBody>
      </p:sp>
      <p:sp>
        <p:nvSpPr>
          <p:cNvPr id="2004494988" name="Slide Number Placeholder 3"/>
          <p:cNvSpPr>
            <a:spLocks noGrp="1"/>
          </p:cNvSpPr>
          <p:nvPr>
            <p:ph type="sldNum" sz="quarter" idx="10"/>
          </p:nvPr>
        </p:nvSpPr>
        <p:spPr bwMode="auto"/>
        <p:txBody>
          <a:bodyPr/>
          <a:lstStyle/>
          <a:p>
            <a:pPr>
              <a:defRPr/>
            </a:pPr>
            <a:fld id="{BDBFD0CD-9953-DAB9-1629-83C76D32C9CF}" type="slidenum">
              <a:rPr/>
              <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1658885" name="Slide Image Placeholder 1"/>
          <p:cNvSpPr>
            <a:spLocks noChangeAspect="1" noGrp="1" noRot="1"/>
          </p:cNvSpPr>
          <p:nvPr>
            <p:ph type="sldImg"/>
          </p:nvPr>
        </p:nvSpPr>
        <p:spPr bwMode="auto"/>
      </p:sp>
      <p:sp>
        <p:nvSpPr>
          <p:cNvPr id="176358956" name="Notes Placeholder 2"/>
          <p:cNvSpPr>
            <a:spLocks noGrp="1"/>
          </p:cNvSpPr>
          <p:nvPr>
            <p:ph type="body" idx="1"/>
          </p:nvPr>
        </p:nvSpPr>
        <p:spPr bwMode="auto"/>
        <p:txBody>
          <a:bodyPr/>
          <a:lstStyle/>
          <a:p>
            <a:pPr>
              <a:defRPr/>
            </a:pPr>
            <a:endParaRPr/>
          </a:p>
        </p:txBody>
      </p:sp>
      <p:sp>
        <p:nvSpPr>
          <p:cNvPr id="1982408783" name="Slide Number Placeholder 3"/>
          <p:cNvSpPr>
            <a:spLocks noGrp="1"/>
          </p:cNvSpPr>
          <p:nvPr>
            <p:ph type="sldNum" sz="quarter" idx="10"/>
          </p:nvPr>
        </p:nvSpPr>
        <p:spPr bwMode="auto"/>
        <p:txBody>
          <a:bodyPr/>
          <a:lstStyle/>
          <a:p>
            <a:pPr>
              <a:defRPr/>
            </a:pPr>
            <a:fld id="{953E527E-84B9-F204-CCC6-BF4670AEB241}" type="slidenum">
              <a:rPr/>
              <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08288620" name="Slide Image Placeholder 1"/>
          <p:cNvSpPr>
            <a:spLocks noChangeAspect="1" noGrp="1" noRot="1"/>
          </p:cNvSpPr>
          <p:nvPr>
            <p:ph type="sldImg"/>
          </p:nvPr>
        </p:nvSpPr>
        <p:spPr bwMode="auto"/>
      </p:sp>
      <p:sp>
        <p:nvSpPr>
          <p:cNvPr id="1440153816" name="Notes Placeholder 2"/>
          <p:cNvSpPr>
            <a:spLocks noGrp="1"/>
          </p:cNvSpPr>
          <p:nvPr>
            <p:ph type="body" idx="1"/>
          </p:nvPr>
        </p:nvSpPr>
        <p:spPr bwMode="auto"/>
        <p:txBody>
          <a:bodyPr/>
          <a:lstStyle/>
          <a:p>
            <a:pPr>
              <a:defRPr/>
            </a:pPr>
            <a:endParaRPr/>
          </a:p>
        </p:txBody>
      </p:sp>
      <p:sp>
        <p:nvSpPr>
          <p:cNvPr id="1682555441" name="Slide Number Placeholder 3"/>
          <p:cNvSpPr>
            <a:spLocks noGrp="1"/>
          </p:cNvSpPr>
          <p:nvPr>
            <p:ph type="sldNum" sz="quarter" idx="10"/>
          </p:nvPr>
        </p:nvSpPr>
        <p:spPr bwMode="auto"/>
        <p:txBody>
          <a:bodyPr/>
          <a:lstStyle/>
          <a:p>
            <a:pPr>
              <a:defRPr/>
            </a:pPr>
            <a:fld id="{82EC451A-0168-5998-FE7E-6B0633410CB5}" type="slidenum">
              <a:rPr/>
              <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7797474" name="Slide Image Placeholder 1"/>
          <p:cNvSpPr>
            <a:spLocks noChangeAspect="1" noGrp="1" noRot="1"/>
          </p:cNvSpPr>
          <p:nvPr>
            <p:ph type="sldImg"/>
          </p:nvPr>
        </p:nvSpPr>
        <p:spPr bwMode="auto"/>
      </p:sp>
      <p:sp>
        <p:nvSpPr>
          <p:cNvPr id="1920859199" name="Notes Placeholder 2"/>
          <p:cNvSpPr>
            <a:spLocks noGrp="1"/>
          </p:cNvSpPr>
          <p:nvPr>
            <p:ph type="body" idx="1"/>
          </p:nvPr>
        </p:nvSpPr>
        <p:spPr bwMode="auto"/>
        <p:txBody>
          <a:bodyPr/>
          <a:lstStyle/>
          <a:p>
            <a:pPr>
              <a:defRPr/>
            </a:pPr>
            <a:endParaRPr/>
          </a:p>
        </p:txBody>
      </p:sp>
      <p:sp>
        <p:nvSpPr>
          <p:cNvPr id="1218487582" name="Slide Number Placeholder 3"/>
          <p:cNvSpPr>
            <a:spLocks noGrp="1"/>
          </p:cNvSpPr>
          <p:nvPr>
            <p:ph type="sldNum" sz="quarter" idx="10"/>
          </p:nvPr>
        </p:nvSpPr>
        <p:spPr bwMode="auto"/>
        <p:txBody>
          <a:bodyPr/>
          <a:lstStyle/>
          <a:p>
            <a:pPr>
              <a:defRPr/>
            </a:pPr>
            <a:fld id="{75FCCCA1-04DB-E6CE-E5C4-4256E1EC3F79}" type="slidenum">
              <a:rPr/>
              <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97072513" name="Slide Image Placeholder 1"/>
          <p:cNvSpPr>
            <a:spLocks noChangeAspect="1" noGrp="1" noRot="1"/>
          </p:cNvSpPr>
          <p:nvPr>
            <p:ph type="sldImg"/>
          </p:nvPr>
        </p:nvSpPr>
        <p:spPr bwMode="auto"/>
      </p:sp>
      <p:sp>
        <p:nvSpPr>
          <p:cNvPr id="1196868332" name="Notes Placeholder 2"/>
          <p:cNvSpPr>
            <a:spLocks noGrp="1"/>
          </p:cNvSpPr>
          <p:nvPr>
            <p:ph type="body" idx="1"/>
          </p:nvPr>
        </p:nvSpPr>
        <p:spPr bwMode="auto"/>
        <p:txBody>
          <a:bodyPr/>
          <a:lstStyle/>
          <a:p>
            <a:pPr>
              <a:defRPr/>
            </a:pPr>
            <a:endParaRPr/>
          </a:p>
        </p:txBody>
      </p:sp>
      <p:sp>
        <p:nvSpPr>
          <p:cNvPr id="489356318" name="Slide Number Placeholder 3"/>
          <p:cNvSpPr>
            <a:spLocks noGrp="1"/>
          </p:cNvSpPr>
          <p:nvPr>
            <p:ph type="sldNum" sz="quarter" idx="10"/>
          </p:nvPr>
        </p:nvSpPr>
        <p:spPr bwMode="auto"/>
        <p:txBody>
          <a:bodyPr/>
          <a:lstStyle/>
          <a:p>
            <a:pPr>
              <a:defRPr/>
            </a:pPr>
            <a:fld id="{80A229DD-D5FF-254B-DF64-C5EA347728A7}" type="slidenum">
              <a:rPr/>
              <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434012231" name="Title 1"/>
          <p:cNvSpPr>
            <a:spLocks noGrp="1"/>
          </p:cNvSpPr>
          <p:nvPr>
            <p:ph type="ctrTitle"/>
          </p:nvPr>
        </p:nvSpPr>
        <p:spPr bwMode="auto">
          <a:xfrm>
            <a:off x="1524000" y="1122363"/>
            <a:ext cx="9144000" cy="2387600"/>
          </a:xfrm>
        </p:spPr>
        <p:txBody>
          <a:bodyPr anchor="b"/>
          <a:lstStyle>
            <a:lvl1pPr algn="ctr">
              <a:defRPr sz="6000"/>
            </a:lvl1pPr>
          </a:lstStyle>
          <a:p>
            <a:pPr>
              <a:defRPr/>
            </a:pPr>
            <a:r>
              <a:rPr lang="en-US"/>
              <a:t>Click to edit Master title style</a:t>
            </a:r>
            <a:endParaRPr lang="en-US"/>
          </a:p>
        </p:txBody>
      </p:sp>
      <p:sp>
        <p:nvSpPr>
          <p:cNvPr id="151914569"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lang="en-US"/>
          </a:p>
        </p:txBody>
      </p:sp>
      <p:sp>
        <p:nvSpPr>
          <p:cNvPr id="507495707"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59064080" name="Footer Placeholder 4"/>
          <p:cNvSpPr>
            <a:spLocks noGrp="1"/>
          </p:cNvSpPr>
          <p:nvPr>
            <p:ph type="ftr" sz="quarter" idx="11"/>
          </p:nvPr>
        </p:nvSpPr>
        <p:spPr bwMode="auto"/>
        <p:txBody>
          <a:bodyPr/>
          <a:lstStyle/>
          <a:p>
            <a:pPr>
              <a:defRPr/>
            </a:pPr>
            <a:endParaRPr lang="en-US"/>
          </a:p>
        </p:txBody>
      </p:sp>
      <p:sp>
        <p:nvSpPr>
          <p:cNvPr id="448745178"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208025237" name="Title 1"/>
          <p:cNvSpPr>
            <a:spLocks noGrp="1"/>
          </p:cNvSpPr>
          <p:nvPr>
            <p:ph type="title"/>
          </p:nvPr>
        </p:nvSpPr>
        <p:spPr bwMode="auto"/>
        <p:txBody>
          <a:bodyPr/>
          <a:lstStyle/>
          <a:p>
            <a:pPr>
              <a:defRPr/>
            </a:pPr>
            <a:r>
              <a:rPr lang="en-US"/>
              <a:t>Click to edit Master title style</a:t>
            </a:r>
            <a:endParaRPr lang="en-US"/>
          </a:p>
        </p:txBody>
      </p:sp>
      <p:sp>
        <p:nvSpPr>
          <p:cNvPr id="775452756"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072524030"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529252071" name="Footer Placeholder 4"/>
          <p:cNvSpPr>
            <a:spLocks noGrp="1"/>
          </p:cNvSpPr>
          <p:nvPr>
            <p:ph type="ftr" sz="quarter" idx="11"/>
          </p:nvPr>
        </p:nvSpPr>
        <p:spPr bwMode="auto"/>
        <p:txBody>
          <a:bodyPr/>
          <a:lstStyle/>
          <a:p>
            <a:pPr>
              <a:defRPr/>
            </a:pPr>
            <a:endParaRPr lang="en-US"/>
          </a:p>
        </p:txBody>
      </p:sp>
      <p:sp>
        <p:nvSpPr>
          <p:cNvPr id="316494689"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550848304" name="Title 1"/>
          <p:cNvSpPr>
            <a:spLocks noGrp="1"/>
          </p:cNvSpPr>
          <p:nvPr>
            <p:ph type="title"/>
          </p:nvPr>
        </p:nvSpPr>
        <p:spPr bwMode="auto">
          <a:xfrm>
            <a:off x="831850" y="1709738"/>
            <a:ext cx="10515600" cy="2852737"/>
          </a:xfrm>
        </p:spPr>
        <p:txBody>
          <a:bodyPr anchor="b"/>
          <a:lstStyle>
            <a:lvl1pPr>
              <a:defRPr sz="6000"/>
            </a:lvl1pPr>
          </a:lstStyle>
          <a:p>
            <a:pPr>
              <a:defRPr/>
            </a:pPr>
            <a:r>
              <a:rPr lang="en-US"/>
              <a:t>Click to edit Master title style</a:t>
            </a:r>
            <a:endParaRPr lang="en-US"/>
          </a:p>
        </p:txBody>
      </p:sp>
      <p:sp>
        <p:nvSpPr>
          <p:cNvPr id="1662682895"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Click to edit Master text styles</a:t>
            </a:r>
            <a:endParaRPr/>
          </a:p>
        </p:txBody>
      </p:sp>
      <p:sp>
        <p:nvSpPr>
          <p:cNvPr id="309291197"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516677121" name="Footer Placeholder 4"/>
          <p:cNvSpPr>
            <a:spLocks noGrp="1"/>
          </p:cNvSpPr>
          <p:nvPr>
            <p:ph type="ftr" sz="quarter" idx="11"/>
          </p:nvPr>
        </p:nvSpPr>
        <p:spPr bwMode="auto"/>
        <p:txBody>
          <a:bodyPr/>
          <a:lstStyle/>
          <a:p>
            <a:pPr>
              <a:defRPr/>
            </a:pPr>
            <a:endParaRPr lang="en-US"/>
          </a:p>
        </p:txBody>
      </p:sp>
      <p:sp>
        <p:nvSpPr>
          <p:cNvPr id="647930611"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802052270" name="Title 1"/>
          <p:cNvSpPr>
            <a:spLocks noGrp="1"/>
          </p:cNvSpPr>
          <p:nvPr>
            <p:ph type="title"/>
          </p:nvPr>
        </p:nvSpPr>
        <p:spPr bwMode="auto"/>
        <p:txBody>
          <a:bodyPr/>
          <a:lstStyle/>
          <a:p>
            <a:pPr>
              <a:defRPr/>
            </a:pPr>
            <a:r>
              <a:rPr lang="en-US"/>
              <a:t>Click to edit Master title style</a:t>
            </a:r>
            <a:endParaRPr lang="en-US"/>
          </a:p>
        </p:txBody>
      </p:sp>
      <p:sp>
        <p:nvSpPr>
          <p:cNvPr id="680301703" name="Content Placeholder 2"/>
          <p:cNvSpPr>
            <a:spLocks noGrp="1"/>
          </p:cNvSpPr>
          <p:nvPr>
            <p:ph sz="half" idx="1"/>
          </p:nvPr>
        </p:nvSpPr>
        <p:spPr bwMode="auto">
          <a:xfrm>
            <a:off x="838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548332984" name="Content Placeholder 3"/>
          <p:cNvSpPr>
            <a:spLocks noGrp="1"/>
          </p:cNvSpPr>
          <p:nvPr>
            <p:ph sz="half" idx="2"/>
          </p:nvPr>
        </p:nvSpPr>
        <p:spPr bwMode="auto">
          <a:xfrm>
            <a:off x="6172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418399296"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644927447" name="Footer Placeholder 5"/>
          <p:cNvSpPr>
            <a:spLocks noGrp="1"/>
          </p:cNvSpPr>
          <p:nvPr>
            <p:ph type="ftr" sz="quarter" idx="11"/>
          </p:nvPr>
        </p:nvSpPr>
        <p:spPr bwMode="auto"/>
        <p:txBody>
          <a:bodyPr/>
          <a:lstStyle/>
          <a:p>
            <a:pPr>
              <a:defRPr/>
            </a:pPr>
            <a:endParaRPr lang="en-US"/>
          </a:p>
        </p:txBody>
      </p:sp>
      <p:sp>
        <p:nvSpPr>
          <p:cNvPr id="2047346718"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659494795" name="Title 1"/>
          <p:cNvSpPr>
            <a:spLocks noGrp="1"/>
          </p:cNvSpPr>
          <p:nvPr>
            <p:ph type="title"/>
          </p:nvPr>
        </p:nvSpPr>
        <p:spPr bwMode="auto">
          <a:xfrm>
            <a:off x="839788" y="365125"/>
            <a:ext cx="10515600" cy="1325563"/>
          </a:xfrm>
        </p:spPr>
        <p:txBody>
          <a:bodyPr/>
          <a:lstStyle/>
          <a:p>
            <a:pPr>
              <a:defRPr/>
            </a:pPr>
            <a:r>
              <a:rPr lang="en-US"/>
              <a:t>Click to edit Master title style</a:t>
            </a:r>
            <a:endParaRPr lang="en-US"/>
          </a:p>
        </p:txBody>
      </p:sp>
      <p:sp>
        <p:nvSpPr>
          <p:cNvPr id="881963263"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582293859" name="Content Placeholder 3"/>
          <p:cNvSpPr>
            <a:spLocks noGrp="1"/>
          </p:cNvSpPr>
          <p:nvPr>
            <p:ph sz="half" idx="2"/>
          </p:nvPr>
        </p:nvSpPr>
        <p:spPr bwMode="auto">
          <a:xfrm>
            <a:off x="839788" y="2505074"/>
            <a:ext cx="5157787"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056826878"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780629443" name="Content Placeholder 5"/>
          <p:cNvSpPr>
            <a:spLocks noGrp="1"/>
          </p:cNvSpPr>
          <p:nvPr>
            <p:ph sz="quarter" idx="4"/>
          </p:nvPr>
        </p:nvSpPr>
        <p:spPr bwMode="auto">
          <a:xfrm>
            <a:off x="6172200" y="2505074"/>
            <a:ext cx="5183188"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687960751" name="Date Placeholder 6"/>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072777601" name="Footer Placeholder 7"/>
          <p:cNvSpPr>
            <a:spLocks noGrp="1"/>
          </p:cNvSpPr>
          <p:nvPr>
            <p:ph type="ftr" sz="quarter" idx="11"/>
          </p:nvPr>
        </p:nvSpPr>
        <p:spPr bwMode="auto"/>
        <p:txBody>
          <a:bodyPr/>
          <a:lstStyle/>
          <a:p>
            <a:pPr>
              <a:defRPr/>
            </a:pPr>
            <a:endParaRPr lang="en-US"/>
          </a:p>
        </p:txBody>
      </p:sp>
      <p:sp>
        <p:nvSpPr>
          <p:cNvPr id="226134090" name="Slide Number Placeholder 8"/>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126996218" name="Title 1"/>
          <p:cNvSpPr>
            <a:spLocks noGrp="1"/>
          </p:cNvSpPr>
          <p:nvPr>
            <p:ph type="title"/>
          </p:nvPr>
        </p:nvSpPr>
        <p:spPr bwMode="auto"/>
        <p:txBody>
          <a:bodyPr/>
          <a:lstStyle/>
          <a:p>
            <a:pPr>
              <a:defRPr/>
            </a:pPr>
            <a:r>
              <a:rPr lang="en-US"/>
              <a:t>Click to edit Master title style</a:t>
            </a:r>
            <a:endParaRPr lang="en-US"/>
          </a:p>
        </p:txBody>
      </p:sp>
      <p:sp>
        <p:nvSpPr>
          <p:cNvPr id="1483117413" name="Date Placeholder 2"/>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406399579" name="Footer Placeholder 3"/>
          <p:cNvSpPr>
            <a:spLocks noGrp="1"/>
          </p:cNvSpPr>
          <p:nvPr>
            <p:ph type="ftr" sz="quarter" idx="11"/>
          </p:nvPr>
        </p:nvSpPr>
        <p:spPr bwMode="auto"/>
        <p:txBody>
          <a:bodyPr/>
          <a:lstStyle/>
          <a:p>
            <a:pPr>
              <a:defRPr/>
            </a:pPr>
            <a:endParaRPr lang="en-US"/>
          </a:p>
        </p:txBody>
      </p:sp>
      <p:sp>
        <p:nvSpPr>
          <p:cNvPr id="1430513999" name="Slide Number Placeholder 4"/>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2073014016" name="Date Placeholder 1"/>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990089583" name="Footer Placeholder 2"/>
          <p:cNvSpPr>
            <a:spLocks noGrp="1"/>
          </p:cNvSpPr>
          <p:nvPr>
            <p:ph type="ftr" sz="quarter" idx="11"/>
          </p:nvPr>
        </p:nvSpPr>
        <p:spPr bwMode="auto"/>
        <p:txBody>
          <a:bodyPr/>
          <a:lstStyle/>
          <a:p>
            <a:pPr>
              <a:defRPr/>
            </a:pPr>
            <a:endParaRPr lang="en-US"/>
          </a:p>
        </p:txBody>
      </p:sp>
      <p:sp>
        <p:nvSpPr>
          <p:cNvPr id="1619118340" name="Slide Number Placeholder 3"/>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412197542"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1471917766"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505629683"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1234955807"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988544406" name="Footer Placeholder 5"/>
          <p:cNvSpPr>
            <a:spLocks noGrp="1"/>
          </p:cNvSpPr>
          <p:nvPr>
            <p:ph type="ftr" sz="quarter" idx="11"/>
          </p:nvPr>
        </p:nvSpPr>
        <p:spPr bwMode="auto"/>
        <p:txBody>
          <a:bodyPr/>
          <a:lstStyle/>
          <a:p>
            <a:pPr>
              <a:defRPr/>
            </a:pPr>
            <a:endParaRPr lang="en-US"/>
          </a:p>
        </p:txBody>
      </p:sp>
      <p:sp>
        <p:nvSpPr>
          <p:cNvPr id="756103786"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793073462"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1665684061" name="Picture Placeholder 2"/>
          <p:cNvSpPr>
            <a:spLocks noChangeAspect="1" noGrp="1"/>
          </p:cNvSpPr>
          <p:nvPr>
            <p:ph type="pic" idx="1"/>
          </p:nvPr>
        </p:nvSpPr>
        <p:spPr bwMode="auto">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Click icon to add picture</a:t>
            </a:r>
            <a:endParaRPr lang="en-US"/>
          </a:p>
        </p:txBody>
      </p:sp>
      <p:sp>
        <p:nvSpPr>
          <p:cNvPr id="1169806175"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684644214"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319188390" name="Footer Placeholder 5"/>
          <p:cNvSpPr>
            <a:spLocks noGrp="1"/>
          </p:cNvSpPr>
          <p:nvPr>
            <p:ph type="ftr" sz="quarter" idx="11"/>
          </p:nvPr>
        </p:nvSpPr>
        <p:spPr bwMode="auto"/>
        <p:txBody>
          <a:bodyPr/>
          <a:lstStyle/>
          <a:p>
            <a:pPr>
              <a:defRPr/>
            </a:pPr>
            <a:endParaRPr lang="en-US"/>
          </a:p>
        </p:txBody>
      </p:sp>
      <p:sp>
        <p:nvSpPr>
          <p:cNvPr id="1337491548"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936036465" name="Title 1"/>
          <p:cNvSpPr>
            <a:spLocks noGrp="1"/>
          </p:cNvSpPr>
          <p:nvPr>
            <p:ph type="title"/>
          </p:nvPr>
        </p:nvSpPr>
        <p:spPr bwMode="auto"/>
        <p:txBody>
          <a:bodyPr/>
          <a:lstStyle/>
          <a:p>
            <a:pPr>
              <a:defRPr/>
            </a:pPr>
            <a:r>
              <a:rPr lang="en-US"/>
              <a:t>Click to edit Master title style</a:t>
            </a:r>
            <a:endParaRPr lang="en-US"/>
          </a:p>
        </p:txBody>
      </p:sp>
      <p:sp>
        <p:nvSpPr>
          <p:cNvPr id="1608545615"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551568304"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212848884" name="Footer Placeholder 4"/>
          <p:cNvSpPr>
            <a:spLocks noGrp="1"/>
          </p:cNvSpPr>
          <p:nvPr>
            <p:ph type="ftr" sz="quarter" idx="11"/>
          </p:nvPr>
        </p:nvSpPr>
        <p:spPr bwMode="auto"/>
        <p:txBody>
          <a:bodyPr/>
          <a:lstStyle/>
          <a:p>
            <a:pPr>
              <a:defRPr/>
            </a:pPr>
            <a:endParaRPr lang="en-US"/>
          </a:p>
        </p:txBody>
      </p:sp>
      <p:sp>
        <p:nvSpPr>
          <p:cNvPr id="1671848474"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554682609"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endParaRPr lang="en-US"/>
          </a:p>
        </p:txBody>
      </p:sp>
      <p:sp>
        <p:nvSpPr>
          <p:cNvPr id="1612358660" name="Vertical Text Placeholder 2"/>
          <p:cNvSpPr>
            <a:spLocks noGrp="1"/>
          </p:cNvSpPr>
          <p:nvPr>
            <p:ph type="body" orient="vert" idx="1"/>
          </p:nvPr>
        </p:nvSpPr>
        <p:spPr bwMode="auto">
          <a:xfrm>
            <a:off x="838200" y="365125"/>
            <a:ext cx="7734300"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822129254"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670170280" name="Footer Placeholder 4"/>
          <p:cNvSpPr>
            <a:spLocks noGrp="1"/>
          </p:cNvSpPr>
          <p:nvPr>
            <p:ph type="ftr" sz="quarter" idx="11"/>
          </p:nvPr>
        </p:nvSpPr>
        <p:spPr bwMode="auto"/>
        <p:txBody>
          <a:bodyPr/>
          <a:lstStyle/>
          <a:p>
            <a:pPr>
              <a:defRPr/>
            </a:pPr>
            <a:endParaRPr lang="en-US"/>
          </a:p>
        </p:txBody>
      </p:sp>
      <p:sp>
        <p:nvSpPr>
          <p:cNvPr id="991499975"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634000150"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1984633628"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413260570"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BCC18F51-09EC-435C-A3BA-64A766E099C0}" type="datetimeFigureOut">
              <a:rPr lang="en-US"/>
              <a:t>30.10.2013</a:t>
            </a:fld>
            <a:endParaRPr lang="en-US"/>
          </a:p>
        </p:txBody>
      </p:sp>
      <p:sp>
        <p:nvSpPr>
          <p:cNvPr id="952573259"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547826785"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8395586-F03A-48D1-94DF-16B239DF4FB5}"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ts val="0"/>
        </a:spcBef>
        <a:buNone/>
        <a:defRPr sz="4400">
          <a:solidFill>
            <a:schemeClr val="tx1"/>
          </a:solidFill>
          <a:latin typeface="+mj-lt"/>
          <a:ea typeface="+mj-ea"/>
          <a:cs typeface="+mj-cs"/>
        </a:defRPr>
      </a:lvl1pPr>
    </p:titleStyle>
    <p:bodyStyle>
      <a:lvl1pPr marL="228600" indent="-228600" algn="l" defTabSz="91440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jpg"/><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8.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5.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6.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7.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8.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0.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2.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3.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4.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5.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6.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7.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8.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39.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40.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41.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42.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43.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44.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45.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46.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47.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48.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49.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50.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51.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52.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53.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54.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55.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56.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57.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58.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59.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60.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61.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62.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63.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64.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65.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66.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67.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68.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69.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70.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71.jp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chemeClr val="bg1"/>
        </a:solidFill>
      </p:bgPr>
    </p:bg>
    <p:spTree>
      <p:nvGrpSpPr>
        <p:cNvPr id="1" name=""/>
        <p:cNvGrpSpPr/>
        <p:nvPr/>
      </p:nvGrpSpPr>
      <p:grpSpPr bwMode="auto">
        <a:xfrm>
          <a:off x="0" y="0"/>
          <a:ext cx="0" cy="0"/>
          <a:chOff x="0" y="0"/>
          <a:chExt cx="0" cy="0"/>
        </a:xfrm>
      </p:grpSpPr>
      <p:sp>
        <p:nvSpPr>
          <p:cNvPr id="239117410" name="Rectangle 7"/>
          <p:cNvSpPr/>
          <p:nvPr/>
        </p:nvSpPr>
        <p:spPr bwMode="auto">
          <a:xfrm>
            <a:off x="2595339" y="198443"/>
            <a:ext cx="1396890" cy="38132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01387892" name="TextBox 5"/>
          <p:cNvSpPr txBox="1"/>
          <p:nvPr/>
        </p:nvSpPr>
        <p:spPr bwMode="auto">
          <a:xfrm>
            <a:off x="2591523" y="188417"/>
            <a:ext cx="2347353" cy="442319"/>
          </a:xfrm>
          <a:prstGeom prst="rect">
            <a:avLst/>
          </a:prstGeom>
          <a:noFill/>
        </p:spPr>
        <p:txBody>
          <a:bodyPr wrap="square" lIns="91440" tIns="45720" rIns="91440" bIns="45720" rtlCol="0" anchor="t">
            <a:spAutoFit/>
          </a:bodyPr>
          <a:lstStyle/>
          <a:p>
            <a:pPr>
              <a:defRPr/>
            </a:pPr>
            <a:r>
              <a:rPr sz="2300" b="1" lang="en-US">
                <a:latin typeface="Roboto"/>
              </a:rPr>
              <a:t>Văn bản rõ</a:t>
            </a:r>
            <a:endParaRPr lang="en-US" sz="2300"/>
          </a:p>
        </p:txBody>
      </p:sp>
      <p:sp>
        <p:nvSpPr>
          <p:cNvPr id="542659239" name="Rectangle 13"/>
          <p:cNvSpPr/>
          <p:nvPr/>
        </p:nvSpPr>
        <p:spPr bwMode="auto">
          <a:xfrm>
            <a:off x="7747107" y="158272"/>
            <a:ext cx="1739305" cy="461664"/>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506029660" name="TextBox 11"/>
          <p:cNvSpPr txBox="1"/>
          <p:nvPr/>
        </p:nvSpPr>
        <p:spPr bwMode="auto">
          <a:xfrm>
            <a:off x="7764696" y="178324"/>
            <a:ext cx="2593914" cy="442319"/>
          </a:xfrm>
          <a:prstGeom prst="rect">
            <a:avLst/>
          </a:prstGeom>
          <a:noFill/>
        </p:spPr>
        <p:txBody>
          <a:bodyPr wrap="square" lIns="91440" tIns="45720" rIns="91440" bIns="45720" anchor="t">
            <a:spAutoFit/>
          </a:bodyPr>
          <a:lstStyle/>
          <a:p>
            <a:pPr>
              <a:defRPr/>
            </a:pPr>
            <a:r>
              <a:rPr sz="2300" b="1" lang="en-US">
                <a:latin typeface="Roboto"/>
              </a:rPr>
              <a:t>Bản mã</a:t>
            </a:r>
            <a:endParaRPr/>
          </a:p>
        </p:txBody>
      </p:sp>
      <p:sp>
        <p:nvSpPr>
          <p:cNvPr id="515311746" name="Rectangle 17"/>
          <p:cNvSpPr/>
          <p:nvPr/>
        </p:nvSpPr>
        <p:spPr bwMode="auto">
          <a:xfrm>
            <a:off x="8766243" y="2968881"/>
            <a:ext cx="1257075" cy="430535"/>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687331779" name="Rectangle 18"/>
          <p:cNvSpPr/>
          <p:nvPr/>
        </p:nvSpPr>
        <p:spPr bwMode="auto">
          <a:xfrm>
            <a:off x="4918718" y="1681878"/>
            <a:ext cx="1610899" cy="114397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solidFill>
                <a:schemeClr val="tx1"/>
              </a:solidFill>
            </a:endParaRPr>
          </a:p>
        </p:txBody>
      </p:sp>
      <p:sp>
        <p:nvSpPr>
          <p:cNvPr id="2035916910" name="TextBox 14"/>
          <p:cNvSpPr txBox="1"/>
          <p:nvPr/>
        </p:nvSpPr>
        <p:spPr bwMode="auto">
          <a:xfrm>
            <a:off x="8766243" y="2957805"/>
            <a:ext cx="1954436" cy="442319"/>
          </a:xfrm>
          <a:prstGeom prst="rect">
            <a:avLst/>
          </a:prstGeom>
          <a:noFill/>
        </p:spPr>
        <p:txBody>
          <a:bodyPr wrap="square" lIns="91440" tIns="45720" rIns="91440" bIns="45720" rtlCol="0" anchor="t">
            <a:spAutoFit/>
          </a:bodyPr>
          <a:lstStyle/>
          <a:p>
            <a:pPr>
              <a:defRPr/>
            </a:pPr>
            <a:r>
              <a:rPr sz="2300" lang="en-US">
                <a:latin typeface="Roboto"/>
              </a:rPr>
              <a:t>Gửi</a:t>
            </a:r>
            <a:endParaRPr/>
          </a:p>
        </p:txBody>
      </p:sp>
      <p:sp>
        <p:nvSpPr>
          <p:cNvPr id="1682539440" name="TextBox 19"/>
          <p:cNvSpPr txBox="1"/>
          <p:nvPr/>
        </p:nvSpPr>
        <p:spPr bwMode="auto">
          <a:xfrm>
            <a:off x="4410180" y="1713858"/>
            <a:ext cx="2628336" cy="1143359"/>
          </a:xfrm>
          <a:prstGeom prst="rect">
            <a:avLst/>
          </a:prstGeom>
          <a:noFill/>
        </p:spPr>
        <p:txBody>
          <a:bodyPr wrap="square" lIns="91440" tIns="45720" rIns="91440" bIns="45720" rtlCol="0" anchor="t">
            <a:spAutoFit/>
          </a:bodyPr>
          <a:lstStyle/>
          <a:p>
            <a:pPr algn="ctr">
              <a:defRPr/>
            </a:pPr>
            <a:r>
              <a:rPr sz="2300" lang="en-US">
                <a:latin typeface="Roboto"/>
              </a:rPr>
              <a:t>Mã hóa</a:t>
            </a:r>
            <a:endParaRPr/>
          </a:p>
          <a:p>
            <a:pPr algn="ctr"/>
            <a:r>
              <a:rPr sz="2300" lang="en-US">
                <a:latin typeface="Roboto"/>
              </a:rPr>
              <a:t>bằng</a:t>
            </a:r>
          </a:p>
          <a:p>
            <a:pPr algn="ctr"/>
            <a:r>
              <a:rPr sz="2300" lang="en-US">
                <a:latin typeface="Roboto"/>
              </a:rPr>
              <a:t>khóa công khai</a:t>
            </a:r>
          </a:p>
        </p:txBody>
      </p:sp>
      <p:sp>
        <p:nvSpPr>
          <p:cNvPr id="698934102" name="Rectangle 21"/>
          <p:cNvSpPr/>
          <p:nvPr/>
        </p:nvSpPr>
        <p:spPr bwMode="auto">
          <a:xfrm>
            <a:off x="4918718" y="5620284"/>
            <a:ext cx="1610899" cy="114397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solidFill>
                <a:schemeClr val="tx1"/>
              </a:solidFill>
            </a:endParaRPr>
          </a:p>
        </p:txBody>
      </p:sp>
      <p:sp>
        <p:nvSpPr>
          <p:cNvPr id="898941771" name="TextBox 22"/>
          <p:cNvSpPr txBox="1"/>
          <p:nvPr/>
        </p:nvSpPr>
        <p:spPr bwMode="auto">
          <a:xfrm>
            <a:off x="4520468" y="5592105"/>
            <a:ext cx="2407757" cy="1143359"/>
          </a:xfrm>
          <a:prstGeom prst="rect">
            <a:avLst/>
          </a:prstGeom>
          <a:noFill/>
        </p:spPr>
        <p:txBody>
          <a:bodyPr wrap="square" lIns="91440" tIns="45720" rIns="91440" bIns="45720" rtlCol="0" anchor="t">
            <a:spAutoFit/>
          </a:bodyPr>
          <a:lstStyle/>
          <a:p>
            <a:pPr algn="ctr">
              <a:defRPr/>
            </a:pPr>
            <a:r>
              <a:rPr sz="2300" lang="en-US">
                <a:latin typeface="Roboto"/>
              </a:rPr>
              <a:t>Giải mã</a:t>
            </a:r>
            <a:endParaRPr/>
          </a:p>
          <a:p>
            <a:pPr algn="ctr"/>
            <a:r>
              <a:rPr sz="2300" lang="en-US">
                <a:latin typeface="Roboto"/>
              </a:rPr>
              <a:t>bằng</a:t>
            </a:r>
          </a:p>
          <a:p>
            <a:pPr algn="ctr"/>
            <a:r>
              <a:rPr sz="2300" lang="en-US">
                <a:latin typeface="Roboto"/>
              </a:rPr>
              <a:t>khóa riêng</a:t>
            </a:r>
          </a:p>
        </p:txBody>
      </p:sp>
      <p:pic>
        <p:nvPicPr>
          <p:cNvPr id="502438407" name=""/>
          <p:cNvPicPr>
            <a:picLocks noChangeAspect="1"/>
          </p:cNvPicPr>
          <p:nvPr/>
        </p:nvPicPr>
        <p:blipFill>
          <a:blip r:embed="rId3"/>
          <a:stretch/>
        </p:blipFill>
        <p:spPr bwMode="auto">
          <a:xfrm flipH="0" flipV="0">
            <a:off x="1958999" y="21166"/>
            <a:ext cx="8392871" cy="6714297"/>
          </a:xfrm>
          <a:prstGeom prst="rect">
            <a:avLst/>
          </a:prstGeom>
        </p:spPr>
      </p:pic>
      <p:sp>
        <p:nvSpPr>
          <p:cNvPr id="1429071587" name=""/>
          <p:cNvSpPr/>
          <p:nvPr/>
        </p:nvSpPr>
        <p:spPr bwMode="auto">
          <a:xfrm flipH="0" flipV="0">
            <a:off x="2722070" y="203655"/>
            <a:ext cx="1398607" cy="446107"/>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761093492" name=""/>
          <p:cNvSpPr txBox="1"/>
          <p:nvPr/>
        </p:nvSpPr>
        <p:spPr bwMode="auto">
          <a:xfrm flipH="0" flipV="0">
            <a:off x="1535541" y="203654"/>
            <a:ext cx="3431783" cy="427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200" b="1">
                <a:latin typeface="IBM Plex Sans"/>
              </a:rPr>
              <a:t>Văn bản rõ</a:t>
            </a:r>
            <a:endParaRPr sz="2200" b="1">
              <a:latin typeface="IBM Plex Sans"/>
              <a:cs typeface="IBM Plex Sans"/>
            </a:endParaRPr>
          </a:p>
        </p:txBody>
      </p:sp>
      <p:sp>
        <p:nvSpPr>
          <p:cNvPr id="1969521309" name=""/>
          <p:cNvSpPr/>
          <p:nvPr/>
        </p:nvSpPr>
        <p:spPr bwMode="auto">
          <a:xfrm flipH="0" flipV="0">
            <a:off x="7827161" y="198442"/>
            <a:ext cx="2037394" cy="446106"/>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1091385861" name=""/>
          <p:cNvSpPr/>
          <p:nvPr/>
        </p:nvSpPr>
        <p:spPr bwMode="auto">
          <a:xfrm flipH="0" flipV="0">
            <a:off x="8721165" y="2325560"/>
            <a:ext cx="1999512" cy="1365376"/>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1093531871" name=""/>
          <p:cNvSpPr/>
          <p:nvPr/>
        </p:nvSpPr>
        <p:spPr bwMode="auto">
          <a:xfrm flipH="0" flipV="0">
            <a:off x="4938876" y="1490804"/>
            <a:ext cx="1645997" cy="1669513"/>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525520898" name=""/>
          <p:cNvSpPr/>
          <p:nvPr/>
        </p:nvSpPr>
        <p:spPr bwMode="auto">
          <a:xfrm flipH="0" flipV="0">
            <a:off x="4966245" y="5441911"/>
            <a:ext cx="1645996" cy="129355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1756478981" name=""/>
          <p:cNvSpPr/>
          <p:nvPr/>
        </p:nvSpPr>
        <p:spPr bwMode="auto">
          <a:xfrm flipH="0" flipV="0">
            <a:off x="2722070" y="1044697"/>
            <a:ext cx="1688109" cy="446106"/>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solidFill>
                <a:schemeClr val="bg1"/>
              </a:solidFill>
            </a:endParaRPr>
          </a:p>
        </p:txBody>
      </p:sp>
      <p:sp>
        <p:nvSpPr>
          <p:cNvPr id="30921611" name=""/>
          <p:cNvSpPr txBox="1"/>
          <p:nvPr/>
        </p:nvSpPr>
        <p:spPr bwMode="auto">
          <a:xfrm flipH="0" flipV="0">
            <a:off x="2853086" y="1033244"/>
            <a:ext cx="1139142" cy="457560"/>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2400">
                <a:latin typeface="IBM Plex Sans"/>
              </a:rPr>
              <a:t>Bitcoin</a:t>
            </a:r>
            <a:endParaRPr sz="2400">
              <a:latin typeface="IBM Plex Sans"/>
              <a:cs typeface="IBM Plex Sans"/>
            </a:endParaRPr>
          </a:p>
        </p:txBody>
      </p:sp>
      <p:sp>
        <p:nvSpPr>
          <p:cNvPr id="276313897" name=""/>
          <p:cNvSpPr txBox="1"/>
          <p:nvPr/>
        </p:nvSpPr>
        <p:spPr bwMode="auto">
          <a:xfrm flipH="0" flipV="0">
            <a:off x="7187931" y="203654"/>
            <a:ext cx="3239579" cy="427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200" b="1">
                <a:latin typeface="IBM Plex Sans"/>
              </a:rPr>
              <a:t>Bản mã</a:t>
            </a:r>
            <a:endParaRPr sz="2200" b="1">
              <a:latin typeface="IBM Plex Sans"/>
              <a:cs typeface="IBM Plex Sans"/>
            </a:endParaRPr>
          </a:p>
        </p:txBody>
      </p:sp>
      <p:sp>
        <p:nvSpPr>
          <p:cNvPr id="1415171345" name=""/>
          <p:cNvSpPr txBox="1"/>
          <p:nvPr/>
        </p:nvSpPr>
        <p:spPr bwMode="auto">
          <a:xfrm flipH="0" flipV="0">
            <a:off x="8807720" y="2794709"/>
            <a:ext cx="3193567" cy="427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2200" b="0">
                <a:latin typeface="IBM Plex Sans"/>
              </a:rPr>
              <a:t>Gửi</a:t>
            </a:r>
            <a:endParaRPr sz="2200" b="0">
              <a:latin typeface="IBM Plex Sans"/>
              <a:cs typeface="IBM Plex Sans"/>
            </a:endParaRPr>
          </a:p>
        </p:txBody>
      </p:sp>
      <p:sp>
        <p:nvSpPr>
          <p:cNvPr id="2060365003" name=""/>
          <p:cNvSpPr txBox="1"/>
          <p:nvPr/>
        </p:nvSpPr>
        <p:spPr bwMode="auto">
          <a:xfrm flipH="0" flipV="0">
            <a:off x="4938875" y="1639891"/>
            <a:ext cx="1592180" cy="5185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400" b="0">
                <a:latin typeface="IBM Plex Sans"/>
              </a:rPr>
              <a:t>Mã hóa </a:t>
            </a:r>
            <a:r>
              <a:rPr sz="1400" b="0" lang="fr-FR">
                <a:latin typeface="IBM Plex Sans"/>
              </a:rPr>
              <a:t>bằng </a:t>
            </a:r>
            <a:r>
              <a:rPr sz="1400" b="0">
                <a:latin typeface="IBM Plex Sans"/>
              </a:rPr>
              <a:t>khóa </a:t>
            </a:r>
            <a:r>
              <a:rPr sz="1400" b="0" lang="fr-FR">
                <a:latin typeface="IBM Plex Sans"/>
              </a:rPr>
              <a:t>công </a:t>
            </a:r>
            <a:r>
              <a:rPr sz="1400" b="0">
                <a:latin typeface="IBM Plex Sans"/>
              </a:rPr>
              <a:t>khai</a:t>
            </a:r>
            <a:endParaRPr sz="1400" b="0">
              <a:latin typeface="IBM Plex Sans"/>
              <a:ea typeface="IBM Plex Sans"/>
              <a:cs typeface="IBM Plex Sans"/>
            </a:endParaRPr>
          </a:p>
        </p:txBody>
      </p:sp>
      <p:sp>
        <p:nvSpPr>
          <p:cNvPr id="564805446" name=""/>
          <p:cNvSpPr txBox="1"/>
          <p:nvPr/>
        </p:nvSpPr>
        <p:spPr bwMode="auto">
          <a:xfrm flipH="0" flipV="0">
            <a:off x="3765199" y="5680215"/>
            <a:ext cx="5043240" cy="3356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b="0">
                <a:latin typeface="IBM Plex Sans"/>
              </a:rPr>
              <a:t>Giải </a:t>
            </a:r>
            <a:r>
              <a:rPr sz="1600" b="0" lang="fr-FR">
                <a:latin typeface="IBM Plex Sans"/>
              </a:rPr>
              <a:t>mã </a:t>
            </a:r>
            <a:r>
              <a:rPr sz="1600" b="0">
                <a:latin typeface="IBM Plex Sans"/>
              </a:rPr>
              <a:t>bằng </a:t>
            </a:r>
            <a:r>
              <a:rPr sz="1600" b="0" lang="fr-FR">
                <a:latin typeface="IBM Plex Sans"/>
              </a:rPr>
              <a:t>khóa </a:t>
            </a:r>
            <a:r>
              <a:rPr sz="1600" b="0">
                <a:latin typeface="IBM Plex Sans"/>
              </a:rPr>
              <a:t>riêng</a:t>
            </a:r>
            <a:endParaRPr sz="1600" b="0">
              <a:latin typeface="IBM Plex Sans"/>
              <a:ea typeface="IBM Plex Sans"/>
              <a:cs typeface="IBM Plex Sans"/>
            </a:endParaRPr>
          </a:p>
        </p:txBody>
      </p:sp>
      <p:sp>
        <p:nvSpPr>
          <p:cNvPr id="2117423457" name=""/>
          <p:cNvSpPr/>
          <p:nvPr/>
        </p:nvSpPr>
        <p:spPr bwMode="auto">
          <a:xfrm flipH="0" flipV="0">
            <a:off x="2720786" y="1056150"/>
            <a:ext cx="1688108" cy="446106"/>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solidFill>
                <a:schemeClr val="bg1"/>
              </a:solidFill>
            </a:endParaRPr>
          </a:p>
        </p:txBody>
      </p:sp>
      <p:sp>
        <p:nvSpPr>
          <p:cNvPr id="1861164775" name=""/>
          <p:cNvSpPr txBox="1"/>
          <p:nvPr/>
        </p:nvSpPr>
        <p:spPr bwMode="auto">
          <a:xfrm flipH="0" flipV="0">
            <a:off x="1853931" y="1044696"/>
            <a:ext cx="2138452" cy="4575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r">
              <a:defRPr/>
            </a:pPr>
            <a:r>
              <a:rPr sz="2400">
                <a:latin typeface="IBM Plex Sans"/>
              </a:rPr>
              <a:t>Bitcoin</a:t>
            </a:r>
            <a:endParaRPr sz="2400">
              <a:latin typeface="IBM Plex Sans"/>
              <a:cs typeface="IBM Plex Sans"/>
            </a:endParaRPr>
          </a:p>
        </p:txBody>
      </p:sp>
      <p:sp>
        <p:nvSpPr>
          <p:cNvPr id="1486006633" name=""/>
          <p:cNvSpPr txBox="1"/>
          <p:nvPr/>
        </p:nvSpPr>
        <p:spPr bwMode="auto">
          <a:xfrm flipH="0" flipV="0">
            <a:off x="2006330" y="4863123"/>
            <a:ext cx="2138812" cy="457560"/>
          </a:xfrm>
          <a:prstGeom prst="rect">
            <a:avLst/>
          </a:prstGeom>
          <a:solidFill>
            <a:schemeClr val="bg1"/>
          </a:solidFill>
        </p:spPr>
        <p:txBody>
          <a:bodyPr vertOverflow="overflow" horzOverflow="overflow" vert="horz" wrap="square" lIns="91440" tIns="45720" rIns="91440" bIns="45720" numCol="1" spcCol="0" rtlCol="0" fromWordArt="0" anchor="t" anchorCtr="0" forceAA="0" upright="0" compatLnSpc="0">
            <a:spAutoFit/>
          </a:bodyPr>
          <a:p>
            <a:pPr algn="r">
              <a:defRPr/>
            </a:pPr>
            <a:r>
              <a:rPr sz="2400">
                <a:latin typeface="IBM Plex Sans"/>
              </a:rPr>
              <a:t>Bitcoin</a:t>
            </a:r>
            <a:endParaRPr sz="24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338095972" name=""/>
          <p:cNvPicPr>
            <a:picLocks noChangeAspect="1"/>
          </p:cNvPicPr>
          <p:nvPr/>
        </p:nvPicPr>
        <p:blipFill>
          <a:blip r:embed="rId3"/>
          <a:stretch/>
        </p:blipFill>
        <p:spPr bwMode="auto">
          <a:xfrm flipH="0" flipV="0">
            <a:off x="2564651" y="15362"/>
            <a:ext cx="7062695" cy="6827270"/>
          </a:xfrm>
          <a:prstGeom prst="rect">
            <a:avLst/>
          </a:prstGeom>
        </p:spPr>
      </p:pic>
      <p:sp>
        <p:nvSpPr>
          <p:cNvPr id="618278120" name=""/>
          <p:cNvSpPr/>
          <p:nvPr/>
        </p:nvSpPr>
        <p:spPr bwMode="auto">
          <a:xfrm flipH="0" flipV="0">
            <a:off x="6940687" y="215079"/>
            <a:ext cx="2186448" cy="43015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577510310" name=""/>
          <p:cNvSpPr/>
          <p:nvPr/>
        </p:nvSpPr>
        <p:spPr bwMode="auto">
          <a:xfrm flipH="0" flipV="0">
            <a:off x="8154516" y="2881839"/>
            <a:ext cx="2444482" cy="501068"/>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124416130" name=""/>
          <p:cNvSpPr/>
          <p:nvPr/>
        </p:nvSpPr>
        <p:spPr bwMode="auto">
          <a:xfrm flipH="0" flipV="0">
            <a:off x="4486317" y="5688146"/>
            <a:ext cx="1786852" cy="1004168"/>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163204435" name=""/>
          <p:cNvSpPr/>
          <p:nvPr/>
        </p:nvSpPr>
        <p:spPr bwMode="auto">
          <a:xfrm flipH="0" flipV="0">
            <a:off x="4533302" y="1541392"/>
            <a:ext cx="1786852" cy="1004168"/>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017404936" name=""/>
          <p:cNvSpPr/>
          <p:nvPr/>
        </p:nvSpPr>
        <p:spPr bwMode="auto">
          <a:xfrm flipH="0" flipV="0">
            <a:off x="2751531" y="5082559"/>
            <a:ext cx="1614461" cy="402796"/>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774341121" name=""/>
          <p:cNvSpPr/>
          <p:nvPr/>
        </p:nvSpPr>
        <p:spPr bwMode="auto">
          <a:xfrm flipH="0" flipV="0">
            <a:off x="2736169" y="215079"/>
            <a:ext cx="1321209" cy="430161"/>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728966252" name=""/>
          <p:cNvSpPr txBox="1"/>
          <p:nvPr/>
        </p:nvSpPr>
        <p:spPr bwMode="auto">
          <a:xfrm flipH="0" flipV="0">
            <a:off x="1784658" y="215078"/>
            <a:ext cx="3109693"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000" b="1">
                <a:latin typeface="IBM Plex Sans"/>
              </a:rPr>
              <a:t>Tin nhắn</a:t>
            </a:r>
            <a:endParaRPr sz="2000" b="1">
              <a:latin typeface="IBM Plex Sans"/>
              <a:cs typeface="IBM Plex Sans"/>
            </a:endParaRPr>
          </a:p>
        </p:txBody>
      </p:sp>
      <p:sp>
        <p:nvSpPr>
          <p:cNvPr id="1134818737" name=""/>
          <p:cNvSpPr txBox="1"/>
          <p:nvPr/>
        </p:nvSpPr>
        <p:spPr bwMode="auto">
          <a:xfrm flipH="0" flipV="0">
            <a:off x="6893522" y="215078"/>
            <a:ext cx="2734903"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000" b="1">
                <a:latin typeface="IBM Plex Sans"/>
              </a:rPr>
              <a:t>Chữ ký</a:t>
            </a:r>
            <a:endParaRPr sz="2000" b="1">
              <a:latin typeface="IBM Plex Sans"/>
              <a:cs typeface="IBM Plex Sans"/>
            </a:endParaRPr>
          </a:p>
        </p:txBody>
      </p:sp>
      <p:sp>
        <p:nvSpPr>
          <p:cNvPr id="2021760122" name=""/>
          <p:cNvSpPr txBox="1"/>
          <p:nvPr/>
        </p:nvSpPr>
        <p:spPr bwMode="auto">
          <a:xfrm flipH="0" flipV="0">
            <a:off x="8202903" y="2986308"/>
            <a:ext cx="3194065"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2000" b="0">
                <a:latin typeface="IBM Plex Sans"/>
              </a:rPr>
              <a:t>Gửi</a:t>
            </a:r>
            <a:endParaRPr sz="2000" b="0">
              <a:latin typeface="IBM Plex Sans"/>
              <a:cs typeface="IBM Plex Sans"/>
            </a:endParaRPr>
          </a:p>
        </p:txBody>
      </p:sp>
      <p:sp>
        <p:nvSpPr>
          <p:cNvPr id="1091897644" name=""/>
          <p:cNvSpPr txBox="1"/>
          <p:nvPr/>
        </p:nvSpPr>
        <p:spPr bwMode="auto">
          <a:xfrm flipH="0" flipV="0">
            <a:off x="2113704" y="5088755"/>
            <a:ext cx="1956099"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r">
              <a:defRPr/>
            </a:pPr>
            <a:r>
              <a:rPr sz="2000" b="0">
                <a:latin typeface="IBM Plex Sans"/>
              </a:rPr>
              <a:t>ĐƯỢC RỒI</a:t>
            </a:r>
            <a:endParaRPr sz="2000" b="0">
              <a:latin typeface="IBM Plex Sans"/>
              <a:cs typeface="IBM Plex Sans"/>
            </a:endParaRPr>
          </a:p>
        </p:txBody>
      </p:sp>
      <p:sp>
        <p:nvSpPr>
          <p:cNvPr id="1632395688" name=""/>
          <p:cNvSpPr txBox="1"/>
          <p:nvPr/>
        </p:nvSpPr>
        <p:spPr bwMode="auto">
          <a:xfrm flipH="0" flipV="0">
            <a:off x="3896720" y="1539360"/>
            <a:ext cx="2662335" cy="5794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b="0">
                <a:latin typeface="IBM Plex Sans"/>
              </a:rPr>
              <a:t>Ký </a:t>
            </a:r>
            <a:r>
              <a:rPr sz="1600" b="0" lang="fr-FR">
                <a:latin typeface="IBM Plex Sans"/>
              </a:rPr>
              <a:t>bằng </a:t>
            </a:r>
            <a:r>
              <a:rPr sz="1600" b="0">
                <a:latin typeface="IBM Plex Sans"/>
              </a:rPr>
              <a:t>khóa </a:t>
            </a:r>
            <a:r>
              <a:rPr sz="1600" b="0" lang="fr-FR">
                <a:latin typeface="IBM Plex Sans"/>
              </a:rPr>
              <a:t>riêng </a:t>
            </a:r>
            <a:r>
              <a:rPr sz="1600" b="0">
                <a:latin typeface="IBM Plex Sans"/>
              </a:rPr>
              <a:t>tư</a:t>
            </a:r>
            <a:endParaRPr sz="1600" b="0">
              <a:latin typeface="IBM Plex Sans"/>
              <a:cs typeface="IBM Plex Sans"/>
            </a:endParaRPr>
          </a:p>
          <a:p>
            <a:pPr algn="ctr"/>
          </a:p>
        </p:txBody>
      </p:sp>
      <p:sp>
        <p:nvSpPr>
          <p:cNvPr id="1469490840" name=""/>
          <p:cNvSpPr txBox="1"/>
          <p:nvPr/>
        </p:nvSpPr>
        <p:spPr bwMode="auto">
          <a:xfrm flipH="0" flipV="0">
            <a:off x="3621937" y="5686113"/>
            <a:ext cx="3015771" cy="5794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b="0">
                <a:latin typeface="IBM Plex Sans"/>
              </a:rPr>
              <a:t>Xác minh </a:t>
            </a:r>
            <a:r>
              <a:rPr sz="1600" b="0" lang="fr-FR">
                <a:latin typeface="IBM Plex Sans"/>
              </a:rPr>
              <a:t>bằng </a:t>
            </a:r>
            <a:r>
              <a:rPr sz="1600" b="0">
                <a:latin typeface="IBM Plex Sans"/>
              </a:rPr>
              <a:t>khóa </a:t>
            </a:r>
            <a:r>
              <a:rPr sz="1600" b="0" lang="fr-FR">
                <a:latin typeface="IBM Plex Sans"/>
              </a:rPr>
              <a:t>công </a:t>
            </a:r>
            <a:r>
              <a:rPr sz="1600" b="0">
                <a:latin typeface="IBM Plex Sans"/>
              </a:rPr>
              <a:t>khai</a:t>
            </a:r>
            <a:endParaRPr sz="1600" b="0">
              <a:latin typeface="IBM Plex Sans"/>
              <a:cs typeface="IBM Plex Sans"/>
            </a:endParaRPr>
          </a:p>
          <a:p>
            <a:pPr algn="ct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050526696" name=""/>
          <p:cNvPicPr>
            <a:picLocks noChangeAspect="1"/>
          </p:cNvPicPr>
          <p:nvPr/>
        </p:nvPicPr>
        <p:blipFill>
          <a:blip r:embed="rId3"/>
          <a:stretch/>
        </p:blipFill>
        <p:spPr bwMode="auto">
          <a:xfrm>
            <a:off x="3238499" y="666749"/>
            <a:ext cx="5715000" cy="5524499"/>
          </a:xfrm>
          <a:prstGeom prst="rect">
            <a:avLst/>
          </a:prstGeom>
        </p:spPr>
      </p:pic>
      <p:pic>
        <p:nvPicPr>
          <p:cNvPr id="1775366303" name=""/>
          <p:cNvPicPr>
            <a:picLocks noChangeAspect="1"/>
          </p:cNvPicPr>
          <p:nvPr/>
        </p:nvPicPr>
        <p:blipFill>
          <a:blip r:embed="rId4"/>
          <a:stretch/>
        </p:blipFill>
        <p:spPr bwMode="auto">
          <a:xfrm>
            <a:off x="3352799" y="0"/>
            <a:ext cx="5486399" cy="68579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279581" name=""/>
          <p:cNvPicPr>
            <a:picLocks noChangeAspect="1"/>
          </p:cNvPicPr>
          <p:nvPr/>
        </p:nvPicPr>
        <p:blipFill>
          <a:blip r:embed="rId3"/>
          <a:stretch/>
        </p:blipFill>
        <p:spPr bwMode="auto">
          <a:xfrm>
            <a:off x="2286000" y="757237"/>
            <a:ext cx="7619999" cy="534352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chemeClr val="bg1"/>
        </a:solidFill>
      </p:bgPr>
    </p:bg>
    <p:spTree>
      <p:nvGrpSpPr>
        <p:cNvPr id="1" name=""/>
        <p:cNvGrpSpPr/>
        <p:nvPr/>
      </p:nvGrpSpPr>
      <p:grpSpPr bwMode="auto">
        <a:xfrm>
          <a:off x="0" y="0"/>
          <a:ext cx="0" cy="0"/>
          <a:chOff x="0" y="0"/>
          <a:chExt cx="0" cy="0"/>
        </a:xfrm>
      </p:grpSpPr>
      <p:pic>
        <p:nvPicPr>
          <p:cNvPr id="1969355696" name=""/>
          <p:cNvPicPr>
            <a:picLocks noChangeAspect="1"/>
          </p:cNvPicPr>
          <p:nvPr/>
        </p:nvPicPr>
        <p:blipFill>
          <a:blip r:embed="rId3"/>
          <a:stretch/>
        </p:blipFill>
        <p:spPr bwMode="auto">
          <a:xfrm flipH="0" flipV="0">
            <a:off x="3072283" y="280392"/>
            <a:ext cx="6047431" cy="5745059"/>
          </a:xfrm>
          <a:prstGeom prst="rect">
            <a:avLst/>
          </a:prstGeom>
        </p:spPr>
      </p:pic>
      <p:sp>
        <p:nvSpPr>
          <p:cNvPr id="958143399" name=""/>
          <p:cNvSpPr/>
          <p:nvPr/>
        </p:nvSpPr>
        <p:spPr bwMode="auto">
          <a:xfrm flipH="0" flipV="0">
            <a:off x="5929808" y="864541"/>
            <a:ext cx="1149753" cy="30094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40051190" name=""/>
          <p:cNvSpPr txBox="1"/>
          <p:nvPr/>
        </p:nvSpPr>
        <p:spPr bwMode="auto">
          <a:xfrm flipH="0" flipV="0">
            <a:off x="6796666" y="2878666"/>
            <a:ext cx="682858" cy="366120"/>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endParaRPr>
              <a:latin typeface="IBM Plex Sans"/>
              <a:cs typeface="IBM Plex Sans"/>
            </a:endParaRPr>
          </a:p>
        </p:txBody>
      </p:sp>
      <p:sp>
        <p:nvSpPr>
          <p:cNvPr id="72791010" name=""/>
          <p:cNvSpPr txBox="1"/>
          <p:nvPr/>
        </p:nvSpPr>
        <p:spPr bwMode="auto">
          <a:xfrm flipH="0" flipV="0">
            <a:off x="6183477" y="2710450"/>
            <a:ext cx="1257937" cy="27467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r">
              <a:defRPr/>
            </a:pPr>
            <a:r>
              <a:rPr sz="1200">
                <a:latin typeface="IBM Plex Sans"/>
              </a:rPr>
              <a:t>gửi</a:t>
            </a:r>
            <a:endParaRPr sz="1200">
              <a:latin typeface="IBM Plex Sans"/>
              <a:cs typeface="IBM Plex Sans"/>
            </a:endParaRPr>
          </a:p>
        </p:txBody>
      </p:sp>
      <p:sp>
        <p:nvSpPr>
          <p:cNvPr id="1709900016" name=""/>
          <p:cNvSpPr txBox="1"/>
          <p:nvPr/>
        </p:nvSpPr>
        <p:spPr bwMode="auto">
          <a:xfrm flipH="0" flipV="0">
            <a:off x="5812687" y="877671"/>
            <a:ext cx="1035944" cy="27467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200">
                <a:latin typeface="IBM Plex Sans"/>
              </a:rPr>
              <a:t>gửi</a:t>
            </a:r>
            <a:endParaRPr sz="1200">
              <a:latin typeface="IBM Plex Sans"/>
              <a:cs typeface="IBM Plex Sans"/>
            </a:endParaRPr>
          </a:p>
        </p:txBody>
      </p:sp>
      <p:sp>
        <p:nvSpPr>
          <p:cNvPr id="626557778" name=""/>
          <p:cNvSpPr txBox="1"/>
          <p:nvPr/>
        </p:nvSpPr>
        <p:spPr bwMode="auto">
          <a:xfrm flipH="0" flipV="0">
            <a:off x="8510588" y="2710090"/>
            <a:ext cx="2124381" cy="27467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l">
              <a:defRPr/>
            </a:pPr>
            <a:r>
              <a:rPr sz="1200">
                <a:latin typeface="IBM Plex Sans"/>
              </a:rPr>
              <a:t>tín dụng</a:t>
            </a:r>
            <a:endParaRPr sz="1200">
              <a:latin typeface="IBM Plex Sans"/>
              <a:cs typeface="IBM Plex Sans"/>
            </a:endParaRPr>
          </a:p>
        </p:txBody>
      </p:sp>
      <p:sp>
        <p:nvSpPr>
          <p:cNvPr id="566308975" name=""/>
          <p:cNvSpPr txBox="1"/>
          <p:nvPr/>
        </p:nvSpPr>
        <p:spPr bwMode="auto">
          <a:xfrm flipH="0" flipV="0">
            <a:off x="2629117" y="5192732"/>
            <a:ext cx="2642102" cy="48803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2600" b="1">
                <a:latin typeface="IBM Plex Sans"/>
              </a:rPr>
              <a:t>Ngân hàng 1</a:t>
            </a:r>
            <a:endParaRPr sz="2600" b="1">
              <a:latin typeface="IBM Plex Sans"/>
              <a:cs typeface="IBM Plex Sans"/>
            </a:endParaRPr>
          </a:p>
        </p:txBody>
      </p:sp>
      <p:sp>
        <p:nvSpPr>
          <p:cNvPr id="466514468" name=""/>
          <p:cNvSpPr txBox="1"/>
          <p:nvPr/>
        </p:nvSpPr>
        <p:spPr bwMode="auto">
          <a:xfrm flipH="0" flipV="0">
            <a:off x="7185916" y="5192732"/>
            <a:ext cx="2326650" cy="48803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2600" b="1">
                <a:latin typeface="IBM Plex Sans"/>
              </a:rPr>
              <a:t>Ngân hàng 2</a:t>
            </a:r>
            <a:endParaRPr sz="2600" b="1">
              <a:latin typeface="IBM Plex Sans"/>
              <a:cs typeface="IBM Plex Sans"/>
            </a:endParaRPr>
          </a:p>
        </p:txBody>
      </p:sp>
      <p:sp>
        <p:nvSpPr>
          <p:cNvPr id="1355621069" name=""/>
          <p:cNvSpPr/>
          <p:nvPr/>
        </p:nvSpPr>
        <p:spPr bwMode="auto">
          <a:xfrm rot="0" flipH="0" flipV="0">
            <a:off x="5097499" y="5572125"/>
            <a:ext cx="2524124" cy="746124"/>
          </a:xfrm>
          <a:prstGeom prst="rect">
            <a:avLst/>
          </a:prstGeom>
          <a:solidFill>
            <a:schemeClr val="bg1"/>
          </a:solidFill>
          <a:ln w="12699" cap="flat" cmpd="sng" algn="ctr">
            <a:solidFill>
              <a:schemeClr val="bg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740523157" name=""/>
          <p:cNvSpPr txBox="1"/>
          <p:nvPr/>
        </p:nvSpPr>
        <p:spPr bwMode="auto">
          <a:xfrm flipH="0" flipV="0">
            <a:off x="4651612" y="5680770"/>
            <a:ext cx="3216127" cy="945239"/>
          </a:xfrm>
          <a:prstGeom prst="rect">
            <a:avLst/>
          </a:prstGeom>
          <a:solidFill>
            <a:schemeClr val="bg1"/>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400">
                <a:latin typeface="IBM Plex Sans"/>
              </a:rPr>
              <a:t>ghi chép số tiền </a:t>
            </a:r>
            <a:r>
              <a:rPr sz="1400">
                <a:latin typeface="IBM Plex Sans"/>
              </a:rPr>
              <a:t>đã chi tiêu</a:t>
            </a:r>
            <a:endParaRPr sz="1400">
              <a:latin typeface="IBM Plex Sans"/>
              <a:ea typeface="IBM Plex Sans"/>
              <a:cs typeface="IBM Plex Sans"/>
            </a:endParaRPr>
          </a:p>
          <a:p>
            <a:pPr algn="ctr"/>
          </a:p>
          <a:p>
            <a:pPr algn="ct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05315131" name=""/>
          <p:cNvPicPr>
            <a:picLocks noChangeAspect="1"/>
          </p:cNvPicPr>
          <p:nvPr/>
        </p:nvPicPr>
        <p:blipFill>
          <a:blip r:embed="rId3"/>
          <a:stretch/>
        </p:blipFill>
        <p:spPr bwMode="auto">
          <a:xfrm flipH="0" flipV="0">
            <a:off x="3694739" y="970372"/>
            <a:ext cx="4802518" cy="491725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19884987" name=""/>
          <p:cNvPicPr>
            <a:picLocks noChangeAspect="1"/>
          </p:cNvPicPr>
          <p:nvPr/>
        </p:nvPicPr>
        <p:blipFill>
          <a:blip r:embed="rId3"/>
          <a:stretch/>
        </p:blipFill>
        <p:spPr bwMode="auto">
          <a:xfrm>
            <a:off x="1571625" y="581024"/>
            <a:ext cx="9048749" cy="56959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9415751" name=""/>
          <p:cNvPicPr>
            <a:picLocks noChangeAspect="1"/>
          </p:cNvPicPr>
          <p:nvPr/>
        </p:nvPicPr>
        <p:blipFill>
          <a:blip r:embed="rId3"/>
          <a:stretch/>
        </p:blipFill>
        <p:spPr bwMode="auto">
          <a:xfrm flipH="0" flipV="0">
            <a:off x="704845" y="733421"/>
            <a:ext cx="10782307" cy="539115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42637588" name=""/>
          <p:cNvPicPr>
            <a:picLocks noChangeAspect="1"/>
          </p:cNvPicPr>
          <p:nvPr/>
        </p:nvPicPr>
        <p:blipFill>
          <a:blip r:embed="rId3"/>
          <a:stretch/>
        </p:blipFill>
        <p:spPr bwMode="auto">
          <a:xfrm flipH="0" flipV="0">
            <a:off x="1334474" y="33756"/>
            <a:ext cx="9523045" cy="679048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81991235" name=""/>
          <p:cNvPicPr>
            <a:picLocks noChangeAspect="1"/>
          </p:cNvPicPr>
          <p:nvPr/>
        </p:nvPicPr>
        <p:blipFill>
          <a:blip r:embed="rId3"/>
          <a:stretch/>
        </p:blipFill>
        <p:spPr bwMode="auto">
          <a:xfrm flipH="0" flipV="0">
            <a:off x="2880246" y="2390769"/>
            <a:ext cx="6431504" cy="207645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34118267" name=""/>
          <p:cNvPicPr>
            <a:picLocks noChangeAspect="1"/>
          </p:cNvPicPr>
          <p:nvPr/>
        </p:nvPicPr>
        <p:blipFill>
          <a:blip r:embed="rId3"/>
          <a:stretch/>
        </p:blipFill>
        <p:spPr bwMode="auto">
          <a:xfrm flipH="0" flipV="0">
            <a:off x="2241416" y="620661"/>
            <a:ext cx="7709163" cy="561667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49992560" name=""/>
          <p:cNvPicPr>
            <a:picLocks noChangeAspect="1"/>
          </p:cNvPicPr>
          <p:nvPr/>
        </p:nvPicPr>
        <p:blipFill>
          <a:blip r:embed="rId3"/>
          <a:srcRect l="0" t="0" r="0" b="16973"/>
          <a:stretch/>
        </p:blipFill>
        <p:spPr bwMode="auto">
          <a:xfrm flipH="0" flipV="0">
            <a:off x="1563274" y="159770"/>
            <a:ext cx="9065446" cy="5428633"/>
          </a:xfrm>
          <a:prstGeom prst="rect">
            <a:avLst/>
          </a:prstGeom>
        </p:spPr>
      </p:pic>
      <p:sp>
        <p:nvSpPr>
          <p:cNvPr id="1056831080" name=""/>
          <p:cNvSpPr/>
          <p:nvPr/>
        </p:nvSpPr>
        <p:spPr bwMode="auto">
          <a:xfrm flipH="0" flipV="0">
            <a:off x="2991824" y="5600699"/>
            <a:ext cx="523874" cy="36194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661749794" name=""/>
          <p:cNvSpPr/>
          <p:nvPr/>
        </p:nvSpPr>
        <p:spPr bwMode="auto">
          <a:xfrm flipH="0" flipV="0">
            <a:off x="5698727" y="5600699"/>
            <a:ext cx="523874" cy="36194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370698139" name=""/>
          <p:cNvSpPr/>
          <p:nvPr/>
        </p:nvSpPr>
        <p:spPr bwMode="auto">
          <a:xfrm flipH="0" flipV="0">
            <a:off x="8424329" y="5600699"/>
            <a:ext cx="523874" cy="36194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797094744" name=""/>
          <p:cNvSpPr/>
          <p:nvPr/>
        </p:nvSpPr>
        <p:spPr bwMode="auto">
          <a:xfrm flipH="0" flipV="0">
            <a:off x="2962949" y="5357154"/>
            <a:ext cx="762300" cy="28539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sz="2200">
              <a:latin typeface="IBM Plex Sans"/>
              <a:cs typeface="IBM Plex Sans"/>
            </a:endParaRPr>
          </a:p>
        </p:txBody>
      </p:sp>
      <p:sp>
        <p:nvSpPr>
          <p:cNvPr id="153823412" name=""/>
          <p:cNvSpPr/>
          <p:nvPr/>
        </p:nvSpPr>
        <p:spPr bwMode="auto">
          <a:xfrm flipH="0" flipV="0">
            <a:off x="3677625" y="4867453"/>
            <a:ext cx="647698" cy="22860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sz="2200">
              <a:latin typeface="IBM Plex Sans"/>
              <a:cs typeface="IBM Plex Sans"/>
            </a:endParaRPr>
          </a:p>
        </p:txBody>
      </p:sp>
      <p:sp>
        <p:nvSpPr>
          <p:cNvPr id="2108527031" name=""/>
          <p:cNvSpPr txBox="1"/>
          <p:nvPr/>
        </p:nvSpPr>
        <p:spPr bwMode="auto">
          <a:xfrm flipH="0" flipV="0">
            <a:off x="7346907" y="5801943"/>
            <a:ext cx="4083833" cy="427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200">
                <a:latin typeface="IBM Plex Sans"/>
              </a:rPr>
              <a:t>Mạng phân tán.</a:t>
            </a:r>
            <a:endParaRPr sz="2200">
              <a:latin typeface="IBM Plex Sans"/>
              <a:cs typeface="IBM Plex Sans"/>
            </a:endParaRPr>
          </a:p>
        </p:txBody>
      </p:sp>
      <p:sp>
        <p:nvSpPr>
          <p:cNvPr id="794602628" name=""/>
          <p:cNvSpPr txBox="1"/>
          <p:nvPr/>
        </p:nvSpPr>
        <p:spPr bwMode="auto">
          <a:xfrm flipH="0" flipV="0">
            <a:off x="2925666" y="5337383"/>
            <a:ext cx="1448440"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400">
                <a:latin typeface="IBM Plex Sans"/>
              </a:rPr>
              <a:t>Ga tàu</a:t>
            </a:r>
            <a:endParaRPr sz="1400">
              <a:latin typeface="IBM Plex Sans"/>
              <a:cs typeface="IBM Plex Sans"/>
            </a:endParaRPr>
          </a:p>
        </p:txBody>
      </p:sp>
      <p:sp>
        <p:nvSpPr>
          <p:cNvPr id="1833248220" name=""/>
          <p:cNvSpPr txBox="1"/>
          <p:nvPr/>
        </p:nvSpPr>
        <p:spPr bwMode="auto">
          <a:xfrm flipH="0" flipV="0">
            <a:off x="3677625" y="4829175"/>
            <a:ext cx="1183282"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400">
                <a:latin typeface="IBM Plex Sans"/>
              </a:rPr>
              <a:t>Liên kết</a:t>
            </a:r>
            <a:endParaRPr sz="1400">
              <a:latin typeface="IBM Plex Sans"/>
              <a:ea typeface="IBM Plex Sans"/>
              <a:cs typeface="IBM Plex Sans"/>
            </a:endParaRPr>
          </a:p>
        </p:txBody>
      </p:sp>
      <p:sp>
        <p:nvSpPr>
          <p:cNvPr id="1083863093" name=""/>
          <p:cNvSpPr/>
          <p:nvPr/>
        </p:nvSpPr>
        <p:spPr bwMode="auto">
          <a:xfrm flipH="0" flipV="0">
            <a:off x="3458550" y="4867453"/>
            <a:ext cx="266699" cy="152579"/>
          </a:xfrm>
          <a:prstGeom prst="leftArrow">
            <a:avLst>
              <a:gd name="adj1" fmla="val 50000"/>
              <a:gd name="adj2" fmla="val 83333"/>
            </a:avLst>
          </a:prstGeom>
          <a:solidFill>
            <a:schemeClr val="tx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1980293751" name=""/>
          <p:cNvSpPr/>
          <p:nvPr/>
        </p:nvSpPr>
        <p:spPr bwMode="auto">
          <a:xfrm rot="2286170" flipH="0" flipV="0">
            <a:off x="2724120" y="5303120"/>
            <a:ext cx="266698" cy="152579"/>
          </a:xfrm>
          <a:prstGeom prst="leftArrow">
            <a:avLst>
              <a:gd name="adj1" fmla="val 50000"/>
              <a:gd name="adj2" fmla="val 83333"/>
            </a:avLst>
          </a:prstGeom>
          <a:solidFill>
            <a:schemeClr val="tx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1827644842" name=""/>
          <p:cNvSpPr txBox="1"/>
          <p:nvPr/>
        </p:nvSpPr>
        <p:spPr bwMode="auto">
          <a:xfrm rot="0" flipH="0" flipV="0">
            <a:off x="1533582" y="5801943"/>
            <a:ext cx="2763487" cy="427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200" lang="fr-FR">
                <a:latin typeface="IBM Plex Sans"/>
              </a:rPr>
              <a:t>Tập trung hóa</a:t>
            </a:r>
            <a:endParaRPr sz="2200">
              <a:latin typeface="IBM Plex Sans"/>
              <a:cs typeface="IBM Plex Sans"/>
            </a:endParaRPr>
          </a:p>
        </p:txBody>
      </p:sp>
      <p:sp>
        <p:nvSpPr>
          <p:cNvPr id="414344841" name=""/>
          <p:cNvSpPr txBox="1"/>
          <p:nvPr/>
        </p:nvSpPr>
        <p:spPr bwMode="auto">
          <a:xfrm rot="0" flipH="0" flipV="0">
            <a:off x="4494953" y="5801943"/>
            <a:ext cx="2851953" cy="427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200" lang="fr-FR">
                <a:latin typeface="IBM Plex Sans"/>
              </a:rPr>
              <a:t>phi tập trung</a:t>
            </a:r>
            <a:endParaRPr sz="22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696692171" name=""/>
          <p:cNvPicPr>
            <a:picLocks noChangeAspect="1"/>
          </p:cNvPicPr>
          <p:nvPr/>
        </p:nvPicPr>
        <p:blipFill>
          <a:blip r:embed="rId3"/>
          <a:stretch/>
        </p:blipFill>
        <p:spPr bwMode="auto">
          <a:xfrm flipH="0" flipV="0">
            <a:off x="772880" y="323847"/>
            <a:ext cx="10646236" cy="6210302"/>
          </a:xfrm>
          <a:prstGeom prst="rect">
            <a:avLst/>
          </a:prstGeom>
        </p:spPr>
      </p:pic>
      <p:sp>
        <p:nvSpPr>
          <p:cNvPr id="1604701722" name=""/>
          <p:cNvSpPr/>
          <p:nvPr/>
        </p:nvSpPr>
        <p:spPr bwMode="auto">
          <a:xfrm flipH="0" flipV="0">
            <a:off x="1651400" y="495479"/>
            <a:ext cx="2266949" cy="60959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585018793" name=""/>
          <p:cNvSpPr/>
          <p:nvPr/>
        </p:nvSpPr>
        <p:spPr bwMode="auto">
          <a:xfrm flipH="0" flipV="0">
            <a:off x="4562474" y="495479"/>
            <a:ext cx="1714500" cy="60959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1078221400" name=""/>
          <p:cNvSpPr/>
          <p:nvPr/>
        </p:nvSpPr>
        <p:spPr bwMode="auto">
          <a:xfrm flipH="0" flipV="0">
            <a:off x="2784875" y="5857514"/>
            <a:ext cx="1714500" cy="60959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217931922" name=""/>
          <p:cNvSpPr/>
          <p:nvPr/>
        </p:nvSpPr>
        <p:spPr bwMode="auto">
          <a:xfrm flipH="0" flipV="0">
            <a:off x="7886698" y="5857514"/>
            <a:ext cx="1714500" cy="60959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2047620786" name=""/>
          <p:cNvSpPr txBox="1"/>
          <p:nvPr/>
        </p:nvSpPr>
        <p:spPr bwMode="auto">
          <a:xfrm flipH="0" flipV="0">
            <a:off x="1651399" y="571500"/>
            <a:ext cx="1586266" cy="366120"/>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1800">
                <a:latin typeface="IBM Plex Sans"/>
              </a:rPr>
              <a:t>Tướng quân trung thành</a:t>
            </a:r>
            <a:endParaRPr sz="1800">
              <a:latin typeface="IBM Plex Sans"/>
              <a:cs typeface="IBM Plex Sans"/>
            </a:endParaRPr>
          </a:p>
        </p:txBody>
      </p:sp>
      <p:sp>
        <p:nvSpPr>
          <p:cNvPr id="1951448218" name=""/>
          <p:cNvSpPr txBox="1"/>
          <p:nvPr/>
        </p:nvSpPr>
        <p:spPr bwMode="auto">
          <a:xfrm flipH="0" flipV="0">
            <a:off x="4562473" y="571500"/>
            <a:ext cx="2021121" cy="36612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800">
                <a:solidFill>
                  <a:srgbClr val="8A8A8A"/>
                </a:solidFill>
                <a:latin typeface="IBM Plex Sans"/>
              </a:rPr>
              <a:t>Kẻ phản bội</a:t>
            </a:r>
            <a:endParaRPr sz="1800">
              <a:solidFill>
                <a:srgbClr val="8A8A8A"/>
              </a:solidFill>
              <a:latin typeface="IBM Plex Sans"/>
              <a:cs typeface="IBM Plex Sans"/>
            </a:endParaRPr>
          </a:p>
        </p:txBody>
      </p:sp>
      <p:sp>
        <p:nvSpPr>
          <p:cNvPr id="1415045215" name=""/>
          <p:cNvSpPr txBox="1"/>
          <p:nvPr/>
        </p:nvSpPr>
        <p:spPr bwMode="auto">
          <a:xfrm flipH="0" flipV="0">
            <a:off x="2131022" y="5857513"/>
            <a:ext cx="3378125" cy="4880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600" b="1">
                <a:latin typeface="IBM Plex Sans"/>
              </a:rPr>
              <a:t>Đánh bại</a:t>
            </a:r>
            <a:endParaRPr sz="2600" b="1">
              <a:latin typeface="IBM Plex Sans"/>
              <a:cs typeface="IBM Plex Sans"/>
            </a:endParaRPr>
          </a:p>
        </p:txBody>
      </p:sp>
      <p:sp>
        <p:nvSpPr>
          <p:cNvPr id="1155593188" name=""/>
          <p:cNvSpPr txBox="1"/>
          <p:nvPr/>
        </p:nvSpPr>
        <p:spPr bwMode="auto">
          <a:xfrm flipH="0" flipV="0">
            <a:off x="6780954" y="5857513"/>
            <a:ext cx="3785102" cy="4880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600" b="1">
                <a:latin typeface="IBM Plex Sans"/>
              </a:rPr>
              <a:t>Chiến thắng</a:t>
            </a:r>
            <a:endParaRPr sz="2600" b="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68684526" name=""/>
          <p:cNvPicPr>
            <a:picLocks noChangeAspect="1"/>
          </p:cNvPicPr>
          <p:nvPr/>
        </p:nvPicPr>
        <p:blipFill>
          <a:blip r:embed="rId3"/>
          <a:stretch/>
        </p:blipFill>
        <p:spPr bwMode="auto">
          <a:xfrm>
            <a:off x="1338262" y="538162"/>
            <a:ext cx="9515475" cy="5781674"/>
          </a:xfrm>
          <a:prstGeom prst="rect">
            <a:avLst/>
          </a:prstGeom>
        </p:spPr>
      </p:pic>
      <p:sp>
        <p:nvSpPr>
          <p:cNvPr id="1435555748" name=""/>
          <p:cNvSpPr/>
          <p:nvPr/>
        </p:nvSpPr>
        <p:spPr bwMode="auto">
          <a:xfrm flipH="0" flipV="0">
            <a:off x="7200124" y="1254124"/>
            <a:ext cx="3017836" cy="317498"/>
          </a:xfrm>
          <a:prstGeom prst="rect">
            <a:avLst/>
          </a:prstGeom>
          <a:solidFill>
            <a:srgbClr val="FDE9D4"/>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855654714" name=""/>
          <p:cNvSpPr/>
          <p:nvPr/>
        </p:nvSpPr>
        <p:spPr bwMode="auto">
          <a:xfrm flipH="0" flipV="0">
            <a:off x="4048937" y="436562"/>
            <a:ext cx="4476749" cy="57150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739019711" name=""/>
          <p:cNvSpPr/>
          <p:nvPr/>
        </p:nvSpPr>
        <p:spPr bwMode="auto">
          <a:xfrm flipH="0" flipV="0">
            <a:off x="1620062" y="2016124"/>
            <a:ext cx="571500" cy="515937"/>
          </a:xfrm>
          <a:prstGeom prst="rect">
            <a:avLst/>
          </a:prstGeom>
          <a:solidFill>
            <a:srgbClr val="FEFF98"/>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362170388" name=""/>
          <p:cNvSpPr/>
          <p:nvPr/>
        </p:nvSpPr>
        <p:spPr bwMode="auto">
          <a:xfrm flipH="0" flipV="0">
            <a:off x="1486711" y="5200650"/>
            <a:ext cx="571500" cy="515936"/>
          </a:xfrm>
          <a:prstGeom prst="rect">
            <a:avLst/>
          </a:prstGeom>
          <a:solidFill>
            <a:srgbClr val="FEFF98"/>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21166664" name=""/>
          <p:cNvSpPr/>
          <p:nvPr/>
        </p:nvSpPr>
        <p:spPr bwMode="auto">
          <a:xfrm flipH="0" flipV="0">
            <a:off x="2366187" y="1738312"/>
            <a:ext cx="1627187" cy="22224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37375027" name=""/>
          <p:cNvSpPr/>
          <p:nvPr/>
        </p:nvSpPr>
        <p:spPr bwMode="auto">
          <a:xfrm flipH="0" flipV="0">
            <a:off x="4255312" y="3833812"/>
            <a:ext cx="1817687" cy="809624"/>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99712142" name=""/>
          <p:cNvSpPr/>
          <p:nvPr/>
        </p:nvSpPr>
        <p:spPr bwMode="auto">
          <a:xfrm flipH="0" flipV="0">
            <a:off x="9406749" y="3040062"/>
            <a:ext cx="1904999" cy="896937"/>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745983159" name=""/>
          <p:cNvSpPr/>
          <p:nvPr/>
        </p:nvSpPr>
        <p:spPr bwMode="auto">
          <a:xfrm flipH="0" flipV="0">
            <a:off x="6446062" y="3603624"/>
            <a:ext cx="1690687" cy="492124"/>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997111734" name=""/>
          <p:cNvSpPr/>
          <p:nvPr/>
        </p:nvSpPr>
        <p:spPr bwMode="auto">
          <a:xfrm flipH="0" flipV="0">
            <a:off x="2866249" y="6095999"/>
            <a:ext cx="1674812" cy="373062"/>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732067337" name=""/>
          <p:cNvSpPr txBox="1"/>
          <p:nvPr/>
        </p:nvSpPr>
        <p:spPr bwMode="auto">
          <a:xfrm flipH="0" flipV="0">
            <a:off x="2366185" y="436560"/>
            <a:ext cx="7427207" cy="5185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800" b="1">
                <a:solidFill>
                  <a:srgbClr val="850009"/>
                </a:solidFill>
                <a:latin typeface="IBM Plex Sans"/>
              </a:rPr>
              <a:t>Dấu thời gian đáng tin cậy</a:t>
            </a:r>
            <a:endParaRPr sz="2800" b="1">
              <a:solidFill>
                <a:srgbClr val="850009"/>
              </a:solidFill>
              <a:latin typeface="IBM Plex Sans"/>
              <a:cs typeface="IBM Plex Sans"/>
            </a:endParaRPr>
          </a:p>
        </p:txBody>
      </p:sp>
      <p:sp>
        <p:nvSpPr>
          <p:cNvPr id="666728493" name=""/>
          <p:cNvSpPr txBox="1"/>
          <p:nvPr/>
        </p:nvSpPr>
        <p:spPr bwMode="auto">
          <a:xfrm flipH="0" flipV="0">
            <a:off x="2267924" y="1640939"/>
            <a:ext cx="1726168" cy="2441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000">
                <a:latin typeface="IBM Plex Sans"/>
              </a:rPr>
              <a:t>Tính toán băm</a:t>
            </a:r>
            <a:endParaRPr sz="1000">
              <a:latin typeface="IBM Plex Sans"/>
              <a:cs typeface="IBM Plex Sans"/>
            </a:endParaRPr>
          </a:p>
        </p:txBody>
      </p:sp>
      <p:sp>
        <p:nvSpPr>
          <p:cNvPr id="386261133" name=""/>
          <p:cNvSpPr txBox="1"/>
          <p:nvPr/>
        </p:nvSpPr>
        <p:spPr bwMode="auto">
          <a:xfrm flipH="0" flipV="0">
            <a:off x="4998760" y="1701120"/>
            <a:ext cx="2052513" cy="25943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100">
                <a:latin typeface="IBM Plex Sans"/>
              </a:rPr>
              <a:t>Gửi băm đến TSA</a:t>
            </a:r>
            <a:endParaRPr sz="1100">
              <a:latin typeface="IBM Plex Sans"/>
              <a:cs typeface="IBM Plex Sans"/>
            </a:endParaRPr>
          </a:p>
        </p:txBody>
      </p:sp>
      <p:sp>
        <p:nvSpPr>
          <p:cNvPr id="1826628945" name=""/>
          <p:cNvSpPr txBox="1"/>
          <p:nvPr/>
        </p:nvSpPr>
        <p:spPr bwMode="auto">
          <a:xfrm flipH="0" flipV="0">
            <a:off x="1486710" y="1254123"/>
            <a:ext cx="2973763" cy="305159"/>
          </a:xfrm>
          <a:prstGeom prst="rect">
            <a:avLst/>
          </a:prstGeom>
          <a:solidFill>
            <a:srgbClr val="FFCE9C"/>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400">
                <a:latin typeface="IBM Plex Sans"/>
              </a:rPr>
              <a:t>Trong một công ty</a:t>
            </a:r>
            <a:endParaRPr sz="1400">
              <a:latin typeface="IBM Plex Sans"/>
              <a:cs typeface="IBM Plex Sans"/>
            </a:endParaRPr>
          </a:p>
        </p:txBody>
      </p:sp>
      <p:sp>
        <p:nvSpPr>
          <p:cNvPr id="1513745464" name=""/>
          <p:cNvSpPr txBox="1"/>
          <p:nvPr/>
        </p:nvSpPr>
        <p:spPr bwMode="auto">
          <a:xfrm flipH="0" flipV="0">
            <a:off x="1486710" y="2179838"/>
            <a:ext cx="706650" cy="396599"/>
          </a:xfrm>
          <a:prstGeom prst="rect">
            <a:avLst/>
          </a:prstGeom>
          <a:solidFill>
            <a:srgbClr val="FEFF98"/>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000">
                <a:latin typeface="IBM Plex Sans"/>
              </a:rPr>
              <a:t>Dữ liệu</a:t>
            </a:r>
            <a:endParaRPr sz="1000">
              <a:latin typeface="IBM Plex Sans"/>
              <a:ea typeface="IBM Plex Sans"/>
              <a:cs typeface="IBM Plex Sans"/>
            </a:endParaRPr>
          </a:p>
          <a:p>
            <a:pPr/>
          </a:p>
        </p:txBody>
      </p:sp>
      <p:sp>
        <p:nvSpPr>
          <p:cNvPr id="11887285" name=""/>
          <p:cNvSpPr txBox="1"/>
          <p:nvPr/>
        </p:nvSpPr>
        <p:spPr bwMode="auto">
          <a:xfrm flipH="0" flipV="0">
            <a:off x="1411649" y="5311773"/>
            <a:ext cx="644081" cy="396599"/>
          </a:xfrm>
          <a:prstGeom prst="rect">
            <a:avLst/>
          </a:prstGeom>
          <a:solidFill>
            <a:srgbClr val="FEFF98"/>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000">
                <a:latin typeface="IBM Plex Sans"/>
              </a:rPr>
              <a:t>Dữ liệu</a:t>
            </a:r>
            <a:endParaRPr sz="1000">
              <a:latin typeface="IBM Plex Sans"/>
              <a:ea typeface="IBM Plex Sans"/>
              <a:cs typeface="IBM Plex Sans"/>
            </a:endParaRPr>
          </a:p>
          <a:p>
            <a:pPr algn="ctr"/>
          </a:p>
        </p:txBody>
      </p:sp>
      <p:sp>
        <p:nvSpPr>
          <p:cNvPr id="1458164772" name=""/>
          <p:cNvSpPr txBox="1"/>
          <p:nvPr/>
        </p:nvSpPr>
        <p:spPr bwMode="auto">
          <a:xfrm flipH="0" flipV="0">
            <a:off x="1486710" y="6129950"/>
            <a:ext cx="4211293"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400">
                <a:latin typeface="IBM Plex Sans"/>
              </a:rPr>
              <a:t>Lưu trữ cùng nhau</a:t>
            </a:r>
            <a:endParaRPr sz="1400">
              <a:latin typeface="IBM Plex Sans"/>
              <a:cs typeface="IBM Plex Sans"/>
            </a:endParaRPr>
          </a:p>
        </p:txBody>
      </p:sp>
      <p:sp>
        <p:nvSpPr>
          <p:cNvPr id="413664644" name=""/>
          <p:cNvSpPr txBox="1"/>
          <p:nvPr/>
        </p:nvSpPr>
        <p:spPr bwMode="auto">
          <a:xfrm flipH="0" flipV="0">
            <a:off x="3756939" y="4095747"/>
            <a:ext cx="2268077" cy="59472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100">
                <a:latin typeface="IBM Plex Sans"/>
              </a:rPr>
              <a:t>Dấu thời gian và băm </a:t>
            </a:r>
            <a:r>
              <a:rPr sz="1100">
                <a:latin typeface="IBM Plex Sans"/>
              </a:rPr>
              <a:t>đã ký được trả về </a:t>
            </a:r>
            <a:r>
              <a:rPr sz="1100">
                <a:latin typeface="IBM Plex Sans"/>
              </a:rPr>
              <a:t>cho người yêu cầu</a:t>
            </a:r>
            <a:endParaRPr sz="1100">
              <a:latin typeface="IBM Plex Sans"/>
              <a:cs typeface="IBM Plex Sans"/>
            </a:endParaRPr>
          </a:p>
        </p:txBody>
      </p:sp>
      <p:sp>
        <p:nvSpPr>
          <p:cNvPr id="1988364204" name=""/>
          <p:cNvSpPr txBox="1"/>
          <p:nvPr/>
        </p:nvSpPr>
        <p:spPr bwMode="auto">
          <a:xfrm flipH="0" flipV="0">
            <a:off x="8468534" y="2027259"/>
            <a:ext cx="1968051" cy="305159"/>
          </a:xfrm>
          <a:prstGeom prst="rect">
            <a:avLst/>
          </a:prstGeom>
          <a:solidFill>
            <a:srgbClr val="FEFF98"/>
          </a:solidFill>
        </p:spPr>
        <p:txBody>
          <a:bodyPr vertOverflow="overflow" horzOverflow="overflow" vert="horz" wrap="square" lIns="91440" tIns="45720" rIns="91440" bIns="45720" numCol="1" spcCol="0" rtlCol="0" fromWordArt="0" anchor="t" anchorCtr="0" forceAA="0" upright="0" compatLnSpc="0">
            <a:spAutoFit/>
          </a:bodyPr>
          <a:p>
            <a:pPr algn="l">
              <a:defRPr/>
            </a:pPr>
            <a:r>
              <a:rPr sz="1400">
                <a:latin typeface="IBM Plex Sans"/>
              </a:rPr>
              <a:t>Dấu thời gian</a:t>
            </a:r>
            <a:endParaRPr sz="1400">
              <a:latin typeface="IBM Plex Sans"/>
              <a:cs typeface="IBM Plex Sans"/>
            </a:endParaRPr>
          </a:p>
        </p:txBody>
      </p:sp>
      <p:sp>
        <p:nvSpPr>
          <p:cNvPr id="1417755538" name=""/>
          <p:cNvSpPr txBox="1"/>
          <p:nvPr/>
        </p:nvSpPr>
        <p:spPr bwMode="auto">
          <a:xfrm flipH="0" flipV="0">
            <a:off x="7051275" y="1254123"/>
            <a:ext cx="3384592" cy="274679"/>
          </a:xfrm>
          <a:prstGeom prst="rect">
            <a:avLst/>
          </a:prstGeom>
          <a:solidFill>
            <a:srgbClr val="FFCE9C"/>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200">
                <a:latin typeface="IBM Plex Sans"/>
              </a:rPr>
              <a:t>Cơ quan đóng dấu thời gian (TSA)</a:t>
            </a:r>
            <a:endParaRPr sz="1200">
              <a:latin typeface="IBM Plex Sans"/>
              <a:cs typeface="IBM Plex Sans"/>
            </a:endParaRPr>
          </a:p>
        </p:txBody>
      </p:sp>
      <p:sp>
        <p:nvSpPr>
          <p:cNvPr id="686659638" name=""/>
          <p:cNvSpPr txBox="1"/>
          <p:nvPr/>
        </p:nvSpPr>
        <p:spPr bwMode="auto">
          <a:xfrm flipH="0" flipV="0">
            <a:off x="7051272" y="2568211"/>
            <a:ext cx="2171596" cy="259439"/>
          </a:xfrm>
          <a:prstGeom prst="rect">
            <a:avLst/>
          </a:prstGeom>
          <a:solidFill>
            <a:schemeClr val="bg1"/>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100">
                <a:latin typeface="IBM Plex Sans"/>
              </a:rPr>
              <a:t>Tính toán băm</a:t>
            </a:r>
            <a:endParaRPr sz="1100">
              <a:latin typeface="IBM Plex Sans"/>
              <a:cs typeface="IBM Plex Sans"/>
            </a:endParaRPr>
          </a:p>
        </p:txBody>
      </p:sp>
      <p:sp>
        <p:nvSpPr>
          <p:cNvPr id="1042183151" name=""/>
          <p:cNvSpPr txBox="1"/>
          <p:nvPr/>
        </p:nvSpPr>
        <p:spPr bwMode="auto">
          <a:xfrm flipH="0" flipV="0">
            <a:off x="9406748" y="3131637"/>
            <a:ext cx="2334618" cy="7623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100">
                <a:latin typeface="IBM Plex Sans"/>
              </a:rPr>
              <a:t>Đây là </a:t>
            </a:r>
            <a:r>
              <a:rPr sz="1100" lang="fr-FR">
                <a:latin typeface="IBM Plex Sans"/>
              </a:rPr>
              <a:t>chữ ký </a:t>
            </a:r>
            <a:r>
              <a:rPr sz="1100">
                <a:latin typeface="IBM Plex Sans"/>
              </a:rPr>
              <a:t>số của </a:t>
            </a:r>
            <a:r>
              <a:rPr sz="1100" lang="fr-FR">
                <a:latin typeface="IBM Plex Sans"/>
              </a:rPr>
              <a:t>hàm băm </a:t>
            </a:r>
            <a:r>
              <a:rPr sz="1100">
                <a:latin typeface="IBM Plex Sans"/>
              </a:rPr>
              <a:t>được nối </a:t>
            </a:r>
            <a:r>
              <a:rPr sz="1100" lang="fr-FR">
                <a:latin typeface="IBM Plex Sans"/>
              </a:rPr>
              <a:t>với dấu </a:t>
            </a:r>
            <a:r>
              <a:rPr sz="1100">
                <a:latin typeface="IBM Plex Sans"/>
              </a:rPr>
              <a:t>thời gian.</a:t>
            </a:r>
            <a:endParaRPr sz="1100">
              <a:latin typeface="IBM Plex Sans"/>
              <a:cs typeface="IBM Plex Sans"/>
            </a:endParaRPr>
          </a:p>
          <a:p>
            <a:pPr algn="ctr"/>
          </a:p>
        </p:txBody>
      </p:sp>
      <p:sp>
        <p:nvSpPr>
          <p:cNvPr id="1856247728" name=""/>
          <p:cNvSpPr txBox="1"/>
          <p:nvPr/>
        </p:nvSpPr>
        <p:spPr bwMode="auto">
          <a:xfrm flipH="0" flipV="0">
            <a:off x="6446061" y="3699144"/>
            <a:ext cx="1616558" cy="39659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r">
              <a:defRPr/>
            </a:pPr>
            <a:r>
              <a:rPr sz="1000">
                <a:latin typeface="IBM Plex Sans"/>
              </a:rPr>
              <a:t>Áp dụng khóa </a:t>
            </a:r>
            <a:r>
              <a:rPr sz="1000">
                <a:latin typeface="IBM Plex Sans"/>
              </a:rPr>
              <a:t>riêng của TSA</a:t>
            </a:r>
            <a:endParaRPr sz="1000">
              <a:latin typeface="IBM Plex Sans"/>
              <a:cs typeface="IBM Plex Sans"/>
            </a:endParaRPr>
          </a:p>
        </p:txBody>
      </p:sp>
      <p:sp>
        <p:nvSpPr>
          <p:cNvPr id="1631696941" name=""/>
          <p:cNvSpPr txBox="1"/>
          <p:nvPr/>
        </p:nvSpPr>
        <p:spPr bwMode="auto">
          <a:xfrm flipH="0" flipV="0">
            <a:off x="9743962" y="4516295"/>
            <a:ext cx="1996686" cy="305159"/>
          </a:xfrm>
          <a:prstGeom prst="rect">
            <a:avLst/>
          </a:prstGeom>
          <a:solidFill>
            <a:srgbClr val="FEFF98"/>
          </a:solidFill>
        </p:spPr>
        <p:txBody>
          <a:bodyPr vertOverflow="overflow" horzOverflow="overflow" vert="horz" wrap="square" lIns="91440" tIns="45720" rIns="91440" bIns="45720" numCol="1" spcCol="0" rtlCol="0" fromWordArt="0" anchor="t" anchorCtr="0" forceAA="0" upright="0" compatLnSpc="0">
            <a:spAutoFit/>
          </a:bodyPr>
          <a:p>
            <a:pPr algn="l">
              <a:defRPr/>
            </a:pPr>
            <a:r>
              <a:rPr sz="1400">
                <a:latin typeface="IBM Plex Sans"/>
              </a:rPr>
              <a:t>Dấu thời gian</a:t>
            </a:r>
            <a:endParaRPr sz="1400">
              <a:latin typeface="IBM Plex Sans"/>
              <a:cs typeface="IBM Plex Sans"/>
            </a:endParaRPr>
          </a:p>
        </p:txBody>
      </p:sp>
      <p:sp>
        <p:nvSpPr>
          <p:cNvPr id="2133654291" name=""/>
          <p:cNvSpPr txBox="1"/>
          <p:nvPr/>
        </p:nvSpPr>
        <p:spPr bwMode="auto">
          <a:xfrm flipH="0" flipV="0">
            <a:off x="4814896" y="5306036"/>
            <a:ext cx="2069344" cy="305159"/>
          </a:xfrm>
          <a:prstGeom prst="rect">
            <a:avLst/>
          </a:prstGeom>
          <a:solidFill>
            <a:srgbClr val="FEFF98"/>
          </a:solidFill>
        </p:spPr>
        <p:txBody>
          <a:bodyPr vertOverflow="overflow" horzOverflow="overflow" vert="horz" wrap="square" lIns="91440" tIns="45720" rIns="91440" bIns="45720" numCol="1" spcCol="0" rtlCol="0" fromWordArt="0" anchor="t" anchorCtr="0" forceAA="0" upright="0" compatLnSpc="0">
            <a:spAutoFit/>
          </a:bodyPr>
          <a:p>
            <a:pPr algn="l">
              <a:defRPr/>
            </a:pPr>
            <a:r>
              <a:rPr sz="1400">
                <a:latin typeface="IBM Plex Sans"/>
              </a:rPr>
              <a:t>Dấu thời gian</a:t>
            </a:r>
            <a:endParaRPr sz="14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365012937" name=""/>
          <p:cNvPicPr>
            <a:picLocks noChangeAspect="1"/>
          </p:cNvPicPr>
          <p:nvPr/>
        </p:nvPicPr>
        <p:blipFill>
          <a:blip r:embed="rId3"/>
          <a:stretch/>
        </p:blipFill>
        <p:spPr bwMode="auto">
          <a:xfrm flipH="0" flipV="0">
            <a:off x="4361473" y="1099778"/>
            <a:ext cx="3469050" cy="465844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239477945" name=""/>
          <p:cNvPicPr>
            <a:picLocks noChangeAspect="1"/>
          </p:cNvPicPr>
          <p:nvPr/>
        </p:nvPicPr>
        <p:blipFill>
          <a:blip r:embed="rId3"/>
          <a:stretch/>
        </p:blipFill>
        <p:spPr bwMode="auto">
          <a:xfrm flipH="0" flipV="0">
            <a:off x="1142998" y="2438399"/>
            <a:ext cx="9905999" cy="1981199"/>
          </a:xfrm>
          <a:prstGeom prst="rect">
            <a:avLst/>
          </a:prstGeom>
        </p:spPr>
      </p:pic>
      <p:sp>
        <p:nvSpPr>
          <p:cNvPr id="659609761" name=""/>
          <p:cNvSpPr/>
          <p:nvPr/>
        </p:nvSpPr>
        <p:spPr bwMode="auto">
          <a:xfrm flipH="0" flipV="0">
            <a:off x="1437994" y="2703967"/>
            <a:ext cx="2628900" cy="809624"/>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904420992" name=""/>
          <p:cNvSpPr txBox="1"/>
          <p:nvPr/>
        </p:nvSpPr>
        <p:spPr bwMode="auto">
          <a:xfrm flipH="0" flipV="0">
            <a:off x="1458298" y="2788560"/>
            <a:ext cx="5401395"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3600" b="1">
                <a:latin typeface="IBM Plex Sans"/>
              </a:rPr>
              <a:t>Tài liệu tham khảo</a:t>
            </a:r>
            <a:endParaRPr sz="10000" b="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646580494" name=""/>
          <p:cNvPicPr>
            <a:picLocks noChangeAspect="1"/>
          </p:cNvPicPr>
          <p:nvPr/>
        </p:nvPicPr>
        <p:blipFill>
          <a:blip r:embed="rId3"/>
          <a:stretch/>
        </p:blipFill>
        <p:spPr bwMode="auto">
          <a:xfrm flipH="0" flipV="0">
            <a:off x="1656823" y="1009648"/>
            <a:ext cx="8878350" cy="48387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40777128" name=""/>
          <p:cNvPicPr>
            <a:picLocks noChangeAspect="1"/>
          </p:cNvPicPr>
          <p:nvPr/>
        </p:nvPicPr>
        <p:blipFill>
          <a:blip r:embed="rId3"/>
          <a:stretch/>
        </p:blipFill>
        <p:spPr bwMode="auto">
          <a:xfrm flipH="0" flipV="0">
            <a:off x="2096474" y="282956"/>
            <a:ext cx="7999047" cy="629208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9265030" name=""/>
          <p:cNvPicPr>
            <a:picLocks noChangeAspect="1"/>
          </p:cNvPicPr>
          <p:nvPr/>
        </p:nvPicPr>
        <p:blipFill>
          <a:blip r:embed="rId3"/>
          <a:stretch/>
        </p:blipFill>
        <p:spPr bwMode="auto">
          <a:xfrm flipH="0" flipV="0">
            <a:off x="3418497" y="751498"/>
            <a:ext cx="5355001" cy="535500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03422597" name=""/>
          <p:cNvPicPr>
            <a:picLocks noChangeAspect="1"/>
          </p:cNvPicPr>
          <p:nvPr/>
        </p:nvPicPr>
        <p:blipFill>
          <a:blip r:embed="rId3"/>
          <a:stretch/>
        </p:blipFill>
        <p:spPr bwMode="auto">
          <a:xfrm flipH="0" flipV="0">
            <a:off x="4237647" y="956958"/>
            <a:ext cx="3716701" cy="494407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52813179" name=""/>
          <p:cNvPicPr>
            <a:picLocks noChangeAspect="1"/>
          </p:cNvPicPr>
          <p:nvPr/>
        </p:nvPicPr>
        <p:blipFill>
          <a:blip r:embed="rId3"/>
          <a:stretch/>
        </p:blipFill>
        <p:spPr bwMode="auto">
          <a:xfrm flipH="0" flipV="0">
            <a:off x="1696424" y="90192"/>
            <a:ext cx="8782049" cy="666463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24021545" name=""/>
          <p:cNvPicPr>
            <a:picLocks noChangeAspect="1"/>
          </p:cNvPicPr>
          <p:nvPr/>
        </p:nvPicPr>
        <p:blipFill>
          <a:blip r:embed="rId3"/>
          <a:stretch/>
        </p:blipFill>
        <p:spPr bwMode="auto">
          <a:xfrm flipH="0" flipV="0">
            <a:off x="3656621" y="989621"/>
            <a:ext cx="4878752" cy="487875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220464501" name=""/>
          <p:cNvPicPr>
            <a:picLocks noChangeAspect="1"/>
          </p:cNvPicPr>
          <p:nvPr/>
        </p:nvPicPr>
        <p:blipFill>
          <a:blip r:embed="rId3"/>
          <a:stretch/>
        </p:blipFill>
        <p:spPr bwMode="auto">
          <a:xfrm flipH="0" flipV="0">
            <a:off x="3581399" y="914399"/>
            <a:ext cx="5029196" cy="50291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837248353" name=""/>
          <p:cNvPicPr>
            <a:picLocks noChangeAspect="1"/>
          </p:cNvPicPr>
          <p:nvPr/>
        </p:nvPicPr>
        <p:blipFill>
          <a:blip r:embed="rId3"/>
          <a:stretch/>
        </p:blipFill>
        <p:spPr bwMode="auto">
          <a:xfrm>
            <a:off x="3443906" y="0"/>
            <a:ext cx="5304184" cy="68579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693169742" name=""/>
          <p:cNvPicPr>
            <a:picLocks noChangeAspect="1"/>
          </p:cNvPicPr>
          <p:nvPr/>
        </p:nvPicPr>
        <p:blipFill>
          <a:blip r:embed="rId3"/>
          <a:stretch/>
        </p:blipFill>
        <p:spPr bwMode="auto">
          <a:xfrm flipH="0" flipV="0">
            <a:off x="2411049" y="619124"/>
            <a:ext cx="7369898" cy="561974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95377865" name=""/>
          <p:cNvPicPr>
            <a:picLocks noChangeAspect="1"/>
          </p:cNvPicPr>
          <p:nvPr/>
        </p:nvPicPr>
        <p:blipFill>
          <a:blip r:embed="rId3"/>
          <a:stretch/>
        </p:blipFill>
        <p:spPr bwMode="auto">
          <a:xfrm flipH="0" flipV="0">
            <a:off x="1069060" y="609600"/>
            <a:ext cx="9925305" cy="5200646"/>
          </a:xfrm>
          <a:prstGeom prst="rect">
            <a:avLst/>
          </a:prstGeom>
          <a:ln w="6349">
            <a:solidFill>
              <a:schemeClr val="accent1">
                <a:lumMod val="50196"/>
              </a:schemeClr>
            </a:solidFill>
            <a:prstDash val="solid"/>
          </a:ln>
        </p:spPr>
      </p:pic>
      <p:sp>
        <p:nvSpPr>
          <p:cNvPr id="812837255" name=""/>
          <p:cNvSpPr txBox="1"/>
          <p:nvPr/>
        </p:nvSpPr>
        <p:spPr bwMode="auto">
          <a:xfrm rot="0" flipH="0" flipV="0">
            <a:off x="2755485" y="5941694"/>
            <a:ext cx="7268309"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400" b="0" i="1">
                <a:latin typeface="IBM Plex Sans"/>
              </a:rPr>
              <a:t>Trang của Satoshi Nakamoto - Chưa bao giờ </a:t>
            </a:r>
            <a:r>
              <a:rPr sz="1400" b="0" i="1" lang="fr-FR">
                <a:latin typeface="IBM Plex Sans"/>
              </a:rPr>
              <a:t>nhận được bất kỳ món quà nào</a:t>
            </a:r>
            <a:endParaRPr sz="2800" b="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990356153" name=""/>
          <p:cNvPicPr>
            <a:picLocks noChangeAspect="1"/>
          </p:cNvPicPr>
          <p:nvPr/>
        </p:nvPicPr>
        <p:blipFill>
          <a:blip r:embed="rId3"/>
          <a:stretch/>
        </p:blipFill>
        <p:spPr bwMode="auto">
          <a:xfrm flipH="0" flipV="0">
            <a:off x="3980473" y="1313473"/>
            <a:ext cx="4231050" cy="423105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06743524" name=""/>
          <p:cNvPicPr>
            <a:picLocks noChangeAspect="1"/>
          </p:cNvPicPr>
          <p:nvPr/>
        </p:nvPicPr>
        <p:blipFill>
          <a:blip r:embed="rId3"/>
          <a:stretch/>
        </p:blipFill>
        <p:spPr bwMode="auto">
          <a:xfrm flipH="0" flipV="0">
            <a:off x="2570771" y="786831"/>
            <a:ext cx="7050451" cy="528433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731644631" name=""/>
          <p:cNvPicPr>
            <a:picLocks noChangeAspect="1"/>
          </p:cNvPicPr>
          <p:nvPr/>
        </p:nvPicPr>
        <p:blipFill>
          <a:blip r:embed="rId3"/>
          <a:stretch/>
        </p:blipFill>
        <p:spPr bwMode="auto">
          <a:xfrm flipH="0" flipV="0">
            <a:off x="1441575" y="1009649"/>
            <a:ext cx="9308848" cy="4838697"/>
          </a:xfrm>
          <a:prstGeom prst="rect">
            <a:avLst/>
          </a:prstGeom>
        </p:spPr>
      </p:pic>
      <p:sp>
        <p:nvSpPr>
          <p:cNvPr id="342911670" name=""/>
          <p:cNvSpPr txBox="1"/>
          <p:nvPr/>
        </p:nvSpPr>
        <p:spPr bwMode="auto">
          <a:xfrm flipH="0" flipV="0">
            <a:off x="1933203" y="5985901"/>
            <a:ext cx="7863998"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400" b="1">
                <a:latin typeface="IBM Plex Sans"/>
              </a:rPr>
              <a:t>Diễn đàn Bitcoin</a:t>
            </a:r>
            <a:endParaRPr sz="1400" b="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59069393" name=""/>
          <p:cNvPicPr>
            <a:picLocks noChangeAspect="1"/>
          </p:cNvPicPr>
          <p:nvPr/>
        </p:nvPicPr>
        <p:blipFill>
          <a:blip r:embed="rId3"/>
          <a:stretch/>
        </p:blipFill>
        <p:spPr bwMode="auto">
          <a:xfrm flipH="0" flipV="0">
            <a:off x="3066071" y="399071"/>
            <a:ext cx="6059853" cy="605985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132540410" name=""/>
          <p:cNvPicPr>
            <a:picLocks noChangeAspect="1"/>
          </p:cNvPicPr>
          <p:nvPr/>
        </p:nvPicPr>
        <p:blipFill>
          <a:blip r:embed="rId3"/>
          <a:stretch/>
        </p:blipFill>
        <p:spPr bwMode="auto">
          <a:xfrm flipH="0" flipV="0">
            <a:off x="4247172" y="302892"/>
            <a:ext cx="3697651" cy="625221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17286389" name=""/>
          <p:cNvPicPr>
            <a:picLocks noChangeAspect="1"/>
          </p:cNvPicPr>
          <p:nvPr/>
        </p:nvPicPr>
        <p:blipFill>
          <a:blip r:embed="rId3"/>
          <a:stretch/>
        </p:blipFill>
        <p:spPr bwMode="auto">
          <a:xfrm flipH="0" flipV="0">
            <a:off x="3928577" y="1277935"/>
            <a:ext cx="4334842" cy="430212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457864823" name=""/>
          <p:cNvPicPr>
            <a:picLocks noChangeAspect="1"/>
          </p:cNvPicPr>
          <p:nvPr/>
        </p:nvPicPr>
        <p:blipFill>
          <a:blip r:embed="rId3"/>
          <a:stretch/>
        </p:blipFill>
        <p:spPr bwMode="auto">
          <a:xfrm flipH="0" flipV="0">
            <a:off x="245088" y="457199"/>
            <a:ext cx="11701821" cy="594359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92298888" name=""/>
          <p:cNvPicPr>
            <a:picLocks noChangeAspect="1"/>
          </p:cNvPicPr>
          <p:nvPr/>
        </p:nvPicPr>
        <p:blipFill>
          <a:blip r:embed="rId3"/>
          <a:stretch/>
        </p:blipFill>
        <p:spPr bwMode="auto">
          <a:xfrm flipH="0" flipV="0">
            <a:off x="3854301" y="2631219"/>
            <a:ext cx="4483395" cy="159556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68273817" name=""/>
          <p:cNvPicPr>
            <a:picLocks noChangeAspect="1"/>
          </p:cNvPicPr>
          <p:nvPr/>
        </p:nvPicPr>
        <p:blipFill>
          <a:blip r:embed="rId3"/>
          <a:stretch/>
        </p:blipFill>
        <p:spPr bwMode="auto">
          <a:xfrm flipH="0" flipV="0">
            <a:off x="4380521" y="445294"/>
            <a:ext cx="3430952" cy="596740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12559532" name=""/>
          <p:cNvPicPr>
            <a:picLocks noChangeAspect="1"/>
          </p:cNvPicPr>
          <p:nvPr/>
        </p:nvPicPr>
        <p:blipFill>
          <a:blip r:embed="rId3"/>
          <a:stretch/>
        </p:blipFill>
        <p:spPr bwMode="auto">
          <a:xfrm flipH="0" flipV="0">
            <a:off x="3075598" y="471305"/>
            <a:ext cx="6040800" cy="591538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97214529" name=""/>
          <p:cNvPicPr>
            <a:picLocks noChangeAspect="1"/>
          </p:cNvPicPr>
          <p:nvPr/>
        </p:nvPicPr>
        <p:blipFill>
          <a:blip r:embed="rId3"/>
          <a:stretch/>
        </p:blipFill>
        <p:spPr bwMode="auto">
          <a:xfrm flipH="0" flipV="0">
            <a:off x="103797" y="1431598"/>
            <a:ext cx="11984401" cy="3994799"/>
          </a:xfrm>
          <a:prstGeom prst="rect">
            <a:avLst/>
          </a:prstGeom>
        </p:spPr>
      </p:pic>
      <p:sp>
        <p:nvSpPr>
          <p:cNvPr id="136547751" name=""/>
          <p:cNvSpPr/>
          <p:nvPr/>
        </p:nvSpPr>
        <p:spPr bwMode="auto">
          <a:xfrm flipH="0" flipV="0">
            <a:off x="3420449" y="1381124"/>
            <a:ext cx="6781799" cy="409574"/>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780372163" name=""/>
          <p:cNvSpPr txBox="1"/>
          <p:nvPr/>
        </p:nvSpPr>
        <p:spPr bwMode="auto">
          <a:xfrm flipH="0" flipV="0">
            <a:off x="572474" y="1155371"/>
            <a:ext cx="11183069" cy="3356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a:latin typeface="IBM Plex Sans"/>
              </a:rPr>
              <a:t>Khối Patoshi &amp; Dấu thời gian đảo ngược (Số khối/ExtraNonce)</a:t>
            </a:r>
            <a:endParaRPr sz="18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638849796" name=""/>
          <p:cNvPicPr>
            <a:picLocks noChangeAspect="1"/>
          </p:cNvPicPr>
          <p:nvPr/>
        </p:nvPicPr>
        <p:blipFill>
          <a:blip r:embed="rId3"/>
          <a:stretch/>
        </p:blipFill>
        <p:spPr bwMode="auto">
          <a:xfrm flipH="0" flipV="0">
            <a:off x="761999" y="228600"/>
            <a:ext cx="10667998" cy="6400800"/>
          </a:xfrm>
          <a:prstGeom prst="rect">
            <a:avLst/>
          </a:prstGeom>
        </p:spPr>
      </p:pic>
      <p:sp>
        <p:nvSpPr>
          <p:cNvPr id="1446829500" name=""/>
          <p:cNvSpPr/>
          <p:nvPr/>
        </p:nvSpPr>
        <p:spPr bwMode="auto">
          <a:xfrm flipH="0" flipV="0">
            <a:off x="3963375" y="419099"/>
            <a:ext cx="6353174" cy="276224"/>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299163990" name=""/>
          <p:cNvSpPr/>
          <p:nvPr/>
        </p:nvSpPr>
        <p:spPr bwMode="auto">
          <a:xfrm flipH="0" flipV="0">
            <a:off x="848699" y="1847849"/>
            <a:ext cx="276224" cy="2543175"/>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2067220978" name=""/>
          <p:cNvSpPr txBox="1"/>
          <p:nvPr/>
        </p:nvSpPr>
        <p:spPr bwMode="auto">
          <a:xfrm flipH="0" flipV="0">
            <a:off x="1439249" y="228599"/>
            <a:ext cx="10582993" cy="3356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a:latin typeface="IBM Plex Sans"/>
              </a:rPr>
              <a:t>Ước tính tỷ lệ phần trăm của Satoshi trong mạng lưới</a:t>
            </a:r>
            <a:endParaRPr sz="1600">
              <a:latin typeface="IBM Plex Sans"/>
              <a:cs typeface="IBM Plex Sans"/>
            </a:endParaRPr>
          </a:p>
        </p:txBody>
      </p:sp>
      <p:sp>
        <p:nvSpPr>
          <p:cNvPr id="36166462" name=""/>
          <p:cNvSpPr txBox="1"/>
          <p:nvPr/>
        </p:nvSpPr>
        <p:spPr bwMode="auto">
          <a:xfrm rot="16199969" flipH="0" flipV="0">
            <a:off x="-21773" y="2867636"/>
            <a:ext cx="1988233" cy="30515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lgn="ctr">
              <a:defRPr/>
            </a:pPr>
            <a:r>
              <a:rPr sz="1400">
                <a:latin typeface="IBM Plex Sans"/>
              </a:rPr>
              <a:t>Tỷ lệ phần trăm mạng</a:t>
            </a:r>
            <a:endParaRPr sz="14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648874058" name=""/>
          <p:cNvPicPr>
            <a:picLocks noChangeAspect="1"/>
          </p:cNvPicPr>
          <p:nvPr/>
        </p:nvPicPr>
        <p:blipFill>
          <a:blip r:embed="rId3"/>
          <a:stretch/>
        </p:blipFill>
        <p:spPr bwMode="auto">
          <a:xfrm flipH="0" flipV="0">
            <a:off x="665771" y="170863"/>
            <a:ext cx="10860453" cy="6516272"/>
          </a:xfrm>
          <a:prstGeom prst="rect">
            <a:avLst/>
          </a:prstGeom>
        </p:spPr>
      </p:pic>
      <p:sp>
        <p:nvSpPr>
          <p:cNvPr id="1513896667" name=""/>
          <p:cNvSpPr/>
          <p:nvPr/>
        </p:nvSpPr>
        <p:spPr bwMode="auto">
          <a:xfrm flipH="0" flipV="0">
            <a:off x="745567" y="2441863"/>
            <a:ext cx="329045" cy="1203613"/>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790721780" name=""/>
          <p:cNvSpPr/>
          <p:nvPr/>
        </p:nvSpPr>
        <p:spPr bwMode="auto">
          <a:xfrm flipH="0" flipV="0">
            <a:off x="4877775" y="333374"/>
            <a:ext cx="4610099" cy="30479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646389776" name=""/>
          <p:cNvSpPr/>
          <p:nvPr/>
        </p:nvSpPr>
        <p:spPr bwMode="auto">
          <a:xfrm flipH="0" flipV="0">
            <a:off x="4925399" y="6095999"/>
            <a:ext cx="1571625" cy="43814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654449911" name=""/>
          <p:cNvSpPr/>
          <p:nvPr/>
        </p:nvSpPr>
        <p:spPr bwMode="auto">
          <a:xfrm flipH="0" flipV="0">
            <a:off x="6811349" y="6095999"/>
            <a:ext cx="1571625" cy="438148"/>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270840435" name=""/>
          <p:cNvSpPr txBox="1"/>
          <p:nvPr/>
        </p:nvSpPr>
        <p:spPr bwMode="auto">
          <a:xfrm flipH="0" flipV="0">
            <a:off x="1639274" y="170862"/>
            <a:ext cx="9582868" cy="36612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800">
                <a:latin typeface="IBM Plex Sans"/>
              </a:rPr>
              <a:t>Ước tính hashrate </a:t>
            </a:r>
            <a:r>
              <a:rPr sz="1800">
                <a:latin typeface="IBM Plex Sans"/>
              </a:rPr>
              <a:t>của Satoshi</a:t>
            </a:r>
            <a:endParaRPr sz="2000">
              <a:latin typeface="IBM Plex Sans"/>
              <a:cs typeface="IBM Plex Sans"/>
            </a:endParaRPr>
          </a:p>
        </p:txBody>
      </p:sp>
      <p:sp>
        <p:nvSpPr>
          <p:cNvPr id="992520675" name=""/>
          <p:cNvSpPr txBox="1"/>
          <p:nvPr/>
        </p:nvSpPr>
        <p:spPr bwMode="auto">
          <a:xfrm rot="16199969" flipH="0" flipV="0">
            <a:off x="433819" y="2876295"/>
            <a:ext cx="912028" cy="30515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lgn="ctr">
              <a:defRPr/>
            </a:pPr>
            <a:r>
              <a:rPr sz="1400">
                <a:latin typeface="IBM Plex Sans"/>
              </a:rPr>
              <a:t>Tỷ lệ băm</a:t>
            </a:r>
            <a:endParaRPr sz="1400">
              <a:latin typeface="IBM Plex Sans"/>
              <a:cs typeface="IBM Plex Sans"/>
            </a:endParaRPr>
          </a:p>
        </p:txBody>
      </p:sp>
      <p:sp>
        <p:nvSpPr>
          <p:cNvPr id="410757163" name=""/>
          <p:cNvSpPr txBox="1"/>
          <p:nvPr/>
        </p:nvSpPr>
        <p:spPr bwMode="auto">
          <a:xfrm flipH="0" flipV="0">
            <a:off x="4925398" y="6095998"/>
            <a:ext cx="1351535" cy="2289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900">
                <a:latin typeface="IBM Plex Sans"/>
              </a:rPr>
              <a:t>Hashrate trung bình hàng ngày</a:t>
            </a:r>
            <a:endParaRPr sz="900">
              <a:latin typeface="IBM Plex Sans"/>
              <a:cs typeface="IBM Plex Sans"/>
            </a:endParaRPr>
          </a:p>
        </p:txBody>
      </p:sp>
      <p:sp>
        <p:nvSpPr>
          <p:cNvPr id="641046973" name=""/>
          <p:cNvSpPr txBox="1"/>
          <p:nvPr/>
        </p:nvSpPr>
        <p:spPr bwMode="auto">
          <a:xfrm flipH="0" flipV="0">
            <a:off x="6932529" y="6095997"/>
            <a:ext cx="2127800" cy="2289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900">
                <a:latin typeface="IBM Plex Sans"/>
              </a:rPr>
              <a:t>Mô hình hashrate tuyến tính</a:t>
            </a:r>
            <a:endParaRPr sz="9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40727786" name=""/>
          <p:cNvPicPr>
            <a:picLocks noChangeAspect="1"/>
          </p:cNvPicPr>
          <p:nvPr/>
        </p:nvPicPr>
        <p:blipFill>
          <a:blip r:embed="rId3"/>
          <a:stretch/>
        </p:blipFill>
        <p:spPr bwMode="auto">
          <a:xfrm flipH="0" flipV="0">
            <a:off x="2999396" y="804024"/>
            <a:ext cx="6193201" cy="52499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79218067" name=""/>
          <p:cNvPicPr>
            <a:picLocks noChangeAspect="1"/>
          </p:cNvPicPr>
          <p:nvPr/>
        </p:nvPicPr>
        <p:blipFill>
          <a:blip r:embed="rId3"/>
          <a:stretch/>
        </p:blipFill>
        <p:spPr bwMode="auto">
          <a:xfrm flipH="0" flipV="0">
            <a:off x="1839299" y="591199"/>
            <a:ext cx="8513397" cy="567559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260765851" name=""/>
          <p:cNvPicPr>
            <a:picLocks noChangeAspect="1"/>
          </p:cNvPicPr>
          <p:nvPr/>
        </p:nvPicPr>
        <p:blipFill>
          <a:blip r:embed="rId3"/>
          <a:stretch/>
        </p:blipFill>
        <p:spPr bwMode="auto">
          <a:xfrm flipH="0" flipV="0">
            <a:off x="3820499" y="388166"/>
            <a:ext cx="4550995" cy="608166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485999250" name=""/>
          <p:cNvPicPr>
            <a:picLocks noChangeAspect="1"/>
          </p:cNvPicPr>
          <p:nvPr/>
        </p:nvPicPr>
        <p:blipFill>
          <a:blip r:embed="rId3"/>
          <a:stretch/>
        </p:blipFill>
        <p:spPr bwMode="auto">
          <a:xfrm flipH="0" flipV="0">
            <a:off x="2603550" y="2314574"/>
            <a:ext cx="6984897" cy="222884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906998247" name=""/>
          <p:cNvPicPr>
            <a:picLocks noChangeAspect="1"/>
          </p:cNvPicPr>
          <p:nvPr/>
        </p:nvPicPr>
        <p:blipFill>
          <a:blip r:embed="rId3"/>
          <a:stretch/>
        </p:blipFill>
        <p:spPr bwMode="auto">
          <a:xfrm flipH="0" flipV="0">
            <a:off x="3066072" y="971013"/>
            <a:ext cx="6059851" cy="491596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61344134" name=""/>
          <p:cNvPicPr>
            <a:picLocks noChangeAspect="1"/>
          </p:cNvPicPr>
          <p:nvPr/>
        </p:nvPicPr>
        <p:blipFill>
          <a:blip r:embed="rId3"/>
          <a:stretch/>
        </p:blipFill>
        <p:spPr bwMode="auto">
          <a:xfrm flipH="0" flipV="0">
            <a:off x="398251" y="1543043"/>
            <a:ext cx="11395487" cy="377190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81097339" name=""/>
          <p:cNvPicPr>
            <a:picLocks noChangeAspect="1"/>
          </p:cNvPicPr>
          <p:nvPr/>
        </p:nvPicPr>
        <p:blipFill>
          <a:blip r:embed="rId3"/>
          <a:stretch/>
        </p:blipFill>
        <p:spPr bwMode="auto">
          <a:xfrm flipH="0" flipV="0">
            <a:off x="2730498" y="904874"/>
            <a:ext cx="6730999" cy="50482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49710203" name=""/>
          <p:cNvPicPr>
            <a:picLocks noChangeAspect="1"/>
          </p:cNvPicPr>
          <p:nvPr/>
        </p:nvPicPr>
        <p:blipFill>
          <a:blip r:embed="rId3"/>
          <a:stretch/>
        </p:blipFill>
        <p:spPr bwMode="auto">
          <a:xfrm flipH="0" flipV="0">
            <a:off x="685608" y="1971674"/>
            <a:ext cx="10820781" cy="291464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33984400" name=""/>
          <p:cNvPicPr>
            <a:picLocks noChangeAspect="1"/>
          </p:cNvPicPr>
          <p:nvPr/>
        </p:nvPicPr>
        <p:blipFill>
          <a:blip r:embed="rId3"/>
          <a:stretch/>
        </p:blipFill>
        <p:spPr bwMode="auto">
          <a:xfrm flipH="0" flipV="0">
            <a:off x="473441" y="1504949"/>
            <a:ext cx="11245114" cy="384809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6548448" name=""/>
          <p:cNvPicPr>
            <a:picLocks noChangeAspect="1"/>
          </p:cNvPicPr>
          <p:nvPr/>
        </p:nvPicPr>
        <p:blipFill>
          <a:blip r:embed="rId3"/>
          <a:stretch/>
        </p:blipFill>
        <p:spPr bwMode="auto">
          <a:xfrm flipH="0" flipV="0">
            <a:off x="13129" y="38099"/>
            <a:ext cx="12165738" cy="6781798"/>
          </a:xfrm>
          <a:prstGeom prst="rect">
            <a:avLst/>
          </a:prstGeom>
        </p:spPr>
      </p:pic>
      <p:sp>
        <p:nvSpPr>
          <p:cNvPr id="323316966" name=""/>
          <p:cNvSpPr/>
          <p:nvPr/>
        </p:nvSpPr>
        <p:spPr bwMode="auto">
          <a:xfrm flipH="0" flipV="0">
            <a:off x="20024" y="2952749"/>
            <a:ext cx="209549" cy="156209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788304490" name=""/>
          <p:cNvSpPr/>
          <p:nvPr/>
        </p:nvSpPr>
        <p:spPr bwMode="auto">
          <a:xfrm flipH="0" flipV="0">
            <a:off x="6039824" y="6610349"/>
            <a:ext cx="1514474" cy="19049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037384418" name=""/>
          <p:cNvSpPr txBox="1"/>
          <p:nvPr/>
        </p:nvSpPr>
        <p:spPr bwMode="auto">
          <a:xfrm rot="16199969" flipH="0" flipV="0">
            <a:off x="-275045" y="3247818"/>
            <a:ext cx="834339" cy="24419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lgn="ctr">
              <a:defRPr/>
            </a:pPr>
            <a:r>
              <a:rPr sz="1000" b="0" i="1">
                <a:solidFill>
                  <a:schemeClr val="tx1"/>
                </a:solidFill>
                <a:latin typeface="IBM Plex Sans"/>
              </a:rPr>
              <a:t>ExtraNonce</a:t>
            </a:r>
            <a:endParaRPr sz="1000" b="0" i="1">
              <a:solidFill>
                <a:schemeClr val="tx1"/>
              </a:solidFill>
              <a:latin typeface="IBM Plex Sans"/>
              <a:cs typeface="IBM Plex Sans"/>
            </a:endParaRPr>
          </a:p>
        </p:txBody>
      </p:sp>
      <p:sp>
        <p:nvSpPr>
          <p:cNvPr id="1453161468" name=""/>
          <p:cNvSpPr txBox="1"/>
          <p:nvPr/>
        </p:nvSpPr>
        <p:spPr bwMode="auto">
          <a:xfrm flipH="0" flipV="0">
            <a:off x="6039822" y="6583498"/>
            <a:ext cx="445977" cy="24419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lgn="ctr">
              <a:defRPr/>
            </a:pPr>
            <a:r>
              <a:rPr sz="1000" b="0" i="1">
                <a:solidFill>
                  <a:schemeClr val="tx1"/>
                </a:solidFill>
                <a:latin typeface="IBM Plex Sans"/>
              </a:rPr>
              <a:t>Ngày</a:t>
            </a:r>
            <a:endParaRPr sz="1000" b="0" i="1">
              <a:solidFill>
                <a:schemeClr val="tx1"/>
              </a:solidFill>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83008502" name=""/>
          <p:cNvPicPr>
            <a:picLocks noChangeAspect="1"/>
          </p:cNvPicPr>
          <p:nvPr/>
        </p:nvPicPr>
        <p:blipFill>
          <a:blip r:embed="rId3"/>
          <a:stretch/>
        </p:blipFill>
        <p:spPr bwMode="auto">
          <a:xfrm flipH="0" flipV="0">
            <a:off x="3376657" y="866774"/>
            <a:ext cx="5438683" cy="512444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06602942" name=""/>
          <p:cNvPicPr>
            <a:picLocks noChangeAspect="1"/>
          </p:cNvPicPr>
          <p:nvPr/>
        </p:nvPicPr>
        <p:blipFill>
          <a:blip r:embed="rId3"/>
          <a:stretch/>
        </p:blipFill>
        <p:spPr bwMode="auto">
          <a:xfrm flipH="0" flipV="0">
            <a:off x="2415321" y="2457449"/>
            <a:ext cx="7361353" cy="19430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93715016" name=""/>
          <p:cNvPicPr>
            <a:picLocks noChangeAspect="1"/>
          </p:cNvPicPr>
          <p:nvPr/>
        </p:nvPicPr>
        <p:blipFill>
          <a:blip r:embed="rId3"/>
          <a:stretch/>
        </p:blipFill>
        <p:spPr bwMode="auto">
          <a:xfrm flipH="0" flipV="0">
            <a:off x="647379" y="1543048"/>
            <a:ext cx="10897241" cy="2571747"/>
          </a:xfrm>
          <a:prstGeom prst="rect">
            <a:avLst/>
          </a:prstGeom>
          <a:ln w="6349">
            <a:solidFill>
              <a:schemeClr val="accent1">
                <a:lumMod val="50196"/>
              </a:schemeClr>
            </a:solidFill>
            <a:prstDash val="solid"/>
          </a:ln>
        </p:spPr>
      </p:pic>
      <p:sp>
        <p:nvSpPr>
          <p:cNvPr id="641417221" name=""/>
          <p:cNvSpPr txBox="1"/>
          <p:nvPr/>
        </p:nvSpPr>
        <p:spPr bwMode="auto">
          <a:xfrm rot="0" flipH="0" flipV="0">
            <a:off x="782023" y="4581703"/>
            <a:ext cx="2861100" cy="5794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b="1" i="0" u="none" lang="en-US">
                <a:solidFill>
                  <a:srgbClr val="2D2593"/>
                </a:solidFill>
                <a:latin typeface="IBM Plex Sans"/>
              </a:rPr>
              <a:t>"Bài viết: Bạn có </a:t>
            </a:r>
            <a:r>
              <a:rPr sz="1600" b="0" i="0" u="none" lang="en-US">
                <a:solidFill>
                  <a:schemeClr val="tx1"/>
                </a:solidFill>
                <a:latin typeface="IBM Plex Sans"/>
              </a:rPr>
              <a:t>biết về bitcoin không?"</a:t>
            </a:r>
            <a:endParaRPr sz="1600" b="0">
              <a:solidFill>
                <a:schemeClr val="tx1"/>
              </a:solidFill>
              <a:latin typeface="IBM Plex Sans"/>
              <a:cs typeface="IBM Plex Sans"/>
            </a:endParaRPr>
          </a:p>
        </p:txBody>
      </p:sp>
      <p:sp>
        <p:nvSpPr>
          <p:cNvPr id="1755272410" name=""/>
          <p:cNvSpPr txBox="1"/>
          <p:nvPr/>
        </p:nvSpPr>
        <p:spPr bwMode="auto">
          <a:xfrm rot="0" flipH="0" flipV="0">
            <a:off x="3640603" y="4515029"/>
            <a:ext cx="7907255" cy="9452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1200" b="0" i="0" u="none" lang="en-US">
                <a:solidFill>
                  <a:schemeClr val="tx1"/>
                </a:solidFill>
                <a:latin typeface="IBM Plex Sans"/>
              </a:rPr>
              <a:t>Bitcoin là một loại tiền điện tử được Satoshi Nakamoto thiết kế vào năm 2009. Đồng tiền này nổi bật so với các loại tiền điện tử khác nhờ tính chất ngang hàng hoàn toàn phi tập trung và việc sử dụng thông minh các khái niệm mật mã cơ bản. Nó dựa trên phần mềm được viết bằng C++ và được phát hành theo giấy phép nguồn mở MIT.</a:t>
            </a:r>
            <a:endParaRPr sz="1000" b="0" i="0" u="none" strike="noStrike" cap="none" spc="0">
              <a:solidFill>
                <a:schemeClr val="tx1"/>
              </a:solidFill>
              <a:latin typeface="IBM Plex Sans"/>
              <a:cs typeface="IBM Plex Sans"/>
            </a:endParaRPr>
          </a:p>
          <a:p>
            <a:pPr algn="l"/>
          </a:p>
          <a:p>
            <a:pPr algn="l"/>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7314482" name=""/>
          <p:cNvPicPr>
            <a:picLocks noChangeAspect="1"/>
          </p:cNvPicPr>
          <p:nvPr/>
        </p:nvPicPr>
        <p:blipFill>
          <a:blip r:embed="rId3"/>
          <a:stretch/>
        </p:blipFill>
        <p:spPr bwMode="auto">
          <a:xfrm flipH="0" flipV="0">
            <a:off x="2694596" y="1174051"/>
            <a:ext cx="6802802" cy="450989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083458884" name=""/>
          <p:cNvPicPr>
            <a:picLocks noChangeAspect="1"/>
          </p:cNvPicPr>
          <p:nvPr/>
        </p:nvPicPr>
        <p:blipFill>
          <a:blip r:embed="rId3"/>
          <a:stretch/>
        </p:blipFill>
        <p:spPr bwMode="auto">
          <a:xfrm flipH="0" flipV="0">
            <a:off x="385159" y="1162049"/>
            <a:ext cx="11421678" cy="4533898"/>
          </a:xfrm>
          <a:prstGeom prst="rect">
            <a:avLst/>
          </a:prstGeom>
        </p:spPr>
      </p:pic>
      <p:sp>
        <p:nvSpPr>
          <p:cNvPr id="564352030" name=""/>
          <p:cNvSpPr txBox="1"/>
          <p:nvPr/>
        </p:nvSpPr>
        <p:spPr bwMode="auto">
          <a:xfrm rot="0" flipH="0" flipV="0">
            <a:off x="2896574" y="5886449"/>
            <a:ext cx="6974099" cy="3356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b="0" i="1" u="none" lang="en-US">
                <a:solidFill>
                  <a:schemeClr val="tx1"/>
                </a:solidFill>
                <a:latin typeface="IBM Plex Sans"/>
              </a:rPr>
              <a:t>Bitcoin là sự trỗi dậy của máy móc.</a:t>
            </a:r>
            <a:endParaRPr sz="1600" b="0" i="1">
              <a:solidFill>
                <a:schemeClr val="tx1"/>
              </a:solidFill>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88543452" name=""/>
          <p:cNvPicPr>
            <a:picLocks noChangeAspect="1"/>
          </p:cNvPicPr>
          <p:nvPr/>
        </p:nvPicPr>
        <p:blipFill>
          <a:blip r:embed="rId3"/>
          <a:stretch/>
        </p:blipFill>
        <p:spPr bwMode="auto">
          <a:xfrm>
            <a:off x="4190999" y="1523999"/>
            <a:ext cx="3809999" cy="38099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46817777" name=""/>
          <p:cNvPicPr>
            <a:picLocks noChangeAspect="1"/>
          </p:cNvPicPr>
          <p:nvPr/>
        </p:nvPicPr>
        <p:blipFill>
          <a:blip r:embed="rId3"/>
          <a:stretch/>
        </p:blipFill>
        <p:spPr bwMode="auto">
          <a:xfrm>
            <a:off x="4876799" y="2209799"/>
            <a:ext cx="2438399" cy="24383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68926644" name=""/>
          <p:cNvPicPr>
            <a:picLocks noChangeAspect="1"/>
          </p:cNvPicPr>
          <p:nvPr/>
        </p:nvPicPr>
        <p:blipFill>
          <a:blip r:embed="rId3"/>
          <a:stretch/>
        </p:blipFill>
        <p:spPr bwMode="auto">
          <a:xfrm flipH="0" flipV="0">
            <a:off x="1799641" y="514350"/>
            <a:ext cx="8592714" cy="58292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70845565" name=""/>
          <p:cNvPicPr>
            <a:picLocks noChangeAspect="1"/>
          </p:cNvPicPr>
          <p:nvPr/>
        </p:nvPicPr>
        <p:blipFill>
          <a:blip r:embed="rId3"/>
          <a:stretch/>
        </p:blipFill>
        <p:spPr bwMode="auto">
          <a:xfrm flipH="0" flipV="0">
            <a:off x="2044819" y="2943224"/>
            <a:ext cx="8102357" cy="97154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82293856" name=""/>
          <p:cNvPicPr>
            <a:picLocks noChangeAspect="1"/>
          </p:cNvPicPr>
          <p:nvPr/>
        </p:nvPicPr>
        <p:blipFill>
          <a:blip r:embed="rId3"/>
          <a:stretch/>
        </p:blipFill>
        <p:spPr bwMode="auto">
          <a:xfrm flipH="0" flipV="0">
            <a:off x="5018698" y="932560"/>
            <a:ext cx="2154600" cy="499287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03596265" name=""/>
          <p:cNvPicPr>
            <a:picLocks noChangeAspect="1"/>
          </p:cNvPicPr>
          <p:nvPr/>
        </p:nvPicPr>
        <p:blipFill>
          <a:blip r:embed="rId3"/>
          <a:stretch/>
        </p:blipFill>
        <p:spPr bwMode="auto">
          <a:xfrm flipH="0" flipV="0">
            <a:off x="3706353" y="1133474"/>
            <a:ext cx="4779291" cy="459104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496321143" name=""/>
          <p:cNvPicPr>
            <a:picLocks noChangeAspect="1"/>
          </p:cNvPicPr>
          <p:nvPr/>
        </p:nvPicPr>
        <p:blipFill>
          <a:blip r:embed="rId3"/>
          <a:stretch/>
        </p:blipFill>
        <p:spPr bwMode="auto">
          <a:xfrm flipH="0" flipV="0">
            <a:off x="348438" y="771524"/>
            <a:ext cx="11495120" cy="5314946"/>
          </a:xfrm>
          <a:prstGeom prst="rect">
            <a:avLst/>
          </a:prstGeom>
          <a:ln w="6349">
            <a:solidFill>
              <a:schemeClr val="accent1">
                <a:lumMod val="50196"/>
              </a:schemeClr>
            </a:solidFill>
            <a:prstDash val="solid"/>
          </a:ln>
        </p:spPr>
      </p:pic>
      <p:sp>
        <p:nvSpPr>
          <p:cNvPr id="859389808" name=""/>
          <p:cNvSpPr/>
          <p:nvPr/>
        </p:nvSpPr>
        <p:spPr bwMode="auto">
          <a:xfrm flipH="0" flipV="0">
            <a:off x="439123" y="5567948"/>
            <a:ext cx="11363323" cy="51851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252414351" name=""/>
          <p:cNvPicPr>
            <a:picLocks noChangeAspect="1"/>
          </p:cNvPicPr>
          <p:nvPr/>
        </p:nvPicPr>
        <p:blipFill>
          <a:blip r:embed="rId3"/>
          <a:stretch/>
        </p:blipFill>
        <p:spPr bwMode="auto">
          <a:xfrm flipH="0" flipV="0">
            <a:off x="1258827" y="485774"/>
            <a:ext cx="9674340" cy="588644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67213768" name=""/>
          <p:cNvPicPr>
            <a:picLocks noChangeAspect="1"/>
          </p:cNvPicPr>
          <p:nvPr/>
        </p:nvPicPr>
        <p:blipFill>
          <a:blip r:embed="rId3"/>
          <a:stretch/>
        </p:blipFill>
        <p:spPr bwMode="auto">
          <a:xfrm flipH="0" flipV="0">
            <a:off x="1225144" y="66674"/>
            <a:ext cx="9741706" cy="672464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07074737" name=""/>
          <p:cNvPicPr>
            <a:picLocks noChangeAspect="1"/>
          </p:cNvPicPr>
          <p:nvPr/>
        </p:nvPicPr>
        <p:blipFill>
          <a:blip r:embed="rId3"/>
          <a:stretch/>
        </p:blipFill>
        <p:spPr bwMode="auto">
          <a:xfrm flipH="0" flipV="0">
            <a:off x="898724" y="400049"/>
            <a:ext cx="10394548" cy="60578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659502717" name=""/>
          <p:cNvPicPr>
            <a:picLocks noChangeAspect="1"/>
          </p:cNvPicPr>
          <p:nvPr/>
        </p:nvPicPr>
        <p:blipFill>
          <a:blip r:embed="rId3"/>
          <a:stretch/>
        </p:blipFill>
        <p:spPr bwMode="auto">
          <a:xfrm flipH="0" flipV="0">
            <a:off x="91529" y="628650"/>
            <a:ext cx="12008937" cy="56006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386387210" name=""/>
          <p:cNvPicPr>
            <a:picLocks noChangeAspect="1"/>
          </p:cNvPicPr>
          <p:nvPr/>
        </p:nvPicPr>
        <p:blipFill>
          <a:blip r:embed="rId3"/>
          <a:stretch/>
        </p:blipFill>
        <p:spPr bwMode="auto">
          <a:xfrm flipH="0" flipV="0">
            <a:off x="684822" y="389722"/>
            <a:ext cx="10822351" cy="607855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40027598" name=""/>
          <p:cNvPicPr>
            <a:picLocks noChangeAspect="1"/>
          </p:cNvPicPr>
          <p:nvPr/>
        </p:nvPicPr>
        <p:blipFill>
          <a:blip r:embed="rId3"/>
          <a:stretch/>
        </p:blipFill>
        <p:spPr bwMode="auto">
          <a:xfrm flipH="0" flipV="0">
            <a:off x="922065" y="514349"/>
            <a:ext cx="10347867" cy="58292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93194802" name=""/>
          <p:cNvPicPr>
            <a:picLocks noChangeAspect="1"/>
          </p:cNvPicPr>
          <p:nvPr/>
        </p:nvPicPr>
        <p:blipFill>
          <a:blip r:embed="rId3"/>
          <a:stretch/>
        </p:blipFill>
        <p:spPr bwMode="auto">
          <a:xfrm flipH="0" flipV="0">
            <a:off x="3132748" y="771007"/>
            <a:ext cx="5926500" cy="531598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019601163" name=""/>
          <p:cNvPicPr>
            <a:picLocks noChangeAspect="1"/>
          </p:cNvPicPr>
          <p:nvPr/>
        </p:nvPicPr>
        <p:blipFill>
          <a:blip r:embed="rId3"/>
          <a:stretch/>
        </p:blipFill>
        <p:spPr bwMode="auto">
          <a:xfrm flipH="0" flipV="0">
            <a:off x="3980472" y="608297"/>
            <a:ext cx="4231051" cy="56414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82725908" name=""/>
          <p:cNvPicPr>
            <a:picLocks noChangeAspect="1"/>
          </p:cNvPicPr>
          <p:nvPr/>
        </p:nvPicPr>
        <p:blipFill>
          <a:blip r:embed="rId3"/>
          <a:stretch/>
        </p:blipFill>
        <p:spPr bwMode="auto">
          <a:xfrm flipH="0" flipV="0">
            <a:off x="1028698" y="895349"/>
            <a:ext cx="10134599" cy="5067299"/>
          </a:xfrm>
          <a:prstGeom prst="rect">
            <a:avLst/>
          </a:prstGeom>
        </p:spPr>
      </p:pic>
      <p:sp>
        <p:nvSpPr>
          <p:cNvPr id="493737358" name=""/>
          <p:cNvSpPr/>
          <p:nvPr/>
        </p:nvSpPr>
        <p:spPr bwMode="auto">
          <a:xfrm flipH="0" flipV="0">
            <a:off x="1229699" y="1790699"/>
            <a:ext cx="371475" cy="312419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620085475" name=""/>
          <p:cNvSpPr txBox="1"/>
          <p:nvPr/>
        </p:nvSpPr>
        <p:spPr bwMode="auto">
          <a:xfrm rot="16199969" flipH="0" flipV="0">
            <a:off x="-1385529" y="3289162"/>
            <a:ext cx="4829895" cy="36612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800">
                <a:latin typeface="IBM Plex Sans"/>
              </a:rPr>
              <a:t>Giá Bitcoin bằng đô la Mỹ</a:t>
            </a:r>
            <a:endParaRPr sz="18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a:ea typeface="Arial"/>
        <a:cs typeface="Arial"/>
      </a:majorFont>
      <a:minorFont>
        <a:latin typeface="Arial"/>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ONLYOFFICE/9.0.4.50</Application>
  <PresentationFormat>On-screen Show (4:3)</PresentationFormat>
  <Paragraphs>0</Paragraphs>
  <Slides>70</Slides>
  <Notes>70</Notes>
  <HiddenSlides>0</HiddenSlides>
  <MMClips>2</MMClips>
  <ScaleCrop>0</ScaleCrop>
  <HeadingPairs>
    <vt:vector size="4" baseType="variant">
      <vt:variant>
        <vt:lpstr>Theme</vt:lpstr>
      </vt:variant>
      <vt:variant>
        <vt:i4>1</vt:i4>
      </vt:variant>
      <vt:variant>
        <vt:lpstr>Slide Titles</vt:lpstr>
      </vt:variant>
      <vt:variant>
        <vt:i4>70</vt:i4>
      </vt:variant>
    </vt:vector>
  </HeadingPairs>
  <TitlesOfParts>
    <vt:vector size="71"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MariJ</cp:lastModifiedBy>
  <cp:revision>31</cp:revision>
  <dcterms:modified xsi:type="dcterms:W3CDTF">2025-10-15T15:09:23Z</dcterms:modified>
</cp:coreProperties>
</file>