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Cleartext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Šifrový text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Odesílání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Šifrování</a:t>
            </a:r>
            <a:endParaRPr/>
          </a:p>
          <a:p>
            <a:pPr algn="ctr"/>
            <a:r>
              <a:rPr sz="2300" lang="en-US">
                <a:latin typeface="Roboto"/>
              </a:rPr>
              <a:t>s veřejným</a:t>
            </a:r>
          </a:p>
          <a:p>
            <a:pPr algn="ctr"/>
            <a:r>
              <a:rPr sz="2300" lang="en-US">
                <a:latin typeface="Roboto"/>
              </a:rPr>
              <a:t>klíčem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Dešifrování</a:t>
            </a:r>
            <a:endParaRPr/>
          </a:p>
          <a:p>
            <a:pPr algn="ctr"/>
            <a:r>
              <a:rPr sz="2300" lang="en-US">
                <a:latin typeface="Roboto"/>
              </a:rPr>
              <a:t>s privátním</a:t>
            </a:r>
          </a:p>
          <a:p>
            <a:pPr algn="ctr"/>
            <a:r>
              <a:rPr sz="2300" lang="en-US">
                <a:latin typeface="Roboto"/>
              </a:rPr>
              <a:t>klíčem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Cleartext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Šifrový text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Odesílání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Šifrování </a:t>
            </a:r>
            <a:r>
              <a:rPr sz="1400" b="0" lang="fr-FR">
                <a:latin typeface="IBM Plex Sans"/>
              </a:rPr>
              <a:t>pomocí </a:t>
            </a:r>
            <a:r>
              <a:rPr sz="1400" b="0">
                <a:latin typeface="IBM Plex Sans"/>
              </a:rPr>
              <a:t>veřejného </a:t>
            </a:r>
            <a:r>
              <a:rPr sz="1400" b="0" lang="fr-FR">
                <a:latin typeface="IBM Plex Sans"/>
              </a:rPr>
              <a:t>klíče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Dešifrování </a:t>
            </a:r>
            <a:r>
              <a:rPr sz="1600" b="0" lang="fr-FR">
                <a:latin typeface="IBM Plex Sans"/>
              </a:rPr>
              <a:t>pomocí </a:t>
            </a:r>
            <a:r>
              <a:rPr sz="1600" b="0">
                <a:latin typeface="IBM Plex Sans"/>
              </a:rPr>
              <a:t>soukromého </a:t>
            </a:r>
            <a:r>
              <a:rPr sz="1600" b="0" lang="fr-FR">
                <a:latin typeface="IBM Plex Sans"/>
              </a:rPr>
              <a:t>klíče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Zpráva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Podpis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Odesílání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OK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Podepisování </a:t>
            </a:r>
            <a:r>
              <a:rPr sz="1600" b="0" lang="fr-FR">
                <a:latin typeface="IBM Plex Sans"/>
              </a:rPr>
              <a:t>pomocí </a:t>
            </a:r>
            <a:r>
              <a:rPr sz="1600" b="0">
                <a:latin typeface="IBM Plex Sans"/>
              </a:rPr>
              <a:t>soukromého </a:t>
            </a:r>
            <a:r>
              <a:rPr sz="1600" b="0" lang="fr-FR">
                <a:latin typeface="IBM Plex Sans"/>
              </a:rPr>
              <a:t>klíče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Ověřování </a:t>
            </a:r>
            <a:r>
              <a:rPr sz="1600" b="0" lang="fr-FR">
                <a:latin typeface="IBM Plex Sans"/>
              </a:rPr>
              <a:t>pomocí </a:t>
            </a:r>
            <a:r>
              <a:rPr sz="1600" b="0">
                <a:latin typeface="IBM Plex Sans"/>
              </a:rPr>
              <a:t>veřejného </a:t>
            </a:r>
            <a:r>
              <a:rPr sz="1600" b="0" lang="fr-FR">
                <a:latin typeface="IBM Plex Sans"/>
              </a:rPr>
              <a:t>klíče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odeslat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odeslat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úvěry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Banka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Banka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evidence vydaných </a:t>
            </a:r>
            <a:r>
              <a:rPr sz="1400">
                <a:latin typeface="IBM Plex Sans"/>
              </a:rPr>
              <a:t>bankovek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Distribuované sítě.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Stanice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Odkaz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Centralizace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Decentralizované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Loajální generál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Zrádce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Porážka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Victory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Důvěryhodné časové razítko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Výpočet hash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Odeslat hash agentuře TSA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V rámci společnosti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Data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Data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Ukládejte společně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Podepsané časové razítko </a:t>
            </a:r>
            <a:r>
              <a:rPr sz="1100">
                <a:latin typeface="IBM Plex Sans"/>
              </a:rPr>
              <a:t>a hash jsou </a:t>
            </a:r>
            <a:r>
              <a:rPr sz="1100">
                <a:latin typeface="IBM Plex Sans"/>
              </a:rPr>
              <a:t>vráceny žadateli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Časové razítko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Orgán pro vydávání časových razítek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Výpočet hash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Jedná se </a:t>
            </a:r>
            <a:r>
              <a:rPr sz="1100" lang="fr-FR">
                <a:latin typeface="IBM Plex Sans"/>
              </a:rPr>
              <a:t>o digitální </a:t>
            </a:r>
            <a:r>
              <a:rPr sz="1100">
                <a:latin typeface="IBM Plex Sans"/>
              </a:rPr>
              <a:t>podpis hash </a:t>
            </a:r>
            <a:r>
              <a:rPr sz="1100" lang="fr-FR">
                <a:latin typeface="IBM Plex Sans"/>
              </a:rPr>
              <a:t>zřetězený </a:t>
            </a:r>
            <a:r>
              <a:rPr sz="1100">
                <a:latin typeface="IBM Plex Sans"/>
              </a:rPr>
              <a:t>s </a:t>
            </a:r>
            <a:r>
              <a:rPr sz="1100" lang="fr-FR">
                <a:latin typeface="IBM Plex Sans"/>
              </a:rPr>
              <a:t>časovým </a:t>
            </a:r>
            <a:r>
              <a:rPr sz="1100">
                <a:latin typeface="IBM Plex Sans"/>
              </a:rPr>
              <a:t>razítkem</a:t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Použít soukromý </a:t>
            </a:r>
            <a:r>
              <a:rPr sz="1000">
                <a:latin typeface="IBM Plex Sans"/>
              </a:rPr>
              <a:t>klíč TSA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Časové razítko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Časové razítko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Odkazy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Stránka Satoshiho Nakamota - Nikdy </a:t>
            </a:r>
            <a:r>
              <a:rPr sz="1400" b="0" i="1" lang="fr-FR">
                <a:latin typeface="IBM Plex Sans"/>
              </a:rPr>
              <a:t>jsem nedostal žádný dárek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Fórum o bitcoinech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Bloky Patoshi a invertované časové značky (číslo bloku/ExtraNonce)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Odhad procentního podílu Satoshiho v síti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Procento sítě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Odhad hashrate </a:t>
            </a:r>
            <a:r>
              <a:rPr sz="1800">
                <a:latin typeface="IBM Plex Sans"/>
              </a:rPr>
              <a:t>Satoshiho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Hashrate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Průměrná denní hashrate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Lineární model hashrate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Datum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"Článek: Víte něco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o bitcoinech?"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Bitcoin je elektronická měna, kterou v roce 2009 navrhl Satoshi Nakamoto. Tato měna se od ostatních elektronických měn odlišuje svou plně decentralizovanou povahou peer-to-peer a chytrým využitím základních kryptografických konceptů. Je založena na softwaru napsaném v jazyce C++ a zveřejněném pod open-source licencí MIT.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Bitcoin vzestup strojů.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Cena bitcoinu v amerických dolarech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