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7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tableStyles" Target="tableStyles.xml"/><Relationship Id="rId7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90890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9948130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6333161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9422974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305234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3507711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0978870" name="Slide Image Placeholder 1"/>
          <p:cNvSpPr>
            <a:spLocks noChangeAspect="1" noGrp="1" noRot="1"/>
          </p:cNvSpPr>
          <p:nvPr>
            <p:ph type="sldImg"/>
          </p:nvPr>
        </p:nvSpPr>
        <p:spPr bwMode="auto">
          <a:xfrm>
            <a:off x="685800" y="1143000"/>
            <a:ext cx="5486400" cy="3086100"/>
          </a:xfrm>
        </p:spPr>
      </p:sp>
      <p:sp>
        <p:nvSpPr>
          <p:cNvPr id="1641754055" name="Notes Placeholder 2"/>
          <p:cNvSpPr>
            <a:spLocks noGrp="1"/>
          </p:cNvSpPr>
          <p:nvPr>
            <p:ph type="body" idx="1"/>
          </p:nvPr>
        </p:nvSpPr>
        <p:spPr bwMode="auto"/>
        <p:txBody>
          <a:bodyPr/>
          <a:lstStyle/>
          <a:p>
            <a:pPr>
              <a:defRPr/>
            </a:pPr>
            <a:endParaRPr lang="en-US">
              <a:latin typeface="Arial"/>
              <a:cs typeface="Arial"/>
            </a:endParaRPr>
          </a:p>
        </p:txBody>
      </p:sp>
      <p:sp>
        <p:nvSpPr>
          <p:cNvPr id="1848915755"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07030" name="Slide Image Placeholder 1"/>
          <p:cNvSpPr>
            <a:spLocks noChangeAspect="1" noGrp="1" noRot="1"/>
          </p:cNvSpPr>
          <p:nvPr>
            <p:ph type="sldImg"/>
          </p:nvPr>
        </p:nvSpPr>
        <p:spPr bwMode="auto"/>
      </p:sp>
      <p:sp>
        <p:nvSpPr>
          <p:cNvPr id="1844566913" name="Notes Placeholder 2"/>
          <p:cNvSpPr>
            <a:spLocks noGrp="1"/>
          </p:cNvSpPr>
          <p:nvPr>
            <p:ph type="body" idx="1"/>
          </p:nvPr>
        </p:nvSpPr>
        <p:spPr bwMode="auto"/>
        <p:txBody>
          <a:bodyPr/>
          <a:lstStyle/>
          <a:p>
            <a:pPr>
              <a:defRPr/>
            </a:pPr>
            <a:endParaRPr/>
          </a:p>
        </p:txBody>
      </p:sp>
      <p:sp>
        <p:nvSpPr>
          <p:cNvPr id="411870703" name="Slide Number Placeholder 3"/>
          <p:cNvSpPr>
            <a:spLocks noGrp="1"/>
          </p:cNvSpPr>
          <p:nvPr>
            <p:ph type="sldNum" sz="quarter" idx="10"/>
          </p:nvPr>
        </p:nvSpPr>
        <p:spPr bwMode="auto"/>
        <p:txBody>
          <a:bodyPr/>
          <a:lstStyle/>
          <a:p>
            <a:pPr>
              <a:defRPr/>
            </a:pPr>
            <a:fld id="{20E55648-ADE2-965E-0F87-0ABB71C754B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8987884" name="Slide Image Placeholder 1"/>
          <p:cNvSpPr>
            <a:spLocks noChangeAspect="1" noGrp="1" noRot="1"/>
          </p:cNvSpPr>
          <p:nvPr>
            <p:ph type="sldImg"/>
          </p:nvPr>
        </p:nvSpPr>
        <p:spPr bwMode="auto"/>
      </p:sp>
      <p:sp>
        <p:nvSpPr>
          <p:cNvPr id="2018659221" name="Notes Placeholder 2"/>
          <p:cNvSpPr>
            <a:spLocks noGrp="1"/>
          </p:cNvSpPr>
          <p:nvPr>
            <p:ph type="body" idx="1"/>
          </p:nvPr>
        </p:nvSpPr>
        <p:spPr bwMode="auto"/>
        <p:txBody>
          <a:bodyPr/>
          <a:lstStyle/>
          <a:p>
            <a:pPr>
              <a:defRPr/>
            </a:pPr>
            <a:endParaRPr/>
          </a:p>
        </p:txBody>
      </p:sp>
      <p:sp>
        <p:nvSpPr>
          <p:cNvPr id="1759670535" name="Slide Number Placeholder 3"/>
          <p:cNvSpPr>
            <a:spLocks noGrp="1"/>
          </p:cNvSpPr>
          <p:nvPr>
            <p:ph type="sldNum" sz="quarter" idx="10"/>
          </p:nvPr>
        </p:nvSpPr>
        <p:spPr bwMode="auto"/>
        <p:txBody>
          <a:bodyPr/>
          <a:lstStyle/>
          <a:p>
            <a:pPr>
              <a:defRPr/>
            </a:pPr>
            <a:fld id="{32473744-944F-EBDB-D1E6-8F1CC5CEBD9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9782411" name="Slide Image Placeholder 1"/>
          <p:cNvSpPr>
            <a:spLocks noChangeAspect="1" noGrp="1" noRot="1"/>
          </p:cNvSpPr>
          <p:nvPr>
            <p:ph type="sldImg"/>
          </p:nvPr>
        </p:nvSpPr>
        <p:spPr bwMode="auto"/>
      </p:sp>
      <p:sp>
        <p:nvSpPr>
          <p:cNvPr id="1798231463" name="Notes Placeholder 2"/>
          <p:cNvSpPr>
            <a:spLocks noGrp="1"/>
          </p:cNvSpPr>
          <p:nvPr>
            <p:ph type="body" idx="1"/>
          </p:nvPr>
        </p:nvSpPr>
        <p:spPr bwMode="auto"/>
        <p:txBody>
          <a:bodyPr/>
          <a:lstStyle/>
          <a:p>
            <a:pPr>
              <a:defRPr/>
            </a:pPr>
            <a:endParaRPr/>
          </a:p>
        </p:txBody>
      </p:sp>
      <p:sp>
        <p:nvSpPr>
          <p:cNvPr id="1807947334" name="Slide Number Placeholder 3"/>
          <p:cNvSpPr>
            <a:spLocks noGrp="1"/>
          </p:cNvSpPr>
          <p:nvPr>
            <p:ph type="sldNum" sz="quarter" idx="10"/>
          </p:nvPr>
        </p:nvSpPr>
        <p:spPr bwMode="auto"/>
        <p:txBody>
          <a:bodyPr/>
          <a:lstStyle/>
          <a:p>
            <a:pPr>
              <a:defRPr/>
            </a:pPr>
            <a:fld id="{C78696C0-5062-29DC-8A0D-0B5FE66196A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4146331" name="Slide Image Placeholder 1"/>
          <p:cNvSpPr>
            <a:spLocks noChangeAspect="1" noGrp="1" noRot="1"/>
          </p:cNvSpPr>
          <p:nvPr>
            <p:ph type="sldImg"/>
          </p:nvPr>
        </p:nvSpPr>
        <p:spPr bwMode="auto"/>
      </p:sp>
      <p:sp>
        <p:nvSpPr>
          <p:cNvPr id="496666805" name="Notes Placeholder 2"/>
          <p:cNvSpPr>
            <a:spLocks noGrp="1"/>
          </p:cNvSpPr>
          <p:nvPr>
            <p:ph type="body" idx="1"/>
          </p:nvPr>
        </p:nvSpPr>
        <p:spPr bwMode="auto"/>
        <p:txBody>
          <a:bodyPr/>
          <a:lstStyle/>
          <a:p>
            <a:pPr>
              <a:defRPr/>
            </a:pPr>
            <a:endParaRPr/>
          </a:p>
        </p:txBody>
      </p:sp>
      <p:sp>
        <p:nvSpPr>
          <p:cNvPr id="624653920" name="Slide Number Placeholder 3"/>
          <p:cNvSpPr>
            <a:spLocks noGrp="1"/>
          </p:cNvSpPr>
          <p:nvPr>
            <p:ph type="sldNum" sz="quarter" idx="10"/>
          </p:nvPr>
        </p:nvSpPr>
        <p:spPr bwMode="auto"/>
        <p:txBody>
          <a:bodyPr/>
          <a:lstStyle/>
          <a:p>
            <a:pPr>
              <a:defRPr/>
            </a:pPr>
            <a:fld id="{6EBD0134-888A-C41F-C6A9-E9CB0DCD8F79}"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7538199" name="Slide Image Placeholder 1"/>
          <p:cNvSpPr>
            <a:spLocks noChangeAspect="1" noGrp="1" noRot="1"/>
          </p:cNvSpPr>
          <p:nvPr>
            <p:ph type="sldImg"/>
          </p:nvPr>
        </p:nvSpPr>
        <p:spPr bwMode="auto"/>
      </p:sp>
      <p:sp>
        <p:nvSpPr>
          <p:cNvPr id="192852020" name="Notes Placeholder 2"/>
          <p:cNvSpPr>
            <a:spLocks noGrp="1"/>
          </p:cNvSpPr>
          <p:nvPr>
            <p:ph type="body" idx="1"/>
          </p:nvPr>
        </p:nvSpPr>
        <p:spPr bwMode="auto"/>
        <p:txBody>
          <a:bodyPr/>
          <a:lstStyle/>
          <a:p>
            <a:pPr>
              <a:defRPr/>
            </a:pPr>
            <a:endParaRPr/>
          </a:p>
        </p:txBody>
      </p:sp>
      <p:sp>
        <p:nvSpPr>
          <p:cNvPr id="243591323" name="Slide Number Placeholder 3"/>
          <p:cNvSpPr>
            <a:spLocks noGrp="1"/>
          </p:cNvSpPr>
          <p:nvPr>
            <p:ph type="sldNum" sz="quarter" idx="10"/>
          </p:nvPr>
        </p:nvSpPr>
        <p:spPr bwMode="auto"/>
        <p:txBody>
          <a:bodyPr/>
          <a:lstStyle/>
          <a:p>
            <a:pPr>
              <a:defRPr/>
            </a:pPr>
            <a:fld id="{B727A960-E66B-BEB9-512F-51F73B38A5C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259919" name="Slide Image Placeholder 1"/>
          <p:cNvSpPr>
            <a:spLocks noChangeAspect="1" noGrp="1" noRot="1"/>
          </p:cNvSpPr>
          <p:nvPr>
            <p:ph type="sldImg"/>
          </p:nvPr>
        </p:nvSpPr>
        <p:spPr bwMode="auto"/>
      </p:sp>
      <p:sp>
        <p:nvSpPr>
          <p:cNvPr id="595947963" name="Notes Placeholder 2"/>
          <p:cNvSpPr>
            <a:spLocks noGrp="1"/>
          </p:cNvSpPr>
          <p:nvPr>
            <p:ph type="body" idx="1"/>
          </p:nvPr>
        </p:nvSpPr>
        <p:spPr bwMode="auto"/>
        <p:txBody>
          <a:bodyPr/>
          <a:lstStyle/>
          <a:p>
            <a:pPr>
              <a:defRPr/>
            </a:pPr>
            <a:endParaRPr/>
          </a:p>
        </p:txBody>
      </p:sp>
      <p:sp>
        <p:nvSpPr>
          <p:cNvPr id="780479728" name="Slide Number Placeholder 3"/>
          <p:cNvSpPr>
            <a:spLocks noGrp="1"/>
          </p:cNvSpPr>
          <p:nvPr>
            <p:ph type="sldNum" sz="quarter" idx="10"/>
          </p:nvPr>
        </p:nvSpPr>
        <p:spPr bwMode="auto"/>
        <p:txBody>
          <a:bodyPr/>
          <a:lstStyle/>
          <a:p>
            <a:pPr>
              <a:defRPr/>
            </a:pPr>
            <a:fld id="{CC3624B9-90B4-A423-2B5E-5454F908F41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594588" name="Slide Image Placeholder 1"/>
          <p:cNvSpPr>
            <a:spLocks noChangeAspect="1" noGrp="1" noRot="1"/>
          </p:cNvSpPr>
          <p:nvPr>
            <p:ph type="sldImg"/>
          </p:nvPr>
        </p:nvSpPr>
        <p:spPr bwMode="auto"/>
      </p:sp>
      <p:sp>
        <p:nvSpPr>
          <p:cNvPr id="763954667" name="Notes Placeholder 2"/>
          <p:cNvSpPr>
            <a:spLocks noGrp="1"/>
          </p:cNvSpPr>
          <p:nvPr>
            <p:ph type="body" idx="1"/>
          </p:nvPr>
        </p:nvSpPr>
        <p:spPr bwMode="auto"/>
        <p:txBody>
          <a:bodyPr/>
          <a:lstStyle/>
          <a:p>
            <a:pPr>
              <a:defRPr/>
            </a:pPr>
            <a:endParaRPr/>
          </a:p>
        </p:txBody>
      </p:sp>
      <p:sp>
        <p:nvSpPr>
          <p:cNvPr id="584211226" name="Slide Number Placeholder 3"/>
          <p:cNvSpPr>
            <a:spLocks noGrp="1"/>
          </p:cNvSpPr>
          <p:nvPr>
            <p:ph type="sldNum" sz="quarter" idx="10"/>
          </p:nvPr>
        </p:nvSpPr>
        <p:spPr bwMode="auto"/>
        <p:txBody>
          <a:bodyPr/>
          <a:lstStyle/>
          <a:p>
            <a:pPr>
              <a:defRPr/>
            </a:pPr>
            <a:fld id="{055C4064-3EE6-A2BF-51F2-AEF85998A4A7}"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2613138" name="Slide Image Placeholder 1"/>
          <p:cNvSpPr>
            <a:spLocks noChangeAspect="1" noGrp="1" noRot="1"/>
          </p:cNvSpPr>
          <p:nvPr>
            <p:ph type="sldImg"/>
          </p:nvPr>
        </p:nvSpPr>
        <p:spPr bwMode="auto"/>
      </p:sp>
      <p:sp>
        <p:nvSpPr>
          <p:cNvPr id="873603887" name="Notes Placeholder 2"/>
          <p:cNvSpPr>
            <a:spLocks noGrp="1"/>
          </p:cNvSpPr>
          <p:nvPr>
            <p:ph type="body" idx="1"/>
          </p:nvPr>
        </p:nvSpPr>
        <p:spPr bwMode="auto"/>
        <p:txBody>
          <a:bodyPr/>
          <a:lstStyle/>
          <a:p>
            <a:pPr>
              <a:defRPr/>
            </a:pPr>
            <a:endParaRPr/>
          </a:p>
        </p:txBody>
      </p:sp>
      <p:sp>
        <p:nvSpPr>
          <p:cNvPr id="1625884384" name="Slide Number Placeholder 3"/>
          <p:cNvSpPr>
            <a:spLocks noGrp="1"/>
          </p:cNvSpPr>
          <p:nvPr>
            <p:ph type="sldNum" sz="quarter" idx="10"/>
          </p:nvPr>
        </p:nvSpPr>
        <p:spPr bwMode="auto"/>
        <p:txBody>
          <a:bodyPr/>
          <a:lstStyle/>
          <a:p>
            <a:pPr>
              <a:defRPr/>
            </a:pPr>
            <a:fld id="{A0C163AE-044F-883A-A57C-12F3E3EFBFFD}"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6136006" name="Slide Image Placeholder 1"/>
          <p:cNvSpPr>
            <a:spLocks noChangeAspect="1" noGrp="1" noRot="1"/>
          </p:cNvSpPr>
          <p:nvPr>
            <p:ph type="sldImg"/>
          </p:nvPr>
        </p:nvSpPr>
        <p:spPr bwMode="auto"/>
      </p:sp>
      <p:sp>
        <p:nvSpPr>
          <p:cNvPr id="1553163881" name="Notes Placeholder 2"/>
          <p:cNvSpPr>
            <a:spLocks noGrp="1"/>
          </p:cNvSpPr>
          <p:nvPr>
            <p:ph type="body" idx="1"/>
          </p:nvPr>
        </p:nvSpPr>
        <p:spPr bwMode="auto"/>
        <p:txBody>
          <a:bodyPr/>
          <a:lstStyle/>
          <a:p>
            <a:pPr>
              <a:defRPr/>
            </a:pPr>
            <a:endParaRPr/>
          </a:p>
        </p:txBody>
      </p:sp>
      <p:sp>
        <p:nvSpPr>
          <p:cNvPr id="364745476" name="Slide Number Placeholder 3"/>
          <p:cNvSpPr>
            <a:spLocks noGrp="1"/>
          </p:cNvSpPr>
          <p:nvPr>
            <p:ph type="sldNum" sz="quarter" idx="10"/>
          </p:nvPr>
        </p:nvSpPr>
        <p:spPr bwMode="auto"/>
        <p:txBody>
          <a:bodyPr/>
          <a:lstStyle/>
          <a:p>
            <a:pPr>
              <a:defRPr/>
            </a:pPr>
            <a:fld id="{9792455D-49EB-FB3F-3A5D-A54B84B95EC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5008026" name="Slide Image Placeholder 1"/>
          <p:cNvSpPr>
            <a:spLocks noChangeAspect="1" noGrp="1" noRot="1"/>
          </p:cNvSpPr>
          <p:nvPr>
            <p:ph type="sldImg"/>
          </p:nvPr>
        </p:nvSpPr>
        <p:spPr bwMode="auto"/>
      </p:sp>
      <p:sp>
        <p:nvSpPr>
          <p:cNvPr id="420960998" name="Notes Placeholder 2"/>
          <p:cNvSpPr>
            <a:spLocks noGrp="1"/>
          </p:cNvSpPr>
          <p:nvPr>
            <p:ph type="body" idx="1"/>
          </p:nvPr>
        </p:nvSpPr>
        <p:spPr bwMode="auto"/>
        <p:txBody>
          <a:bodyPr/>
          <a:lstStyle/>
          <a:p>
            <a:pPr>
              <a:defRPr/>
            </a:pPr>
            <a:endParaRPr/>
          </a:p>
        </p:txBody>
      </p:sp>
      <p:sp>
        <p:nvSpPr>
          <p:cNvPr id="649144516" name="Slide Number Placeholder 3"/>
          <p:cNvSpPr>
            <a:spLocks noGrp="1"/>
          </p:cNvSpPr>
          <p:nvPr>
            <p:ph type="sldNum" sz="quarter" idx="10"/>
          </p:nvPr>
        </p:nvSpPr>
        <p:spPr bwMode="auto"/>
        <p:txBody>
          <a:bodyPr/>
          <a:lstStyle/>
          <a:p>
            <a:pPr>
              <a:defRPr/>
            </a:pPr>
            <a:fld id="{B8631968-6248-63BE-F4DC-BD5ECB85DA3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4447952" name="Slide Image Placeholder 1"/>
          <p:cNvSpPr>
            <a:spLocks noChangeAspect="1" noGrp="1" noRot="1"/>
          </p:cNvSpPr>
          <p:nvPr>
            <p:ph type="sldImg"/>
          </p:nvPr>
        </p:nvSpPr>
        <p:spPr bwMode="auto"/>
      </p:sp>
      <p:sp>
        <p:nvSpPr>
          <p:cNvPr id="1126210712" name="Notes Placeholder 2"/>
          <p:cNvSpPr>
            <a:spLocks noGrp="1"/>
          </p:cNvSpPr>
          <p:nvPr>
            <p:ph type="body" idx="1"/>
          </p:nvPr>
        </p:nvSpPr>
        <p:spPr bwMode="auto"/>
        <p:txBody>
          <a:bodyPr/>
          <a:lstStyle/>
          <a:p>
            <a:pPr>
              <a:defRPr/>
            </a:pPr>
            <a:endParaRPr/>
          </a:p>
        </p:txBody>
      </p:sp>
      <p:sp>
        <p:nvSpPr>
          <p:cNvPr id="894183102" name="Slide Number Placeholder 3"/>
          <p:cNvSpPr>
            <a:spLocks noGrp="1"/>
          </p:cNvSpPr>
          <p:nvPr>
            <p:ph type="sldNum" sz="quarter" idx="10"/>
          </p:nvPr>
        </p:nvSpPr>
        <p:spPr bwMode="auto"/>
        <p:txBody>
          <a:bodyPr/>
          <a:lstStyle/>
          <a:p>
            <a:pPr>
              <a:defRPr/>
            </a:pPr>
            <a:fld id="{E8E812B2-1B68-B1DC-1870-D4D85F9024BA}"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9272012" name="Slide Image Placeholder 1"/>
          <p:cNvSpPr>
            <a:spLocks noChangeAspect="1" noGrp="1" noRot="1"/>
          </p:cNvSpPr>
          <p:nvPr>
            <p:ph type="sldImg"/>
          </p:nvPr>
        </p:nvSpPr>
        <p:spPr bwMode="auto"/>
      </p:sp>
      <p:sp>
        <p:nvSpPr>
          <p:cNvPr id="335077920" name="Notes Placeholder 2"/>
          <p:cNvSpPr>
            <a:spLocks noGrp="1"/>
          </p:cNvSpPr>
          <p:nvPr>
            <p:ph type="body" idx="1"/>
          </p:nvPr>
        </p:nvSpPr>
        <p:spPr bwMode="auto"/>
        <p:txBody>
          <a:bodyPr/>
          <a:lstStyle/>
          <a:p>
            <a:pPr>
              <a:defRPr/>
            </a:pPr>
            <a:endParaRPr/>
          </a:p>
        </p:txBody>
      </p:sp>
      <p:sp>
        <p:nvSpPr>
          <p:cNvPr id="2136816195" name="Slide Number Placeholder 3"/>
          <p:cNvSpPr>
            <a:spLocks noGrp="1"/>
          </p:cNvSpPr>
          <p:nvPr>
            <p:ph type="sldNum" sz="quarter" idx="10"/>
          </p:nvPr>
        </p:nvSpPr>
        <p:spPr bwMode="auto"/>
        <p:txBody>
          <a:bodyPr/>
          <a:lstStyle/>
          <a:p>
            <a:pPr>
              <a:defRPr/>
            </a:pPr>
            <a:fld id="{95745C4F-2678-59E7-2ECA-A500A97CE2C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7330709" name="Slide Image Placeholder 1"/>
          <p:cNvSpPr>
            <a:spLocks noChangeAspect="1" noGrp="1" noRot="1"/>
          </p:cNvSpPr>
          <p:nvPr>
            <p:ph type="sldImg"/>
          </p:nvPr>
        </p:nvSpPr>
        <p:spPr bwMode="auto"/>
      </p:sp>
      <p:sp>
        <p:nvSpPr>
          <p:cNvPr id="2104528450" name="Notes Placeholder 2"/>
          <p:cNvSpPr>
            <a:spLocks noGrp="1"/>
          </p:cNvSpPr>
          <p:nvPr>
            <p:ph type="body" idx="1"/>
          </p:nvPr>
        </p:nvSpPr>
        <p:spPr bwMode="auto"/>
        <p:txBody>
          <a:bodyPr/>
          <a:lstStyle/>
          <a:p>
            <a:pPr>
              <a:defRPr/>
            </a:pPr>
            <a:endParaRPr/>
          </a:p>
        </p:txBody>
      </p:sp>
      <p:sp>
        <p:nvSpPr>
          <p:cNvPr id="813489393" name="Slide Number Placeholder 3"/>
          <p:cNvSpPr>
            <a:spLocks noGrp="1"/>
          </p:cNvSpPr>
          <p:nvPr>
            <p:ph type="sldNum" sz="quarter" idx="10"/>
          </p:nvPr>
        </p:nvSpPr>
        <p:spPr bwMode="auto"/>
        <p:txBody>
          <a:bodyPr/>
          <a:lstStyle/>
          <a:p>
            <a:pPr>
              <a:defRPr/>
            </a:pPr>
            <a:fld id="{237134FC-422C-A81C-D2A9-89C9D8EAEF68}"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5696982" name="Slide Image Placeholder 1"/>
          <p:cNvSpPr>
            <a:spLocks noChangeAspect="1" noGrp="1" noRot="1"/>
          </p:cNvSpPr>
          <p:nvPr>
            <p:ph type="sldImg"/>
          </p:nvPr>
        </p:nvSpPr>
        <p:spPr bwMode="auto"/>
      </p:sp>
      <p:sp>
        <p:nvSpPr>
          <p:cNvPr id="547440255" name="Notes Placeholder 2"/>
          <p:cNvSpPr>
            <a:spLocks noGrp="1"/>
          </p:cNvSpPr>
          <p:nvPr>
            <p:ph type="body" idx="1"/>
          </p:nvPr>
        </p:nvSpPr>
        <p:spPr bwMode="auto"/>
        <p:txBody>
          <a:bodyPr/>
          <a:lstStyle/>
          <a:p>
            <a:pPr>
              <a:defRPr/>
            </a:pPr>
            <a:endParaRPr/>
          </a:p>
        </p:txBody>
      </p:sp>
      <p:sp>
        <p:nvSpPr>
          <p:cNvPr id="1071877374" name="Slide Number Placeholder 3"/>
          <p:cNvSpPr>
            <a:spLocks noGrp="1"/>
          </p:cNvSpPr>
          <p:nvPr>
            <p:ph type="sldNum" sz="quarter" idx="10"/>
          </p:nvPr>
        </p:nvSpPr>
        <p:spPr bwMode="auto"/>
        <p:txBody>
          <a:bodyPr/>
          <a:lstStyle/>
          <a:p>
            <a:pPr>
              <a:defRPr/>
            </a:pPr>
            <a:fld id="{3414A156-7A59-A123-F75C-E447D5D47851}"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1736343" name="Slide Image Placeholder 1"/>
          <p:cNvSpPr>
            <a:spLocks noChangeAspect="1" noGrp="1" noRot="1"/>
          </p:cNvSpPr>
          <p:nvPr>
            <p:ph type="sldImg"/>
          </p:nvPr>
        </p:nvSpPr>
        <p:spPr bwMode="auto"/>
      </p:sp>
      <p:sp>
        <p:nvSpPr>
          <p:cNvPr id="794855136" name="Notes Placeholder 2"/>
          <p:cNvSpPr>
            <a:spLocks noGrp="1"/>
          </p:cNvSpPr>
          <p:nvPr>
            <p:ph type="body" idx="1"/>
          </p:nvPr>
        </p:nvSpPr>
        <p:spPr bwMode="auto"/>
        <p:txBody>
          <a:bodyPr/>
          <a:lstStyle/>
          <a:p>
            <a:pPr>
              <a:defRPr/>
            </a:pPr>
            <a:endParaRPr/>
          </a:p>
        </p:txBody>
      </p:sp>
      <p:sp>
        <p:nvSpPr>
          <p:cNvPr id="1525224499" name="Slide Number Placeholder 3"/>
          <p:cNvSpPr>
            <a:spLocks noGrp="1"/>
          </p:cNvSpPr>
          <p:nvPr>
            <p:ph type="sldNum" sz="quarter" idx="10"/>
          </p:nvPr>
        </p:nvSpPr>
        <p:spPr bwMode="auto"/>
        <p:txBody>
          <a:bodyPr/>
          <a:lstStyle/>
          <a:p>
            <a:pPr>
              <a:defRPr/>
            </a:pPr>
            <a:fld id="{C374181E-3D75-015A-BF9A-A1811885AE16}"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1133491" name="Slide Image Placeholder 1"/>
          <p:cNvSpPr>
            <a:spLocks noChangeAspect="1" noGrp="1" noRot="1"/>
          </p:cNvSpPr>
          <p:nvPr>
            <p:ph type="sldImg"/>
          </p:nvPr>
        </p:nvSpPr>
        <p:spPr bwMode="auto"/>
      </p:sp>
      <p:sp>
        <p:nvSpPr>
          <p:cNvPr id="489355366" name="Notes Placeholder 2"/>
          <p:cNvSpPr>
            <a:spLocks noGrp="1"/>
          </p:cNvSpPr>
          <p:nvPr>
            <p:ph type="body" idx="1"/>
          </p:nvPr>
        </p:nvSpPr>
        <p:spPr bwMode="auto"/>
        <p:txBody>
          <a:bodyPr/>
          <a:lstStyle/>
          <a:p>
            <a:pPr>
              <a:defRPr/>
            </a:pPr>
            <a:endParaRPr/>
          </a:p>
        </p:txBody>
      </p:sp>
      <p:sp>
        <p:nvSpPr>
          <p:cNvPr id="1965503353" name="Slide Number Placeholder 3"/>
          <p:cNvSpPr>
            <a:spLocks noGrp="1"/>
          </p:cNvSpPr>
          <p:nvPr>
            <p:ph type="sldNum" sz="quarter" idx="10"/>
          </p:nvPr>
        </p:nvSpPr>
        <p:spPr bwMode="auto"/>
        <p:txBody>
          <a:bodyPr/>
          <a:lstStyle/>
          <a:p>
            <a:pPr>
              <a:defRPr/>
            </a:pPr>
            <a:fld id="{20162975-0B87-124D-F4CF-CC0D059DED3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461059" name="Slide Image Placeholder 1"/>
          <p:cNvSpPr>
            <a:spLocks noChangeAspect="1" noGrp="1" noRot="1"/>
          </p:cNvSpPr>
          <p:nvPr>
            <p:ph type="sldImg"/>
          </p:nvPr>
        </p:nvSpPr>
        <p:spPr bwMode="auto"/>
      </p:sp>
      <p:sp>
        <p:nvSpPr>
          <p:cNvPr id="2010807350" name="Notes Placeholder 2"/>
          <p:cNvSpPr>
            <a:spLocks noGrp="1"/>
          </p:cNvSpPr>
          <p:nvPr>
            <p:ph type="body" idx="1"/>
          </p:nvPr>
        </p:nvSpPr>
        <p:spPr bwMode="auto"/>
        <p:txBody>
          <a:bodyPr/>
          <a:lstStyle/>
          <a:p>
            <a:pPr>
              <a:defRPr/>
            </a:pPr>
            <a:endParaRPr/>
          </a:p>
        </p:txBody>
      </p:sp>
      <p:sp>
        <p:nvSpPr>
          <p:cNvPr id="1131638784" name="Slide Number Placeholder 3"/>
          <p:cNvSpPr>
            <a:spLocks noGrp="1"/>
          </p:cNvSpPr>
          <p:nvPr>
            <p:ph type="sldNum" sz="quarter" idx="10"/>
          </p:nvPr>
        </p:nvSpPr>
        <p:spPr bwMode="auto"/>
        <p:txBody>
          <a:bodyPr/>
          <a:lstStyle/>
          <a:p>
            <a:pPr>
              <a:defRPr/>
            </a:pPr>
            <a:fld id="{DF710F28-E052-173C-41D9-DD6C9335DF6F}"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187352" name="Slide Image Placeholder 1"/>
          <p:cNvSpPr>
            <a:spLocks noChangeAspect="1" noGrp="1" noRot="1"/>
          </p:cNvSpPr>
          <p:nvPr>
            <p:ph type="sldImg"/>
          </p:nvPr>
        </p:nvSpPr>
        <p:spPr bwMode="auto"/>
      </p:sp>
      <p:sp>
        <p:nvSpPr>
          <p:cNvPr id="1443043441" name="Notes Placeholder 2"/>
          <p:cNvSpPr>
            <a:spLocks noGrp="1"/>
          </p:cNvSpPr>
          <p:nvPr>
            <p:ph type="body" idx="1"/>
          </p:nvPr>
        </p:nvSpPr>
        <p:spPr bwMode="auto"/>
        <p:txBody>
          <a:bodyPr/>
          <a:lstStyle/>
          <a:p>
            <a:pPr>
              <a:defRPr/>
            </a:pPr>
            <a:endParaRPr/>
          </a:p>
        </p:txBody>
      </p:sp>
      <p:sp>
        <p:nvSpPr>
          <p:cNvPr id="1821177459" name="Slide Number Placeholder 3"/>
          <p:cNvSpPr>
            <a:spLocks noGrp="1"/>
          </p:cNvSpPr>
          <p:nvPr>
            <p:ph type="sldNum" sz="quarter" idx="10"/>
          </p:nvPr>
        </p:nvSpPr>
        <p:spPr bwMode="auto"/>
        <p:txBody>
          <a:bodyPr/>
          <a:lstStyle/>
          <a:p>
            <a:pPr>
              <a:defRPr/>
            </a:pPr>
            <a:fld id="{3D9DB6D7-1DAB-B1E0-82BB-0703661D710D}"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0223096" name="Slide Image Placeholder 1"/>
          <p:cNvSpPr>
            <a:spLocks noChangeAspect="1" noGrp="1" noRot="1"/>
          </p:cNvSpPr>
          <p:nvPr>
            <p:ph type="sldImg"/>
          </p:nvPr>
        </p:nvSpPr>
        <p:spPr bwMode="auto"/>
      </p:sp>
      <p:sp>
        <p:nvSpPr>
          <p:cNvPr id="166868795" name="Notes Placeholder 2"/>
          <p:cNvSpPr>
            <a:spLocks noGrp="1"/>
          </p:cNvSpPr>
          <p:nvPr>
            <p:ph type="body" idx="1"/>
          </p:nvPr>
        </p:nvSpPr>
        <p:spPr bwMode="auto"/>
        <p:txBody>
          <a:bodyPr/>
          <a:lstStyle/>
          <a:p>
            <a:pPr>
              <a:defRPr/>
            </a:pPr>
            <a:endParaRPr/>
          </a:p>
        </p:txBody>
      </p:sp>
      <p:sp>
        <p:nvSpPr>
          <p:cNvPr id="2065007204" name="Slide Number Placeholder 3"/>
          <p:cNvSpPr>
            <a:spLocks noGrp="1"/>
          </p:cNvSpPr>
          <p:nvPr>
            <p:ph type="sldNum" sz="quarter" idx="10"/>
          </p:nvPr>
        </p:nvSpPr>
        <p:spPr bwMode="auto"/>
        <p:txBody>
          <a:bodyPr/>
          <a:lstStyle/>
          <a:p>
            <a:pPr>
              <a:defRPr/>
            </a:pPr>
            <a:fld id="{399B5EB9-CEEA-9BBB-ADE0-7D8A93C8FCB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4279831" name="Slide Image Placeholder 1"/>
          <p:cNvSpPr>
            <a:spLocks noChangeAspect="1" noGrp="1" noRot="1"/>
          </p:cNvSpPr>
          <p:nvPr>
            <p:ph type="sldImg"/>
          </p:nvPr>
        </p:nvSpPr>
        <p:spPr bwMode="auto"/>
      </p:sp>
      <p:sp>
        <p:nvSpPr>
          <p:cNvPr id="1385849402" name="Notes Placeholder 2"/>
          <p:cNvSpPr>
            <a:spLocks noGrp="1"/>
          </p:cNvSpPr>
          <p:nvPr>
            <p:ph type="body" idx="1"/>
          </p:nvPr>
        </p:nvSpPr>
        <p:spPr bwMode="auto"/>
        <p:txBody>
          <a:bodyPr/>
          <a:lstStyle/>
          <a:p>
            <a:pPr>
              <a:defRPr/>
            </a:pPr>
            <a:endParaRPr/>
          </a:p>
        </p:txBody>
      </p:sp>
      <p:sp>
        <p:nvSpPr>
          <p:cNvPr id="283048007" name="Slide Number Placeholder 3"/>
          <p:cNvSpPr>
            <a:spLocks noGrp="1"/>
          </p:cNvSpPr>
          <p:nvPr>
            <p:ph type="sldNum" sz="quarter" idx="10"/>
          </p:nvPr>
        </p:nvSpPr>
        <p:spPr bwMode="auto"/>
        <p:txBody>
          <a:bodyPr/>
          <a:lstStyle/>
          <a:p>
            <a:pPr>
              <a:defRPr/>
            </a:pPr>
            <a:fld id="{1E258580-6B33-FA3E-7D01-D92051217F84}"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9435849" name="Slide Image Placeholder 1"/>
          <p:cNvSpPr>
            <a:spLocks noChangeAspect="1" noGrp="1" noRot="1"/>
          </p:cNvSpPr>
          <p:nvPr>
            <p:ph type="sldImg"/>
          </p:nvPr>
        </p:nvSpPr>
        <p:spPr bwMode="auto"/>
      </p:sp>
      <p:sp>
        <p:nvSpPr>
          <p:cNvPr id="1831028955" name="Notes Placeholder 2"/>
          <p:cNvSpPr>
            <a:spLocks noGrp="1"/>
          </p:cNvSpPr>
          <p:nvPr>
            <p:ph type="body" idx="1"/>
          </p:nvPr>
        </p:nvSpPr>
        <p:spPr bwMode="auto"/>
        <p:txBody>
          <a:bodyPr/>
          <a:lstStyle/>
          <a:p>
            <a:pPr>
              <a:defRPr/>
            </a:pPr>
            <a:endParaRPr/>
          </a:p>
        </p:txBody>
      </p:sp>
      <p:sp>
        <p:nvSpPr>
          <p:cNvPr id="1622506081" name="Slide Number Placeholder 3"/>
          <p:cNvSpPr>
            <a:spLocks noGrp="1"/>
          </p:cNvSpPr>
          <p:nvPr>
            <p:ph type="sldNum" sz="quarter" idx="10"/>
          </p:nvPr>
        </p:nvSpPr>
        <p:spPr bwMode="auto"/>
        <p:txBody>
          <a:bodyPr/>
          <a:lstStyle/>
          <a:p>
            <a:pPr>
              <a:defRPr/>
            </a:pPr>
            <a:fld id="{2AF64CBA-39A3-330E-222D-8DFBAC3EAED1}"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694685" name="Slide Image Placeholder 1"/>
          <p:cNvSpPr>
            <a:spLocks noChangeAspect="1" noGrp="1" noRot="1"/>
          </p:cNvSpPr>
          <p:nvPr>
            <p:ph type="sldImg"/>
          </p:nvPr>
        </p:nvSpPr>
        <p:spPr bwMode="auto"/>
      </p:sp>
      <p:sp>
        <p:nvSpPr>
          <p:cNvPr id="828245654" name="Notes Placeholder 2"/>
          <p:cNvSpPr>
            <a:spLocks noGrp="1"/>
          </p:cNvSpPr>
          <p:nvPr>
            <p:ph type="body" idx="1"/>
          </p:nvPr>
        </p:nvSpPr>
        <p:spPr bwMode="auto"/>
        <p:txBody>
          <a:bodyPr/>
          <a:lstStyle/>
          <a:p>
            <a:pPr>
              <a:defRPr/>
            </a:pPr>
            <a:endParaRPr/>
          </a:p>
        </p:txBody>
      </p:sp>
      <p:sp>
        <p:nvSpPr>
          <p:cNvPr id="320978408" name="Slide Number Placeholder 3"/>
          <p:cNvSpPr>
            <a:spLocks noGrp="1"/>
          </p:cNvSpPr>
          <p:nvPr>
            <p:ph type="sldNum" sz="quarter" idx="10"/>
          </p:nvPr>
        </p:nvSpPr>
        <p:spPr bwMode="auto"/>
        <p:txBody>
          <a:bodyPr/>
          <a:lstStyle/>
          <a:p>
            <a:pPr>
              <a:defRPr/>
            </a:pPr>
            <a:fld id="{C45E4D4C-FF23-C312-3909-D43C2034481A}"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0857520" name="Slide Image Placeholder 1"/>
          <p:cNvSpPr>
            <a:spLocks noChangeAspect="1" noGrp="1" noRot="1"/>
          </p:cNvSpPr>
          <p:nvPr>
            <p:ph type="sldImg"/>
          </p:nvPr>
        </p:nvSpPr>
        <p:spPr bwMode="auto"/>
      </p:sp>
      <p:sp>
        <p:nvSpPr>
          <p:cNvPr id="2045309764" name="Notes Placeholder 2"/>
          <p:cNvSpPr>
            <a:spLocks noGrp="1"/>
          </p:cNvSpPr>
          <p:nvPr>
            <p:ph type="body" idx="1"/>
          </p:nvPr>
        </p:nvSpPr>
        <p:spPr bwMode="auto"/>
        <p:txBody>
          <a:bodyPr/>
          <a:lstStyle/>
          <a:p>
            <a:pPr>
              <a:defRPr/>
            </a:pPr>
            <a:endParaRPr/>
          </a:p>
        </p:txBody>
      </p:sp>
      <p:sp>
        <p:nvSpPr>
          <p:cNvPr id="334900570" name="Slide Number Placeholder 3"/>
          <p:cNvSpPr>
            <a:spLocks noGrp="1"/>
          </p:cNvSpPr>
          <p:nvPr>
            <p:ph type="sldNum" sz="quarter" idx="10"/>
          </p:nvPr>
        </p:nvSpPr>
        <p:spPr bwMode="auto"/>
        <p:txBody>
          <a:bodyPr/>
          <a:lstStyle/>
          <a:p>
            <a:pPr>
              <a:defRPr/>
            </a:pPr>
            <a:fld id="{5E9D0093-CEF7-4F7C-3917-F404DA844F27}"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364900" name="Slide Image Placeholder 1"/>
          <p:cNvSpPr>
            <a:spLocks noChangeAspect="1" noGrp="1" noRot="1"/>
          </p:cNvSpPr>
          <p:nvPr>
            <p:ph type="sldImg"/>
          </p:nvPr>
        </p:nvSpPr>
        <p:spPr bwMode="auto"/>
      </p:sp>
      <p:sp>
        <p:nvSpPr>
          <p:cNvPr id="101303473" name="Notes Placeholder 2"/>
          <p:cNvSpPr>
            <a:spLocks noGrp="1"/>
          </p:cNvSpPr>
          <p:nvPr>
            <p:ph type="body" idx="1"/>
          </p:nvPr>
        </p:nvSpPr>
        <p:spPr bwMode="auto"/>
        <p:txBody>
          <a:bodyPr/>
          <a:lstStyle/>
          <a:p>
            <a:pPr>
              <a:defRPr/>
            </a:pPr>
            <a:endParaRPr/>
          </a:p>
        </p:txBody>
      </p:sp>
      <p:sp>
        <p:nvSpPr>
          <p:cNvPr id="1870131968" name="Slide Number Placeholder 3"/>
          <p:cNvSpPr>
            <a:spLocks noGrp="1"/>
          </p:cNvSpPr>
          <p:nvPr>
            <p:ph type="sldNum" sz="quarter" idx="10"/>
          </p:nvPr>
        </p:nvSpPr>
        <p:spPr bwMode="auto"/>
        <p:txBody>
          <a:bodyPr/>
          <a:lstStyle/>
          <a:p>
            <a:pPr>
              <a:defRPr/>
            </a:pPr>
            <a:fld id="{5FE2612B-5475-F079-D6D8-D27530AECA99}"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4112419" name="Slide Image Placeholder 1"/>
          <p:cNvSpPr>
            <a:spLocks noChangeAspect="1" noGrp="1" noRot="1"/>
          </p:cNvSpPr>
          <p:nvPr>
            <p:ph type="sldImg"/>
          </p:nvPr>
        </p:nvSpPr>
        <p:spPr bwMode="auto"/>
      </p:sp>
      <p:sp>
        <p:nvSpPr>
          <p:cNvPr id="1041400984" name="Notes Placeholder 2"/>
          <p:cNvSpPr>
            <a:spLocks noGrp="1"/>
          </p:cNvSpPr>
          <p:nvPr>
            <p:ph type="body" idx="1"/>
          </p:nvPr>
        </p:nvSpPr>
        <p:spPr bwMode="auto"/>
        <p:txBody>
          <a:bodyPr/>
          <a:lstStyle/>
          <a:p>
            <a:pPr>
              <a:defRPr/>
            </a:pPr>
            <a:endParaRPr/>
          </a:p>
        </p:txBody>
      </p:sp>
      <p:sp>
        <p:nvSpPr>
          <p:cNvPr id="1353170894" name="Slide Number Placeholder 3"/>
          <p:cNvSpPr>
            <a:spLocks noGrp="1"/>
          </p:cNvSpPr>
          <p:nvPr>
            <p:ph type="sldNum" sz="quarter" idx="10"/>
          </p:nvPr>
        </p:nvSpPr>
        <p:spPr bwMode="auto"/>
        <p:txBody>
          <a:bodyPr/>
          <a:lstStyle/>
          <a:p>
            <a:pPr>
              <a:defRPr/>
            </a:pPr>
            <a:fld id="{BD3A8570-D5E3-A3DA-E9BE-4E59B47DCD31}"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8301177" name="Slide Image Placeholder 1"/>
          <p:cNvSpPr>
            <a:spLocks noChangeAspect="1" noGrp="1" noRot="1"/>
          </p:cNvSpPr>
          <p:nvPr>
            <p:ph type="sldImg"/>
          </p:nvPr>
        </p:nvSpPr>
        <p:spPr bwMode="auto"/>
      </p:sp>
      <p:sp>
        <p:nvSpPr>
          <p:cNvPr id="1241559198" name="Notes Placeholder 2"/>
          <p:cNvSpPr>
            <a:spLocks noGrp="1"/>
          </p:cNvSpPr>
          <p:nvPr>
            <p:ph type="body" idx="1"/>
          </p:nvPr>
        </p:nvSpPr>
        <p:spPr bwMode="auto"/>
        <p:txBody>
          <a:bodyPr/>
          <a:lstStyle/>
          <a:p>
            <a:pPr>
              <a:defRPr/>
            </a:pPr>
            <a:endParaRPr/>
          </a:p>
        </p:txBody>
      </p:sp>
      <p:sp>
        <p:nvSpPr>
          <p:cNvPr id="126578646" name="Slide Number Placeholder 3"/>
          <p:cNvSpPr>
            <a:spLocks noGrp="1"/>
          </p:cNvSpPr>
          <p:nvPr>
            <p:ph type="sldNum" sz="quarter" idx="10"/>
          </p:nvPr>
        </p:nvSpPr>
        <p:spPr bwMode="auto"/>
        <p:txBody>
          <a:bodyPr/>
          <a:lstStyle/>
          <a:p>
            <a:pPr>
              <a:defRPr/>
            </a:pPr>
            <a:fld id="{602157EF-C9F3-24D9-B1A1-FB4AB3408235}"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4212009" name="Slide Image Placeholder 1"/>
          <p:cNvSpPr>
            <a:spLocks noChangeAspect="1" noGrp="1" noRot="1"/>
          </p:cNvSpPr>
          <p:nvPr>
            <p:ph type="sldImg"/>
          </p:nvPr>
        </p:nvSpPr>
        <p:spPr bwMode="auto"/>
      </p:sp>
      <p:sp>
        <p:nvSpPr>
          <p:cNvPr id="931118386" name="Notes Placeholder 2"/>
          <p:cNvSpPr>
            <a:spLocks noGrp="1"/>
          </p:cNvSpPr>
          <p:nvPr>
            <p:ph type="body" idx="1"/>
          </p:nvPr>
        </p:nvSpPr>
        <p:spPr bwMode="auto"/>
        <p:txBody>
          <a:bodyPr/>
          <a:lstStyle/>
          <a:p>
            <a:pPr>
              <a:defRPr/>
            </a:pPr>
            <a:endParaRPr/>
          </a:p>
        </p:txBody>
      </p:sp>
      <p:sp>
        <p:nvSpPr>
          <p:cNvPr id="289538646" name="Slide Number Placeholder 3"/>
          <p:cNvSpPr>
            <a:spLocks noGrp="1"/>
          </p:cNvSpPr>
          <p:nvPr>
            <p:ph type="sldNum" sz="quarter" idx="10"/>
          </p:nvPr>
        </p:nvSpPr>
        <p:spPr bwMode="auto"/>
        <p:txBody>
          <a:bodyPr/>
          <a:lstStyle/>
          <a:p>
            <a:pPr>
              <a:defRPr/>
            </a:pPr>
            <a:fld id="{08873EC8-14A0-3A00-0EAE-6D6F91E8567D}"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0532495" name="Slide Image Placeholder 1"/>
          <p:cNvSpPr>
            <a:spLocks noChangeAspect="1" noGrp="1" noRot="1"/>
          </p:cNvSpPr>
          <p:nvPr>
            <p:ph type="sldImg"/>
          </p:nvPr>
        </p:nvSpPr>
        <p:spPr bwMode="auto"/>
      </p:sp>
      <p:sp>
        <p:nvSpPr>
          <p:cNvPr id="1892047684" name="Notes Placeholder 2"/>
          <p:cNvSpPr>
            <a:spLocks noGrp="1"/>
          </p:cNvSpPr>
          <p:nvPr>
            <p:ph type="body" idx="1"/>
          </p:nvPr>
        </p:nvSpPr>
        <p:spPr bwMode="auto"/>
        <p:txBody>
          <a:bodyPr/>
          <a:lstStyle/>
          <a:p>
            <a:pPr>
              <a:defRPr/>
            </a:pPr>
            <a:endParaRPr/>
          </a:p>
        </p:txBody>
      </p:sp>
      <p:sp>
        <p:nvSpPr>
          <p:cNvPr id="2054808403" name="Slide Number Placeholder 3"/>
          <p:cNvSpPr>
            <a:spLocks noGrp="1"/>
          </p:cNvSpPr>
          <p:nvPr>
            <p:ph type="sldNum" sz="quarter" idx="10"/>
          </p:nvPr>
        </p:nvSpPr>
        <p:spPr bwMode="auto"/>
        <p:txBody>
          <a:bodyPr/>
          <a:lstStyle/>
          <a:p>
            <a:pPr>
              <a:defRPr/>
            </a:pPr>
            <a:fld id="{41797A96-85C7-DC3D-4197-A7799D4D93EE}"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3006188" name="Slide Image Placeholder 1"/>
          <p:cNvSpPr>
            <a:spLocks noChangeAspect="1" noGrp="1" noRot="1"/>
          </p:cNvSpPr>
          <p:nvPr>
            <p:ph type="sldImg"/>
          </p:nvPr>
        </p:nvSpPr>
        <p:spPr bwMode="auto"/>
      </p:sp>
      <p:sp>
        <p:nvSpPr>
          <p:cNvPr id="607947487" name="Notes Placeholder 2"/>
          <p:cNvSpPr>
            <a:spLocks noGrp="1"/>
          </p:cNvSpPr>
          <p:nvPr>
            <p:ph type="body" idx="1"/>
          </p:nvPr>
        </p:nvSpPr>
        <p:spPr bwMode="auto"/>
        <p:txBody>
          <a:bodyPr/>
          <a:lstStyle/>
          <a:p>
            <a:pPr>
              <a:defRPr/>
            </a:pPr>
            <a:endParaRPr/>
          </a:p>
        </p:txBody>
      </p:sp>
      <p:sp>
        <p:nvSpPr>
          <p:cNvPr id="569048169" name="Slide Number Placeholder 3"/>
          <p:cNvSpPr>
            <a:spLocks noGrp="1"/>
          </p:cNvSpPr>
          <p:nvPr>
            <p:ph type="sldNum" sz="quarter" idx="10"/>
          </p:nvPr>
        </p:nvSpPr>
        <p:spPr bwMode="auto"/>
        <p:txBody>
          <a:bodyPr/>
          <a:lstStyle/>
          <a:p>
            <a:pPr>
              <a:defRPr/>
            </a:pPr>
            <a:fld id="{CC2A5D2C-5EB6-3EFE-448A-6E5A57BBB571}"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73330" name="Slide Image Placeholder 1"/>
          <p:cNvSpPr>
            <a:spLocks noChangeAspect="1" noGrp="1" noRot="1"/>
          </p:cNvSpPr>
          <p:nvPr>
            <p:ph type="sldImg"/>
          </p:nvPr>
        </p:nvSpPr>
        <p:spPr bwMode="auto"/>
      </p:sp>
      <p:sp>
        <p:nvSpPr>
          <p:cNvPr id="751484777" name="Notes Placeholder 2"/>
          <p:cNvSpPr>
            <a:spLocks noGrp="1"/>
          </p:cNvSpPr>
          <p:nvPr>
            <p:ph type="body" idx="1"/>
          </p:nvPr>
        </p:nvSpPr>
        <p:spPr bwMode="auto"/>
        <p:txBody>
          <a:bodyPr/>
          <a:lstStyle/>
          <a:p>
            <a:pPr>
              <a:defRPr/>
            </a:pPr>
            <a:endParaRPr/>
          </a:p>
        </p:txBody>
      </p:sp>
      <p:sp>
        <p:nvSpPr>
          <p:cNvPr id="333931644" name="Slide Number Placeholder 3"/>
          <p:cNvSpPr>
            <a:spLocks noGrp="1"/>
          </p:cNvSpPr>
          <p:nvPr>
            <p:ph type="sldNum" sz="quarter" idx="10"/>
          </p:nvPr>
        </p:nvSpPr>
        <p:spPr bwMode="auto"/>
        <p:txBody>
          <a:bodyPr/>
          <a:lstStyle/>
          <a:p>
            <a:pPr>
              <a:defRPr/>
            </a:pPr>
            <a:fld id="{DB8107A1-9B68-E9FB-7790-E654E75FDF56}"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3524060" name="Slide Image Placeholder 1"/>
          <p:cNvSpPr>
            <a:spLocks noChangeAspect="1" noGrp="1" noRot="1"/>
          </p:cNvSpPr>
          <p:nvPr>
            <p:ph type="sldImg"/>
          </p:nvPr>
        </p:nvSpPr>
        <p:spPr bwMode="auto"/>
      </p:sp>
      <p:sp>
        <p:nvSpPr>
          <p:cNvPr id="561103873" name="Notes Placeholder 2"/>
          <p:cNvSpPr>
            <a:spLocks noGrp="1"/>
          </p:cNvSpPr>
          <p:nvPr>
            <p:ph type="body" idx="1"/>
          </p:nvPr>
        </p:nvSpPr>
        <p:spPr bwMode="auto"/>
        <p:txBody>
          <a:bodyPr/>
          <a:lstStyle/>
          <a:p>
            <a:pPr>
              <a:defRPr/>
            </a:pPr>
            <a:endParaRPr/>
          </a:p>
        </p:txBody>
      </p:sp>
      <p:sp>
        <p:nvSpPr>
          <p:cNvPr id="862025842" name="Slide Number Placeholder 3"/>
          <p:cNvSpPr>
            <a:spLocks noGrp="1"/>
          </p:cNvSpPr>
          <p:nvPr>
            <p:ph type="sldNum" sz="quarter" idx="10"/>
          </p:nvPr>
        </p:nvSpPr>
        <p:spPr bwMode="auto"/>
        <p:txBody>
          <a:bodyPr/>
          <a:lstStyle/>
          <a:p>
            <a:pPr>
              <a:defRPr/>
            </a:pPr>
            <a:fld id="{D5FF372D-B465-F965-BBAE-99202805F678}"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8986045" name="Slide Image Placeholder 1"/>
          <p:cNvSpPr>
            <a:spLocks noChangeAspect="1" noGrp="1" noRot="1"/>
          </p:cNvSpPr>
          <p:nvPr>
            <p:ph type="sldImg"/>
          </p:nvPr>
        </p:nvSpPr>
        <p:spPr bwMode="auto"/>
      </p:sp>
      <p:sp>
        <p:nvSpPr>
          <p:cNvPr id="1839909371" name="Notes Placeholder 2"/>
          <p:cNvSpPr>
            <a:spLocks noGrp="1"/>
          </p:cNvSpPr>
          <p:nvPr>
            <p:ph type="body" idx="1"/>
          </p:nvPr>
        </p:nvSpPr>
        <p:spPr bwMode="auto"/>
        <p:txBody>
          <a:bodyPr/>
          <a:lstStyle/>
          <a:p>
            <a:pPr>
              <a:defRPr/>
            </a:pPr>
            <a:endParaRPr/>
          </a:p>
        </p:txBody>
      </p:sp>
      <p:sp>
        <p:nvSpPr>
          <p:cNvPr id="831631823" name="Slide Number Placeholder 3"/>
          <p:cNvSpPr>
            <a:spLocks noGrp="1"/>
          </p:cNvSpPr>
          <p:nvPr>
            <p:ph type="sldNum" sz="quarter" idx="10"/>
          </p:nvPr>
        </p:nvSpPr>
        <p:spPr bwMode="auto"/>
        <p:txBody>
          <a:bodyPr/>
          <a:lstStyle/>
          <a:p>
            <a:pPr>
              <a:defRPr/>
            </a:pPr>
            <a:fld id="{227F4C2D-6E5E-C875-C976-C6D55F6BE67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9666848" name="Slide Image Placeholder 1"/>
          <p:cNvSpPr>
            <a:spLocks noChangeAspect="1" noGrp="1" noRot="1"/>
          </p:cNvSpPr>
          <p:nvPr>
            <p:ph type="sldImg"/>
          </p:nvPr>
        </p:nvSpPr>
        <p:spPr bwMode="auto"/>
      </p:sp>
      <p:sp>
        <p:nvSpPr>
          <p:cNvPr id="1249428426" name="Notes Placeholder 2"/>
          <p:cNvSpPr>
            <a:spLocks noGrp="1"/>
          </p:cNvSpPr>
          <p:nvPr>
            <p:ph type="body" idx="1"/>
          </p:nvPr>
        </p:nvSpPr>
        <p:spPr bwMode="auto"/>
        <p:txBody>
          <a:bodyPr/>
          <a:lstStyle/>
          <a:p>
            <a:pPr>
              <a:defRPr/>
            </a:pPr>
            <a:endParaRPr/>
          </a:p>
        </p:txBody>
      </p:sp>
      <p:sp>
        <p:nvSpPr>
          <p:cNvPr id="1941384023" name="Slide Number Placeholder 3"/>
          <p:cNvSpPr>
            <a:spLocks noGrp="1"/>
          </p:cNvSpPr>
          <p:nvPr>
            <p:ph type="sldNum" sz="quarter" idx="10"/>
          </p:nvPr>
        </p:nvSpPr>
        <p:spPr bwMode="auto"/>
        <p:txBody>
          <a:bodyPr/>
          <a:lstStyle/>
          <a:p>
            <a:pPr>
              <a:defRPr/>
            </a:pPr>
            <a:fld id="{6346F0F7-F334-E342-5F02-944A3495C4A0}"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3563950" name="Slide Image Placeholder 1"/>
          <p:cNvSpPr>
            <a:spLocks noChangeAspect="1" noGrp="1" noRot="1"/>
          </p:cNvSpPr>
          <p:nvPr>
            <p:ph type="sldImg"/>
          </p:nvPr>
        </p:nvSpPr>
        <p:spPr bwMode="auto"/>
      </p:sp>
      <p:sp>
        <p:nvSpPr>
          <p:cNvPr id="336348415" name="Notes Placeholder 2"/>
          <p:cNvSpPr>
            <a:spLocks noGrp="1"/>
          </p:cNvSpPr>
          <p:nvPr>
            <p:ph type="body" idx="1"/>
          </p:nvPr>
        </p:nvSpPr>
        <p:spPr bwMode="auto"/>
        <p:txBody>
          <a:bodyPr/>
          <a:lstStyle/>
          <a:p>
            <a:pPr>
              <a:defRPr/>
            </a:pPr>
            <a:endParaRPr/>
          </a:p>
        </p:txBody>
      </p:sp>
      <p:sp>
        <p:nvSpPr>
          <p:cNvPr id="86871942" name="Slide Number Placeholder 3"/>
          <p:cNvSpPr>
            <a:spLocks noGrp="1"/>
          </p:cNvSpPr>
          <p:nvPr>
            <p:ph type="sldNum" sz="quarter" idx="10"/>
          </p:nvPr>
        </p:nvSpPr>
        <p:spPr bwMode="auto"/>
        <p:txBody>
          <a:bodyPr/>
          <a:lstStyle/>
          <a:p>
            <a:pPr>
              <a:defRPr/>
            </a:pPr>
            <a:fld id="{8E37FDAD-1320-454A-0438-600C450795B3}"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1752041" name="Slide Image Placeholder 1"/>
          <p:cNvSpPr>
            <a:spLocks noChangeAspect="1" noGrp="1" noRot="1"/>
          </p:cNvSpPr>
          <p:nvPr>
            <p:ph type="sldImg"/>
          </p:nvPr>
        </p:nvSpPr>
        <p:spPr bwMode="auto"/>
      </p:sp>
      <p:sp>
        <p:nvSpPr>
          <p:cNvPr id="1858225098" name="Notes Placeholder 2"/>
          <p:cNvSpPr>
            <a:spLocks noGrp="1"/>
          </p:cNvSpPr>
          <p:nvPr>
            <p:ph type="body" idx="1"/>
          </p:nvPr>
        </p:nvSpPr>
        <p:spPr bwMode="auto"/>
        <p:txBody>
          <a:bodyPr/>
          <a:lstStyle/>
          <a:p>
            <a:pPr>
              <a:defRPr/>
            </a:pPr>
            <a:endParaRPr/>
          </a:p>
        </p:txBody>
      </p:sp>
      <p:sp>
        <p:nvSpPr>
          <p:cNvPr id="2105295868" name="Slide Number Placeholder 3"/>
          <p:cNvSpPr>
            <a:spLocks noGrp="1"/>
          </p:cNvSpPr>
          <p:nvPr>
            <p:ph type="sldNum" sz="quarter" idx="10"/>
          </p:nvPr>
        </p:nvSpPr>
        <p:spPr bwMode="auto"/>
        <p:txBody>
          <a:bodyPr/>
          <a:lstStyle/>
          <a:p>
            <a:pPr>
              <a:defRPr/>
            </a:pPr>
            <a:fld id="{9D1E0814-FA3A-798F-7BCC-928878DD25B2}"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4798954" name="Slide Image Placeholder 1"/>
          <p:cNvSpPr>
            <a:spLocks noChangeAspect="1" noGrp="1" noRot="1"/>
          </p:cNvSpPr>
          <p:nvPr>
            <p:ph type="sldImg"/>
          </p:nvPr>
        </p:nvSpPr>
        <p:spPr bwMode="auto"/>
      </p:sp>
      <p:sp>
        <p:nvSpPr>
          <p:cNvPr id="1391577240" name="Notes Placeholder 2"/>
          <p:cNvSpPr>
            <a:spLocks noGrp="1"/>
          </p:cNvSpPr>
          <p:nvPr>
            <p:ph type="body" idx="1"/>
          </p:nvPr>
        </p:nvSpPr>
        <p:spPr bwMode="auto"/>
        <p:txBody>
          <a:bodyPr/>
          <a:lstStyle/>
          <a:p>
            <a:pPr>
              <a:defRPr/>
            </a:pPr>
            <a:endParaRPr/>
          </a:p>
        </p:txBody>
      </p:sp>
      <p:sp>
        <p:nvSpPr>
          <p:cNvPr id="670757981" name="Slide Number Placeholder 3"/>
          <p:cNvSpPr>
            <a:spLocks noGrp="1"/>
          </p:cNvSpPr>
          <p:nvPr>
            <p:ph type="sldNum" sz="quarter" idx="10"/>
          </p:nvPr>
        </p:nvSpPr>
        <p:spPr bwMode="auto"/>
        <p:txBody>
          <a:bodyPr/>
          <a:lstStyle/>
          <a:p>
            <a:pPr>
              <a:defRPr/>
            </a:pPr>
            <a:fld id="{7447F0D3-1DEA-F745-1E09-B7FA6BF8E5C4}"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5503257" name="Slide Image Placeholder 1"/>
          <p:cNvSpPr>
            <a:spLocks noChangeAspect="1" noGrp="1" noRot="1"/>
          </p:cNvSpPr>
          <p:nvPr>
            <p:ph type="sldImg"/>
          </p:nvPr>
        </p:nvSpPr>
        <p:spPr bwMode="auto"/>
      </p:sp>
      <p:sp>
        <p:nvSpPr>
          <p:cNvPr id="1987191552" name="Notes Placeholder 2"/>
          <p:cNvSpPr>
            <a:spLocks noGrp="1"/>
          </p:cNvSpPr>
          <p:nvPr>
            <p:ph type="body" idx="1"/>
          </p:nvPr>
        </p:nvSpPr>
        <p:spPr bwMode="auto"/>
        <p:txBody>
          <a:bodyPr/>
          <a:lstStyle/>
          <a:p>
            <a:pPr>
              <a:defRPr/>
            </a:pPr>
            <a:endParaRPr/>
          </a:p>
        </p:txBody>
      </p:sp>
      <p:sp>
        <p:nvSpPr>
          <p:cNvPr id="559924327" name="Slide Number Placeholder 3"/>
          <p:cNvSpPr>
            <a:spLocks noGrp="1"/>
          </p:cNvSpPr>
          <p:nvPr>
            <p:ph type="sldNum" sz="quarter" idx="10"/>
          </p:nvPr>
        </p:nvSpPr>
        <p:spPr bwMode="auto"/>
        <p:txBody>
          <a:bodyPr/>
          <a:lstStyle/>
          <a:p>
            <a:pPr>
              <a:defRPr/>
            </a:pPr>
            <a:fld id="{ADF4C0AE-E38D-DC6B-C68A-AA49F3CF55AB}"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3795575" name="Slide Image Placeholder 1"/>
          <p:cNvSpPr>
            <a:spLocks noChangeAspect="1" noGrp="1" noRot="1"/>
          </p:cNvSpPr>
          <p:nvPr>
            <p:ph type="sldImg"/>
          </p:nvPr>
        </p:nvSpPr>
        <p:spPr bwMode="auto"/>
      </p:sp>
      <p:sp>
        <p:nvSpPr>
          <p:cNvPr id="1137586927" name="Notes Placeholder 2"/>
          <p:cNvSpPr>
            <a:spLocks noGrp="1"/>
          </p:cNvSpPr>
          <p:nvPr>
            <p:ph type="body" idx="1"/>
          </p:nvPr>
        </p:nvSpPr>
        <p:spPr bwMode="auto"/>
        <p:txBody>
          <a:bodyPr/>
          <a:lstStyle/>
          <a:p>
            <a:pPr>
              <a:defRPr/>
            </a:pPr>
            <a:endParaRPr/>
          </a:p>
        </p:txBody>
      </p:sp>
      <p:sp>
        <p:nvSpPr>
          <p:cNvPr id="290801278" name="Slide Number Placeholder 3"/>
          <p:cNvSpPr>
            <a:spLocks noGrp="1"/>
          </p:cNvSpPr>
          <p:nvPr>
            <p:ph type="sldNum" sz="quarter" idx="10"/>
          </p:nvPr>
        </p:nvSpPr>
        <p:spPr bwMode="auto"/>
        <p:txBody>
          <a:bodyPr/>
          <a:lstStyle/>
          <a:p>
            <a:pPr>
              <a:defRPr/>
            </a:pPr>
            <a:fld id="{DC887B64-E028-2AA4-2F68-CBA8265516E3}"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122898" name="Slide Image Placeholder 1"/>
          <p:cNvSpPr>
            <a:spLocks noChangeAspect="1" noGrp="1" noRot="1"/>
          </p:cNvSpPr>
          <p:nvPr>
            <p:ph type="sldImg"/>
          </p:nvPr>
        </p:nvSpPr>
        <p:spPr bwMode="auto"/>
      </p:sp>
      <p:sp>
        <p:nvSpPr>
          <p:cNvPr id="1604117914" name="Notes Placeholder 2"/>
          <p:cNvSpPr>
            <a:spLocks noGrp="1"/>
          </p:cNvSpPr>
          <p:nvPr>
            <p:ph type="body" idx="1"/>
          </p:nvPr>
        </p:nvSpPr>
        <p:spPr bwMode="auto"/>
        <p:txBody>
          <a:bodyPr/>
          <a:lstStyle/>
          <a:p>
            <a:pPr>
              <a:defRPr/>
            </a:pPr>
            <a:endParaRPr/>
          </a:p>
        </p:txBody>
      </p:sp>
      <p:sp>
        <p:nvSpPr>
          <p:cNvPr id="202540270" name="Slide Number Placeholder 3"/>
          <p:cNvSpPr>
            <a:spLocks noGrp="1"/>
          </p:cNvSpPr>
          <p:nvPr>
            <p:ph type="sldNum" sz="quarter" idx="10"/>
          </p:nvPr>
        </p:nvSpPr>
        <p:spPr bwMode="auto"/>
        <p:txBody>
          <a:bodyPr/>
          <a:lstStyle/>
          <a:p>
            <a:pPr>
              <a:defRPr/>
            </a:pPr>
            <a:fld id="{1F0CF1FC-3401-5F66-1687-747F5BB6F5D1}"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602016" name="Slide Image Placeholder 1"/>
          <p:cNvSpPr>
            <a:spLocks noChangeAspect="1" noGrp="1" noRot="1"/>
          </p:cNvSpPr>
          <p:nvPr>
            <p:ph type="sldImg"/>
          </p:nvPr>
        </p:nvSpPr>
        <p:spPr bwMode="auto"/>
      </p:sp>
      <p:sp>
        <p:nvSpPr>
          <p:cNvPr id="1912528284" name="Notes Placeholder 2"/>
          <p:cNvSpPr>
            <a:spLocks noGrp="1"/>
          </p:cNvSpPr>
          <p:nvPr>
            <p:ph type="body" idx="1"/>
          </p:nvPr>
        </p:nvSpPr>
        <p:spPr bwMode="auto"/>
        <p:txBody>
          <a:bodyPr/>
          <a:lstStyle/>
          <a:p>
            <a:pPr>
              <a:defRPr/>
            </a:pPr>
            <a:endParaRPr/>
          </a:p>
        </p:txBody>
      </p:sp>
      <p:sp>
        <p:nvSpPr>
          <p:cNvPr id="1479331460" name="Slide Number Placeholder 3"/>
          <p:cNvSpPr>
            <a:spLocks noGrp="1"/>
          </p:cNvSpPr>
          <p:nvPr>
            <p:ph type="sldNum" sz="quarter" idx="10"/>
          </p:nvPr>
        </p:nvSpPr>
        <p:spPr bwMode="auto"/>
        <p:txBody>
          <a:bodyPr/>
          <a:lstStyle/>
          <a:p>
            <a:pPr>
              <a:defRPr/>
            </a:pPr>
            <a:fld id="{E820E706-D256-E63B-0C75-706309155F93}"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868034" name="Slide Image Placeholder 1"/>
          <p:cNvSpPr>
            <a:spLocks noChangeAspect="1" noGrp="1" noRot="1"/>
          </p:cNvSpPr>
          <p:nvPr>
            <p:ph type="sldImg"/>
          </p:nvPr>
        </p:nvSpPr>
        <p:spPr bwMode="auto"/>
      </p:sp>
      <p:sp>
        <p:nvSpPr>
          <p:cNvPr id="1739115466" name="Notes Placeholder 2"/>
          <p:cNvSpPr>
            <a:spLocks noGrp="1"/>
          </p:cNvSpPr>
          <p:nvPr>
            <p:ph type="body" idx="1"/>
          </p:nvPr>
        </p:nvSpPr>
        <p:spPr bwMode="auto"/>
        <p:txBody>
          <a:bodyPr/>
          <a:lstStyle/>
          <a:p>
            <a:pPr>
              <a:defRPr/>
            </a:pPr>
            <a:endParaRPr/>
          </a:p>
        </p:txBody>
      </p:sp>
      <p:sp>
        <p:nvSpPr>
          <p:cNvPr id="1324796588" name="Slide Number Placeholder 3"/>
          <p:cNvSpPr>
            <a:spLocks noGrp="1"/>
          </p:cNvSpPr>
          <p:nvPr>
            <p:ph type="sldNum" sz="quarter" idx="10"/>
          </p:nvPr>
        </p:nvSpPr>
        <p:spPr bwMode="auto"/>
        <p:txBody>
          <a:bodyPr/>
          <a:lstStyle/>
          <a:p>
            <a:pPr>
              <a:defRPr/>
            </a:pPr>
            <a:fld id="{61B1688A-4A24-A9DE-E8D5-11EF2820979B}"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866307" name="Slide Image Placeholder 1"/>
          <p:cNvSpPr>
            <a:spLocks noChangeAspect="1" noGrp="1" noRot="1"/>
          </p:cNvSpPr>
          <p:nvPr>
            <p:ph type="sldImg"/>
          </p:nvPr>
        </p:nvSpPr>
        <p:spPr bwMode="auto"/>
      </p:sp>
      <p:sp>
        <p:nvSpPr>
          <p:cNvPr id="1347903847" name="Notes Placeholder 2"/>
          <p:cNvSpPr>
            <a:spLocks noGrp="1"/>
          </p:cNvSpPr>
          <p:nvPr>
            <p:ph type="body" idx="1"/>
          </p:nvPr>
        </p:nvSpPr>
        <p:spPr bwMode="auto"/>
        <p:txBody>
          <a:bodyPr/>
          <a:lstStyle/>
          <a:p>
            <a:pPr>
              <a:defRPr/>
            </a:pPr>
            <a:endParaRPr/>
          </a:p>
        </p:txBody>
      </p:sp>
      <p:sp>
        <p:nvSpPr>
          <p:cNvPr id="1832316256" name="Slide Number Placeholder 3"/>
          <p:cNvSpPr>
            <a:spLocks noGrp="1"/>
          </p:cNvSpPr>
          <p:nvPr>
            <p:ph type="sldNum" sz="quarter" idx="10"/>
          </p:nvPr>
        </p:nvSpPr>
        <p:spPr bwMode="auto"/>
        <p:txBody>
          <a:bodyPr/>
          <a:lstStyle/>
          <a:p>
            <a:pPr>
              <a:defRPr/>
            </a:pPr>
            <a:fld id="{5AF96F47-3D75-628A-7225-3D6D257E195E}"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139818" name="Slide Image Placeholder 1"/>
          <p:cNvSpPr>
            <a:spLocks noChangeAspect="1" noGrp="1" noRot="1"/>
          </p:cNvSpPr>
          <p:nvPr>
            <p:ph type="sldImg"/>
          </p:nvPr>
        </p:nvSpPr>
        <p:spPr bwMode="auto"/>
      </p:sp>
      <p:sp>
        <p:nvSpPr>
          <p:cNvPr id="1804584657" name="Notes Placeholder 2"/>
          <p:cNvSpPr>
            <a:spLocks noGrp="1"/>
          </p:cNvSpPr>
          <p:nvPr>
            <p:ph type="body" idx="1"/>
          </p:nvPr>
        </p:nvSpPr>
        <p:spPr bwMode="auto"/>
        <p:txBody>
          <a:bodyPr/>
          <a:lstStyle/>
          <a:p>
            <a:pPr>
              <a:defRPr/>
            </a:pPr>
            <a:endParaRPr/>
          </a:p>
        </p:txBody>
      </p:sp>
      <p:sp>
        <p:nvSpPr>
          <p:cNvPr id="725758124" name="Slide Number Placeholder 3"/>
          <p:cNvSpPr>
            <a:spLocks noGrp="1"/>
          </p:cNvSpPr>
          <p:nvPr>
            <p:ph type="sldNum" sz="quarter" idx="10"/>
          </p:nvPr>
        </p:nvSpPr>
        <p:spPr bwMode="auto"/>
        <p:txBody>
          <a:bodyPr/>
          <a:lstStyle/>
          <a:p>
            <a:pPr>
              <a:defRPr/>
            </a:pPr>
            <a:fld id="{F75ABE1E-764B-F425-3391-598B8B461FDD}"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263591" name="Slide Image Placeholder 1"/>
          <p:cNvSpPr>
            <a:spLocks noChangeAspect="1" noGrp="1" noRot="1"/>
          </p:cNvSpPr>
          <p:nvPr>
            <p:ph type="sldImg"/>
          </p:nvPr>
        </p:nvSpPr>
        <p:spPr bwMode="auto"/>
      </p:sp>
      <p:sp>
        <p:nvSpPr>
          <p:cNvPr id="1534749562" name="Notes Placeholder 2"/>
          <p:cNvSpPr>
            <a:spLocks noGrp="1"/>
          </p:cNvSpPr>
          <p:nvPr>
            <p:ph type="body" idx="1"/>
          </p:nvPr>
        </p:nvSpPr>
        <p:spPr bwMode="auto"/>
        <p:txBody>
          <a:bodyPr/>
          <a:lstStyle/>
          <a:p>
            <a:pPr>
              <a:defRPr/>
            </a:pPr>
            <a:endParaRPr/>
          </a:p>
        </p:txBody>
      </p:sp>
      <p:sp>
        <p:nvSpPr>
          <p:cNvPr id="456460880" name="Slide Number Placeholder 3"/>
          <p:cNvSpPr>
            <a:spLocks noGrp="1"/>
          </p:cNvSpPr>
          <p:nvPr>
            <p:ph type="sldNum" sz="quarter" idx="10"/>
          </p:nvPr>
        </p:nvSpPr>
        <p:spPr bwMode="auto"/>
        <p:txBody>
          <a:bodyPr/>
          <a:lstStyle/>
          <a:p>
            <a:pPr>
              <a:defRPr/>
            </a:pPr>
            <a:fld id="{AA8DE568-97B0-9929-DEC1-7CBD6BC5D270}"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7354528" name="Slide Image Placeholder 1"/>
          <p:cNvSpPr>
            <a:spLocks noChangeAspect="1" noGrp="1" noRot="1"/>
          </p:cNvSpPr>
          <p:nvPr>
            <p:ph type="sldImg"/>
          </p:nvPr>
        </p:nvSpPr>
        <p:spPr bwMode="auto"/>
      </p:sp>
      <p:sp>
        <p:nvSpPr>
          <p:cNvPr id="761127963" name="Notes Placeholder 2"/>
          <p:cNvSpPr>
            <a:spLocks noGrp="1"/>
          </p:cNvSpPr>
          <p:nvPr>
            <p:ph type="body" idx="1"/>
          </p:nvPr>
        </p:nvSpPr>
        <p:spPr bwMode="auto"/>
        <p:txBody>
          <a:bodyPr/>
          <a:lstStyle/>
          <a:p>
            <a:pPr>
              <a:defRPr/>
            </a:pPr>
            <a:endParaRPr/>
          </a:p>
        </p:txBody>
      </p:sp>
      <p:sp>
        <p:nvSpPr>
          <p:cNvPr id="891800603" name="Slide Number Placeholder 3"/>
          <p:cNvSpPr>
            <a:spLocks noGrp="1"/>
          </p:cNvSpPr>
          <p:nvPr>
            <p:ph type="sldNum" sz="quarter" idx="10"/>
          </p:nvPr>
        </p:nvSpPr>
        <p:spPr bwMode="auto"/>
        <p:txBody>
          <a:bodyPr/>
          <a:lstStyle/>
          <a:p>
            <a:pPr>
              <a:defRPr/>
            </a:pPr>
            <a:fld id="{67D6FF70-89BB-82B1-17DA-D1DCA74758D8}"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0254202" name="Slide Image Placeholder 1"/>
          <p:cNvSpPr>
            <a:spLocks noChangeAspect="1" noGrp="1" noRot="1"/>
          </p:cNvSpPr>
          <p:nvPr>
            <p:ph type="sldImg"/>
          </p:nvPr>
        </p:nvSpPr>
        <p:spPr bwMode="auto"/>
      </p:sp>
      <p:sp>
        <p:nvSpPr>
          <p:cNvPr id="1656889660" name="Notes Placeholder 2"/>
          <p:cNvSpPr>
            <a:spLocks noGrp="1"/>
          </p:cNvSpPr>
          <p:nvPr>
            <p:ph type="body" idx="1"/>
          </p:nvPr>
        </p:nvSpPr>
        <p:spPr bwMode="auto"/>
        <p:txBody>
          <a:bodyPr/>
          <a:lstStyle/>
          <a:p>
            <a:pPr>
              <a:defRPr/>
            </a:pPr>
            <a:endParaRPr/>
          </a:p>
        </p:txBody>
      </p:sp>
      <p:sp>
        <p:nvSpPr>
          <p:cNvPr id="1496904130" name="Slide Number Placeholder 3"/>
          <p:cNvSpPr>
            <a:spLocks noGrp="1"/>
          </p:cNvSpPr>
          <p:nvPr>
            <p:ph type="sldNum" sz="quarter" idx="10"/>
          </p:nvPr>
        </p:nvSpPr>
        <p:spPr bwMode="auto"/>
        <p:txBody>
          <a:bodyPr/>
          <a:lstStyle/>
          <a:p>
            <a:pPr>
              <a:defRPr/>
            </a:pPr>
            <a:fld id="{D3D1B874-9CC0-4429-5FF7-FC67A3C3FD72}"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7642627" name="Slide Image Placeholder 1"/>
          <p:cNvSpPr>
            <a:spLocks noChangeAspect="1" noGrp="1" noRot="1"/>
          </p:cNvSpPr>
          <p:nvPr>
            <p:ph type="sldImg"/>
          </p:nvPr>
        </p:nvSpPr>
        <p:spPr bwMode="auto"/>
      </p:sp>
      <p:sp>
        <p:nvSpPr>
          <p:cNvPr id="511396513" name="Notes Placeholder 2"/>
          <p:cNvSpPr>
            <a:spLocks noGrp="1"/>
          </p:cNvSpPr>
          <p:nvPr>
            <p:ph type="body" idx="1"/>
          </p:nvPr>
        </p:nvSpPr>
        <p:spPr bwMode="auto"/>
        <p:txBody>
          <a:bodyPr/>
          <a:lstStyle/>
          <a:p>
            <a:pPr>
              <a:defRPr/>
            </a:pPr>
            <a:endParaRPr/>
          </a:p>
        </p:txBody>
      </p:sp>
      <p:sp>
        <p:nvSpPr>
          <p:cNvPr id="219031650" name="Slide Number Placeholder 3"/>
          <p:cNvSpPr>
            <a:spLocks noGrp="1"/>
          </p:cNvSpPr>
          <p:nvPr>
            <p:ph type="sldNum" sz="quarter" idx="10"/>
          </p:nvPr>
        </p:nvSpPr>
        <p:spPr bwMode="auto"/>
        <p:txBody>
          <a:bodyPr/>
          <a:lstStyle/>
          <a:p>
            <a:pPr>
              <a:defRPr/>
            </a:pPr>
            <a:fld id="{C65434F9-E3D3-DB90-E93A-1D223BF901B0}"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939734" name="Slide Image Placeholder 1"/>
          <p:cNvSpPr>
            <a:spLocks noChangeAspect="1" noGrp="1" noRot="1"/>
          </p:cNvSpPr>
          <p:nvPr>
            <p:ph type="sldImg"/>
          </p:nvPr>
        </p:nvSpPr>
        <p:spPr bwMode="auto"/>
      </p:sp>
      <p:sp>
        <p:nvSpPr>
          <p:cNvPr id="1957360403" name="Notes Placeholder 2"/>
          <p:cNvSpPr>
            <a:spLocks noGrp="1"/>
          </p:cNvSpPr>
          <p:nvPr>
            <p:ph type="body" idx="1"/>
          </p:nvPr>
        </p:nvSpPr>
        <p:spPr bwMode="auto"/>
        <p:txBody>
          <a:bodyPr/>
          <a:lstStyle/>
          <a:p>
            <a:pPr>
              <a:defRPr/>
            </a:pPr>
            <a:endParaRPr/>
          </a:p>
        </p:txBody>
      </p:sp>
      <p:sp>
        <p:nvSpPr>
          <p:cNvPr id="1118774055" name="Slide Number Placeholder 3"/>
          <p:cNvSpPr>
            <a:spLocks noGrp="1"/>
          </p:cNvSpPr>
          <p:nvPr>
            <p:ph type="sldNum" sz="quarter" idx="10"/>
          </p:nvPr>
        </p:nvSpPr>
        <p:spPr bwMode="auto"/>
        <p:txBody>
          <a:bodyPr/>
          <a:lstStyle/>
          <a:p>
            <a:pPr>
              <a:defRPr/>
            </a:pPr>
            <a:fld id="{5D6F7208-4509-16B4-8EF9-ADC2C49B49EF}"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6834477" name="Slide Image Placeholder 1"/>
          <p:cNvSpPr>
            <a:spLocks noChangeAspect="1" noGrp="1" noRot="1"/>
          </p:cNvSpPr>
          <p:nvPr>
            <p:ph type="sldImg"/>
          </p:nvPr>
        </p:nvSpPr>
        <p:spPr bwMode="auto"/>
      </p:sp>
      <p:sp>
        <p:nvSpPr>
          <p:cNvPr id="1109965242" name="Notes Placeholder 2"/>
          <p:cNvSpPr>
            <a:spLocks noGrp="1"/>
          </p:cNvSpPr>
          <p:nvPr>
            <p:ph type="body" idx="1"/>
          </p:nvPr>
        </p:nvSpPr>
        <p:spPr bwMode="auto"/>
        <p:txBody>
          <a:bodyPr/>
          <a:lstStyle/>
          <a:p>
            <a:pPr>
              <a:defRPr/>
            </a:pPr>
            <a:endParaRPr/>
          </a:p>
        </p:txBody>
      </p:sp>
      <p:sp>
        <p:nvSpPr>
          <p:cNvPr id="276781704" name="Slide Number Placeholder 3"/>
          <p:cNvSpPr>
            <a:spLocks noGrp="1"/>
          </p:cNvSpPr>
          <p:nvPr>
            <p:ph type="sldNum" sz="quarter" idx="10"/>
          </p:nvPr>
        </p:nvSpPr>
        <p:spPr bwMode="auto"/>
        <p:txBody>
          <a:bodyPr/>
          <a:lstStyle/>
          <a:p>
            <a:pPr>
              <a:defRPr/>
            </a:pPr>
            <a:fld id="{01A26031-1666-FFA0-1343-10117A0A8A1E}"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795523" name="Slide Image Placeholder 1"/>
          <p:cNvSpPr>
            <a:spLocks noChangeAspect="1" noGrp="1" noRot="1"/>
          </p:cNvSpPr>
          <p:nvPr>
            <p:ph type="sldImg"/>
          </p:nvPr>
        </p:nvSpPr>
        <p:spPr bwMode="auto"/>
      </p:sp>
      <p:sp>
        <p:nvSpPr>
          <p:cNvPr id="625480591" name="Notes Placeholder 2"/>
          <p:cNvSpPr>
            <a:spLocks noGrp="1"/>
          </p:cNvSpPr>
          <p:nvPr>
            <p:ph type="body" idx="1"/>
          </p:nvPr>
        </p:nvSpPr>
        <p:spPr bwMode="auto"/>
        <p:txBody>
          <a:bodyPr/>
          <a:lstStyle/>
          <a:p>
            <a:pPr>
              <a:defRPr/>
            </a:pPr>
            <a:endParaRPr/>
          </a:p>
        </p:txBody>
      </p:sp>
      <p:sp>
        <p:nvSpPr>
          <p:cNvPr id="1948794253" name="Slide Number Placeholder 3"/>
          <p:cNvSpPr>
            <a:spLocks noGrp="1"/>
          </p:cNvSpPr>
          <p:nvPr>
            <p:ph type="sldNum" sz="quarter" idx="10"/>
          </p:nvPr>
        </p:nvSpPr>
        <p:spPr bwMode="auto"/>
        <p:txBody>
          <a:bodyPr/>
          <a:lstStyle/>
          <a:p>
            <a:pPr>
              <a:defRPr/>
            </a:pPr>
            <a:fld id="{67F023A4-E3E3-6195-88ED-53EC821D2997}"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622150" name="Slide Image Placeholder 1"/>
          <p:cNvSpPr>
            <a:spLocks noChangeAspect="1" noGrp="1" noRot="1"/>
          </p:cNvSpPr>
          <p:nvPr>
            <p:ph type="sldImg"/>
          </p:nvPr>
        </p:nvSpPr>
        <p:spPr bwMode="auto"/>
      </p:sp>
      <p:sp>
        <p:nvSpPr>
          <p:cNvPr id="740247287" name="Notes Placeholder 2"/>
          <p:cNvSpPr>
            <a:spLocks noGrp="1"/>
          </p:cNvSpPr>
          <p:nvPr>
            <p:ph type="body" idx="1"/>
          </p:nvPr>
        </p:nvSpPr>
        <p:spPr bwMode="auto"/>
        <p:txBody>
          <a:bodyPr/>
          <a:lstStyle/>
          <a:p>
            <a:pPr>
              <a:defRPr/>
            </a:pPr>
            <a:endParaRPr/>
          </a:p>
        </p:txBody>
      </p:sp>
      <p:sp>
        <p:nvSpPr>
          <p:cNvPr id="278391773" name="Slide Number Placeholder 3"/>
          <p:cNvSpPr>
            <a:spLocks noGrp="1"/>
          </p:cNvSpPr>
          <p:nvPr>
            <p:ph type="sldNum" sz="quarter" idx="10"/>
          </p:nvPr>
        </p:nvSpPr>
        <p:spPr bwMode="auto"/>
        <p:txBody>
          <a:bodyPr/>
          <a:lstStyle/>
          <a:p>
            <a:pPr>
              <a:defRPr/>
            </a:pPr>
            <a:fld id="{14C3DA3E-F2DA-2C64-8E0F-319E878795B9}"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5422049" name="Slide Image Placeholder 1"/>
          <p:cNvSpPr>
            <a:spLocks noChangeAspect="1" noGrp="1" noRot="1"/>
          </p:cNvSpPr>
          <p:nvPr>
            <p:ph type="sldImg"/>
          </p:nvPr>
        </p:nvSpPr>
        <p:spPr bwMode="auto"/>
      </p:sp>
      <p:sp>
        <p:nvSpPr>
          <p:cNvPr id="356464489" name="Notes Placeholder 2"/>
          <p:cNvSpPr>
            <a:spLocks noGrp="1"/>
          </p:cNvSpPr>
          <p:nvPr>
            <p:ph type="body" idx="1"/>
          </p:nvPr>
        </p:nvSpPr>
        <p:spPr bwMode="auto"/>
        <p:txBody>
          <a:bodyPr/>
          <a:lstStyle/>
          <a:p>
            <a:pPr>
              <a:defRPr/>
            </a:pPr>
            <a:endParaRPr/>
          </a:p>
        </p:txBody>
      </p:sp>
      <p:sp>
        <p:nvSpPr>
          <p:cNvPr id="1246232195" name="Slide Number Placeholder 3"/>
          <p:cNvSpPr>
            <a:spLocks noGrp="1"/>
          </p:cNvSpPr>
          <p:nvPr>
            <p:ph type="sldNum" sz="quarter" idx="10"/>
          </p:nvPr>
        </p:nvSpPr>
        <p:spPr bwMode="auto"/>
        <p:txBody>
          <a:bodyPr/>
          <a:lstStyle/>
          <a:p>
            <a:pPr>
              <a:defRPr/>
            </a:pPr>
            <a:fld id="{CB466F95-1D03-2B53-5C37-61A286478723}"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4479592" name="Slide Image Placeholder 1"/>
          <p:cNvSpPr>
            <a:spLocks noChangeAspect="1" noGrp="1" noRot="1"/>
          </p:cNvSpPr>
          <p:nvPr>
            <p:ph type="sldImg"/>
          </p:nvPr>
        </p:nvSpPr>
        <p:spPr bwMode="auto"/>
      </p:sp>
      <p:sp>
        <p:nvSpPr>
          <p:cNvPr id="783295339" name="Notes Placeholder 2"/>
          <p:cNvSpPr>
            <a:spLocks noGrp="1"/>
          </p:cNvSpPr>
          <p:nvPr>
            <p:ph type="body" idx="1"/>
          </p:nvPr>
        </p:nvSpPr>
        <p:spPr bwMode="auto"/>
        <p:txBody>
          <a:bodyPr/>
          <a:lstStyle/>
          <a:p>
            <a:pPr>
              <a:defRPr/>
            </a:pPr>
            <a:endParaRPr/>
          </a:p>
        </p:txBody>
      </p:sp>
      <p:sp>
        <p:nvSpPr>
          <p:cNvPr id="1084225759" name="Slide Number Placeholder 3"/>
          <p:cNvSpPr>
            <a:spLocks noGrp="1"/>
          </p:cNvSpPr>
          <p:nvPr>
            <p:ph type="sldNum" sz="quarter" idx="10"/>
          </p:nvPr>
        </p:nvSpPr>
        <p:spPr bwMode="auto"/>
        <p:txBody>
          <a:bodyPr/>
          <a:lstStyle/>
          <a:p>
            <a:pPr>
              <a:defRPr/>
            </a:pPr>
            <a:fld id="{AC0A40C7-AB34-D7E9-E511-577CCB0FD391}"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1766811" name="Slide Image Placeholder 1"/>
          <p:cNvSpPr>
            <a:spLocks noChangeAspect="1" noGrp="1" noRot="1"/>
          </p:cNvSpPr>
          <p:nvPr>
            <p:ph type="sldImg"/>
          </p:nvPr>
        </p:nvSpPr>
        <p:spPr bwMode="auto"/>
      </p:sp>
      <p:sp>
        <p:nvSpPr>
          <p:cNvPr id="1815805737" name="Notes Placeholder 2"/>
          <p:cNvSpPr>
            <a:spLocks noGrp="1"/>
          </p:cNvSpPr>
          <p:nvPr>
            <p:ph type="body" idx="1"/>
          </p:nvPr>
        </p:nvSpPr>
        <p:spPr bwMode="auto"/>
        <p:txBody>
          <a:bodyPr/>
          <a:lstStyle/>
          <a:p>
            <a:pPr>
              <a:defRPr/>
            </a:pPr>
            <a:endParaRPr/>
          </a:p>
        </p:txBody>
      </p:sp>
      <p:sp>
        <p:nvSpPr>
          <p:cNvPr id="235529095" name="Slide Number Placeholder 3"/>
          <p:cNvSpPr>
            <a:spLocks noGrp="1"/>
          </p:cNvSpPr>
          <p:nvPr>
            <p:ph type="sldNum" sz="quarter" idx="10"/>
          </p:nvPr>
        </p:nvSpPr>
        <p:spPr bwMode="auto"/>
        <p:txBody>
          <a:bodyPr/>
          <a:lstStyle/>
          <a:p>
            <a:pPr>
              <a:defRPr/>
            </a:pPr>
            <a:fld id="{D89237B5-1CB3-7EDD-7250-D1A1602C7E93}"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448411" name="Slide Image Placeholder 1"/>
          <p:cNvSpPr>
            <a:spLocks noChangeAspect="1" noGrp="1" noRot="1"/>
          </p:cNvSpPr>
          <p:nvPr>
            <p:ph type="sldImg"/>
          </p:nvPr>
        </p:nvSpPr>
        <p:spPr bwMode="auto"/>
      </p:sp>
      <p:sp>
        <p:nvSpPr>
          <p:cNvPr id="1239057448" name="Notes Placeholder 2"/>
          <p:cNvSpPr>
            <a:spLocks noGrp="1"/>
          </p:cNvSpPr>
          <p:nvPr>
            <p:ph type="body" idx="1"/>
          </p:nvPr>
        </p:nvSpPr>
        <p:spPr bwMode="auto"/>
        <p:txBody>
          <a:bodyPr/>
          <a:lstStyle/>
          <a:p>
            <a:pPr>
              <a:defRPr/>
            </a:pPr>
            <a:endParaRPr/>
          </a:p>
        </p:txBody>
      </p:sp>
      <p:sp>
        <p:nvSpPr>
          <p:cNvPr id="204967566" name="Slide Number Placeholder 3"/>
          <p:cNvSpPr>
            <a:spLocks noGrp="1"/>
          </p:cNvSpPr>
          <p:nvPr>
            <p:ph type="sldNum" sz="quarter" idx="10"/>
          </p:nvPr>
        </p:nvSpPr>
        <p:spPr bwMode="auto"/>
        <p:txBody>
          <a:bodyPr/>
          <a:lstStyle/>
          <a:p>
            <a:pPr>
              <a:defRPr/>
            </a:pPr>
            <a:fld id="{6A382380-19A7-A1A0-EEAC-E3B9E43D5E6F}"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9902783" name="Slide Image Placeholder 1"/>
          <p:cNvSpPr>
            <a:spLocks noChangeAspect="1" noGrp="1" noRot="1"/>
          </p:cNvSpPr>
          <p:nvPr>
            <p:ph type="sldImg"/>
          </p:nvPr>
        </p:nvSpPr>
        <p:spPr bwMode="auto"/>
      </p:sp>
      <p:sp>
        <p:nvSpPr>
          <p:cNvPr id="29311879" name="Notes Placeholder 2"/>
          <p:cNvSpPr>
            <a:spLocks noGrp="1"/>
          </p:cNvSpPr>
          <p:nvPr>
            <p:ph type="body" idx="1"/>
          </p:nvPr>
        </p:nvSpPr>
        <p:spPr bwMode="auto"/>
        <p:txBody>
          <a:bodyPr/>
          <a:lstStyle/>
          <a:p>
            <a:pPr>
              <a:defRPr/>
            </a:pPr>
            <a:endParaRPr/>
          </a:p>
        </p:txBody>
      </p:sp>
      <p:sp>
        <p:nvSpPr>
          <p:cNvPr id="949617625" name="Slide Number Placeholder 3"/>
          <p:cNvSpPr>
            <a:spLocks noGrp="1"/>
          </p:cNvSpPr>
          <p:nvPr>
            <p:ph type="sldNum" sz="quarter" idx="10"/>
          </p:nvPr>
        </p:nvSpPr>
        <p:spPr bwMode="auto"/>
        <p:txBody>
          <a:bodyPr/>
          <a:lstStyle/>
          <a:p>
            <a:pPr>
              <a:defRPr/>
            </a:pPr>
            <a:fld id="{2A7702FD-7905-BDC6-4203-F59B61CEB9B8}"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0908105" name="Slide Image Placeholder 1"/>
          <p:cNvSpPr>
            <a:spLocks noChangeAspect="1" noGrp="1" noRot="1"/>
          </p:cNvSpPr>
          <p:nvPr>
            <p:ph type="sldImg"/>
          </p:nvPr>
        </p:nvSpPr>
        <p:spPr bwMode="auto"/>
      </p:sp>
      <p:sp>
        <p:nvSpPr>
          <p:cNvPr id="107099537" name="Notes Placeholder 2"/>
          <p:cNvSpPr>
            <a:spLocks noGrp="1"/>
          </p:cNvSpPr>
          <p:nvPr>
            <p:ph type="body" idx="1"/>
          </p:nvPr>
        </p:nvSpPr>
        <p:spPr bwMode="auto"/>
        <p:txBody>
          <a:bodyPr/>
          <a:lstStyle/>
          <a:p>
            <a:pPr>
              <a:defRPr/>
            </a:pPr>
            <a:endParaRPr/>
          </a:p>
        </p:txBody>
      </p:sp>
      <p:sp>
        <p:nvSpPr>
          <p:cNvPr id="880910517" name="Slide Number Placeholder 3"/>
          <p:cNvSpPr>
            <a:spLocks noGrp="1"/>
          </p:cNvSpPr>
          <p:nvPr>
            <p:ph type="sldNum" sz="quarter" idx="10"/>
          </p:nvPr>
        </p:nvSpPr>
        <p:spPr bwMode="auto"/>
        <p:txBody>
          <a:bodyPr/>
          <a:lstStyle/>
          <a:p>
            <a:pPr>
              <a:defRPr/>
            </a:pPr>
            <a:fld id="{C729BA4D-F7B8-24AB-4D7A-E413A5FFAA82}"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9281538" name="Slide Image Placeholder 1"/>
          <p:cNvSpPr>
            <a:spLocks noChangeAspect="1" noGrp="1" noRot="1"/>
          </p:cNvSpPr>
          <p:nvPr>
            <p:ph type="sldImg"/>
          </p:nvPr>
        </p:nvSpPr>
        <p:spPr bwMode="auto"/>
      </p:sp>
      <p:sp>
        <p:nvSpPr>
          <p:cNvPr id="829870333" name="Notes Placeholder 2"/>
          <p:cNvSpPr>
            <a:spLocks noGrp="1"/>
          </p:cNvSpPr>
          <p:nvPr>
            <p:ph type="body" idx="1"/>
          </p:nvPr>
        </p:nvSpPr>
        <p:spPr bwMode="auto"/>
        <p:txBody>
          <a:bodyPr/>
          <a:lstStyle/>
          <a:p>
            <a:pPr>
              <a:defRPr/>
            </a:pPr>
            <a:endParaRPr/>
          </a:p>
        </p:txBody>
      </p:sp>
      <p:sp>
        <p:nvSpPr>
          <p:cNvPr id="1627807772" name="Slide Number Placeholder 3"/>
          <p:cNvSpPr>
            <a:spLocks noGrp="1"/>
          </p:cNvSpPr>
          <p:nvPr>
            <p:ph type="sldNum" sz="quarter" idx="10"/>
          </p:nvPr>
        </p:nvSpPr>
        <p:spPr bwMode="auto"/>
        <p:txBody>
          <a:bodyPr/>
          <a:lstStyle/>
          <a:p>
            <a:pPr>
              <a:defRPr/>
            </a:pPr>
            <a:fld id="{BE4927C6-D97B-436B-C8A7-AFE8CEC3A683}"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6324387" name="Slide Image Placeholder 1"/>
          <p:cNvSpPr>
            <a:spLocks noChangeAspect="1" noGrp="1" noRot="1"/>
          </p:cNvSpPr>
          <p:nvPr>
            <p:ph type="sldImg"/>
          </p:nvPr>
        </p:nvSpPr>
        <p:spPr bwMode="auto"/>
      </p:sp>
      <p:sp>
        <p:nvSpPr>
          <p:cNvPr id="399627715" name="Notes Placeholder 2"/>
          <p:cNvSpPr>
            <a:spLocks noGrp="1"/>
          </p:cNvSpPr>
          <p:nvPr>
            <p:ph type="body" idx="1"/>
          </p:nvPr>
        </p:nvSpPr>
        <p:spPr bwMode="auto"/>
        <p:txBody>
          <a:bodyPr/>
          <a:lstStyle/>
          <a:p>
            <a:pPr>
              <a:defRPr/>
            </a:pPr>
            <a:endParaRPr/>
          </a:p>
        </p:txBody>
      </p:sp>
      <p:sp>
        <p:nvSpPr>
          <p:cNvPr id="684634988" name="Slide Number Placeholder 3"/>
          <p:cNvSpPr>
            <a:spLocks noGrp="1"/>
          </p:cNvSpPr>
          <p:nvPr>
            <p:ph type="sldNum" sz="quarter" idx="10"/>
          </p:nvPr>
        </p:nvSpPr>
        <p:spPr bwMode="auto"/>
        <p:txBody>
          <a:bodyPr/>
          <a:lstStyle/>
          <a:p>
            <a:pPr>
              <a:defRPr/>
            </a:pPr>
            <a:fld id="{154E0709-468D-4CCD-4EDF-4432F5A849A0}"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4677275" name="Slide Image Placeholder 1"/>
          <p:cNvSpPr>
            <a:spLocks noChangeAspect="1" noGrp="1" noRot="1"/>
          </p:cNvSpPr>
          <p:nvPr>
            <p:ph type="sldImg"/>
          </p:nvPr>
        </p:nvSpPr>
        <p:spPr bwMode="auto"/>
      </p:sp>
      <p:sp>
        <p:nvSpPr>
          <p:cNvPr id="1300619260" name="Notes Placeholder 2"/>
          <p:cNvSpPr>
            <a:spLocks noGrp="1"/>
          </p:cNvSpPr>
          <p:nvPr>
            <p:ph type="body" idx="1"/>
          </p:nvPr>
        </p:nvSpPr>
        <p:spPr bwMode="auto"/>
        <p:txBody>
          <a:bodyPr/>
          <a:lstStyle/>
          <a:p>
            <a:pPr>
              <a:defRPr/>
            </a:pPr>
            <a:endParaRPr/>
          </a:p>
        </p:txBody>
      </p:sp>
      <p:sp>
        <p:nvSpPr>
          <p:cNvPr id="1633749029" name="Slide Number Placeholder 3"/>
          <p:cNvSpPr>
            <a:spLocks noGrp="1"/>
          </p:cNvSpPr>
          <p:nvPr>
            <p:ph type="sldNum" sz="quarter" idx="10"/>
          </p:nvPr>
        </p:nvSpPr>
        <p:spPr bwMode="auto"/>
        <p:txBody>
          <a:bodyPr/>
          <a:lstStyle/>
          <a:p>
            <a:pPr>
              <a:defRPr/>
            </a:pPr>
            <a:fld id="{9D58AC18-380E-66F2-7AE2-BD7F602DECD9}"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7537935" name="Slide Image Placeholder 1"/>
          <p:cNvSpPr>
            <a:spLocks noChangeAspect="1" noGrp="1" noRot="1"/>
          </p:cNvSpPr>
          <p:nvPr>
            <p:ph type="sldImg"/>
          </p:nvPr>
        </p:nvSpPr>
        <p:spPr bwMode="auto"/>
      </p:sp>
      <p:sp>
        <p:nvSpPr>
          <p:cNvPr id="1943896651" name="Notes Placeholder 2"/>
          <p:cNvSpPr>
            <a:spLocks noGrp="1"/>
          </p:cNvSpPr>
          <p:nvPr>
            <p:ph type="body" idx="1"/>
          </p:nvPr>
        </p:nvSpPr>
        <p:spPr bwMode="auto"/>
        <p:txBody>
          <a:bodyPr/>
          <a:lstStyle/>
          <a:p>
            <a:pPr>
              <a:defRPr/>
            </a:pPr>
            <a:endParaRPr/>
          </a:p>
        </p:txBody>
      </p:sp>
      <p:sp>
        <p:nvSpPr>
          <p:cNvPr id="1617124105" name="Slide Number Placeholder 3"/>
          <p:cNvSpPr>
            <a:spLocks noGrp="1"/>
          </p:cNvSpPr>
          <p:nvPr>
            <p:ph type="sldNum" sz="quarter" idx="10"/>
          </p:nvPr>
        </p:nvSpPr>
        <p:spPr bwMode="auto"/>
        <p:txBody>
          <a:bodyPr/>
          <a:lstStyle/>
          <a:p>
            <a:pPr>
              <a:defRPr/>
            </a:pPr>
            <a:fld id="{44934705-0AD6-963A-C353-5FAF7821E48E}"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7597955" name="Slide Image Placeholder 1"/>
          <p:cNvSpPr>
            <a:spLocks noChangeAspect="1" noGrp="1" noRot="1"/>
          </p:cNvSpPr>
          <p:nvPr>
            <p:ph type="sldImg"/>
          </p:nvPr>
        </p:nvSpPr>
        <p:spPr bwMode="auto"/>
      </p:sp>
      <p:sp>
        <p:nvSpPr>
          <p:cNvPr id="1905233829" name="Notes Placeholder 2"/>
          <p:cNvSpPr>
            <a:spLocks noGrp="1"/>
          </p:cNvSpPr>
          <p:nvPr>
            <p:ph type="body" idx="1"/>
          </p:nvPr>
        </p:nvSpPr>
        <p:spPr bwMode="auto"/>
        <p:txBody>
          <a:bodyPr/>
          <a:lstStyle/>
          <a:p>
            <a:pPr>
              <a:defRPr/>
            </a:pPr>
            <a:endParaRPr/>
          </a:p>
        </p:txBody>
      </p:sp>
      <p:sp>
        <p:nvSpPr>
          <p:cNvPr id="1716180609" name="Slide Number Placeholder 3"/>
          <p:cNvSpPr>
            <a:spLocks noGrp="1"/>
          </p:cNvSpPr>
          <p:nvPr>
            <p:ph type="sldNum" sz="quarter" idx="10"/>
          </p:nvPr>
        </p:nvSpPr>
        <p:spPr bwMode="auto"/>
        <p:txBody>
          <a:bodyPr/>
          <a:lstStyle/>
          <a:p>
            <a:pPr>
              <a:defRPr/>
            </a:pPr>
            <a:fld id="{A62C122E-C38D-8339-6097-2ED6C91C0541}"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552713" name="Slide Image Placeholder 1"/>
          <p:cNvSpPr>
            <a:spLocks noChangeAspect="1" noGrp="1" noRot="1"/>
          </p:cNvSpPr>
          <p:nvPr>
            <p:ph type="sldImg"/>
          </p:nvPr>
        </p:nvSpPr>
        <p:spPr bwMode="auto"/>
      </p:sp>
      <p:sp>
        <p:nvSpPr>
          <p:cNvPr id="1780203352" name="Notes Placeholder 2"/>
          <p:cNvSpPr>
            <a:spLocks noGrp="1"/>
          </p:cNvSpPr>
          <p:nvPr>
            <p:ph type="body" idx="1"/>
          </p:nvPr>
        </p:nvSpPr>
        <p:spPr bwMode="auto"/>
        <p:txBody>
          <a:bodyPr/>
          <a:lstStyle/>
          <a:p>
            <a:pPr>
              <a:defRPr/>
            </a:pPr>
            <a:endParaRPr/>
          </a:p>
        </p:txBody>
      </p:sp>
      <p:sp>
        <p:nvSpPr>
          <p:cNvPr id="1224509775" name="Slide Number Placeholder 3"/>
          <p:cNvSpPr>
            <a:spLocks noGrp="1"/>
          </p:cNvSpPr>
          <p:nvPr>
            <p:ph type="sldNum" sz="quarter" idx="10"/>
          </p:nvPr>
        </p:nvSpPr>
        <p:spPr bwMode="auto"/>
        <p:txBody>
          <a:bodyPr/>
          <a:lstStyle/>
          <a:p>
            <a:pPr>
              <a:defRPr/>
            </a:pPr>
            <a:fld id="{73BB0AA0-5CF8-9B70-D3B9-41D789235083}"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780361" name="Slide Image Placeholder 1"/>
          <p:cNvSpPr>
            <a:spLocks noChangeAspect="1" noGrp="1" noRot="1"/>
          </p:cNvSpPr>
          <p:nvPr>
            <p:ph type="sldImg"/>
          </p:nvPr>
        </p:nvSpPr>
        <p:spPr bwMode="auto"/>
      </p:sp>
      <p:sp>
        <p:nvSpPr>
          <p:cNvPr id="1079466640" name="Notes Placeholder 2"/>
          <p:cNvSpPr>
            <a:spLocks noGrp="1"/>
          </p:cNvSpPr>
          <p:nvPr>
            <p:ph type="body" idx="1"/>
          </p:nvPr>
        </p:nvSpPr>
        <p:spPr bwMode="auto"/>
        <p:txBody>
          <a:bodyPr/>
          <a:lstStyle/>
          <a:p>
            <a:pPr>
              <a:defRPr/>
            </a:pPr>
            <a:endParaRPr/>
          </a:p>
        </p:txBody>
      </p:sp>
      <p:sp>
        <p:nvSpPr>
          <p:cNvPr id="408675091" name="Slide Number Placeholder 3"/>
          <p:cNvSpPr>
            <a:spLocks noGrp="1"/>
          </p:cNvSpPr>
          <p:nvPr>
            <p:ph type="sldNum" sz="quarter" idx="10"/>
          </p:nvPr>
        </p:nvSpPr>
        <p:spPr bwMode="auto"/>
        <p:txBody>
          <a:bodyPr/>
          <a:lstStyle/>
          <a:p>
            <a:pPr>
              <a:defRPr/>
            </a:pPr>
            <a:fld id="{9042AC1A-8DA1-B652-2027-74938292C62E}"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1027749" name="Slide Image Placeholder 1"/>
          <p:cNvSpPr>
            <a:spLocks noChangeAspect="1" noGrp="1" noRot="1"/>
          </p:cNvSpPr>
          <p:nvPr>
            <p:ph type="sldImg"/>
          </p:nvPr>
        </p:nvSpPr>
        <p:spPr bwMode="auto"/>
      </p:sp>
      <p:sp>
        <p:nvSpPr>
          <p:cNvPr id="1971464053" name="Notes Placeholder 2"/>
          <p:cNvSpPr>
            <a:spLocks noGrp="1"/>
          </p:cNvSpPr>
          <p:nvPr>
            <p:ph type="body" idx="1"/>
          </p:nvPr>
        </p:nvSpPr>
        <p:spPr bwMode="auto"/>
        <p:txBody>
          <a:bodyPr/>
          <a:lstStyle/>
          <a:p>
            <a:pPr>
              <a:defRPr/>
            </a:pPr>
            <a:endParaRPr/>
          </a:p>
        </p:txBody>
      </p:sp>
      <p:sp>
        <p:nvSpPr>
          <p:cNvPr id="2004494988" name="Slide Number Placeholder 3"/>
          <p:cNvSpPr>
            <a:spLocks noGrp="1"/>
          </p:cNvSpPr>
          <p:nvPr>
            <p:ph type="sldNum" sz="quarter" idx="10"/>
          </p:nvPr>
        </p:nvSpPr>
        <p:spPr bwMode="auto"/>
        <p:txBody>
          <a:bodyPr/>
          <a:lstStyle/>
          <a:p>
            <a:pPr>
              <a:defRPr/>
            </a:pPr>
            <a:fld id="{BDBFD0CD-9953-DAB9-1629-83C76D32C9CF}"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658885" name="Slide Image Placeholder 1"/>
          <p:cNvSpPr>
            <a:spLocks noChangeAspect="1" noGrp="1" noRot="1"/>
          </p:cNvSpPr>
          <p:nvPr>
            <p:ph type="sldImg"/>
          </p:nvPr>
        </p:nvSpPr>
        <p:spPr bwMode="auto"/>
      </p:sp>
      <p:sp>
        <p:nvSpPr>
          <p:cNvPr id="176358956" name="Notes Placeholder 2"/>
          <p:cNvSpPr>
            <a:spLocks noGrp="1"/>
          </p:cNvSpPr>
          <p:nvPr>
            <p:ph type="body" idx="1"/>
          </p:nvPr>
        </p:nvSpPr>
        <p:spPr bwMode="auto"/>
        <p:txBody>
          <a:bodyPr/>
          <a:lstStyle/>
          <a:p>
            <a:pPr>
              <a:defRPr/>
            </a:pPr>
            <a:endParaRPr/>
          </a:p>
        </p:txBody>
      </p:sp>
      <p:sp>
        <p:nvSpPr>
          <p:cNvPr id="1982408783" name="Slide Number Placeholder 3"/>
          <p:cNvSpPr>
            <a:spLocks noGrp="1"/>
          </p:cNvSpPr>
          <p:nvPr>
            <p:ph type="sldNum" sz="quarter" idx="10"/>
          </p:nvPr>
        </p:nvSpPr>
        <p:spPr bwMode="auto"/>
        <p:txBody>
          <a:bodyPr/>
          <a:lstStyle/>
          <a:p>
            <a:pPr>
              <a:defRPr/>
            </a:pPr>
            <a:fld id="{953E527E-84B9-F204-CCC6-BF4670AEB241}"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8288620" name="Slide Image Placeholder 1"/>
          <p:cNvSpPr>
            <a:spLocks noChangeAspect="1" noGrp="1" noRot="1"/>
          </p:cNvSpPr>
          <p:nvPr>
            <p:ph type="sldImg"/>
          </p:nvPr>
        </p:nvSpPr>
        <p:spPr bwMode="auto"/>
      </p:sp>
      <p:sp>
        <p:nvSpPr>
          <p:cNvPr id="1440153816" name="Notes Placeholder 2"/>
          <p:cNvSpPr>
            <a:spLocks noGrp="1"/>
          </p:cNvSpPr>
          <p:nvPr>
            <p:ph type="body" idx="1"/>
          </p:nvPr>
        </p:nvSpPr>
        <p:spPr bwMode="auto"/>
        <p:txBody>
          <a:bodyPr/>
          <a:lstStyle/>
          <a:p>
            <a:pPr>
              <a:defRPr/>
            </a:pPr>
            <a:endParaRPr/>
          </a:p>
        </p:txBody>
      </p:sp>
      <p:sp>
        <p:nvSpPr>
          <p:cNvPr id="1682555441" name="Slide Number Placeholder 3"/>
          <p:cNvSpPr>
            <a:spLocks noGrp="1"/>
          </p:cNvSpPr>
          <p:nvPr>
            <p:ph type="sldNum" sz="quarter" idx="10"/>
          </p:nvPr>
        </p:nvSpPr>
        <p:spPr bwMode="auto"/>
        <p:txBody>
          <a:bodyPr/>
          <a:lstStyle/>
          <a:p>
            <a:pPr>
              <a:defRPr/>
            </a:pPr>
            <a:fld id="{82EC451A-0168-5998-FE7E-6B0633410CB5}"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797474" name="Slide Image Placeholder 1"/>
          <p:cNvSpPr>
            <a:spLocks noChangeAspect="1" noGrp="1" noRot="1"/>
          </p:cNvSpPr>
          <p:nvPr>
            <p:ph type="sldImg"/>
          </p:nvPr>
        </p:nvSpPr>
        <p:spPr bwMode="auto"/>
      </p:sp>
      <p:sp>
        <p:nvSpPr>
          <p:cNvPr id="1920859199" name="Notes Placeholder 2"/>
          <p:cNvSpPr>
            <a:spLocks noGrp="1"/>
          </p:cNvSpPr>
          <p:nvPr>
            <p:ph type="body" idx="1"/>
          </p:nvPr>
        </p:nvSpPr>
        <p:spPr bwMode="auto"/>
        <p:txBody>
          <a:bodyPr/>
          <a:lstStyle/>
          <a:p>
            <a:pPr>
              <a:defRPr/>
            </a:pPr>
            <a:endParaRPr/>
          </a:p>
        </p:txBody>
      </p:sp>
      <p:sp>
        <p:nvSpPr>
          <p:cNvPr id="1218487582" name="Slide Number Placeholder 3"/>
          <p:cNvSpPr>
            <a:spLocks noGrp="1"/>
          </p:cNvSpPr>
          <p:nvPr>
            <p:ph type="sldNum" sz="quarter" idx="10"/>
          </p:nvPr>
        </p:nvSpPr>
        <p:spPr bwMode="auto"/>
        <p:txBody>
          <a:bodyPr/>
          <a:lstStyle/>
          <a:p>
            <a:pPr>
              <a:defRPr/>
            </a:pPr>
            <a:fld id="{75FCCCA1-04DB-E6CE-E5C4-4256E1EC3F79}"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7072513" name="Slide Image Placeholder 1"/>
          <p:cNvSpPr>
            <a:spLocks noChangeAspect="1" noGrp="1" noRot="1"/>
          </p:cNvSpPr>
          <p:nvPr>
            <p:ph type="sldImg"/>
          </p:nvPr>
        </p:nvSpPr>
        <p:spPr bwMode="auto"/>
      </p:sp>
      <p:sp>
        <p:nvSpPr>
          <p:cNvPr id="1196868332" name="Notes Placeholder 2"/>
          <p:cNvSpPr>
            <a:spLocks noGrp="1"/>
          </p:cNvSpPr>
          <p:nvPr>
            <p:ph type="body" idx="1"/>
          </p:nvPr>
        </p:nvSpPr>
        <p:spPr bwMode="auto"/>
        <p:txBody>
          <a:bodyPr/>
          <a:lstStyle/>
          <a:p>
            <a:pPr>
              <a:defRPr/>
            </a:pPr>
            <a:endParaRPr/>
          </a:p>
        </p:txBody>
      </p:sp>
      <p:sp>
        <p:nvSpPr>
          <p:cNvPr id="489356318" name="Slide Number Placeholder 3"/>
          <p:cNvSpPr>
            <a:spLocks noGrp="1"/>
          </p:cNvSpPr>
          <p:nvPr>
            <p:ph type="sldNum" sz="quarter" idx="10"/>
          </p:nvPr>
        </p:nvSpPr>
        <p:spPr bwMode="auto"/>
        <p:txBody>
          <a:bodyPr/>
          <a:lstStyle/>
          <a:p>
            <a:pPr>
              <a:defRPr/>
            </a:pPr>
            <a:fld id="{80A229DD-D5FF-254B-DF64-C5EA347728A7}"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3401223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5191456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50749570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9064080" name="Footer Placeholder 4"/>
          <p:cNvSpPr>
            <a:spLocks noGrp="1"/>
          </p:cNvSpPr>
          <p:nvPr>
            <p:ph type="ftr" sz="quarter" idx="11"/>
          </p:nvPr>
        </p:nvSpPr>
        <p:spPr bwMode="auto"/>
        <p:txBody>
          <a:bodyPr/>
          <a:lstStyle/>
          <a:p>
            <a:pPr>
              <a:defRPr/>
            </a:pPr>
            <a:endParaRPr lang="en-US"/>
          </a:p>
        </p:txBody>
      </p:sp>
      <p:sp>
        <p:nvSpPr>
          <p:cNvPr id="44874517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08025237" name="Title 1"/>
          <p:cNvSpPr>
            <a:spLocks noGrp="1"/>
          </p:cNvSpPr>
          <p:nvPr>
            <p:ph type="title"/>
          </p:nvPr>
        </p:nvSpPr>
        <p:spPr bwMode="auto"/>
        <p:txBody>
          <a:bodyPr/>
          <a:lstStyle/>
          <a:p>
            <a:pPr>
              <a:defRPr/>
            </a:pPr>
            <a:r>
              <a:rPr lang="en-US"/>
              <a:t>Click to edit Master title style</a:t>
            </a:r>
            <a:endParaRPr lang="en-US"/>
          </a:p>
        </p:txBody>
      </p:sp>
      <p:sp>
        <p:nvSpPr>
          <p:cNvPr id="77545275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7252403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29252071" name="Footer Placeholder 4"/>
          <p:cNvSpPr>
            <a:spLocks noGrp="1"/>
          </p:cNvSpPr>
          <p:nvPr>
            <p:ph type="ftr" sz="quarter" idx="11"/>
          </p:nvPr>
        </p:nvSpPr>
        <p:spPr bwMode="auto"/>
        <p:txBody>
          <a:bodyPr/>
          <a:lstStyle/>
          <a:p>
            <a:pPr>
              <a:defRPr/>
            </a:pPr>
            <a:endParaRPr lang="en-US"/>
          </a:p>
        </p:txBody>
      </p:sp>
      <p:sp>
        <p:nvSpPr>
          <p:cNvPr id="31649468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55084830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66268289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30929119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16677121" name="Footer Placeholder 4"/>
          <p:cNvSpPr>
            <a:spLocks noGrp="1"/>
          </p:cNvSpPr>
          <p:nvPr>
            <p:ph type="ftr" sz="quarter" idx="11"/>
          </p:nvPr>
        </p:nvSpPr>
        <p:spPr bwMode="auto"/>
        <p:txBody>
          <a:bodyPr/>
          <a:lstStyle/>
          <a:p>
            <a:pPr>
              <a:defRPr/>
            </a:pPr>
            <a:endParaRPr lang="en-US"/>
          </a:p>
        </p:txBody>
      </p:sp>
      <p:sp>
        <p:nvSpPr>
          <p:cNvPr id="64793061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02052270" name="Title 1"/>
          <p:cNvSpPr>
            <a:spLocks noGrp="1"/>
          </p:cNvSpPr>
          <p:nvPr>
            <p:ph type="title"/>
          </p:nvPr>
        </p:nvSpPr>
        <p:spPr bwMode="auto"/>
        <p:txBody>
          <a:bodyPr/>
          <a:lstStyle/>
          <a:p>
            <a:pPr>
              <a:defRPr/>
            </a:pPr>
            <a:r>
              <a:rPr lang="en-US"/>
              <a:t>Click to edit Master title style</a:t>
            </a:r>
            <a:endParaRPr lang="en-US"/>
          </a:p>
        </p:txBody>
      </p:sp>
      <p:sp>
        <p:nvSpPr>
          <p:cNvPr id="68030170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4833298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839929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44927447" name="Footer Placeholder 5"/>
          <p:cNvSpPr>
            <a:spLocks noGrp="1"/>
          </p:cNvSpPr>
          <p:nvPr>
            <p:ph type="ftr" sz="quarter" idx="11"/>
          </p:nvPr>
        </p:nvSpPr>
        <p:spPr bwMode="auto"/>
        <p:txBody>
          <a:bodyPr/>
          <a:lstStyle/>
          <a:p>
            <a:pPr>
              <a:defRPr/>
            </a:pPr>
            <a:endParaRPr lang="en-US"/>
          </a:p>
        </p:txBody>
      </p:sp>
      <p:sp>
        <p:nvSpPr>
          <p:cNvPr id="204734671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59494795"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88196326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822938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682687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80629443"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87960751"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72777601" name="Footer Placeholder 7"/>
          <p:cNvSpPr>
            <a:spLocks noGrp="1"/>
          </p:cNvSpPr>
          <p:nvPr>
            <p:ph type="ftr" sz="quarter" idx="11"/>
          </p:nvPr>
        </p:nvSpPr>
        <p:spPr bwMode="auto"/>
        <p:txBody>
          <a:bodyPr/>
          <a:lstStyle/>
          <a:p>
            <a:pPr>
              <a:defRPr/>
            </a:pPr>
            <a:endParaRPr lang="en-US"/>
          </a:p>
        </p:txBody>
      </p:sp>
      <p:sp>
        <p:nvSpPr>
          <p:cNvPr id="226134090"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26996218" name="Title 1"/>
          <p:cNvSpPr>
            <a:spLocks noGrp="1"/>
          </p:cNvSpPr>
          <p:nvPr>
            <p:ph type="title"/>
          </p:nvPr>
        </p:nvSpPr>
        <p:spPr bwMode="auto"/>
        <p:txBody>
          <a:bodyPr/>
          <a:lstStyle/>
          <a:p>
            <a:pPr>
              <a:defRPr/>
            </a:pPr>
            <a:r>
              <a:rPr lang="en-US"/>
              <a:t>Click to edit Master title style</a:t>
            </a:r>
            <a:endParaRPr lang="en-US"/>
          </a:p>
        </p:txBody>
      </p:sp>
      <p:sp>
        <p:nvSpPr>
          <p:cNvPr id="1483117413"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06399579" name="Footer Placeholder 3"/>
          <p:cNvSpPr>
            <a:spLocks noGrp="1"/>
          </p:cNvSpPr>
          <p:nvPr>
            <p:ph type="ftr" sz="quarter" idx="11"/>
          </p:nvPr>
        </p:nvSpPr>
        <p:spPr bwMode="auto"/>
        <p:txBody>
          <a:bodyPr/>
          <a:lstStyle/>
          <a:p>
            <a:pPr>
              <a:defRPr/>
            </a:pPr>
            <a:endParaRPr lang="en-US"/>
          </a:p>
        </p:txBody>
      </p:sp>
      <p:sp>
        <p:nvSpPr>
          <p:cNvPr id="1430513999"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073014016"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90089583" name="Footer Placeholder 2"/>
          <p:cNvSpPr>
            <a:spLocks noGrp="1"/>
          </p:cNvSpPr>
          <p:nvPr>
            <p:ph type="ftr" sz="quarter" idx="11"/>
          </p:nvPr>
        </p:nvSpPr>
        <p:spPr bwMode="auto"/>
        <p:txBody>
          <a:bodyPr/>
          <a:lstStyle/>
          <a:p>
            <a:pPr>
              <a:defRPr/>
            </a:pPr>
            <a:endParaRPr lang="en-US"/>
          </a:p>
        </p:txBody>
      </p:sp>
      <p:sp>
        <p:nvSpPr>
          <p:cNvPr id="1619118340"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1219754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471917766"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5629683"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234955807"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88544406" name="Footer Placeholder 5"/>
          <p:cNvSpPr>
            <a:spLocks noGrp="1"/>
          </p:cNvSpPr>
          <p:nvPr>
            <p:ph type="ftr" sz="quarter" idx="11"/>
          </p:nvPr>
        </p:nvSpPr>
        <p:spPr bwMode="auto"/>
        <p:txBody>
          <a:bodyPr/>
          <a:lstStyle/>
          <a:p>
            <a:pPr>
              <a:defRPr/>
            </a:pPr>
            <a:endParaRPr lang="en-US"/>
          </a:p>
        </p:txBody>
      </p:sp>
      <p:sp>
        <p:nvSpPr>
          <p:cNvPr id="75610378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79307346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665684061"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169806175"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84644214"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19188390" name="Footer Placeholder 5"/>
          <p:cNvSpPr>
            <a:spLocks noGrp="1"/>
          </p:cNvSpPr>
          <p:nvPr>
            <p:ph type="ftr" sz="quarter" idx="11"/>
          </p:nvPr>
        </p:nvSpPr>
        <p:spPr bwMode="auto"/>
        <p:txBody>
          <a:bodyPr/>
          <a:lstStyle/>
          <a:p>
            <a:pPr>
              <a:defRPr/>
            </a:pPr>
            <a:endParaRPr lang="en-US"/>
          </a:p>
        </p:txBody>
      </p:sp>
      <p:sp>
        <p:nvSpPr>
          <p:cNvPr id="133749154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36036465" name="Title 1"/>
          <p:cNvSpPr>
            <a:spLocks noGrp="1"/>
          </p:cNvSpPr>
          <p:nvPr>
            <p:ph type="title"/>
          </p:nvPr>
        </p:nvSpPr>
        <p:spPr bwMode="auto"/>
        <p:txBody>
          <a:bodyPr/>
          <a:lstStyle/>
          <a:p>
            <a:pPr>
              <a:defRPr/>
            </a:pPr>
            <a:r>
              <a:rPr lang="en-US"/>
              <a:t>Click to edit Master title style</a:t>
            </a:r>
            <a:endParaRPr lang="en-US"/>
          </a:p>
        </p:txBody>
      </p:sp>
      <p:sp>
        <p:nvSpPr>
          <p:cNvPr id="160854561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5156830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12848884" name="Footer Placeholder 4"/>
          <p:cNvSpPr>
            <a:spLocks noGrp="1"/>
          </p:cNvSpPr>
          <p:nvPr>
            <p:ph type="ftr" sz="quarter" idx="11"/>
          </p:nvPr>
        </p:nvSpPr>
        <p:spPr bwMode="auto"/>
        <p:txBody>
          <a:bodyPr/>
          <a:lstStyle/>
          <a:p>
            <a:pPr>
              <a:defRPr/>
            </a:pPr>
            <a:endParaRPr lang="en-US"/>
          </a:p>
        </p:txBody>
      </p:sp>
      <p:sp>
        <p:nvSpPr>
          <p:cNvPr id="167184847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54682609"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61235866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12925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70170280" name="Footer Placeholder 4"/>
          <p:cNvSpPr>
            <a:spLocks noGrp="1"/>
          </p:cNvSpPr>
          <p:nvPr>
            <p:ph type="ftr" sz="quarter" idx="11"/>
          </p:nvPr>
        </p:nvSpPr>
        <p:spPr bwMode="auto"/>
        <p:txBody>
          <a:bodyPr/>
          <a:lstStyle/>
          <a:p>
            <a:pPr>
              <a:defRPr/>
            </a:pPr>
            <a:endParaRPr lang="en-US"/>
          </a:p>
        </p:txBody>
      </p:sp>
      <p:sp>
        <p:nvSpPr>
          <p:cNvPr id="99149997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63400015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8463362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3260570"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95257325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4782678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9.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6.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9.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0.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p:nvSpPr>
          <p:cNvPr id="239117410" name="Rectangle 7"/>
          <p:cNvSpPr/>
          <p:nvPr/>
        </p:nvSpPr>
        <p:spPr bwMode="auto">
          <a:xfrm>
            <a:off x="2595339" y="198443"/>
            <a:ext cx="1396890" cy="38132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1387892" name="TextBox 5"/>
          <p:cNvSpPr txBox="1"/>
          <p:nvPr/>
        </p:nvSpPr>
        <p:spPr bwMode="auto">
          <a:xfrm>
            <a:off x="2591523" y="188417"/>
            <a:ext cx="2347353" cy="442319"/>
          </a:xfrm>
          <a:prstGeom prst="rect">
            <a:avLst/>
          </a:prstGeom>
          <a:noFill/>
        </p:spPr>
        <p:txBody>
          <a:bodyPr wrap="square" lIns="91440" tIns="45720" rIns="91440" bIns="45720" rtlCol="0" anchor="t">
            <a:spAutoFit/>
          </a:bodyPr>
          <a:lstStyle/>
          <a:p>
            <a:pPr>
              <a:defRPr/>
            </a:pPr>
            <a:r>
              <a:rPr sz="2300" b="1" lang="en-US">
                <a:latin typeface="Roboto"/>
              </a:rPr>
              <a:t>Umwandiko utomoye</a:t>
            </a:r>
            <a:endParaRPr lang="en-US" sz="2300"/>
          </a:p>
        </p:txBody>
      </p:sp>
      <p:sp>
        <p:nvSpPr>
          <p:cNvPr id="542659239" name="Rectangle 13"/>
          <p:cNvSpPr/>
          <p:nvPr/>
        </p:nvSpPr>
        <p:spPr bwMode="auto">
          <a:xfrm>
            <a:off x="7747107" y="158272"/>
            <a:ext cx="1739305" cy="46166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6029660" name="TextBox 11"/>
          <p:cNvSpPr txBox="1"/>
          <p:nvPr/>
        </p:nvSpPr>
        <p:spPr bwMode="auto">
          <a:xfrm>
            <a:off x="7764696" y="178324"/>
            <a:ext cx="2593914" cy="442319"/>
          </a:xfrm>
          <a:prstGeom prst="rect">
            <a:avLst/>
          </a:prstGeom>
          <a:noFill/>
        </p:spPr>
        <p:txBody>
          <a:bodyPr wrap="square" lIns="91440" tIns="45720" rIns="91440" bIns="45720" anchor="t">
            <a:spAutoFit/>
          </a:bodyPr>
          <a:lstStyle/>
          <a:p>
            <a:pPr>
              <a:defRPr/>
            </a:pPr>
            <a:r>
              <a:rPr sz="2300" b="1" lang="en-US">
                <a:latin typeface="Roboto"/>
              </a:rPr>
              <a:t>Umwandiko w'ibanga</a:t>
            </a:r>
            <a:endParaRPr/>
          </a:p>
        </p:txBody>
      </p:sp>
      <p:sp>
        <p:nvSpPr>
          <p:cNvPr id="515311746" name="Rectangle 17"/>
          <p:cNvSpPr/>
          <p:nvPr/>
        </p:nvSpPr>
        <p:spPr bwMode="auto">
          <a:xfrm>
            <a:off x="8766243" y="2968881"/>
            <a:ext cx="1257075" cy="43053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7331779" name="Rectangle 18"/>
          <p:cNvSpPr/>
          <p:nvPr/>
        </p:nvSpPr>
        <p:spPr bwMode="auto">
          <a:xfrm>
            <a:off x="4918718" y="1681878"/>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2035916910" name="TextBox 14"/>
          <p:cNvSpPr txBox="1"/>
          <p:nvPr/>
        </p:nvSpPr>
        <p:spPr bwMode="auto">
          <a:xfrm>
            <a:off x="8766243" y="2957805"/>
            <a:ext cx="1954436" cy="442319"/>
          </a:xfrm>
          <a:prstGeom prst="rect">
            <a:avLst/>
          </a:prstGeom>
          <a:noFill/>
        </p:spPr>
        <p:txBody>
          <a:bodyPr wrap="square" lIns="91440" tIns="45720" rIns="91440" bIns="45720" rtlCol="0" anchor="t">
            <a:spAutoFit/>
          </a:bodyPr>
          <a:lstStyle/>
          <a:p>
            <a:pPr>
              <a:defRPr/>
            </a:pPr>
            <a:r>
              <a:rPr sz="2300" lang="en-US">
                <a:latin typeface="Roboto"/>
              </a:rPr>
              <a:t>Kurungika</a:t>
            </a:r>
            <a:endParaRPr/>
          </a:p>
        </p:txBody>
      </p:sp>
      <p:sp>
        <p:nvSpPr>
          <p:cNvPr id="1682539440" name="TextBox 19"/>
          <p:cNvSpPr txBox="1"/>
          <p:nvPr/>
        </p:nvSpPr>
        <p:spPr bwMode="auto">
          <a:xfrm>
            <a:off x="4410180" y="1713858"/>
            <a:ext cx="2628336" cy="1143359"/>
          </a:xfrm>
          <a:prstGeom prst="rect">
            <a:avLst/>
          </a:prstGeom>
          <a:noFill/>
        </p:spPr>
        <p:txBody>
          <a:bodyPr wrap="square" lIns="91440" tIns="45720" rIns="91440" bIns="45720" rtlCol="0" anchor="t">
            <a:spAutoFit/>
          </a:bodyPr>
          <a:lstStyle/>
          <a:p>
            <a:pPr algn="ctr">
              <a:defRPr/>
            </a:pPr>
            <a:r>
              <a:rPr sz="2300" lang="en-US">
                <a:latin typeface="Roboto"/>
              </a:rPr>
              <a:t>Gushiramwo amakuru</a:t>
            </a:r>
            <a:endParaRPr/>
          </a:p>
          <a:p>
            <a:pPr algn="ctr"/>
            <a:r>
              <a:rPr sz="2300" lang="en-US">
                <a:latin typeface="Roboto"/>
              </a:rPr>
              <a:t>na bose</a:t>
            </a:r>
          </a:p>
          <a:p>
            <a:pPr algn="ctr"/>
            <a:r>
              <a:rPr sz="2300" lang="en-US">
                <a:latin typeface="Roboto"/>
              </a:rPr>
              <a:t>urufunguzo</a:t>
            </a:r>
          </a:p>
        </p:txBody>
      </p:sp>
      <p:sp>
        <p:nvSpPr>
          <p:cNvPr id="698934102" name="Rectangle 21"/>
          <p:cNvSpPr/>
          <p:nvPr/>
        </p:nvSpPr>
        <p:spPr bwMode="auto">
          <a:xfrm>
            <a:off x="4918718" y="5620284"/>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898941771" name="TextBox 22"/>
          <p:cNvSpPr txBox="1"/>
          <p:nvPr/>
        </p:nvSpPr>
        <p:spPr bwMode="auto">
          <a:xfrm>
            <a:off x="4520468" y="5592105"/>
            <a:ext cx="2407757" cy="1143359"/>
          </a:xfrm>
          <a:prstGeom prst="rect">
            <a:avLst/>
          </a:prstGeom>
          <a:noFill/>
        </p:spPr>
        <p:txBody>
          <a:bodyPr wrap="square" lIns="91440" tIns="45720" rIns="91440" bIns="45720" rtlCol="0" anchor="t">
            <a:spAutoFit/>
          </a:bodyPr>
          <a:lstStyle/>
          <a:p>
            <a:pPr algn="ctr">
              <a:defRPr/>
            </a:pPr>
            <a:r>
              <a:rPr sz="2300" lang="en-US">
                <a:latin typeface="Roboto"/>
              </a:rPr>
              <a:t>Gusobanura</a:t>
            </a:r>
            <a:endParaRPr/>
          </a:p>
          <a:p>
            <a:pPr algn="ctr"/>
            <a:r>
              <a:rPr sz="2300" lang="en-US">
                <a:latin typeface="Roboto"/>
              </a:rPr>
              <a:t>n'ivy'ibanga</a:t>
            </a:r>
          </a:p>
          <a:p>
            <a:pPr algn="ctr"/>
            <a:r>
              <a:rPr sz="2300" lang="en-US">
                <a:latin typeface="Roboto"/>
              </a:rPr>
              <a:t>urufunguzo</a:t>
            </a:r>
          </a:p>
        </p:txBody>
      </p:sp>
      <p:pic>
        <p:nvPicPr>
          <p:cNvPr id="502438407" name=""/>
          <p:cNvPicPr>
            <a:picLocks noChangeAspect="1"/>
          </p:cNvPicPr>
          <p:nvPr/>
        </p:nvPicPr>
        <p:blipFill>
          <a:blip r:embed="rId3"/>
          <a:stretch/>
        </p:blipFill>
        <p:spPr bwMode="auto">
          <a:xfrm flipH="0" flipV="0">
            <a:off x="1958999" y="21166"/>
            <a:ext cx="8392871" cy="6714297"/>
          </a:xfrm>
          <a:prstGeom prst="rect">
            <a:avLst/>
          </a:prstGeom>
        </p:spPr>
      </p:pic>
      <p:sp>
        <p:nvSpPr>
          <p:cNvPr id="1429071587" name=""/>
          <p:cNvSpPr/>
          <p:nvPr/>
        </p:nvSpPr>
        <p:spPr bwMode="auto">
          <a:xfrm flipH="0" flipV="0">
            <a:off x="2722070" y="203655"/>
            <a:ext cx="1398607" cy="44610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761093492" name=""/>
          <p:cNvSpPr txBox="1"/>
          <p:nvPr/>
        </p:nvSpPr>
        <p:spPr bwMode="auto">
          <a:xfrm flipH="0" flipV="0">
            <a:off x="1535541" y="203654"/>
            <a:ext cx="343178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Umwandiko utomoye</a:t>
            </a:r>
            <a:endParaRPr sz="2200" b="1">
              <a:latin typeface="IBM Plex Sans"/>
              <a:cs typeface="IBM Plex Sans"/>
            </a:endParaRPr>
          </a:p>
        </p:txBody>
      </p:sp>
      <p:sp>
        <p:nvSpPr>
          <p:cNvPr id="1969521309" name=""/>
          <p:cNvSpPr/>
          <p:nvPr/>
        </p:nvSpPr>
        <p:spPr bwMode="auto">
          <a:xfrm flipH="0" flipV="0">
            <a:off x="7827161" y="198442"/>
            <a:ext cx="2037394"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1385861" name=""/>
          <p:cNvSpPr/>
          <p:nvPr/>
        </p:nvSpPr>
        <p:spPr bwMode="auto">
          <a:xfrm flipH="0" flipV="0">
            <a:off x="8721165" y="2325560"/>
            <a:ext cx="1999512" cy="136537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3531871" name=""/>
          <p:cNvSpPr/>
          <p:nvPr/>
        </p:nvSpPr>
        <p:spPr bwMode="auto">
          <a:xfrm flipH="0" flipV="0">
            <a:off x="4938876" y="1490804"/>
            <a:ext cx="1645997" cy="16695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525520898" name=""/>
          <p:cNvSpPr/>
          <p:nvPr/>
        </p:nvSpPr>
        <p:spPr bwMode="auto">
          <a:xfrm flipH="0" flipV="0">
            <a:off x="4966245" y="5441911"/>
            <a:ext cx="1645996" cy="129355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756478981" name=""/>
          <p:cNvSpPr/>
          <p:nvPr/>
        </p:nvSpPr>
        <p:spPr bwMode="auto">
          <a:xfrm flipH="0" flipV="0">
            <a:off x="2722070" y="1044697"/>
            <a:ext cx="1688109"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30921611" name=""/>
          <p:cNvSpPr txBox="1"/>
          <p:nvPr/>
        </p:nvSpPr>
        <p:spPr bwMode="auto">
          <a:xfrm flipH="0" flipV="0">
            <a:off x="2853086" y="1033244"/>
            <a:ext cx="1139142"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a:latin typeface="IBM Plex Sans"/>
              </a:rPr>
              <a:t>Bitcoin</a:t>
            </a:r>
            <a:endParaRPr sz="2400">
              <a:latin typeface="IBM Plex Sans"/>
              <a:cs typeface="IBM Plex Sans"/>
            </a:endParaRPr>
          </a:p>
        </p:txBody>
      </p:sp>
      <p:sp>
        <p:nvSpPr>
          <p:cNvPr id="276313897" name=""/>
          <p:cNvSpPr txBox="1"/>
          <p:nvPr/>
        </p:nvSpPr>
        <p:spPr bwMode="auto">
          <a:xfrm flipH="0" flipV="0">
            <a:off x="7187931" y="203654"/>
            <a:ext cx="3239579"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Umwandiko w'ibanga</a:t>
            </a:r>
            <a:endParaRPr sz="2200" b="1">
              <a:latin typeface="IBM Plex Sans"/>
              <a:cs typeface="IBM Plex Sans"/>
            </a:endParaRPr>
          </a:p>
        </p:txBody>
      </p:sp>
      <p:sp>
        <p:nvSpPr>
          <p:cNvPr id="1415171345" name=""/>
          <p:cNvSpPr txBox="1"/>
          <p:nvPr/>
        </p:nvSpPr>
        <p:spPr bwMode="auto">
          <a:xfrm flipH="0" flipV="0">
            <a:off x="8807720" y="2794709"/>
            <a:ext cx="319356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200" b="0">
                <a:latin typeface="IBM Plex Sans"/>
              </a:rPr>
              <a:t>Kurungika</a:t>
            </a:r>
            <a:endParaRPr sz="2200" b="0">
              <a:latin typeface="IBM Plex Sans"/>
              <a:cs typeface="IBM Plex Sans"/>
            </a:endParaRPr>
          </a:p>
        </p:txBody>
      </p:sp>
      <p:sp>
        <p:nvSpPr>
          <p:cNvPr id="2060365003" name=""/>
          <p:cNvSpPr txBox="1"/>
          <p:nvPr/>
        </p:nvSpPr>
        <p:spPr bwMode="auto">
          <a:xfrm flipH="0" flipV="0">
            <a:off x="4938875" y="1639891"/>
            <a:ext cx="1592180"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a:latin typeface="IBM Plex Sans"/>
              </a:rPr>
              <a:t>Ububiko </a:t>
            </a:r>
            <a:r>
              <a:rPr sz="1400" b="0" lang="fr-FR">
                <a:latin typeface="IBM Plex Sans"/>
              </a:rPr>
              <a:t>n'urufunguzo </a:t>
            </a:r>
            <a:r>
              <a:rPr sz="1400" b="0">
                <a:latin typeface="IBM Plex Sans"/>
              </a:rPr>
              <a:t>rwa </a:t>
            </a:r>
            <a:r>
              <a:rPr sz="1400" b="0" lang="fr-FR">
                <a:latin typeface="IBM Plex Sans"/>
              </a:rPr>
              <a:t>bose </a:t>
            </a:r>
            <a:r>
              <a:rPr sz="1400" b="0">
                <a:latin typeface="IBM Plex Sans"/>
              </a:rPr>
              <a:t/>
            </a:r>
            <a:endParaRPr sz="1400" b="0">
              <a:latin typeface="IBM Plex Sans"/>
              <a:ea typeface="IBM Plex Sans"/>
              <a:cs typeface="IBM Plex Sans"/>
            </a:endParaRPr>
          </a:p>
        </p:txBody>
      </p:sp>
      <p:sp>
        <p:nvSpPr>
          <p:cNvPr id="564805446" name=""/>
          <p:cNvSpPr txBox="1"/>
          <p:nvPr/>
        </p:nvSpPr>
        <p:spPr bwMode="auto">
          <a:xfrm flipH="0" flipV="0">
            <a:off x="3765199" y="5680215"/>
            <a:ext cx="5043240"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Gusobanura </a:t>
            </a:r>
            <a:r>
              <a:rPr sz="1600" b="0" lang="fr-FR">
                <a:latin typeface="IBM Plex Sans"/>
              </a:rPr>
              <a:t>n'urufunguzo </a:t>
            </a:r>
            <a:r>
              <a:rPr sz="1600" b="0">
                <a:latin typeface="IBM Plex Sans"/>
              </a:rPr>
              <a:t>rwihariye </a:t>
            </a:r>
            <a:r>
              <a:rPr sz="1600" b="0">
                <a:latin typeface="IBM Plex Sans"/>
              </a:rPr>
              <a:t/>
            </a:r>
            <a:endParaRPr sz="1600" b="0">
              <a:latin typeface="IBM Plex Sans"/>
              <a:ea typeface="IBM Plex Sans"/>
              <a:cs typeface="IBM Plex Sans"/>
            </a:endParaRPr>
          </a:p>
        </p:txBody>
      </p:sp>
      <p:sp>
        <p:nvSpPr>
          <p:cNvPr id="2117423457" name=""/>
          <p:cNvSpPr/>
          <p:nvPr/>
        </p:nvSpPr>
        <p:spPr bwMode="auto">
          <a:xfrm flipH="0" flipV="0">
            <a:off x="2720786" y="1056150"/>
            <a:ext cx="1688108"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1861164775" name=""/>
          <p:cNvSpPr txBox="1"/>
          <p:nvPr/>
        </p:nvSpPr>
        <p:spPr bwMode="auto">
          <a:xfrm flipH="0" flipV="0">
            <a:off x="1853931" y="1044696"/>
            <a:ext cx="2138452"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
        <p:nvSpPr>
          <p:cNvPr id="1486006633" name=""/>
          <p:cNvSpPr txBox="1"/>
          <p:nvPr/>
        </p:nvSpPr>
        <p:spPr bwMode="auto">
          <a:xfrm flipH="0" flipV="0">
            <a:off x="2006330" y="4863123"/>
            <a:ext cx="2138812" cy="457560"/>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38095972" name=""/>
          <p:cNvPicPr>
            <a:picLocks noChangeAspect="1"/>
          </p:cNvPicPr>
          <p:nvPr/>
        </p:nvPicPr>
        <p:blipFill>
          <a:blip r:embed="rId3"/>
          <a:stretch/>
        </p:blipFill>
        <p:spPr bwMode="auto">
          <a:xfrm flipH="0" flipV="0">
            <a:off x="2564651" y="15362"/>
            <a:ext cx="7062695" cy="6827270"/>
          </a:xfrm>
          <a:prstGeom prst="rect">
            <a:avLst/>
          </a:prstGeom>
        </p:spPr>
      </p:pic>
      <p:sp>
        <p:nvSpPr>
          <p:cNvPr id="618278120" name=""/>
          <p:cNvSpPr/>
          <p:nvPr/>
        </p:nvSpPr>
        <p:spPr bwMode="auto">
          <a:xfrm flipH="0" flipV="0">
            <a:off x="6940687" y="215079"/>
            <a:ext cx="2186448" cy="43015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577510310" name=""/>
          <p:cNvSpPr/>
          <p:nvPr/>
        </p:nvSpPr>
        <p:spPr bwMode="auto">
          <a:xfrm flipH="0" flipV="0">
            <a:off x="8154516" y="2881839"/>
            <a:ext cx="2444482" cy="5010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24416130" name=""/>
          <p:cNvSpPr/>
          <p:nvPr/>
        </p:nvSpPr>
        <p:spPr bwMode="auto">
          <a:xfrm flipH="0" flipV="0">
            <a:off x="4486317" y="5688146"/>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63204435" name=""/>
          <p:cNvSpPr/>
          <p:nvPr/>
        </p:nvSpPr>
        <p:spPr bwMode="auto">
          <a:xfrm flipH="0" flipV="0">
            <a:off x="4533302" y="1541392"/>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17404936" name=""/>
          <p:cNvSpPr/>
          <p:nvPr/>
        </p:nvSpPr>
        <p:spPr bwMode="auto">
          <a:xfrm flipH="0" flipV="0">
            <a:off x="2751531" y="5082559"/>
            <a:ext cx="1614461" cy="40279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74341121" name=""/>
          <p:cNvSpPr/>
          <p:nvPr/>
        </p:nvSpPr>
        <p:spPr bwMode="auto">
          <a:xfrm flipH="0" flipV="0">
            <a:off x="2736169" y="215079"/>
            <a:ext cx="1321209" cy="430161"/>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28966252" name=""/>
          <p:cNvSpPr txBox="1"/>
          <p:nvPr/>
        </p:nvSpPr>
        <p:spPr bwMode="auto">
          <a:xfrm flipH="0" flipV="0">
            <a:off x="1784658" y="215078"/>
            <a:ext cx="310969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Ubutumwa</a:t>
            </a:r>
            <a:endParaRPr sz="2000" b="1">
              <a:latin typeface="IBM Plex Sans"/>
              <a:cs typeface="IBM Plex Sans"/>
            </a:endParaRPr>
          </a:p>
        </p:txBody>
      </p:sp>
      <p:sp>
        <p:nvSpPr>
          <p:cNvPr id="1134818737" name=""/>
          <p:cNvSpPr txBox="1"/>
          <p:nvPr/>
        </p:nvSpPr>
        <p:spPr bwMode="auto">
          <a:xfrm flipH="0" flipV="0">
            <a:off x="6893522" y="215078"/>
            <a:ext cx="273490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Isinyuro</a:t>
            </a:r>
            <a:endParaRPr sz="2000" b="1">
              <a:latin typeface="IBM Plex Sans"/>
              <a:cs typeface="IBM Plex Sans"/>
            </a:endParaRPr>
          </a:p>
        </p:txBody>
      </p:sp>
      <p:sp>
        <p:nvSpPr>
          <p:cNvPr id="2021760122" name=""/>
          <p:cNvSpPr txBox="1"/>
          <p:nvPr/>
        </p:nvSpPr>
        <p:spPr bwMode="auto">
          <a:xfrm flipH="0" flipV="0">
            <a:off x="8202903" y="2986308"/>
            <a:ext cx="3194065"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a:latin typeface="IBM Plex Sans"/>
              </a:rPr>
              <a:t>Kurungika</a:t>
            </a:r>
            <a:endParaRPr sz="2000" b="0">
              <a:latin typeface="IBM Plex Sans"/>
              <a:cs typeface="IBM Plex Sans"/>
            </a:endParaRPr>
          </a:p>
        </p:txBody>
      </p:sp>
      <p:sp>
        <p:nvSpPr>
          <p:cNvPr id="1091897644" name=""/>
          <p:cNvSpPr txBox="1"/>
          <p:nvPr/>
        </p:nvSpPr>
        <p:spPr bwMode="auto">
          <a:xfrm flipH="0" flipV="0">
            <a:off x="2113704" y="5088755"/>
            <a:ext cx="1956099"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000" b="0">
                <a:latin typeface="IBM Plex Sans"/>
              </a:rPr>
              <a:t>VYIZA</a:t>
            </a:r>
            <a:endParaRPr sz="2000" b="0">
              <a:latin typeface="IBM Plex Sans"/>
              <a:cs typeface="IBM Plex Sans"/>
            </a:endParaRPr>
          </a:p>
        </p:txBody>
      </p:sp>
      <p:sp>
        <p:nvSpPr>
          <p:cNvPr id="1632395688" name=""/>
          <p:cNvSpPr txBox="1"/>
          <p:nvPr/>
        </p:nvSpPr>
        <p:spPr bwMode="auto">
          <a:xfrm flipH="0" flipV="0">
            <a:off x="3896720" y="1539360"/>
            <a:ext cx="2662335"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Gusinya </a:t>
            </a:r>
            <a:r>
              <a:rPr sz="1600" b="0" lang="fr-FR">
                <a:latin typeface="IBM Plex Sans"/>
              </a:rPr>
              <a:t>ukoresheje </a:t>
            </a:r>
            <a:r>
              <a:rPr sz="1600" b="0">
                <a:latin typeface="IBM Plex Sans"/>
              </a:rPr>
              <a:t>urufunguzo </a:t>
            </a:r>
            <a:r>
              <a:rPr sz="1600" b="0" lang="fr-FR">
                <a:latin typeface="IBM Plex Sans"/>
              </a:rPr>
              <a:t>rwihariye </a:t>
            </a:r>
            <a:r>
              <a:rPr sz="1600" b="0">
                <a:latin typeface="IBM Plex Sans"/>
              </a:rPr>
              <a:t/>
            </a:r>
            <a:endParaRPr sz="1600" b="0">
              <a:latin typeface="IBM Plex Sans"/>
              <a:cs typeface="IBM Plex Sans"/>
            </a:endParaRPr>
          </a:p>
          <a:p>
            <a:pPr algn="ctr"/>
          </a:p>
        </p:txBody>
      </p:sp>
      <p:sp>
        <p:nvSpPr>
          <p:cNvPr id="1469490840" name=""/>
          <p:cNvSpPr txBox="1"/>
          <p:nvPr/>
        </p:nvSpPr>
        <p:spPr bwMode="auto">
          <a:xfrm flipH="0" flipV="0">
            <a:off x="3621937" y="5686113"/>
            <a:ext cx="3015771"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Gusuzuma </a:t>
            </a:r>
            <a:r>
              <a:rPr sz="1600" b="0" lang="fr-FR">
                <a:latin typeface="IBM Plex Sans"/>
              </a:rPr>
              <a:t>n'urufunguzo </a:t>
            </a:r>
            <a:r>
              <a:rPr sz="1600" b="0">
                <a:latin typeface="IBM Plex Sans"/>
              </a:rPr>
              <a:t>rwa </a:t>
            </a:r>
            <a:r>
              <a:rPr sz="1600" b="0" lang="fr-FR">
                <a:latin typeface="IBM Plex Sans"/>
              </a:rPr>
              <a:t>bose </a:t>
            </a:r>
            <a:r>
              <a:rPr sz="1600" b="0">
                <a:latin typeface="IBM Plex Sans"/>
              </a:rPr>
              <a:t/>
            </a:r>
            <a:endParaRPr sz="1600" b="0">
              <a:latin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50526696" name=""/>
          <p:cNvPicPr>
            <a:picLocks noChangeAspect="1"/>
          </p:cNvPicPr>
          <p:nvPr/>
        </p:nvPicPr>
        <p:blipFill>
          <a:blip r:embed="rId3"/>
          <a:stretch/>
        </p:blipFill>
        <p:spPr bwMode="auto">
          <a:xfrm>
            <a:off x="3238499" y="666749"/>
            <a:ext cx="5715000" cy="5524499"/>
          </a:xfrm>
          <a:prstGeom prst="rect">
            <a:avLst/>
          </a:prstGeom>
        </p:spPr>
      </p:pic>
      <p:pic>
        <p:nvPicPr>
          <p:cNvPr id="1775366303" name=""/>
          <p:cNvPicPr>
            <a:picLocks noChangeAspect="1"/>
          </p:cNvPicPr>
          <p:nvPr/>
        </p:nvPicPr>
        <p:blipFill>
          <a:blip r:embed="rId4"/>
          <a:stretch/>
        </p:blipFill>
        <p:spPr bwMode="auto">
          <a:xfrm>
            <a:off x="3352799" y="0"/>
            <a:ext cx="5486399"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79581" name=""/>
          <p:cNvPicPr>
            <a:picLocks noChangeAspect="1"/>
          </p:cNvPicPr>
          <p:nvPr/>
        </p:nvPicPr>
        <p:blipFill>
          <a:blip r:embed="rId3"/>
          <a:stretch/>
        </p:blipFill>
        <p:spPr bwMode="auto">
          <a:xfrm>
            <a:off x="2286000" y="757237"/>
            <a:ext cx="7619999" cy="53435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1969355696" name=""/>
          <p:cNvPicPr>
            <a:picLocks noChangeAspect="1"/>
          </p:cNvPicPr>
          <p:nvPr/>
        </p:nvPicPr>
        <p:blipFill>
          <a:blip r:embed="rId3"/>
          <a:stretch/>
        </p:blipFill>
        <p:spPr bwMode="auto">
          <a:xfrm flipH="0" flipV="0">
            <a:off x="3072283" y="280392"/>
            <a:ext cx="6047431" cy="5745059"/>
          </a:xfrm>
          <a:prstGeom prst="rect">
            <a:avLst/>
          </a:prstGeom>
        </p:spPr>
      </p:pic>
      <p:sp>
        <p:nvSpPr>
          <p:cNvPr id="958143399" name=""/>
          <p:cNvSpPr/>
          <p:nvPr/>
        </p:nvSpPr>
        <p:spPr bwMode="auto">
          <a:xfrm flipH="0" flipV="0">
            <a:off x="5929808" y="864541"/>
            <a:ext cx="1149753" cy="30094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40051190" name=""/>
          <p:cNvSpPr txBox="1"/>
          <p:nvPr/>
        </p:nvSpPr>
        <p:spPr bwMode="auto">
          <a:xfrm flipH="0" flipV="0">
            <a:off x="6796666" y="2878666"/>
            <a:ext cx="682858"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latin typeface="IBM Plex Sans"/>
              <a:cs typeface="IBM Plex Sans"/>
            </a:endParaRPr>
          </a:p>
        </p:txBody>
      </p:sp>
      <p:sp>
        <p:nvSpPr>
          <p:cNvPr id="72791010" name=""/>
          <p:cNvSpPr txBox="1"/>
          <p:nvPr/>
        </p:nvSpPr>
        <p:spPr bwMode="auto">
          <a:xfrm flipH="0" flipV="0">
            <a:off x="6183477" y="2710450"/>
            <a:ext cx="1257937"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200">
                <a:latin typeface="IBM Plex Sans"/>
              </a:rPr>
              <a:t>kurungika</a:t>
            </a:r>
            <a:endParaRPr sz="1200">
              <a:latin typeface="IBM Plex Sans"/>
              <a:cs typeface="IBM Plex Sans"/>
            </a:endParaRPr>
          </a:p>
        </p:txBody>
      </p:sp>
      <p:sp>
        <p:nvSpPr>
          <p:cNvPr id="1709900016" name=""/>
          <p:cNvSpPr txBox="1"/>
          <p:nvPr/>
        </p:nvSpPr>
        <p:spPr bwMode="auto">
          <a:xfrm flipH="0" flipV="0">
            <a:off x="5812687" y="877671"/>
            <a:ext cx="1035944"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kurungika</a:t>
            </a:r>
            <a:endParaRPr sz="1200">
              <a:latin typeface="IBM Plex Sans"/>
              <a:cs typeface="IBM Plex Sans"/>
            </a:endParaRPr>
          </a:p>
        </p:txBody>
      </p:sp>
      <p:sp>
        <p:nvSpPr>
          <p:cNvPr id="626557778" name=""/>
          <p:cNvSpPr txBox="1"/>
          <p:nvPr/>
        </p:nvSpPr>
        <p:spPr bwMode="auto">
          <a:xfrm flipH="0" flipV="0">
            <a:off x="8510588" y="2710090"/>
            <a:ext cx="2124381"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200">
                <a:latin typeface="IBM Plex Sans"/>
              </a:rPr>
              <a:t>inguzanyo</a:t>
            </a:r>
            <a:endParaRPr sz="1200">
              <a:latin typeface="IBM Plex Sans"/>
              <a:cs typeface="IBM Plex Sans"/>
            </a:endParaRPr>
          </a:p>
        </p:txBody>
      </p:sp>
      <p:sp>
        <p:nvSpPr>
          <p:cNvPr id="566308975" name=""/>
          <p:cNvSpPr txBox="1"/>
          <p:nvPr/>
        </p:nvSpPr>
        <p:spPr bwMode="auto">
          <a:xfrm flipH="0" flipV="0">
            <a:off x="2629117" y="5192732"/>
            <a:ext cx="2642102"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Banki 1</a:t>
            </a:r>
            <a:endParaRPr sz="2600" b="1">
              <a:latin typeface="IBM Plex Sans"/>
              <a:cs typeface="IBM Plex Sans"/>
            </a:endParaRPr>
          </a:p>
        </p:txBody>
      </p:sp>
      <p:sp>
        <p:nvSpPr>
          <p:cNvPr id="466514468" name=""/>
          <p:cNvSpPr txBox="1"/>
          <p:nvPr/>
        </p:nvSpPr>
        <p:spPr bwMode="auto">
          <a:xfrm flipH="0" flipV="0">
            <a:off x="7185916" y="5192732"/>
            <a:ext cx="2326650"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Banki 2</a:t>
            </a:r>
            <a:endParaRPr sz="2600" b="1">
              <a:latin typeface="IBM Plex Sans"/>
              <a:cs typeface="IBM Plex Sans"/>
            </a:endParaRPr>
          </a:p>
        </p:txBody>
      </p:sp>
      <p:sp>
        <p:nvSpPr>
          <p:cNvPr id="1355621069" name=""/>
          <p:cNvSpPr/>
          <p:nvPr/>
        </p:nvSpPr>
        <p:spPr bwMode="auto">
          <a:xfrm rot="0" flipH="0" flipV="0">
            <a:off x="5097499" y="5572125"/>
            <a:ext cx="2524124" cy="746124"/>
          </a:xfrm>
          <a:prstGeom prst="rect">
            <a:avLst/>
          </a:prstGeom>
          <a:solidFill>
            <a:schemeClr val="bg1"/>
          </a:solidFill>
          <a:ln w="12699"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40523157" name=""/>
          <p:cNvSpPr txBox="1"/>
          <p:nvPr/>
        </p:nvSpPr>
        <p:spPr bwMode="auto">
          <a:xfrm flipH="0" flipV="0">
            <a:off x="4651612" y="5680770"/>
            <a:ext cx="3216127" cy="9452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inyandiko y'amafaranga </a:t>
            </a:r>
            <a:r>
              <a:rPr sz="1400">
                <a:latin typeface="IBM Plex Sans"/>
              </a:rPr>
              <a:t>yakoreshejwe</a:t>
            </a:r>
            <a:endParaRPr sz="1400">
              <a:latin typeface="IBM Plex Sans"/>
              <a:ea typeface="IBM Plex Sans"/>
              <a:cs typeface="IBM Plex Sans"/>
            </a:endParaRPr>
          </a:p>
          <a:p>
            <a:pPr algn="ct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05315131" name=""/>
          <p:cNvPicPr>
            <a:picLocks noChangeAspect="1"/>
          </p:cNvPicPr>
          <p:nvPr/>
        </p:nvPicPr>
        <p:blipFill>
          <a:blip r:embed="rId3"/>
          <a:stretch/>
        </p:blipFill>
        <p:spPr bwMode="auto">
          <a:xfrm flipH="0" flipV="0">
            <a:off x="3694739" y="970372"/>
            <a:ext cx="4802518" cy="4917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19884987" name=""/>
          <p:cNvPicPr>
            <a:picLocks noChangeAspect="1"/>
          </p:cNvPicPr>
          <p:nvPr/>
        </p:nvPicPr>
        <p:blipFill>
          <a:blip r:embed="rId3"/>
          <a:stretch/>
        </p:blipFill>
        <p:spPr bwMode="auto">
          <a:xfrm>
            <a:off x="1571625" y="581024"/>
            <a:ext cx="9048749" cy="5695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415751" name=""/>
          <p:cNvPicPr>
            <a:picLocks noChangeAspect="1"/>
          </p:cNvPicPr>
          <p:nvPr/>
        </p:nvPicPr>
        <p:blipFill>
          <a:blip r:embed="rId3"/>
          <a:stretch/>
        </p:blipFill>
        <p:spPr bwMode="auto">
          <a:xfrm flipH="0" flipV="0">
            <a:off x="704845" y="733421"/>
            <a:ext cx="10782307" cy="53911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42637588" name=""/>
          <p:cNvPicPr>
            <a:picLocks noChangeAspect="1"/>
          </p:cNvPicPr>
          <p:nvPr/>
        </p:nvPicPr>
        <p:blipFill>
          <a:blip r:embed="rId3"/>
          <a:stretch/>
        </p:blipFill>
        <p:spPr bwMode="auto">
          <a:xfrm flipH="0" flipV="0">
            <a:off x="1334474" y="33756"/>
            <a:ext cx="9523045" cy="67904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81991235" name=""/>
          <p:cNvPicPr>
            <a:picLocks noChangeAspect="1"/>
          </p:cNvPicPr>
          <p:nvPr/>
        </p:nvPicPr>
        <p:blipFill>
          <a:blip r:embed="rId3"/>
          <a:stretch/>
        </p:blipFill>
        <p:spPr bwMode="auto">
          <a:xfrm flipH="0" flipV="0">
            <a:off x="2880246" y="2390769"/>
            <a:ext cx="6431504" cy="20764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4118267" name=""/>
          <p:cNvPicPr>
            <a:picLocks noChangeAspect="1"/>
          </p:cNvPicPr>
          <p:nvPr/>
        </p:nvPicPr>
        <p:blipFill>
          <a:blip r:embed="rId3"/>
          <a:stretch/>
        </p:blipFill>
        <p:spPr bwMode="auto">
          <a:xfrm flipH="0" flipV="0">
            <a:off x="2241416" y="620661"/>
            <a:ext cx="7709163" cy="56166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49992560" name=""/>
          <p:cNvPicPr>
            <a:picLocks noChangeAspect="1"/>
          </p:cNvPicPr>
          <p:nvPr/>
        </p:nvPicPr>
        <p:blipFill>
          <a:blip r:embed="rId3"/>
          <a:srcRect l="0" t="0" r="0" b="16973"/>
          <a:stretch/>
        </p:blipFill>
        <p:spPr bwMode="auto">
          <a:xfrm flipH="0" flipV="0">
            <a:off x="1563274" y="159770"/>
            <a:ext cx="9065446" cy="5428633"/>
          </a:xfrm>
          <a:prstGeom prst="rect">
            <a:avLst/>
          </a:prstGeom>
        </p:spPr>
      </p:pic>
      <p:sp>
        <p:nvSpPr>
          <p:cNvPr id="1056831080" name=""/>
          <p:cNvSpPr/>
          <p:nvPr/>
        </p:nvSpPr>
        <p:spPr bwMode="auto">
          <a:xfrm flipH="0" flipV="0">
            <a:off x="2991824"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61749794" name=""/>
          <p:cNvSpPr/>
          <p:nvPr/>
        </p:nvSpPr>
        <p:spPr bwMode="auto">
          <a:xfrm flipH="0" flipV="0">
            <a:off x="5698727"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0698139" name=""/>
          <p:cNvSpPr/>
          <p:nvPr/>
        </p:nvSpPr>
        <p:spPr bwMode="auto">
          <a:xfrm flipH="0" flipV="0">
            <a:off x="8424329"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97094744" name=""/>
          <p:cNvSpPr/>
          <p:nvPr/>
        </p:nvSpPr>
        <p:spPr bwMode="auto">
          <a:xfrm flipH="0" flipV="0">
            <a:off x="2962949" y="5357154"/>
            <a:ext cx="762300" cy="28539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153823412" name=""/>
          <p:cNvSpPr/>
          <p:nvPr/>
        </p:nvSpPr>
        <p:spPr bwMode="auto">
          <a:xfrm flipH="0" flipV="0">
            <a:off x="3677625" y="4867453"/>
            <a:ext cx="647698" cy="2286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2108527031" name=""/>
          <p:cNvSpPr txBox="1"/>
          <p:nvPr/>
        </p:nvSpPr>
        <p:spPr bwMode="auto">
          <a:xfrm flipH="0" flipV="0">
            <a:off x="7346907" y="5801943"/>
            <a:ext cx="408383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a:latin typeface="IBM Plex Sans"/>
              </a:rPr>
              <a:t>Inzira zikwiragijwe.</a:t>
            </a:r>
            <a:endParaRPr sz="2200">
              <a:latin typeface="IBM Plex Sans"/>
              <a:cs typeface="IBM Plex Sans"/>
            </a:endParaRPr>
          </a:p>
        </p:txBody>
      </p:sp>
      <p:sp>
        <p:nvSpPr>
          <p:cNvPr id="794602628" name=""/>
          <p:cNvSpPr txBox="1"/>
          <p:nvPr/>
        </p:nvSpPr>
        <p:spPr bwMode="auto">
          <a:xfrm flipH="0" flipV="0">
            <a:off x="2925666" y="5337383"/>
            <a:ext cx="144844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Ikigo</a:t>
            </a:r>
            <a:endParaRPr sz="1400">
              <a:latin typeface="IBM Plex Sans"/>
              <a:cs typeface="IBM Plex Sans"/>
            </a:endParaRPr>
          </a:p>
        </p:txBody>
      </p:sp>
      <p:sp>
        <p:nvSpPr>
          <p:cNvPr id="1833248220" name=""/>
          <p:cNvSpPr txBox="1"/>
          <p:nvPr/>
        </p:nvSpPr>
        <p:spPr bwMode="auto">
          <a:xfrm flipH="0" flipV="0">
            <a:off x="3677625" y="4829175"/>
            <a:ext cx="118328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Urubuga</a:t>
            </a:r>
            <a:endParaRPr sz="1400">
              <a:latin typeface="IBM Plex Sans"/>
              <a:ea typeface="IBM Plex Sans"/>
              <a:cs typeface="IBM Plex Sans"/>
            </a:endParaRPr>
          </a:p>
        </p:txBody>
      </p:sp>
      <p:sp>
        <p:nvSpPr>
          <p:cNvPr id="1083863093" name=""/>
          <p:cNvSpPr/>
          <p:nvPr/>
        </p:nvSpPr>
        <p:spPr bwMode="auto">
          <a:xfrm flipH="0" flipV="0">
            <a:off x="3458550" y="4867453"/>
            <a:ext cx="266699"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980293751" name=""/>
          <p:cNvSpPr/>
          <p:nvPr/>
        </p:nvSpPr>
        <p:spPr bwMode="auto">
          <a:xfrm rot="2286170" flipH="0" flipV="0">
            <a:off x="2724120" y="5303120"/>
            <a:ext cx="266698"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827644842" name=""/>
          <p:cNvSpPr txBox="1"/>
          <p:nvPr/>
        </p:nvSpPr>
        <p:spPr bwMode="auto">
          <a:xfrm rot="0" flipH="0" flipV="0">
            <a:off x="1533582" y="5801943"/>
            <a:ext cx="276348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Gushira hamwe</a:t>
            </a:r>
            <a:endParaRPr sz="2200">
              <a:latin typeface="IBM Plex Sans"/>
              <a:cs typeface="IBM Plex Sans"/>
            </a:endParaRPr>
          </a:p>
        </p:txBody>
      </p:sp>
      <p:sp>
        <p:nvSpPr>
          <p:cNvPr id="414344841" name=""/>
          <p:cNvSpPr txBox="1"/>
          <p:nvPr/>
        </p:nvSpPr>
        <p:spPr bwMode="auto">
          <a:xfrm rot="0" flipH="0" flipV="0">
            <a:off x="4494953" y="5801943"/>
            <a:ext cx="285195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Kwegereza ubutegetsi</a:t>
            </a:r>
            <a:endParaRPr sz="2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6692171" name=""/>
          <p:cNvPicPr>
            <a:picLocks noChangeAspect="1"/>
          </p:cNvPicPr>
          <p:nvPr/>
        </p:nvPicPr>
        <p:blipFill>
          <a:blip r:embed="rId3"/>
          <a:stretch/>
        </p:blipFill>
        <p:spPr bwMode="auto">
          <a:xfrm flipH="0" flipV="0">
            <a:off x="772880" y="323847"/>
            <a:ext cx="10646236" cy="6210302"/>
          </a:xfrm>
          <a:prstGeom prst="rect">
            <a:avLst/>
          </a:prstGeom>
        </p:spPr>
      </p:pic>
      <p:sp>
        <p:nvSpPr>
          <p:cNvPr id="1604701722" name=""/>
          <p:cNvSpPr/>
          <p:nvPr/>
        </p:nvSpPr>
        <p:spPr bwMode="auto">
          <a:xfrm flipH="0" flipV="0">
            <a:off x="1651400" y="495479"/>
            <a:ext cx="2266949"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585018793" name=""/>
          <p:cNvSpPr/>
          <p:nvPr/>
        </p:nvSpPr>
        <p:spPr bwMode="auto">
          <a:xfrm flipH="0" flipV="0">
            <a:off x="4562474" y="495479"/>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78221400" name=""/>
          <p:cNvSpPr/>
          <p:nvPr/>
        </p:nvSpPr>
        <p:spPr bwMode="auto">
          <a:xfrm flipH="0" flipV="0">
            <a:off x="2784875"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17931922" name=""/>
          <p:cNvSpPr/>
          <p:nvPr/>
        </p:nvSpPr>
        <p:spPr bwMode="auto">
          <a:xfrm flipH="0" flipV="0">
            <a:off x="7886698"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2047620786" name=""/>
          <p:cNvSpPr txBox="1"/>
          <p:nvPr/>
        </p:nvSpPr>
        <p:spPr bwMode="auto">
          <a:xfrm flipH="0" flipV="0">
            <a:off x="1651399" y="571500"/>
            <a:ext cx="1586266"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800">
                <a:latin typeface="IBM Plex Sans"/>
              </a:rPr>
              <a:t>Umujenerali w'intahemuka</a:t>
            </a:r>
            <a:endParaRPr sz="1800">
              <a:latin typeface="IBM Plex Sans"/>
              <a:cs typeface="IBM Plex Sans"/>
            </a:endParaRPr>
          </a:p>
        </p:txBody>
      </p:sp>
      <p:sp>
        <p:nvSpPr>
          <p:cNvPr id="1951448218" name=""/>
          <p:cNvSpPr txBox="1"/>
          <p:nvPr/>
        </p:nvSpPr>
        <p:spPr bwMode="auto">
          <a:xfrm flipH="0" flipV="0">
            <a:off x="4562473" y="571500"/>
            <a:ext cx="2021121"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800">
                <a:solidFill>
                  <a:srgbClr val="8A8A8A"/>
                </a:solidFill>
                <a:latin typeface="IBM Plex Sans"/>
              </a:rPr>
              <a:t>Umuhemu</a:t>
            </a:r>
            <a:endParaRPr sz="1800">
              <a:solidFill>
                <a:srgbClr val="8A8A8A"/>
              </a:solidFill>
              <a:latin typeface="IBM Plex Sans"/>
              <a:cs typeface="IBM Plex Sans"/>
            </a:endParaRPr>
          </a:p>
        </p:txBody>
      </p:sp>
      <p:sp>
        <p:nvSpPr>
          <p:cNvPr id="1415045215" name=""/>
          <p:cNvSpPr txBox="1"/>
          <p:nvPr/>
        </p:nvSpPr>
        <p:spPr bwMode="auto">
          <a:xfrm flipH="0" flipV="0">
            <a:off x="2131022" y="5857513"/>
            <a:ext cx="3378125"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Gutsindwa</a:t>
            </a:r>
            <a:endParaRPr sz="2600" b="1">
              <a:latin typeface="IBM Plex Sans"/>
              <a:cs typeface="IBM Plex Sans"/>
            </a:endParaRPr>
          </a:p>
        </p:txBody>
      </p:sp>
      <p:sp>
        <p:nvSpPr>
          <p:cNvPr id="1155593188" name=""/>
          <p:cNvSpPr txBox="1"/>
          <p:nvPr/>
        </p:nvSpPr>
        <p:spPr bwMode="auto">
          <a:xfrm flipH="0" flipV="0">
            <a:off x="6780954" y="5857513"/>
            <a:ext cx="3785102"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Intsinzi</a:t>
            </a:r>
            <a:endParaRPr sz="26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8684526" name=""/>
          <p:cNvPicPr>
            <a:picLocks noChangeAspect="1"/>
          </p:cNvPicPr>
          <p:nvPr/>
        </p:nvPicPr>
        <p:blipFill>
          <a:blip r:embed="rId3"/>
          <a:stretch/>
        </p:blipFill>
        <p:spPr bwMode="auto">
          <a:xfrm>
            <a:off x="1338262" y="538162"/>
            <a:ext cx="9515475" cy="5781674"/>
          </a:xfrm>
          <a:prstGeom prst="rect">
            <a:avLst/>
          </a:prstGeom>
        </p:spPr>
      </p:pic>
      <p:sp>
        <p:nvSpPr>
          <p:cNvPr id="1435555748" name=""/>
          <p:cNvSpPr/>
          <p:nvPr/>
        </p:nvSpPr>
        <p:spPr bwMode="auto">
          <a:xfrm flipH="0" flipV="0">
            <a:off x="7200124" y="1254124"/>
            <a:ext cx="3017836" cy="317498"/>
          </a:xfrm>
          <a:prstGeom prst="rect">
            <a:avLst/>
          </a:prstGeom>
          <a:solidFill>
            <a:srgbClr val="FDE9D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855654714" name=""/>
          <p:cNvSpPr/>
          <p:nvPr/>
        </p:nvSpPr>
        <p:spPr bwMode="auto">
          <a:xfrm flipH="0" flipV="0">
            <a:off x="4048937" y="436562"/>
            <a:ext cx="4476749" cy="5715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39019711" name=""/>
          <p:cNvSpPr/>
          <p:nvPr/>
        </p:nvSpPr>
        <p:spPr bwMode="auto">
          <a:xfrm flipH="0" flipV="0">
            <a:off x="1620062" y="2016124"/>
            <a:ext cx="571500" cy="515937"/>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362170388" name=""/>
          <p:cNvSpPr/>
          <p:nvPr/>
        </p:nvSpPr>
        <p:spPr bwMode="auto">
          <a:xfrm flipH="0" flipV="0">
            <a:off x="1486711" y="5200650"/>
            <a:ext cx="571500" cy="515936"/>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1166664" name=""/>
          <p:cNvSpPr/>
          <p:nvPr/>
        </p:nvSpPr>
        <p:spPr bwMode="auto">
          <a:xfrm flipH="0" flipV="0">
            <a:off x="2366187" y="1738312"/>
            <a:ext cx="1627187" cy="2222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375027" name=""/>
          <p:cNvSpPr/>
          <p:nvPr/>
        </p:nvSpPr>
        <p:spPr bwMode="auto">
          <a:xfrm flipH="0" flipV="0">
            <a:off x="4255312" y="3833812"/>
            <a:ext cx="1817687"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2142" name=""/>
          <p:cNvSpPr/>
          <p:nvPr/>
        </p:nvSpPr>
        <p:spPr bwMode="auto">
          <a:xfrm flipH="0" flipV="0">
            <a:off x="9406749" y="3040062"/>
            <a:ext cx="1904999" cy="89693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45983159" name=""/>
          <p:cNvSpPr/>
          <p:nvPr/>
        </p:nvSpPr>
        <p:spPr bwMode="auto">
          <a:xfrm flipH="0" flipV="0">
            <a:off x="6446062" y="3603624"/>
            <a:ext cx="1690687" cy="4921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11734" name=""/>
          <p:cNvSpPr/>
          <p:nvPr/>
        </p:nvSpPr>
        <p:spPr bwMode="auto">
          <a:xfrm flipH="0" flipV="0">
            <a:off x="2866249" y="6095999"/>
            <a:ext cx="1674812" cy="373062"/>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32067337" name=""/>
          <p:cNvSpPr txBox="1"/>
          <p:nvPr/>
        </p:nvSpPr>
        <p:spPr bwMode="auto">
          <a:xfrm flipH="0" flipV="0">
            <a:off x="2366185" y="436560"/>
            <a:ext cx="7427207"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800" b="1">
                <a:solidFill>
                  <a:srgbClr val="850009"/>
                </a:solidFill>
                <a:latin typeface="IBM Plex Sans"/>
              </a:rPr>
              <a:t>Igihe cizewe</a:t>
            </a:r>
            <a:endParaRPr sz="2800" b="1">
              <a:solidFill>
                <a:srgbClr val="850009"/>
              </a:solidFill>
              <a:latin typeface="IBM Plex Sans"/>
              <a:cs typeface="IBM Plex Sans"/>
            </a:endParaRPr>
          </a:p>
        </p:txBody>
      </p:sp>
      <p:sp>
        <p:nvSpPr>
          <p:cNvPr id="666728493" name=""/>
          <p:cNvSpPr txBox="1"/>
          <p:nvPr/>
        </p:nvSpPr>
        <p:spPr bwMode="auto">
          <a:xfrm flipH="0" flipV="0">
            <a:off x="2267924" y="1640939"/>
            <a:ext cx="1726168" cy="244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Guharura hash</a:t>
            </a:r>
            <a:endParaRPr sz="1000">
              <a:latin typeface="IBM Plex Sans"/>
              <a:cs typeface="IBM Plex Sans"/>
            </a:endParaRPr>
          </a:p>
        </p:txBody>
      </p:sp>
      <p:sp>
        <p:nvSpPr>
          <p:cNvPr id="386261133" name=""/>
          <p:cNvSpPr txBox="1"/>
          <p:nvPr/>
        </p:nvSpPr>
        <p:spPr bwMode="auto">
          <a:xfrm flipH="0" flipV="0">
            <a:off x="4998760" y="1701120"/>
            <a:ext cx="2052513" cy="2594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Wohereze hash kuri TSA</a:t>
            </a:r>
            <a:endParaRPr sz="1100">
              <a:latin typeface="IBM Plex Sans"/>
              <a:cs typeface="IBM Plex Sans"/>
            </a:endParaRPr>
          </a:p>
        </p:txBody>
      </p:sp>
      <p:sp>
        <p:nvSpPr>
          <p:cNvPr id="1826628945" name=""/>
          <p:cNvSpPr txBox="1"/>
          <p:nvPr/>
        </p:nvSpPr>
        <p:spPr bwMode="auto">
          <a:xfrm flipH="0" flipV="0">
            <a:off x="1486710" y="1254123"/>
            <a:ext cx="2973763" cy="30515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Muri sosiyete</a:t>
            </a:r>
            <a:endParaRPr sz="1400">
              <a:latin typeface="IBM Plex Sans"/>
              <a:cs typeface="IBM Plex Sans"/>
            </a:endParaRPr>
          </a:p>
        </p:txBody>
      </p:sp>
      <p:sp>
        <p:nvSpPr>
          <p:cNvPr id="1513745464" name=""/>
          <p:cNvSpPr txBox="1"/>
          <p:nvPr/>
        </p:nvSpPr>
        <p:spPr bwMode="auto">
          <a:xfrm flipH="0" flipV="0">
            <a:off x="1486710" y="2179838"/>
            <a:ext cx="706650"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Amakuru</a:t>
            </a:r>
            <a:endParaRPr sz="1000">
              <a:latin typeface="IBM Plex Sans"/>
              <a:ea typeface="IBM Plex Sans"/>
              <a:cs typeface="IBM Plex Sans"/>
            </a:endParaRPr>
          </a:p>
          <a:p>
            <a:pPr/>
          </a:p>
        </p:txBody>
      </p:sp>
      <p:sp>
        <p:nvSpPr>
          <p:cNvPr id="11887285" name=""/>
          <p:cNvSpPr txBox="1"/>
          <p:nvPr/>
        </p:nvSpPr>
        <p:spPr bwMode="auto">
          <a:xfrm flipH="0" flipV="0">
            <a:off x="1411649" y="5311773"/>
            <a:ext cx="644081"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Amakuru</a:t>
            </a:r>
            <a:endParaRPr sz="1000">
              <a:latin typeface="IBM Plex Sans"/>
              <a:ea typeface="IBM Plex Sans"/>
              <a:cs typeface="IBM Plex Sans"/>
            </a:endParaRPr>
          </a:p>
          <a:p>
            <a:pPr algn="ctr"/>
          </a:p>
        </p:txBody>
      </p:sp>
      <p:sp>
        <p:nvSpPr>
          <p:cNvPr id="1458164772" name=""/>
          <p:cNvSpPr txBox="1"/>
          <p:nvPr/>
        </p:nvSpPr>
        <p:spPr bwMode="auto">
          <a:xfrm flipH="0" flipV="0">
            <a:off x="1486710" y="6129950"/>
            <a:ext cx="4211293"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Bibike hamwe</a:t>
            </a:r>
            <a:endParaRPr sz="1400">
              <a:latin typeface="IBM Plex Sans"/>
              <a:cs typeface="IBM Plex Sans"/>
            </a:endParaRPr>
          </a:p>
        </p:txBody>
      </p:sp>
      <p:sp>
        <p:nvSpPr>
          <p:cNvPr id="413664644" name=""/>
          <p:cNvSpPr txBox="1"/>
          <p:nvPr/>
        </p:nvSpPr>
        <p:spPr bwMode="auto">
          <a:xfrm flipH="0" flipV="0">
            <a:off x="3756939" y="4095747"/>
            <a:ext cx="2268077" cy="594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Ikidodo c'igihe cashizweko </a:t>
            </a:r>
            <a:r>
              <a:rPr sz="1100">
                <a:latin typeface="IBM Plex Sans"/>
              </a:rPr>
              <a:t>umukono na hash </a:t>
            </a:r>
            <a:r>
              <a:rPr sz="1100">
                <a:latin typeface="IBM Plex Sans"/>
              </a:rPr>
              <a:t>birasubirwamwo ku wusaba</a:t>
            </a:r>
            <a:endParaRPr sz="1100">
              <a:latin typeface="IBM Plex Sans"/>
              <a:cs typeface="IBM Plex Sans"/>
            </a:endParaRPr>
          </a:p>
        </p:txBody>
      </p:sp>
      <p:sp>
        <p:nvSpPr>
          <p:cNvPr id="1988364204" name=""/>
          <p:cNvSpPr txBox="1"/>
          <p:nvPr/>
        </p:nvSpPr>
        <p:spPr bwMode="auto">
          <a:xfrm flipH="0" flipV="0">
            <a:off x="8468534" y="2027259"/>
            <a:ext cx="1968051"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Ikidodo c'isaha</a:t>
            </a:r>
            <a:endParaRPr sz="1400">
              <a:latin typeface="IBM Plex Sans"/>
              <a:cs typeface="IBM Plex Sans"/>
            </a:endParaRPr>
          </a:p>
        </p:txBody>
      </p:sp>
      <p:sp>
        <p:nvSpPr>
          <p:cNvPr id="1417755538" name=""/>
          <p:cNvSpPr txBox="1"/>
          <p:nvPr/>
        </p:nvSpPr>
        <p:spPr bwMode="auto">
          <a:xfrm flipH="0" flipV="0">
            <a:off x="7051275" y="1254123"/>
            <a:ext cx="3384592" cy="27467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Ubuyobozi bwo Gushiraho Ikidodo c'Igihe (TSA)</a:t>
            </a:r>
            <a:endParaRPr sz="1200">
              <a:latin typeface="IBM Plex Sans"/>
              <a:cs typeface="IBM Plex Sans"/>
            </a:endParaRPr>
          </a:p>
        </p:txBody>
      </p:sp>
      <p:sp>
        <p:nvSpPr>
          <p:cNvPr id="686659638" name=""/>
          <p:cNvSpPr txBox="1"/>
          <p:nvPr/>
        </p:nvSpPr>
        <p:spPr bwMode="auto">
          <a:xfrm flipH="0" flipV="0">
            <a:off x="7051272" y="2568211"/>
            <a:ext cx="2171596" cy="2594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Guharura hash</a:t>
            </a:r>
            <a:endParaRPr sz="1100">
              <a:latin typeface="IBM Plex Sans"/>
              <a:cs typeface="IBM Plex Sans"/>
            </a:endParaRPr>
          </a:p>
        </p:txBody>
      </p:sp>
      <p:sp>
        <p:nvSpPr>
          <p:cNvPr id="1042183151" name=""/>
          <p:cNvSpPr txBox="1"/>
          <p:nvPr/>
        </p:nvSpPr>
        <p:spPr bwMode="auto">
          <a:xfrm flipH="0" flipV="0">
            <a:off x="9406748" y="3131637"/>
            <a:ext cx="2334618" cy="7623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Iyi ni </a:t>
            </a:r>
            <a:r>
              <a:rPr sz="1100" lang="fr-FR">
                <a:latin typeface="IBM Plex Sans"/>
              </a:rPr>
              <a:t>umukono wa </a:t>
            </a:r>
            <a:r>
              <a:rPr sz="1100">
                <a:latin typeface="IBM Plex Sans"/>
              </a:rPr>
              <a:t>digitale wa </a:t>
            </a:r>
            <a:r>
              <a:rPr sz="1100" lang="fr-FR">
                <a:latin typeface="IBM Plex Sans"/>
              </a:rPr>
              <a:t>hash </a:t>
            </a:r>
            <a:r>
              <a:rPr sz="1100">
                <a:latin typeface="IBM Plex Sans"/>
              </a:rPr>
              <a:t>ifatanye </a:t>
            </a:r>
            <a:r>
              <a:rPr sz="1100" lang="fr-FR">
                <a:latin typeface="IBM Plex Sans"/>
              </a:rPr>
              <a:t>n'ikidodo </a:t>
            </a:r>
            <a:r>
              <a:rPr sz="1100">
                <a:latin typeface="IBM Plex Sans"/>
              </a:rPr>
              <a:t>c'igihe</a:t>
            </a:r>
            <a:endParaRPr sz="1100">
              <a:latin typeface="IBM Plex Sans"/>
              <a:cs typeface="IBM Plex Sans"/>
            </a:endParaRPr>
          </a:p>
          <a:p>
            <a:pPr algn="ctr"/>
          </a:p>
        </p:txBody>
      </p:sp>
      <p:sp>
        <p:nvSpPr>
          <p:cNvPr id="1856247728" name=""/>
          <p:cNvSpPr txBox="1"/>
          <p:nvPr/>
        </p:nvSpPr>
        <p:spPr bwMode="auto">
          <a:xfrm flipH="0" flipV="0">
            <a:off x="6446061" y="3699144"/>
            <a:ext cx="1616558" cy="39659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000">
                <a:latin typeface="IBM Plex Sans"/>
              </a:rPr>
              <a:t>Gukoresha urufunguzo rwihariye </a:t>
            </a:r>
            <a:r>
              <a:rPr sz="1000">
                <a:latin typeface="IBM Plex Sans"/>
              </a:rPr>
              <a:t>rwa TSA</a:t>
            </a:r>
            <a:endParaRPr sz="1000">
              <a:latin typeface="IBM Plex Sans"/>
              <a:cs typeface="IBM Plex Sans"/>
            </a:endParaRPr>
          </a:p>
        </p:txBody>
      </p:sp>
      <p:sp>
        <p:nvSpPr>
          <p:cNvPr id="1631696941" name=""/>
          <p:cNvSpPr txBox="1"/>
          <p:nvPr/>
        </p:nvSpPr>
        <p:spPr bwMode="auto">
          <a:xfrm flipH="0" flipV="0">
            <a:off x="9743962" y="4516295"/>
            <a:ext cx="1996686"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Ikidodo c'isaha</a:t>
            </a:r>
            <a:endParaRPr sz="1400">
              <a:latin typeface="IBM Plex Sans"/>
              <a:cs typeface="IBM Plex Sans"/>
            </a:endParaRPr>
          </a:p>
        </p:txBody>
      </p:sp>
      <p:sp>
        <p:nvSpPr>
          <p:cNvPr id="2133654291" name=""/>
          <p:cNvSpPr txBox="1"/>
          <p:nvPr/>
        </p:nvSpPr>
        <p:spPr bwMode="auto">
          <a:xfrm flipH="0" flipV="0">
            <a:off x="4814896" y="5306036"/>
            <a:ext cx="2069344"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Ikidodo c'isaha</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5012937" name=""/>
          <p:cNvPicPr>
            <a:picLocks noChangeAspect="1"/>
          </p:cNvPicPr>
          <p:nvPr/>
        </p:nvPicPr>
        <p:blipFill>
          <a:blip r:embed="rId3"/>
          <a:stretch/>
        </p:blipFill>
        <p:spPr bwMode="auto">
          <a:xfrm flipH="0" flipV="0">
            <a:off x="4361473" y="1099778"/>
            <a:ext cx="3469050" cy="4658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39477945" name=""/>
          <p:cNvPicPr>
            <a:picLocks noChangeAspect="1"/>
          </p:cNvPicPr>
          <p:nvPr/>
        </p:nvPicPr>
        <p:blipFill>
          <a:blip r:embed="rId3"/>
          <a:stretch/>
        </p:blipFill>
        <p:spPr bwMode="auto">
          <a:xfrm flipH="0" flipV="0">
            <a:off x="1142998" y="2438399"/>
            <a:ext cx="9905999" cy="1981199"/>
          </a:xfrm>
          <a:prstGeom prst="rect">
            <a:avLst/>
          </a:prstGeom>
        </p:spPr>
      </p:pic>
      <p:sp>
        <p:nvSpPr>
          <p:cNvPr id="659609761" name=""/>
          <p:cNvSpPr/>
          <p:nvPr/>
        </p:nvSpPr>
        <p:spPr bwMode="auto">
          <a:xfrm flipH="0" flipV="0">
            <a:off x="1437994" y="2703967"/>
            <a:ext cx="2628900"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04420992" name=""/>
          <p:cNvSpPr txBox="1"/>
          <p:nvPr/>
        </p:nvSpPr>
        <p:spPr bwMode="auto">
          <a:xfrm flipH="0" flipV="0">
            <a:off x="1458298" y="2788560"/>
            <a:ext cx="5401395"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3600" b="1">
                <a:latin typeface="IBM Plex Sans"/>
              </a:rPr>
              <a:t>Ibisobanuro</a:t>
            </a:r>
            <a:endParaRPr sz="100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46580494" name=""/>
          <p:cNvPicPr>
            <a:picLocks noChangeAspect="1"/>
          </p:cNvPicPr>
          <p:nvPr/>
        </p:nvPicPr>
        <p:blipFill>
          <a:blip r:embed="rId3"/>
          <a:stretch/>
        </p:blipFill>
        <p:spPr bwMode="auto">
          <a:xfrm flipH="0" flipV="0">
            <a:off x="1656823" y="1009648"/>
            <a:ext cx="8878350" cy="48387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0777128" name=""/>
          <p:cNvPicPr>
            <a:picLocks noChangeAspect="1"/>
          </p:cNvPicPr>
          <p:nvPr/>
        </p:nvPicPr>
        <p:blipFill>
          <a:blip r:embed="rId3"/>
          <a:stretch/>
        </p:blipFill>
        <p:spPr bwMode="auto">
          <a:xfrm flipH="0" flipV="0">
            <a:off x="2096474" y="282956"/>
            <a:ext cx="7999047" cy="62920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265030" name=""/>
          <p:cNvPicPr>
            <a:picLocks noChangeAspect="1"/>
          </p:cNvPicPr>
          <p:nvPr/>
        </p:nvPicPr>
        <p:blipFill>
          <a:blip r:embed="rId3"/>
          <a:stretch/>
        </p:blipFill>
        <p:spPr bwMode="auto">
          <a:xfrm flipH="0" flipV="0">
            <a:off x="3418497" y="751498"/>
            <a:ext cx="5355001" cy="53550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03422597" name=""/>
          <p:cNvPicPr>
            <a:picLocks noChangeAspect="1"/>
          </p:cNvPicPr>
          <p:nvPr/>
        </p:nvPicPr>
        <p:blipFill>
          <a:blip r:embed="rId3"/>
          <a:stretch/>
        </p:blipFill>
        <p:spPr bwMode="auto">
          <a:xfrm flipH="0" flipV="0">
            <a:off x="4237647" y="956958"/>
            <a:ext cx="3716701" cy="49440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52813179" name=""/>
          <p:cNvPicPr>
            <a:picLocks noChangeAspect="1"/>
          </p:cNvPicPr>
          <p:nvPr/>
        </p:nvPicPr>
        <p:blipFill>
          <a:blip r:embed="rId3"/>
          <a:stretch/>
        </p:blipFill>
        <p:spPr bwMode="auto">
          <a:xfrm flipH="0" flipV="0">
            <a:off x="1696424" y="90192"/>
            <a:ext cx="8782049" cy="66646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4021545" name=""/>
          <p:cNvPicPr>
            <a:picLocks noChangeAspect="1"/>
          </p:cNvPicPr>
          <p:nvPr/>
        </p:nvPicPr>
        <p:blipFill>
          <a:blip r:embed="rId3"/>
          <a:stretch/>
        </p:blipFill>
        <p:spPr bwMode="auto">
          <a:xfrm flipH="0" flipV="0">
            <a:off x="3656621" y="989621"/>
            <a:ext cx="4878752" cy="4878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20464501" name=""/>
          <p:cNvPicPr>
            <a:picLocks noChangeAspect="1"/>
          </p:cNvPicPr>
          <p:nvPr/>
        </p:nvPicPr>
        <p:blipFill>
          <a:blip r:embed="rId3"/>
          <a:stretch/>
        </p:blipFill>
        <p:spPr bwMode="auto">
          <a:xfrm flipH="0" flipV="0">
            <a:off x="3581399" y="914399"/>
            <a:ext cx="5029196" cy="50291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37248353" name=""/>
          <p:cNvPicPr>
            <a:picLocks noChangeAspect="1"/>
          </p:cNvPicPr>
          <p:nvPr/>
        </p:nvPicPr>
        <p:blipFill>
          <a:blip r:embed="rId3"/>
          <a:stretch/>
        </p:blipFill>
        <p:spPr bwMode="auto">
          <a:xfrm>
            <a:off x="3443906" y="0"/>
            <a:ext cx="5304184"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93169742" name=""/>
          <p:cNvPicPr>
            <a:picLocks noChangeAspect="1"/>
          </p:cNvPicPr>
          <p:nvPr/>
        </p:nvPicPr>
        <p:blipFill>
          <a:blip r:embed="rId3"/>
          <a:stretch/>
        </p:blipFill>
        <p:spPr bwMode="auto">
          <a:xfrm flipH="0" flipV="0">
            <a:off x="2411049" y="619124"/>
            <a:ext cx="7369898" cy="56197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95377865" name=""/>
          <p:cNvPicPr>
            <a:picLocks noChangeAspect="1"/>
          </p:cNvPicPr>
          <p:nvPr/>
        </p:nvPicPr>
        <p:blipFill>
          <a:blip r:embed="rId3"/>
          <a:stretch/>
        </p:blipFill>
        <p:spPr bwMode="auto">
          <a:xfrm flipH="0" flipV="0">
            <a:off x="1069060" y="609600"/>
            <a:ext cx="9925305" cy="5200646"/>
          </a:xfrm>
          <a:prstGeom prst="rect">
            <a:avLst/>
          </a:prstGeom>
          <a:ln w="6349">
            <a:solidFill>
              <a:schemeClr val="accent1">
                <a:lumMod val="50196"/>
              </a:schemeClr>
            </a:solidFill>
            <a:prstDash val="solid"/>
          </a:ln>
        </p:spPr>
      </p:pic>
      <p:sp>
        <p:nvSpPr>
          <p:cNvPr id="812837255" name=""/>
          <p:cNvSpPr txBox="1"/>
          <p:nvPr/>
        </p:nvSpPr>
        <p:spPr bwMode="auto">
          <a:xfrm rot="0" flipH="0" flipV="0">
            <a:off x="2755485" y="5941694"/>
            <a:ext cx="7268309"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i="1">
                <a:latin typeface="IBM Plex Sans"/>
              </a:rPr>
              <a:t>Urupapuro rwa Satoshi Nakamoto - </a:t>
            </a:r>
            <a:r>
              <a:rPr sz="1400" b="0" i="1" lang="fr-FR">
                <a:latin typeface="IBM Plex Sans"/>
              </a:rPr>
              <a:t>Nta ngabirano n’imwe yigeze aronka</a:t>
            </a:r>
            <a:endParaRPr sz="2800" b="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90356153" name=""/>
          <p:cNvPicPr>
            <a:picLocks noChangeAspect="1"/>
          </p:cNvPicPr>
          <p:nvPr/>
        </p:nvPicPr>
        <p:blipFill>
          <a:blip r:embed="rId3"/>
          <a:stretch/>
        </p:blipFill>
        <p:spPr bwMode="auto">
          <a:xfrm flipH="0" flipV="0">
            <a:off x="3980473" y="1313473"/>
            <a:ext cx="4231050" cy="42310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06743524" name=""/>
          <p:cNvPicPr>
            <a:picLocks noChangeAspect="1"/>
          </p:cNvPicPr>
          <p:nvPr/>
        </p:nvPicPr>
        <p:blipFill>
          <a:blip r:embed="rId3"/>
          <a:stretch/>
        </p:blipFill>
        <p:spPr bwMode="auto">
          <a:xfrm flipH="0" flipV="0">
            <a:off x="2570771" y="786831"/>
            <a:ext cx="7050451" cy="52843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31644631" name=""/>
          <p:cNvPicPr>
            <a:picLocks noChangeAspect="1"/>
          </p:cNvPicPr>
          <p:nvPr/>
        </p:nvPicPr>
        <p:blipFill>
          <a:blip r:embed="rId3"/>
          <a:stretch/>
        </p:blipFill>
        <p:spPr bwMode="auto">
          <a:xfrm flipH="0" flipV="0">
            <a:off x="1441575" y="1009649"/>
            <a:ext cx="9308848" cy="4838697"/>
          </a:xfrm>
          <a:prstGeom prst="rect">
            <a:avLst/>
          </a:prstGeom>
        </p:spPr>
      </p:pic>
      <p:sp>
        <p:nvSpPr>
          <p:cNvPr id="342911670" name=""/>
          <p:cNvSpPr txBox="1"/>
          <p:nvPr/>
        </p:nvSpPr>
        <p:spPr bwMode="auto">
          <a:xfrm flipH="0" flipV="0">
            <a:off x="1933203" y="5985901"/>
            <a:ext cx="7863998"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1">
                <a:latin typeface="IBM Plex Sans"/>
              </a:rPr>
              <a:t>Ihuriro rya Bitcoin</a:t>
            </a:r>
            <a:endParaRPr sz="14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9069393" name=""/>
          <p:cNvPicPr>
            <a:picLocks noChangeAspect="1"/>
          </p:cNvPicPr>
          <p:nvPr/>
        </p:nvPicPr>
        <p:blipFill>
          <a:blip r:embed="rId3"/>
          <a:stretch/>
        </p:blipFill>
        <p:spPr bwMode="auto">
          <a:xfrm flipH="0" flipV="0">
            <a:off x="3066071" y="399071"/>
            <a:ext cx="6059853" cy="60598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32540410" name=""/>
          <p:cNvPicPr>
            <a:picLocks noChangeAspect="1"/>
          </p:cNvPicPr>
          <p:nvPr/>
        </p:nvPicPr>
        <p:blipFill>
          <a:blip r:embed="rId3"/>
          <a:stretch/>
        </p:blipFill>
        <p:spPr bwMode="auto">
          <a:xfrm flipH="0" flipV="0">
            <a:off x="4247172" y="302892"/>
            <a:ext cx="3697651" cy="625221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7286389" name=""/>
          <p:cNvPicPr>
            <a:picLocks noChangeAspect="1"/>
          </p:cNvPicPr>
          <p:nvPr/>
        </p:nvPicPr>
        <p:blipFill>
          <a:blip r:embed="rId3"/>
          <a:stretch/>
        </p:blipFill>
        <p:spPr bwMode="auto">
          <a:xfrm flipH="0" flipV="0">
            <a:off x="3928577" y="1277935"/>
            <a:ext cx="4334842" cy="43021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57864823" name=""/>
          <p:cNvPicPr>
            <a:picLocks noChangeAspect="1"/>
          </p:cNvPicPr>
          <p:nvPr/>
        </p:nvPicPr>
        <p:blipFill>
          <a:blip r:embed="rId3"/>
          <a:stretch/>
        </p:blipFill>
        <p:spPr bwMode="auto">
          <a:xfrm flipH="0" flipV="0">
            <a:off x="245088" y="457199"/>
            <a:ext cx="11701821" cy="59435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2298888" name=""/>
          <p:cNvPicPr>
            <a:picLocks noChangeAspect="1"/>
          </p:cNvPicPr>
          <p:nvPr/>
        </p:nvPicPr>
        <p:blipFill>
          <a:blip r:embed="rId3"/>
          <a:stretch/>
        </p:blipFill>
        <p:spPr bwMode="auto">
          <a:xfrm flipH="0" flipV="0">
            <a:off x="3854301" y="2631219"/>
            <a:ext cx="4483395" cy="15955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68273817" name=""/>
          <p:cNvPicPr>
            <a:picLocks noChangeAspect="1"/>
          </p:cNvPicPr>
          <p:nvPr/>
        </p:nvPicPr>
        <p:blipFill>
          <a:blip r:embed="rId3"/>
          <a:stretch/>
        </p:blipFill>
        <p:spPr bwMode="auto">
          <a:xfrm flipH="0" flipV="0">
            <a:off x="4380521" y="445294"/>
            <a:ext cx="3430952" cy="59674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2559532" name=""/>
          <p:cNvPicPr>
            <a:picLocks noChangeAspect="1"/>
          </p:cNvPicPr>
          <p:nvPr/>
        </p:nvPicPr>
        <p:blipFill>
          <a:blip r:embed="rId3"/>
          <a:stretch/>
        </p:blipFill>
        <p:spPr bwMode="auto">
          <a:xfrm flipH="0" flipV="0">
            <a:off x="3075598" y="471305"/>
            <a:ext cx="6040800" cy="59153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97214529" name=""/>
          <p:cNvPicPr>
            <a:picLocks noChangeAspect="1"/>
          </p:cNvPicPr>
          <p:nvPr/>
        </p:nvPicPr>
        <p:blipFill>
          <a:blip r:embed="rId3"/>
          <a:stretch/>
        </p:blipFill>
        <p:spPr bwMode="auto">
          <a:xfrm flipH="0" flipV="0">
            <a:off x="103797" y="1431598"/>
            <a:ext cx="11984401" cy="3994799"/>
          </a:xfrm>
          <a:prstGeom prst="rect">
            <a:avLst/>
          </a:prstGeom>
        </p:spPr>
      </p:pic>
      <p:sp>
        <p:nvSpPr>
          <p:cNvPr id="136547751" name=""/>
          <p:cNvSpPr/>
          <p:nvPr/>
        </p:nvSpPr>
        <p:spPr bwMode="auto">
          <a:xfrm flipH="0" flipV="0">
            <a:off x="3420449" y="1381124"/>
            <a:ext cx="6781799" cy="409574"/>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80372163" name=""/>
          <p:cNvSpPr txBox="1"/>
          <p:nvPr/>
        </p:nvSpPr>
        <p:spPr bwMode="auto">
          <a:xfrm flipH="0" flipV="0">
            <a:off x="572474" y="1155371"/>
            <a:ext cx="1118306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Amabuye ya Patoshi n'Ibimenyetso vy'Igihe Bihinduwe (Igitigiri c'Ibuye/ExtraNonce)</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38849796" name=""/>
          <p:cNvPicPr>
            <a:picLocks noChangeAspect="1"/>
          </p:cNvPicPr>
          <p:nvPr/>
        </p:nvPicPr>
        <p:blipFill>
          <a:blip r:embed="rId3"/>
          <a:stretch/>
        </p:blipFill>
        <p:spPr bwMode="auto">
          <a:xfrm flipH="0" flipV="0">
            <a:off x="761999" y="228600"/>
            <a:ext cx="10667998" cy="6400800"/>
          </a:xfrm>
          <a:prstGeom prst="rect">
            <a:avLst/>
          </a:prstGeom>
        </p:spPr>
      </p:pic>
      <p:sp>
        <p:nvSpPr>
          <p:cNvPr id="1446829500" name=""/>
          <p:cNvSpPr/>
          <p:nvPr/>
        </p:nvSpPr>
        <p:spPr bwMode="auto">
          <a:xfrm flipH="0" flipV="0">
            <a:off x="3963375" y="419099"/>
            <a:ext cx="6353174" cy="2762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99163990" name=""/>
          <p:cNvSpPr/>
          <p:nvPr/>
        </p:nvSpPr>
        <p:spPr bwMode="auto">
          <a:xfrm flipH="0" flipV="0">
            <a:off x="848699" y="1847849"/>
            <a:ext cx="276224" cy="2543175"/>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067220978" name=""/>
          <p:cNvSpPr txBox="1"/>
          <p:nvPr/>
        </p:nvSpPr>
        <p:spPr bwMode="auto">
          <a:xfrm flipH="0" flipV="0">
            <a:off x="1439249" y="228599"/>
            <a:ext cx="10582993"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Igereranyo ry'ijanisha rya Satoshi ry'urubuga</a:t>
            </a:r>
            <a:endParaRPr sz="1600">
              <a:latin typeface="IBM Plex Sans"/>
              <a:cs typeface="IBM Plex Sans"/>
            </a:endParaRPr>
          </a:p>
        </p:txBody>
      </p:sp>
      <p:sp>
        <p:nvSpPr>
          <p:cNvPr id="36166462" name=""/>
          <p:cNvSpPr txBox="1"/>
          <p:nvPr/>
        </p:nvSpPr>
        <p:spPr bwMode="auto">
          <a:xfrm rot="16199969" flipH="0" flipV="0">
            <a:off x="-21773" y="2867636"/>
            <a:ext cx="1988233"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Ijanisha ry'urubuga</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48874058" name=""/>
          <p:cNvPicPr>
            <a:picLocks noChangeAspect="1"/>
          </p:cNvPicPr>
          <p:nvPr/>
        </p:nvPicPr>
        <p:blipFill>
          <a:blip r:embed="rId3"/>
          <a:stretch/>
        </p:blipFill>
        <p:spPr bwMode="auto">
          <a:xfrm flipH="0" flipV="0">
            <a:off x="665771" y="170863"/>
            <a:ext cx="10860453" cy="6516272"/>
          </a:xfrm>
          <a:prstGeom prst="rect">
            <a:avLst/>
          </a:prstGeom>
        </p:spPr>
      </p:pic>
      <p:sp>
        <p:nvSpPr>
          <p:cNvPr id="1513896667" name=""/>
          <p:cNvSpPr/>
          <p:nvPr/>
        </p:nvSpPr>
        <p:spPr bwMode="auto">
          <a:xfrm flipH="0" flipV="0">
            <a:off x="745567" y="2441863"/>
            <a:ext cx="329045" cy="12036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90721780" name=""/>
          <p:cNvSpPr/>
          <p:nvPr/>
        </p:nvSpPr>
        <p:spPr bwMode="auto">
          <a:xfrm flipH="0" flipV="0">
            <a:off x="4877775" y="333374"/>
            <a:ext cx="4610099" cy="3047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46389776" name=""/>
          <p:cNvSpPr/>
          <p:nvPr/>
        </p:nvSpPr>
        <p:spPr bwMode="auto">
          <a:xfrm flipH="0" flipV="0">
            <a:off x="4925399" y="6095999"/>
            <a:ext cx="1571625" cy="4381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54449911" name=""/>
          <p:cNvSpPr/>
          <p:nvPr/>
        </p:nvSpPr>
        <p:spPr bwMode="auto">
          <a:xfrm flipH="0" flipV="0">
            <a:off x="6811349" y="6095999"/>
            <a:ext cx="1571625" cy="43814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70840435" name=""/>
          <p:cNvSpPr txBox="1"/>
          <p:nvPr/>
        </p:nvSpPr>
        <p:spPr bwMode="auto">
          <a:xfrm flipH="0" flipV="0">
            <a:off x="1639274" y="170862"/>
            <a:ext cx="9582868"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Igereranyo ry'igipimo </a:t>
            </a:r>
            <a:r>
              <a:rPr sz="1800">
                <a:latin typeface="IBM Plex Sans"/>
              </a:rPr>
              <a:t>ca Satoshi</a:t>
            </a:r>
            <a:endParaRPr sz="2000">
              <a:latin typeface="IBM Plex Sans"/>
              <a:cs typeface="IBM Plex Sans"/>
            </a:endParaRPr>
          </a:p>
        </p:txBody>
      </p:sp>
      <p:sp>
        <p:nvSpPr>
          <p:cNvPr id="992520675" name=""/>
          <p:cNvSpPr txBox="1"/>
          <p:nvPr/>
        </p:nvSpPr>
        <p:spPr bwMode="auto">
          <a:xfrm rot="16199969" flipH="0" flipV="0">
            <a:off x="433819" y="2876295"/>
            <a:ext cx="912028"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Hashrate</a:t>
            </a:r>
            <a:endParaRPr sz="1400">
              <a:latin typeface="IBM Plex Sans"/>
              <a:cs typeface="IBM Plex Sans"/>
            </a:endParaRPr>
          </a:p>
        </p:txBody>
      </p:sp>
      <p:sp>
        <p:nvSpPr>
          <p:cNvPr id="410757163" name=""/>
          <p:cNvSpPr txBox="1"/>
          <p:nvPr/>
        </p:nvSpPr>
        <p:spPr bwMode="auto">
          <a:xfrm flipH="0" flipV="0">
            <a:off x="4925398" y="6095998"/>
            <a:ext cx="1351535"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Hashrate y'umusi</a:t>
            </a:r>
            <a:endParaRPr sz="900">
              <a:latin typeface="IBM Plex Sans"/>
              <a:cs typeface="IBM Plex Sans"/>
            </a:endParaRPr>
          </a:p>
        </p:txBody>
      </p:sp>
      <p:sp>
        <p:nvSpPr>
          <p:cNvPr id="641046973" name=""/>
          <p:cNvSpPr txBox="1"/>
          <p:nvPr/>
        </p:nvSpPr>
        <p:spPr bwMode="auto">
          <a:xfrm flipH="0" flipV="0">
            <a:off x="6932529" y="6095997"/>
            <a:ext cx="2127800"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Igishushanyo c'umurongo</a:t>
            </a:r>
            <a:endParaRPr sz="9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40727786" name=""/>
          <p:cNvPicPr>
            <a:picLocks noChangeAspect="1"/>
          </p:cNvPicPr>
          <p:nvPr/>
        </p:nvPicPr>
        <p:blipFill>
          <a:blip r:embed="rId3"/>
          <a:stretch/>
        </p:blipFill>
        <p:spPr bwMode="auto">
          <a:xfrm flipH="0" flipV="0">
            <a:off x="2999396" y="804024"/>
            <a:ext cx="6193201" cy="5249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79218067" name=""/>
          <p:cNvPicPr>
            <a:picLocks noChangeAspect="1"/>
          </p:cNvPicPr>
          <p:nvPr/>
        </p:nvPicPr>
        <p:blipFill>
          <a:blip r:embed="rId3"/>
          <a:stretch/>
        </p:blipFill>
        <p:spPr bwMode="auto">
          <a:xfrm flipH="0" flipV="0">
            <a:off x="1839299" y="591199"/>
            <a:ext cx="8513397" cy="56755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60765851" name=""/>
          <p:cNvPicPr>
            <a:picLocks noChangeAspect="1"/>
          </p:cNvPicPr>
          <p:nvPr/>
        </p:nvPicPr>
        <p:blipFill>
          <a:blip r:embed="rId3"/>
          <a:stretch/>
        </p:blipFill>
        <p:spPr bwMode="auto">
          <a:xfrm flipH="0" flipV="0">
            <a:off x="3820499" y="388166"/>
            <a:ext cx="4550995" cy="60816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85999250" name=""/>
          <p:cNvPicPr>
            <a:picLocks noChangeAspect="1"/>
          </p:cNvPicPr>
          <p:nvPr/>
        </p:nvPicPr>
        <p:blipFill>
          <a:blip r:embed="rId3"/>
          <a:stretch/>
        </p:blipFill>
        <p:spPr bwMode="auto">
          <a:xfrm flipH="0" flipV="0">
            <a:off x="2603550" y="2314574"/>
            <a:ext cx="6984897" cy="22288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06998247" name=""/>
          <p:cNvPicPr>
            <a:picLocks noChangeAspect="1"/>
          </p:cNvPicPr>
          <p:nvPr/>
        </p:nvPicPr>
        <p:blipFill>
          <a:blip r:embed="rId3"/>
          <a:stretch/>
        </p:blipFill>
        <p:spPr bwMode="auto">
          <a:xfrm flipH="0" flipV="0">
            <a:off x="3066072" y="971013"/>
            <a:ext cx="6059851" cy="49159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61344134" name=""/>
          <p:cNvPicPr>
            <a:picLocks noChangeAspect="1"/>
          </p:cNvPicPr>
          <p:nvPr/>
        </p:nvPicPr>
        <p:blipFill>
          <a:blip r:embed="rId3"/>
          <a:stretch/>
        </p:blipFill>
        <p:spPr bwMode="auto">
          <a:xfrm flipH="0" flipV="0">
            <a:off x="398251" y="1543043"/>
            <a:ext cx="11395487" cy="37719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81097339" name=""/>
          <p:cNvPicPr>
            <a:picLocks noChangeAspect="1"/>
          </p:cNvPicPr>
          <p:nvPr/>
        </p:nvPicPr>
        <p:blipFill>
          <a:blip r:embed="rId3"/>
          <a:stretch/>
        </p:blipFill>
        <p:spPr bwMode="auto">
          <a:xfrm flipH="0" flipV="0">
            <a:off x="2730498" y="904874"/>
            <a:ext cx="6730999" cy="5048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49710203" name=""/>
          <p:cNvPicPr>
            <a:picLocks noChangeAspect="1"/>
          </p:cNvPicPr>
          <p:nvPr/>
        </p:nvPicPr>
        <p:blipFill>
          <a:blip r:embed="rId3"/>
          <a:stretch/>
        </p:blipFill>
        <p:spPr bwMode="auto">
          <a:xfrm flipH="0" flipV="0">
            <a:off x="685608" y="1971674"/>
            <a:ext cx="10820781" cy="29146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3984400" name=""/>
          <p:cNvPicPr>
            <a:picLocks noChangeAspect="1"/>
          </p:cNvPicPr>
          <p:nvPr/>
        </p:nvPicPr>
        <p:blipFill>
          <a:blip r:embed="rId3"/>
          <a:stretch/>
        </p:blipFill>
        <p:spPr bwMode="auto">
          <a:xfrm flipH="0" flipV="0">
            <a:off x="473441" y="1504949"/>
            <a:ext cx="11245114" cy="38480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548448" name=""/>
          <p:cNvPicPr>
            <a:picLocks noChangeAspect="1"/>
          </p:cNvPicPr>
          <p:nvPr/>
        </p:nvPicPr>
        <p:blipFill>
          <a:blip r:embed="rId3"/>
          <a:stretch/>
        </p:blipFill>
        <p:spPr bwMode="auto">
          <a:xfrm flipH="0" flipV="0">
            <a:off x="13129" y="38099"/>
            <a:ext cx="12165738" cy="6781798"/>
          </a:xfrm>
          <a:prstGeom prst="rect">
            <a:avLst/>
          </a:prstGeom>
        </p:spPr>
      </p:pic>
      <p:sp>
        <p:nvSpPr>
          <p:cNvPr id="323316966" name=""/>
          <p:cNvSpPr/>
          <p:nvPr/>
        </p:nvSpPr>
        <p:spPr bwMode="auto">
          <a:xfrm flipH="0" flipV="0">
            <a:off x="20024" y="2952749"/>
            <a:ext cx="209549" cy="15620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88304490" name=""/>
          <p:cNvSpPr/>
          <p:nvPr/>
        </p:nvSpPr>
        <p:spPr bwMode="auto">
          <a:xfrm flipH="0" flipV="0">
            <a:off x="6039824" y="6610349"/>
            <a:ext cx="1514474" cy="1904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37384418" name=""/>
          <p:cNvSpPr txBox="1"/>
          <p:nvPr/>
        </p:nvSpPr>
        <p:spPr bwMode="auto">
          <a:xfrm rot="16199969" flipH="0" flipV="0">
            <a:off x="-275045" y="3247818"/>
            <a:ext cx="834339"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Ibindi</a:t>
            </a:r>
            <a:endParaRPr sz="1000" b="0" i="1">
              <a:solidFill>
                <a:schemeClr val="tx1"/>
              </a:solidFill>
              <a:latin typeface="IBM Plex Sans"/>
              <a:cs typeface="IBM Plex Sans"/>
            </a:endParaRPr>
          </a:p>
        </p:txBody>
      </p:sp>
      <p:sp>
        <p:nvSpPr>
          <p:cNvPr id="1453161468" name=""/>
          <p:cNvSpPr txBox="1"/>
          <p:nvPr/>
        </p:nvSpPr>
        <p:spPr bwMode="auto">
          <a:xfrm flipH="0" flipV="0">
            <a:off x="6039822" y="6583498"/>
            <a:ext cx="445977"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Itariki</a:t>
            </a:r>
            <a:endParaRPr sz="10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3008502" name=""/>
          <p:cNvPicPr>
            <a:picLocks noChangeAspect="1"/>
          </p:cNvPicPr>
          <p:nvPr/>
        </p:nvPicPr>
        <p:blipFill>
          <a:blip r:embed="rId3"/>
          <a:stretch/>
        </p:blipFill>
        <p:spPr bwMode="auto">
          <a:xfrm flipH="0" flipV="0">
            <a:off x="3376657" y="866774"/>
            <a:ext cx="5438683" cy="51244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6602942" name=""/>
          <p:cNvPicPr>
            <a:picLocks noChangeAspect="1"/>
          </p:cNvPicPr>
          <p:nvPr/>
        </p:nvPicPr>
        <p:blipFill>
          <a:blip r:embed="rId3"/>
          <a:stretch/>
        </p:blipFill>
        <p:spPr bwMode="auto">
          <a:xfrm flipH="0" flipV="0">
            <a:off x="2415321" y="2457449"/>
            <a:ext cx="7361353" cy="19430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93715016" name=""/>
          <p:cNvPicPr>
            <a:picLocks noChangeAspect="1"/>
          </p:cNvPicPr>
          <p:nvPr/>
        </p:nvPicPr>
        <p:blipFill>
          <a:blip r:embed="rId3"/>
          <a:stretch/>
        </p:blipFill>
        <p:spPr bwMode="auto">
          <a:xfrm flipH="0" flipV="0">
            <a:off x="647379" y="1543048"/>
            <a:ext cx="10897241" cy="2571747"/>
          </a:xfrm>
          <a:prstGeom prst="rect">
            <a:avLst/>
          </a:prstGeom>
          <a:ln w="6349">
            <a:solidFill>
              <a:schemeClr val="accent1">
                <a:lumMod val="50196"/>
              </a:schemeClr>
            </a:solidFill>
            <a:prstDash val="solid"/>
          </a:ln>
        </p:spPr>
      </p:pic>
      <p:sp>
        <p:nvSpPr>
          <p:cNvPr id="641417221" name=""/>
          <p:cNvSpPr txBox="1"/>
          <p:nvPr/>
        </p:nvSpPr>
        <p:spPr bwMode="auto">
          <a:xfrm rot="0" flipH="0" flipV="0">
            <a:off x="782023" y="4581703"/>
            <a:ext cx="2861100"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1" i="0" u="none" lang="en-US">
                <a:solidFill>
                  <a:srgbClr val="2D2593"/>
                </a:solidFill>
                <a:latin typeface="IBM Plex Sans"/>
              </a:rPr>
              <a:t>"Ingingo: Woba uzi </a:t>
            </a:r>
            <a:r>
              <a:rPr sz="1600" b="0" i="0" u="none" lang="en-US">
                <a:solidFill>
                  <a:schemeClr val="tx1"/>
                </a:solidFill>
                <a:latin typeface="IBM Plex Sans"/>
              </a:rPr>
              <a:t>ivy'ama bitcoins?"</a:t>
            </a:r>
            <a:endParaRPr sz="1600" b="0">
              <a:solidFill>
                <a:schemeClr val="tx1"/>
              </a:solidFill>
              <a:latin typeface="IBM Plex Sans"/>
              <a:cs typeface="IBM Plex Sans"/>
            </a:endParaRPr>
          </a:p>
        </p:txBody>
      </p:sp>
      <p:sp>
        <p:nvSpPr>
          <p:cNvPr id="1755272410" name=""/>
          <p:cNvSpPr txBox="1"/>
          <p:nvPr/>
        </p:nvSpPr>
        <p:spPr bwMode="auto">
          <a:xfrm rot="0" flipH="0" flipV="0">
            <a:off x="3640603" y="4515029"/>
            <a:ext cx="7907255"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b="0" i="0" u="none" lang="en-US">
                <a:solidFill>
                  <a:schemeClr val="tx1"/>
                </a:solidFill>
                <a:latin typeface="IBM Plex Sans"/>
              </a:rPr>
              <a:t>Bitcoin ni amafaranga y’ubuhinga bwa none yakozwe mu mwaka w’2009 n’umuntu yitwa Satoshi Nakamoto. Iryo faranga ritandukanye n’ayandi mafaranga y’ubuhinga bwa none kubera ubuhinga bwaryo bwo gukorana n’abandi mu buryo bushitse kandi rikoresha neza ivyiyumviro vy’ishimikiro vy’ubuhinga bwa none. Ishingiye kuri porogarama zanditswe mu rurimi rwa C++ kandi zisohotse hakurikijwe uruhusha rwa MIT.</a:t>
            </a:r>
            <a:endParaRPr sz="1000" b="0" i="0" u="none" strike="noStrike" cap="none" spc="0">
              <a:solidFill>
                <a:schemeClr val="tx1"/>
              </a:solidFill>
              <a:latin typeface="IBM Plex Sans"/>
              <a:cs typeface="IBM Plex Sans"/>
            </a:endParaRPr>
          </a:p>
          <a:p>
            <a:pPr algn="l"/>
          </a:p>
          <a:p>
            <a:pPr algn="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7314482" name=""/>
          <p:cNvPicPr>
            <a:picLocks noChangeAspect="1"/>
          </p:cNvPicPr>
          <p:nvPr/>
        </p:nvPicPr>
        <p:blipFill>
          <a:blip r:embed="rId3"/>
          <a:stretch/>
        </p:blipFill>
        <p:spPr bwMode="auto">
          <a:xfrm flipH="0" flipV="0">
            <a:off x="2694596" y="1174051"/>
            <a:ext cx="6802802" cy="45098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83458884" name=""/>
          <p:cNvPicPr>
            <a:picLocks noChangeAspect="1"/>
          </p:cNvPicPr>
          <p:nvPr/>
        </p:nvPicPr>
        <p:blipFill>
          <a:blip r:embed="rId3"/>
          <a:stretch/>
        </p:blipFill>
        <p:spPr bwMode="auto">
          <a:xfrm flipH="0" flipV="0">
            <a:off x="385159" y="1162049"/>
            <a:ext cx="11421678" cy="4533898"/>
          </a:xfrm>
          <a:prstGeom prst="rect">
            <a:avLst/>
          </a:prstGeom>
        </p:spPr>
      </p:pic>
      <p:sp>
        <p:nvSpPr>
          <p:cNvPr id="564352030" name=""/>
          <p:cNvSpPr txBox="1"/>
          <p:nvPr/>
        </p:nvSpPr>
        <p:spPr bwMode="auto">
          <a:xfrm rot="0" flipH="0" flipV="0">
            <a:off x="2896574" y="5886449"/>
            <a:ext cx="697409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i="1" u="none" lang="en-US">
                <a:solidFill>
                  <a:schemeClr val="tx1"/>
                </a:solidFill>
                <a:latin typeface="IBM Plex Sans"/>
              </a:rPr>
              <a:t>Bitcoin ivyuka vy’amamashini.</a:t>
            </a:r>
            <a:endParaRPr sz="16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8543452" name=""/>
          <p:cNvPicPr>
            <a:picLocks noChangeAspect="1"/>
          </p:cNvPicPr>
          <p:nvPr/>
        </p:nvPicPr>
        <p:blipFill>
          <a:blip r:embed="rId3"/>
          <a:stretch/>
        </p:blipFill>
        <p:spPr bwMode="auto">
          <a:xfrm>
            <a:off x="4190999" y="1523999"/>
            <a:ext cx="3809999" cy="3809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6817777" name=""/>
          <p:cNvPicPr>
            <a:picLocks noChangeAspect="1"/>
          </p:cNvPicPr>
          <p:nvPr/>
        </p:nvPicPr>
        <p:blipFill>
          <a:blip r:embed="rId3"/>
          <a:stretch/>
        </p:blipFill>
        <p:spPr bwMode="auto">
          <a:xfrm>
            <a:off x="4876799" y="2209799"/>
            <a:ext cx="2438399" cy="2438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68926644" name=""/>
          <p:cNvPicPr>
            <a:picLocks noChangeAspect="1"/>
          </p:cNvPicPr>
          <p:nvPr/>
        </p:nvPicPr>
        <p:blipFill>
          <a:blip r:embed="rId3"/>
          <a:stretch/>
        </p:blipFill>
        <p:spPr bwMode="auto">
          <a:xfrm flipH="0" flipV="0">
            <a:off x="1799641" y="514350"/>
            <a:ext cx="8592714"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70845565" name=""/>
          <p:cNvPicPr>
            <a:picLocks noChangeAspect="1"/>
          </p:cNvPicPr>
          <p:nvPr/>
        </p:nvPicPr>
        <p:blipFill>
          <a:blip r:embed="rId3"/>
          <a:stretch/>
        </p:blipFill>
        <p:spPr bwMode="auto">
          <a:xfrm flipH="0" flipV="0">
            <a:off x="2044819" y="2943224"/>
            <a:ext cx="8102357" cy="9715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82293856" name=""/>
          <p:cNvPicPr>
            <a:picLocks noChangeAspect="1"/>
          </p:cNvPicPr>
          <p:nvPr/>
        </p:nvPicPr>
        <p:blipFill>
          <a:blip r:embed="rId3"/>
          <a:stretch/>
        </p:blipFill>
        <p:spPr bwMode="auto">
          <a:xfrm flipH="0" flipV="0">
            <a:off x="5018698" y="932560"/>
            <a:ext cx="2154600" cy="49928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3596265" name=""/>
          <p:cNvPicPr>
            <a:picLocks noChangeAspect="1"/>
          </p:cNvPicPr>
          <p:nvPr/>
        </p:nvPicPr>
        <p:blipFill>
          <a:blip r:embed="rId3"/>
          <a:stretch/>
        </p:blipFill>
        <p:spPr bwMode="auto">
          <a:xfrm flipH="0" flipV="0">
            <a:off x="3706353" y="1133474"/>
            <a:ext cx="4779291" cy="45910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96321143" name=""/>
          <p:cNvPicPr>
            <a:picLocks noChangeAspect="1"/>
          </p:cNvPicPr>
          <p:nvPr/>
        </p:nvPicPr>
        <p:blipFill>
          <a:blip r:embed="rId3"/>
          <a:stretch/>
        </p:blipFill>
        <p:spPr bwMode="auto">
          <a:xfrm flipH="0" flipV="0">
            <a:off x="348438" y="771524"/>
            <a:ext cx="11495120" cy="5314946"/>
          </a:xfrm>
          <a:prstGeom prst="rect">
            <a:avLst/>
          </a:prstGeom>
          <a:ln w="6349">
            <a:solidFill>
              <a:schemeClr val="accent1">
                <a:lumMod val="50196"/>
              </a:schemeClr>
            </a:solidFill>
            <a:prstDash val="solid"/>
          </a:ln>
        </p:spPr>
      </p:pic>
      <p:sp>
        <p:nvSpPr>
          <p:cNvPr id="859389808" name=""/>
          <p:cNvSpPr/>
          <p:nvPr/>
        </p:nvSpPr>
        <p:spPr bwMode="auto">
          <a:xfrm flipH="0" flipV="0">
            <a:off x="439123" y="5567948"/>
            <a:ext cx="11363323" cy="51851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52414351" name=""/>
          <p:cNvPicPr>
            <a:picLocks noChangeAspect="1"/>
          </p:cNvPicPr>
          <p:nvPr/>
        </p:nvPicPr>
        <p:blipFill>
          <a:blip r:embed="rId3"/>
          <a:stretch/>
        </p:blipFill>
        <p:spPr bwMode="auto">
          <a:xfrm flipH="0" flipV="0">
            <a:off x="1258827" y="485774"/>
            <a:ext cx="9674340" cy="58864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7213768" name=""/>
          <p:cNvPicPr>
            <a:picLocks noChangeAspect="1"/>
          </p:cNvPicPr>
          <p:nvPr/>
        </p:nvPicPr>
        <p:blipFill>
          <a:blip r:embed="rId3"/>
          <a:stretch/>
        </p:blipFill>
        <p:spPr bwMode="auto">
          <a:xfrm flipH="0" flipV="0">
            <a:off x="1225144" y="66674"/>
            <a:ext cx="9741706" cy="672464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7074737" name=""/>
          <p:cNvPicPr>
            <a:picLocks noChangeAspect="1"/>
          </p:cNvPicPr>
          <p:nvPr/>
        </p:nvPicPr>
        <p:blipFill>
          <a:blip r:embed="rId3"/>
          <a:stretch/>
        </p:blipFill>
        <p:spPr bwMode="auto">
          <a:xfrm flipH="0" flipV="0">
            <a:off x="898724" y="400049"/>
            <a:ext cx="10394548" cy="60578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9502717" name=""/>
          <p:cNvPicPr>
            <a:picLocks noChangeAspect="1"/>
          </p:cNvPicPr>
          <p:nvPr/>
        </p:nvPicPr>
        <p:blipFill>
          <a:blip r:embed="rId3"/>
          <a:stretch/>
        </p:blipFill>
        <p:spPr bwMode="auto">
          <a:xfrm flipH="0" flipV="0">
            <a:off x="91529" y="628650"/>
            <a:ext cx="12008937" cy="56006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86387210" name=""/>
          <p:cNvPicPr>
            <a:picLocks noChangeAspect="1"/>
          </p:cNvPicPr>
          <p:nvPr/>
        </p:nvPicPr>
        <p:blipFill>
          <a:blip r:embed="rId3"/>
          <a:stretch/>
        </p:blipFill>
        <p:spPr bwMode="auto">
          <a:xfrm flipH="0" flipV="0">
            <a:off x="684822" y="389722"/>
            <a:ext cx="10822351" cy="60785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0027598" name=""/>
          <p:cNvPicPr>
            <a:picLocks noChangeAspect="1"/>
          </p:cNvPicPr>
          <p:nvPr/>
        </p:nvPicPr>
        <p:blipFill>
          <a:blip r:embed="rId3"/>
          <a:stretch/>
        </p:blipFill>
        <p:spPr bwMode="auto">
          <a:xfrm flipH="0" flipV="0">
            <a:off x="922065" y="514349"/>
            <a:ext cx="10347867"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3194802" name=""/>
          <p:cNvPicPr>
            <a:picLocks noChangeAspect="1"/>
          </p:cNvPicPr>
          <p:nvPr/>
        </p:nvPicPr>
        <p:blipFill>
          <a:blip r:embed="rId3"/>
          <a:stretch/>
        </p:blipFill>
        <p:spPr bwMode="auto">
          <a:xfrm flipH="0" flipV="0">
            <a:off x="3132748" y="771007"/>
            <a:ext cx="5926500" cy="53159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9601163" name=""/>
          <p:cNvPicPr>
            <a:picLocks noChangeAspect="1"/>
          </p:cNvPicPr>
          <p:nvPr/>
        </p:nvPicPr>
        <p:blipFill>
          <a:blip r:embed="rId3"/>
          <a:stretch/>
        </p:blipFill>
        <p:spPr bwMode="auto">
          <a:xfrm flipH="0" flipV="0">
            <a:off x="3980472" y="608297"/>
            <a:ext cx="4231051" cy="56414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82725908" name=""/>
          <p:cNvPicPr>
            <a:picLocks noChangeAspect="1"/>
          </p:cNvPicPr>
          <p:nvPr/>
        </p:nvPicPr>
        <p:blipFill>
          <a:blip r:embed="rId3"/>
          <a:stretch/>
        </p:blipFill>
        <p:spPr bwMode="auto">
          <a:xfrm flipH="0" flipV="0">
            <a:off x="1028698" y="895349"/>
            <a:ext cx="10134599" cy="5067299"/>
          </a:xfrm>
          <a:prstGeom prst="rect">
            <a:avLst/>
          </a:prstGeom>
        </p:spPr>
      </p:pic>
      <p:sp>
        <p:nvSpPr>
          <p:cNvPr id="493737358" name=""/>
          <p:cNvSpPr/>
          <p:nvPr/>
        </p:nvSpPr>
        <p:spPr bwMode="auto">
          <a:xfrm flipH="0" flipV="0">
            <a:off x="1229699" y="1790699"/>
            <a:ext cx="371475" cy="31241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20085475" name=""/>
          <p:cNvSpPr txBox="1"/>
          <p:nvPr/>
        </p:nvSpPr>
        <p:spPr bwMode="auto">
          <a:xfrm rot="16199969" flipH="0" flipV="0">
            <a:off x="-1385529" y="3289162"/>
            <a:ext cx="4829895"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Igiciro ca Bitcoin mu madolari y'Amerika</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70</Slides>
  <Notes>70</Notes>
  <HiddenSlides>0</HiddenSlides>
  <MMClips>2</MMClips>
  <ScaleCrop>0</ScaleCrop>
  <HeadingPairs>
    <vt:vector size="4" baseType="variant">
      <vt:variant>
        <vt:lpstr>Theme</vt:lpstr>
      </vt:variant>
      <vt:variant>
        <vt:i4>1</vt:i4>
      </vt:variant>
      <vt:variant>
        <vt:lpstr>Slide Titles</vt:lpstr>
      </vt:variant>
      <vt:variant>
        <vt:i4>70</vt:i4>
      </vt:variant>
    </vt:vector>
  </HeadingPairs>
  <TitlesOfParts>
    <vt:vector size="7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MariJ</cp:lastModifiedBy>
  <cp:revision>31</cp:revision>
  <dcterms:modified xsi:type="dcterms:W3CDTF">2025-10-15T15:09:23Z</dcterms:modified>
</cp:coreProperties>
</file>