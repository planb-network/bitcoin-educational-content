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පැහැදිලි පෙළ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සයිෆර් පෙළ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පැමිණීම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සारවන්‍ය යතුර සමඟ සංකේතනය</a:t>
            </a:r>
            <a:endParaRPr/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පෞද්ගලික යතුර සමඟ</a:t>
            </a:r>
            <a:endParaRPr/>
          </a:p>
          <a:p>
            <a:pPr algn="ctr"/>
            <a:r>
              <a:rPr sz="2300" lang="en-US">
                <a:latin typeface="Roboto"/>
              </a:rPr>
              <a:t>අවබෝධය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ස්පෂ්ට පෙළ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බිට්කොයින්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සයිෆර් පෙළ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පැමිණීම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පොදු </a:t>
            </a:r>
            <a:r>
              <a:rPr sz="1400" b="0" lang="fr-FR">
                <a:latin typeface="IBM Plex Sans"/>
              </a:rPr>
              <a:t>යතුරෙන් </a:t>
            </a:r>
            <a:r>
              <a:rPr sz="1400" b="0">
                <a:latin typeface="IBM Plex Sans"/>
              </a:rPr>
              <a:t>සංකේතනය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පෞද්ගලික </a:t>
            </a:r>
            <a:r>
              <a:rPr sz="1600" b="0" lang="fr-FR">
                <a:latin typeface="IBM Plex Sans"/>
              </a:rPr>
              <a:t>යතුර </a:t>
            </a:r>
            <a:r>
              <a:rPr sz="1600" b="0">
                <a:latin typeface="IBM Plex Sans"/>
              </a:rPr>
              <a:t>සමඟ </a:t>
            </a:r>
            <a:r>
              <a:rPr sz="1600" b="0" lang="fr-FR">
                <a:latin typeface="IBM Plex Sans"/>
              </a:rPr>
              <a:t>විකේතනය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බිට්කොයින්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බිට්කොයින්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පණිවිඩය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අත්සන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පැමිණීම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හරි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පෞද්ගලික </a:t>
            </a:r>
            <a:r>
              <a:rPr sz="1600" b="0" lang="fr-FR">
                <a:latin typeface="IBM Plex Sans"/>
              </a:rPr>
              <a:t>යතුර </a:t>
            </a:r>
            <a:r>
              <a:rPr sz="1600" b="0">
                <a:latin typeface="IBM Plex Sans"/>
              </a:rPr>
              <a:t>සමඟ </a:t>
            </a:r>
            <a:r>
              <a:rPr sz="1600" b="0" lang="fr-FR">
                <a:latin typeface="IBM Plex Sans"/>
              </a:rPr>
              <a:t>අත්සන් </a:t>
            </a:r>
            <a:r>
              <a:rPr sz="1600" b="0">
                <a:latin typeface="IBM Plex Sans"/>
              </a:rPr>
              <a:t>කිරීම</a:t>
            </a:r>
            <a:endParaRPr sz="1600" b="0">
              <a:latin typeface="IBM Plex Sans"/>
              <a:cs typeface="IBM Plex Sans"/>
            </a:endParaRPr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පොදු </a:t>
            </a:r>
            <a:r>
              <a:rPr sz="1600" b="0" lang="fr-FR">
                <a:latin typeface="IBM Plex Sans"/>
              </a:rPr>
              <a:t>යතුර </a:t>
            </a:r>
            <a:r>
              <a:rPr sz="1600" b="0">
                <a:latin typeface="IBM Plex Sans"/>
              </a:rPr>
              <a:t>සමඟ </a:t>
            </a:r>
            <a:r>
              <a:rPr sz="1600" b="0" lang="fr-FR">
                <a:latin typeface="IBM Plex Sans"/>
              </a:rPr>
              <a:t>සත්‍යාපනය </a:t>
            </a:r>
            <a:r>
              <a:rPr sz="1600" b="0">
                <a:latin typeface="IBM Plex Sans"/>
              </a:rPr>
              <a:t>කිරීම</a:t>
            </a:r>
            <a:endParaRPr sz="1600" b="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ඉස්සර කරන්න.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පැමිණවන්න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කෘතීන්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බැංකු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බැංකු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වියදම් කරන ලද </a:t>
            </a:r>
            <a:r>
              <a:rPr sz="1400">
                <a:latin typeface="IBM Plex Sans"/>
              </a:rPr>
              <a:t>බැංකු සම්පත් සටහන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වේතැන්ගත ජාල.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ස්ථානය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සම්බන්ධතා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මධ්‍යස්ථානය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අසමන්විත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නිතිපතා සාමකාමී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දෝෂකයා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පරාජය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ජයග්‍රහණය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විශ්වාසනීය කාලය සටහන් කිරීම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හෑෂ් ගණනය කරන්න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TSA වෙත හෑෂ් යවන්න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සමාගමක් තුළ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දත්ත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දත්ත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එකට ගබඩා කරන්න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අත්සන් කළ කාලසටහන </a:t>
            </a:r>
            <a:r>
              <a:rPr sz="1100">
                <a:latin typeface="IBM Plex Sans"/>
              </a:rPr>
              <a:t>සහ හෑෂ් ඉල්ලුම්කරුට </a:t>
            </a:r>
            <a:r>
              <a:rPr sz="1100">
                <a:latin typeface="IBM Plex Sans"/>
              </a:rPr>
              <a:t>ආපසු ලබා දේ.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කාලය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කාලය සනාථ කිරීමේ ආයතනය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හෑෂ් ගණනය කරන්න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මෙය කාලය </a:t>
            </a:r>
            <a:r>
              <a:rPr sz="1100" lang="fr-FR">
                <a:latin typeface="IBM Plex Sans"/>
              </a:rPr>
              <a:t>සමඟ එකතු </a:t>
            </a:r>
            <a:r>
              <a:rPr sz="1100">
                <a:latin typeface="IBM Plex Sans"/>
              </a:rPr>
              <a:t>කරන ලද </a:t>
            </a:r>
            <a:r>
              <a:rPr sz="1100" lang="fr-FR">
                <a:latin typeface="IBM Plex Sans"/>
              </a:rPr>
              <a:t>හෑෂ් </a:t>
            </a:r>
            <a:r>
              <a:rPr sz="1100">
                <a:latin typeface="IBM Plex Sans"/>
              </a:rPr>
              <a:t>එකේ </a:t>
            </a:r>
            <a:r>
              <a:rPr sz="1100" lang="fr-FR">
                <a:latin typeface="IBM Plex Sans"/>
              </a:rPr>
              <a:t>ඩිජිටල් </a:t>
            </a:r>
            <a:r>
              <a:rPr sz="1100">
                <a:latin typeface="IBM Plex Sans"/>
              </a:rPr>
              <a:t>අත්සනකි.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TSA හි පෞද්ගලික </a:t>
            </a:r>
            <a:r>
              <a:rPr sz="1000">
                <a:latin typeface="IBM Plex Sans"/>
              </a:rPr>
              <a:t>යතුර යෙදවන්න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කාලය සටහන් කරන්න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කාලය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සම්පත්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සතෝෂි නකමෝටෝගේ පිටුව - </a:t>
            </a:r>
            <a:r>
              <a:rPr sz="1400" b="0" i="1" lang="fr-FR">
                <a:latin typeface="IBM Plex Sans"/>
              </a:rPr>
              <a:t>කිසිදු තෑග්ගක් ලැබී නැත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බිට්කොයින් සභාව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පැටොෂි බ්ලොක් සහ ආපසු හැරුණු කාලය (බ්ලොක් අංකය/අතිකාලය)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සතෝෂිගේ ජාලයේ ප්‍රතිශතය පිළිබඳ අනුමානයක්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ජාලයේ ප්‍රතිශතය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සතෝෂිගේ හැෂ්රේට් </a:t>
            </a:r>
            <a:r>
              <a:rPr sz="1800">
                <a:latin typeface="IBM Plex Sans"/>
              </a:rPr>
              <a:t>එකේ ඇගයීම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හැෂ්රේට්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දෛනික සාමාන්‍ය හැෂ්රේට්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රේඛීය හෑෂ්රේට් ආකෘතිය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අතිරේක නාසය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දිනය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"කළමනාකරණය: ඔබට බිට්කොයින්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පිළිබඳ දැනුම්දෙන්නද?"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බිට්කොයින් යනු 2009 දී සතෝෂි නකමෝටෝ නම් පුද්ගලයෙකු විසින් නිර්මාණය කරන ලද ඉලෙක්ට්‍රොනික මුදලකි. මෙම මුදල, සම්පූර්ණයෙන්ම මධ්‍යස්ථානයක් නොමැති පියර්-ටු-පියර් ස්වභාවය සහ මූලික ක්‍රිප්ටෝග්‍රාෆික් සංකල්පවල කුසලතාමය භාවිතය නිසා අනෙකුත් ඉලෙක්ට්‍රොනික මුදල් වලින් වෙනස් වේ. මෙය C++ භාෂාවෙන් ලියන ලද මෘදුකාංගයක් මත පදනම් වේ සහ MIT විවෘත මූලාශ්‍ර බලපත්‍රය යටතේ ප්‍රකාශිත වේ.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බිට්කෝයින් යන්ත්‍රවල උද්ධමනය.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බිට්කොයින් මිල ඇමරිකානු ඩොලර් වලින්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