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74"/>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Lst>
  <p:sldSz cx="12192000" cy="6858000"/>
  <p:notesSz cx="6858000" cy="9144000"/>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notesMaster" Target="notesMasters/notesMaster1.xml"/><Relationship Id="rId75" Type="http://schemas.openxmlformats.org/officeDocument/2006/relationships/presProps" Target="presProps.xml"/><Relationship Id="rId76" Type="http://schemas.openxmlformats.org/officeDocument/2006/relationships/tableStyles" Target="tableStyles.xml"/><Relationship Id="rId7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3908905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2099481301"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10/30/2013</a:t>
            </a:fld>
            <a:endParaRPr lang="en-US"/>
          </a:p>
        </p:txBody>
      </p:sp>
      <p:sp>
        <p:nvSpPr>
          <p:cNvPr id="963331614"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994229746"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1305234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035077115"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80978870" name="Slide Image Placeholder 1"/>
          <p:cNvSpPr>
            <a:spLocks noChangeAspect="1" noGrp="1" noRot="1"/>
          </p:cNvSpPr>
          <p:nvPr>
            <p:ph type="sldImg"/>
          </p:nvPr>
        </p:nvSpPr>
        <p:spPr bwMode="auto">
          <a:xfrm>
            <a:off x="685800" y="1143000"/>
            <a:ext cx="5486400" cy="3086100"/>
          </a:xfrm>
        </p:spPr>
      </p:sp>
      <p:sp>
        <p:nvSpPr>
          <p:cNvPr id="1641754055" name="Notes Placeholder 2"/>
          <p:cNvSpPr>
            <a:spLocks noGrp="1"/>
          </p:cNvSpPr>
          <p:nvPr>
            <p:ph type="body" idx="1"/>
          </p:nvPr>
        </p:nvSpPr>
        <p:spPr bwMode="auto"/>
        <p:txBody>
          <a:bodyPr/>
          <a:lstStyle/>
          <a:p>
            <a:pPr>
              <a:defRPr/>
            </a:pPr>
            <a:endParaRPr lang="en-US">
              <a:latin typeface="Arial"/>
              <a:cs typeface="Arial"/>
            </a:endParaRPr>
          </a:p>
        </p:txBody>
      </p:sp>
      <p:sp>
        <p:nvSpPr>
          <p:cNvPr id="1848915755" name="Slide Number Placeholder 3"/>
          <p:cNvSpPr>
            <a:spLocks noGrp="1"/>
          </p:cNvSpPr>
          <p:nvPr>
            <p:ph type="sldNum" sz="quarter" idx="10"/>
          </p:nvPr>
        </p:nvSpPr>
        <p:spPr bwMode="auto"/>
        <p:txBody>
          <a:bodyPr/>
          <a:lstStyle/>
          <a:p>
            <a:pPr>
              <a:defRPr/>
            </a:pPr>
            <a:fld id="{2E6999B8-B6B4-4561-A3CD-BBCDAB9FC9D9}"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7407030" name="Slide Image Placeholder 1"/>
          <p:cNvSpPr>
            <a:spLocks noChangeAspect="1" noGrp="1" noRot="1"/>
          </p:cNvSpPr>
          <p:nvPr>
            <p:ph type="sldImg"/>
          </p:nvPr>
        </p:nvSpPr>
        <p:spPr bwMode="auto"/>
      </p:sp>
      <p:sp>
        <p:nvSpPr>
          <p:cNvPr id="1844566913" name="Notes Placeholder 2"/>
          <p:cNvSpPr>
            <a:spLocks noGrp="1"/>
          </p:cNvSpPr>
          <p:nvPr>
            <p:ph type="body" idx="1"/>
          </p:nvPr>
        </p:nvSpPr>
        <p:spPr bwMode="auto"/>
        <p:txBody>
          <a:bodyPr/>
          <a:lstStyle/>
          <a:p>
            <a:pPr>
              <a:defRPr/>
            </a:pPr>
            <a:endParaRPr/>
          </a:p>
        </p:txBody>
      </p:sp>
      <p:sp>
        <p:nvSpPr>
          <p:cNvPr id="411870703" name="Slide Number Placeholder 3"/>
          <p:cNvSpPr>
            <a:spLocks noGrp="1"/>
          </p:cNvSpPr>
          <p:nvPr>
            <p:ph type="sldNum" sz="quarter" idx="10"/>
          </p:nvPr>
        </p:nvSpPr>
        <p:spPr bwMode="auto"/>
        <p:txBody>
          <a:bodyPr/>
          <a:lstStyle/>
          <a:p>
            <a:pPr>
              <a:defRPr/>
            </a:pPr>
            <a:fld id="{20E55648-ADE2-965E-0F87-0ABB71C754BC}"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8987884" name="Slide Image Placeholder 1"/>
          <p:cNvSpPr>
            <a:spLocks noChangeAspect="1" noGrp="1" noRot="1"/>
          </p:cNvSpPr>
          <p:nvPr>
            <p:ph type="sldImg"/>
          </p:nvPr>
        </p:nvSpPr>
        <p:spPr bwMode="auto"/>
      </p:sp>
      <p:sp>
        <p:nvSpPr>
          <p:cNvPr id="2018659221" name="Notes Placeholder 2"/>
          <p:cNvSpPr>
            <a:spLocks noGrp="1"/>
          </p:cNvSpPr>
          <p:nvPr>
            <p:ph type="body" idx="1"/>
          </p:nvPr>
        </p:nvSpPr>
        <p:spPr bwMode="auto"/>
        <p:txBody>
          <a:bodyPr/>
          <a:lstStyle/>
          <a:p>
            <a:pPr>
              <a:defRPr/>
            </a:pPr>
            <a:endParaRPr/>
          </a:p>
        </p:txBody>
      </p:sp>
      <p:sp>
        <p:nvSpPr>
          <p:cNvPr id="1759670535" name="Slide Number Placeholder 3"/>
          <p:cNvSpPr>
            <a:spLocks noGrp="1"/>
          </p:cNvSpPr>
          <p:nvPr>
            <p:ph type="sldNum" sz="quarter" idx="10"/>
          </p:nvPr>
        </p:nvSpPr>
        <p:spPr bwMode="auto"/>
        <p:txBody>
          <a:bodyPr/>
          <a:lstStyle/>
          <a:p>
            <a:pPr>
              <a:defRPr/>
            </a:pPr>
            <a:fld id="{32473744-944F-EBDB-D1E6-8F1CC5CEBD97}"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89782411" name="Slide Image Placeholder 1"/>
          <p:cNvSpPr>
            <a:spLocks noChangeAspect="1" noGrp="1" noRot="1"/>
          </p:cNvSpPr>
          <p:nvPr>
            <p:ph type="sldImg"/>
          </p:nvPr>
        </p:nvSpPr>
        <p:spPr bwMode="auto"/>
      </p:sp>
      <p:sp>
        <p:nvSpPr>
          <p:cNvPr id="1798231463" name="Notes Placeholder 2"/>
          <p:cNvSpPr>
            <a:spLocks noGrp="1"/>
          </p:cNvSpPr>
          <p:nvPr>
            <p:ph type="body" idx="1"/>
          </p:nvPr>
        </p:nvSpPr>
        <p:spPr bwMode="auto"/>
        <p:txBody>
          <a:bodyPr/>
          <a:lstStyle/>
          <a:p>
            <a:pPr>
              <a:defRPr/>
            </a:pPr>
            <a:endParaRPr/>
          </a:p>
        </p:txBody>
      </p:sp>
      <p:sp>
        <p:nvSpPr>
          <p:cNvPr id="1807947334" name="Slide Number Placeholder 3"/>
          <p:cNvSpPr>
            <a:spLocks noGrp="1"/>
          </p:cNvSpPr>
          <p:nvPr>
            <p:ph type="sldNum" sz="quarter" idx="10"/>
          </p:nvPr>
        </p:nvSpPr>
        <p:spPr bwMode="auto"/>
        <p:txBody>
          <a:bodyPr/>
          <a:lstStyle/>
          <a:p>
            <a:pPr>
              <a:defRPr/>
            </a:pPr>
            <a:fld id="{C78696C0-5062-29DC-8A0D-0B5FE66196AF}"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4146331" name="Slide Image Placeholder 1"/>
          <p:cNvSpPr>
            <a:spLocks noChangeAspect="1" noGrp="1" noRot="1"/>
          </p:cNvSpPr>
          <p:nvPr>
            <p:ph type="sldImg"/>
          </p:nvPr>
        </p:nvSpPr>
        <p:spPr bwMode="auto"/>
      </p:sp>
      <p:sp>
        <p:nvSpPr>
          <p:cNvPr id="496666805" name="Notes Placeholder 2"/>
          <p:cNvSpPr>
            <a:spLocks noGrp="1"/>
          </p:cNvSpPr>
          <p:nvPr>
            <p:ph type="body" idx="1"/>
          </p:nvPr>
        </p:nvSpPr>
        <p:spPr bwMode="auto"/>
        <p:txBody>
          <a:bodyPr/>
          <a:lstStyle/>
          <a:p>
            <a:pPr>
              <a:defRPr/>
            </a:pPr>
            <a:endParaRPr/>
          </a:p>
        </p:txBody>
      </p:sp>
      <p:sp>
        <p:nvSpPr>
          <p:cNvPr id="624653920" name="Slide Number Placeholder 3"/>
          <p:cNvSpPr>
            <a:spLocks noGrp="1"/>
          </p:cNvSpPr>
          <p:nvPr>
            <p:ph type="sldNum" sz="quarter" idx="10"/>
          </p:nvPr>
        </p:nvSpPr>
        <p:spPr bwMode="auto"/>
        <p:txBody>
          <a:bodyPr/>
          <a:lstStyle/>
          <a:p>
            <a:pPr>
              <a:defRPr/>
            </a:pPr>
            <a:fld id="{6EBD0134-888A-C41F-C6A9-E9CB0DCD8F79}"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27538199" name="Slide Image Placeholder 1"/>
          <p:cNvSpPr>
            <a:spLocks noChangeAspect="1" noGrp="1" noRot="1"/>
          </p:cNvSpPr>
          <p:nvPr>
            <p:ph type="sldImg"/>
          </p:nvPr>
        </p:nvSpPr>
        <p:spPr bwMode="auto"/>
      </p:sp>
      <p:sp>
        <p:nvSpPr>
          <p:cNvPr id="192852020" name="Notes Placeholder 2"/>
          <p:cNvSpPr>
            <a:spLocks noGrp="1"/>
          </p:cNvSpPr>
          <p:nvPr>
            <p:ph type="body" idx="1"/>
          </p:nvPr>
        </p:nvSpPr>
        <p:spPr bwMode="auto"/>
        <p:txBody>
          <a:bodyPr/>
          <a:lstStyle/>
          <a:p>
            <a:pPr>
              <a:defRPr/>
            </a:pPr>
            <a:endParaRPr/>
          </a:p>
        </p:txBody>
      </p:sp>
      <p:sp>
        <p:nvSpPr>
          <p:cNvPr id="243591323" name="Slide Number Placeholder 3"/>
          <p:cNvSpPr>
            <a:spLocks noGrp="1"/>
          </p:cNvSpPr>
          <p:nvPr>
            <p:ph type="sldNum" sz="quarter" idx="10"/>
          </p:nvPr>
        </p:nvSpPr>
        <p:spPr bwMode="auto"/>
        <p:txBody>
          <a:bodyPr/>
          <a:lstStyle/>
          <a:p>
            <a:pPr>
              <a:defRPr/>
            </a:pPr>
            <a:fld id="{B727A960-E66B-BEB9-512F-51F73B38A5C2}"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5259919" name="Slide Image Placeholder 1"/>
          <p:cNvSpPr>
            <a:spLocks noChangeAspect="1" noGrp="1" noRot="1"/>
          </p:cNvSpPr>
          <p:nvPr>
            <p:ph type="sldImg"/>
          </p:nvPr>
        </p:nvSpPr>
        <p:spPr bwMode="auto"/>
      </p:sp>
      <p:sp>
        <p:nvSpPr>
          <p:cNvPr id="595947963" name="Notes Placeholder 2"/>
          <p:cNvSpPr>
            <a:spLocks noGrp="1"/>
          </p:cNvSpPr>
          <p:nvPr>
            <p:ph type="body" idx="1"/>
          </p:nvPr>
        </p:nvSpPr>
        <p:spPr bwMode="auto"/>
        <p:txBody>
          <a:bodyPr/>
          <a:lstStyle/>
          <a:p>
            <a:pPr>
              <a:defRPr/>
            </a:pPr>
            <a:endParaRPr/>
          </a:p>
        </p:txBody>
      </p:sp>
      <p:sp>
        <p:nvSpPr>
          <p:cNvPr id="780479728" name="Slide Number Placeholder 3"/>
          <p:cNvSpPr>
            <a:spLocks noGrp="1"/>
          </p:cNvSpPr>
          <p:nvPr>
            <p:ph type="sldNum" sz="quarter" idx="10"/>
          </p:nvPr>
        </p:nvSpPr>
        <p:spPr bwMode="auto"/>
        <p:txBody>
          <a:bodyPr/>
          <a:lstStyle/>
          <a:p>
            <a:pPr>
              <a:defRPr/>
            </a:pPr>
            <a:fld id="{CC3624B9-90B4-A423-2B5E-5454F908F41F}"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42594588" name="Slide Image Placeholder 1"/>
          <p:cNvSpPr>
            <a:spLocks noChangeAspect="1" noGrp="1" noRot="1"/>
          </p:cNvSpPr>
          <p:nvPr>
            <p:ph type="sldImg"/>
          </p:nvPr>
        </p:nvSpPr>
        <p:spPr bwMode="auto"/>
      </p:sp>
      <p:sp>
        <p:nvSpPr>
          <p:cNvPr id="763954667" name="Notes Placeholder 2"/>
          <p:cNvSpPr>
            <a:spLocks noGrp="1"/>
          </p:cNvSpPr>
          <p:nvPr>
            <p:ph type="body" idx="1"/>
          </p:nvPr>
        </p:nvSpPr>
        <p:spPr bwMode="auto"/>
        <p:txBody>
          <a:bodyPr/>
          <a:lstStyle/>
          <a:p>
            <a:pPr>
              <a:defRPr/>
            </a:pPr>
            <a:endParaRPr/>
          </a:p>
        </p:txBody>
      </p:sp>
      <p:sp>
        <p:nvSpPr>
          <p:cNvPr id="584211226" name="Slide Number Placeholder 3"/>
          <p:cNvSpPr>
            <a:spLocks noGrp="1"/>
          </p:cNvSpPr>
          <p:nvPr>
            <p:ph type="sldNum" sz="quarter" idx="10"/>
          </p:nvPr>
        </p:nvSpPr>
        <p:spPr bwMode="auto"/>
        <p:txBody>
          <a:bodyPr/>
          <a:lstStyle/>
          <a:p>
            <a:pPr>
              <a:defRPr/>
            </a:pPr>
            <a:fld id="{055C4064-3EE6-A2BF-51F2-AEF85998A4A7}"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02613138" name="Slide Image Placeholder 1"/>
          <p:cNvSpPr>
            <a:spLocks noChangeAspect="1" noGrp="1" noRot="1"/>
          </p:cNvSpPr>
          <p:nvPr>
            <p:ph type="sldImg"/>
          </p:nvPr>
        </p:nvSpPr>
        <p:spPr bwMode="auto"/>
      </p:sp>
      <p:sp>
        <p:nvSpPr>
          <p:cNvPr id="873603887" name="Notes Placeholder 2"/>
          <p:cNvSpPr>
            <a:spLocks noGrp="1"/>
          </p:cNvSpPr>
          <p:nvPr>
            <p:ph type="body" idx="1"/>
          </p:nvPr>
        </p:nvSpPr>
        <p:spPr bwMode="auto"/>
        <p:txBody>
          <a:bodyPr/>
          <a:lstStyle/>
          <a:p>
            <a:pPr>
              <a:defRPr/>
            </a:pPr>
            <a:endParaRPr/>
          </a:p>
        </p:txBody>
      </p:sp>
      <p:sp>
        <p:nvSpPr>
          <p:cNvPr id="1625884384" name="Slide Number Placeholder 3"/>
          <p:cNvSpPr>
            <a:spLocks noGrp="1"/>
          </p:cNvSpPr>
          <p:nvPr>
            <p:ph type="sldNum" sz="quarter" idx="10"/>
          </p:nvPr>
        </p:nvSpPr>
        <p:spPr bwMode="auto"/>
        <p:txBody>
          <a:bodyPr/>
          <a:lstStyle/>
          <a:p>
            <a:pPr>
              <a:defRPr/>
            </a:pPr>
            <a:fld id="{A0C163AE-044F-883A-A57C-12F3E3EFBFFD}"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56136006" name="Slide Image Placeholder 1"/>
          <p:cNvSpPr>
            <a:spLocks noChangeAspect="1" noGrp="1" noRot="1"/>
          </p:cNvSpPr>
          <p:nvPr>
            <p:ph type="sldImg"/>
          </p:nvPr>
        </p:nvSpPr>
        <p:spPr bwMode="auto"/>
      </p:sp>
      <p:sp>
        <p:nvSpPr>
          <p:cNvPr id="1553163881" name="Notes Placeholder 2"/>
          <p:cNvSpPr>
            <a:spLocks noGrp="1"/>
          </p:cNvSpPr>
          <p:nvPr>
            <p:ph type="body" idx="1"/>
          </p:nvPr>
        </p:nvSpPr>
        <p:spPr bwMode="auto"/>
        <p:txBody>
          <a:bodyPr/>
          <a:lstStyle/>
          <a:p>
            <a:pPr>
              <a:defRPr/>
            </a:pPr>
            <a:endParaRPr/>
          </a:p>
        </p:txBody>
      </p:sp>
      <p:sp>
        <p:nvSpPr>
          <p:cNvPr id="364745476" name="Slide Number Placeholder 3"/>
          <p:cNvSpPr>
            <a:spLocks noGrp="1"/>
          </p:cNvSpPr>
          <p:nvPr>
            <p:ph type="sldNum" sz="quarter" idx="10"/>
          </p:nvPr>
        </p:nvSpPr>
        <p:spPr bwMode="auto"/>
        <p:txBody>
          <a:bodyPr/>
          <a:lstStyle/>
          <a:p>
            <a:pPr>
              <a:defRPr/>
            </a:pPr>
            <a:fld id="{9792455D-49EB-FB3F-3A5D-A54B84B95ECD}"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15008026" name="Slide Image Placeholder 1"/>
          <p:cNvSpPr>
            <a:spLocks noChangeAspect="1" noGrp="1" noRot="1"/>
          </p:cNvSpPr>
          <p:nvPr>
            <p:ph type="sldImg"/>
          </p:nvPr>
        </p:nvSpPr>
        <p:spPr bwMode="auto"/>
      </p:sp>
      <p:sp>
        <p:nvSpPr>
          <p:cNvPr id="420960998" name="Notes Placeholder 2"/>
          <p:cNvSpPr>
            <a:spLocks noGrp="1"/>
          </p:cNvSpPr>
          <p:nvPr>
            <p:ph type="body" idx="1"/>
          </p:nvPr>
        </p:nvSpPr>
        <p:spPr bwMode="auto"/>
        <p:txBody>
          <a:bodyPr/>
          <a:lstStyle/>
          <a:p>
            <a:pPr>
              <a:defRPr/>
            </a:pPr>
            <a:endParaRPr/>
          </a:p>
        </p:txBody>
      </p:sp>
      <p:sp>
        <p:nvSpPr>
          <p:cNvPr id="649144516" name="Slide Number Placeholder 3"/>
          <p:cNvSpPr>
            <a:spLocks noGrp="1"/>
          </p:cNvSpPr>
          <p:nvPr>
            <p:ph type="sldNum" sz="quarter" idx="10"/>
          </p:nvPr>
        </p:nvSpPr>
        <p:spPr bwMode="auto"/>
        <p:txBody>
          <a:bodyPr/>
          <a:lstStyle/>
          <a:p>
            <a:pPr>
              <a:defRPr/>
            </a:pPr>
            <a:fld id="{B8631968-6248-63BE-F4DC-BD5ECB85DA35}"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14447952" name="Slide Image Placeholder 1"/>
          <p:cNvSpPr>
            <a:spLocks noChangeAspect="1" noGrp="1" noRot="1"/>
          </p:cNvSpPr>
          <p:nvPr>
            <p:ph type="sldImg"/>
          </p:nvPr>
        </p:nvSpPr>
        <p:spPr bwMode="auto"/>
      </p:sp>
      <p:sp>
        <p:nvSpPr>
          <p:cNvPr id="1126210712" name="Notes Placeholder 2"/>
          <p:cNvSpPr>
            <a:spLocks noGrp="1"/>
          </p:cNvSpPr>
          <p:nvPr>
            <p:ph type="body" idx="1"/>
          </p:nvPr>
        </p:nvSpPr>
        <p:spPr bwMode="auto"/>
        <p:txBody>
          <a:bodyPr/>
          <a:lstStyle/>
          <a:p>
            <a:pPr>
              <a:defRPr/>
            </a:pPr>
            <a:endParaRPr/>
          </a:p>
        </p:txBody>
      </p:sp>
      <p:sp>
        <p:nvSpPr>
          <p:cNvPr id="894183102" name="Slide Number Placeholder 3"/>
          <p:cNvSpPr>
            <a:spLocks noGrp="1"/>
          </p:cNvSpPr>
          <p:nvPr>
            <p:ph type="sldNum" sz="quarter" idx="10"/>
          </p:nvPr>
        </p:nvSpPr>
        <p:spPr bwMode="auto"/>
        <p:txBody>
          <a:bodyPr/>
          <a:lstStyle/>
          <a:p>
            <a:pPr>
              <a:defRPr/>
            </a:pPr>
            <a:fld id="{E8E812B2-1B68-B1DC-1870-D4D85F9024BA}"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9272012" name="Slide Image Placeholder 1"/>
          <p:cNvSpPr>
            <a:spLocks noChangeAspect="1" noGrp="1" noRot="1"/>
          </p:cNvSpPr>
          <p:nvPr>
            <p:ph type="sldImg"/>
          </p:nvPr>
        </p:nvSpPr>
        <p:spPr bwMode="auto"/>
      </p:sp>
      <p:sp>
        <p:nvSpPr>
          <p:cNvPr id="335077920" name="Notes Placeholder 2"/>
          <p:cNvSpPr>
            <a:spLocks noGrp="1"/>
          </p:cNvSpPr>
          <p:nvPr>
            <p:ph type="body" idx="1"/>
          </p:nvPr>
        </p:nvSpPr>
        <p:spPr bwMode="auto"/>
        <p:txBody>
          <a:bodyPr/>
          <a:lstStyle/>
          <a:p>
            <a:pPr>
              <a:defRPr/>
            </a:pPr>
            <a:endParaRPr/>
          </a:p>
        </p:txBody>
      </p:sp>
      <p:sp>
        <p:nvSpPr>
          <p:cNvPr id="2136816195" name="Slide Number Placeholder 3"/>
          <p:cNvSpPr>
            <a:spLocks noGrp="1"/>
          </p:cNvSpPr>
          <p:nvPr>
            <p:ph type="sldNum" sz="quarter" idx="10"/>
          </p:nvPr>
        </p:nvSpPr>
        <p:spPr bwMode="auto"/>
        <p:txBody>
          <a:bodyPr/>
          <a:lstStyle/>
          <a:p>
            <a:pPr>
              <a:defRPr/>
            </a:pPr>
            <a:fld id="{95745C4F-2678-59E7-2ECA-A500A97CE2C3}"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37330709" name="Slide Image Placeholder 1"/>
          <p:cNvSpPr>
            <a:spLocks noChangeAspect="1" noGrp="1" noRot="1"/>
          </p:cNvSpPr>
          <p:nvPr>
            <p:ph type="sldImg"/>
          </p:nvPr>
        </p:nvSpPr>
        <p:spPr bwMode="auto"/>
      </p:sp>
      <p:sp>
        <p:nvSpPr>
          <p:cNvPr id="2104528450" name="Notes Placeholder 2"/>
          <p:cNvSpPr>
            <a:spLocks noGrp="1"/>
          </p:cNvSpPr>
          <p:nvPr>
            <p:ph type="body" idx="1"/>
          </p:nvPr>
        </p:nvSpPr>
        <p:spPr bwMode="auto"/>
        <p:txBody>
          <a:bodyPr/>
          <a:lstStyle/>
          <a:p>
            <a:pPr>
              <a:defRPr/>
            </a:pPr>
            <a:endParaRPr/>
          </a:p>
        </p:txBody>
      </p:sp>
      <p:sp>
        <p:nvSpPr>
          <p:cNvPr id="813489393" name="Slide Number Placeholder 3"/>
          <p:cNvSpPr>
            <a:spLocks noGrp="1"/>
          </p:cNvSpPr>
          <p:nvPr>
            <p:ph type="sldNum" sz="quarter" idx="10"/>
          </p:nvPr>
        </p:nvSpPr>
        <p:spPr bwMode="auto"/>
        <p:txBody>
          <a:bodyPr/>
          <a:lstStyle/>
          <a:p>
            <a:pPr>
              <a:defRPr/>
            </a:pPr>
            <a:fld id="{237134FC-422C-A81C-D2A9-89C9D8EAEF68}"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5696982" name="Slide Image Placeholder 1"/>
          <p:cNvSpPr>
            <a:spLocks noChangeAspect="1" noGrp="1" noRot="1"/>
          </p:cNvSpPr>
          <p:nvPr>
            <p:ph type="sldImg"/>
          </p:nvPr>
        </p:nvSpPr>
        <p:spPr bwMode="auto"/>
      </p:sp>
      <p:sp>
        <p:nvSpPr>
          <p:cNvPr id="547440255" name="Notes Placeholder 2"/>
          <p:cNvSpPr>
            <a:spLocks noGrp="1"/>
          </p:cNvSpPr>
          <p:nvPr>
            <p:ph type="body" idx="1"/>
          </p:nvPr>
        </p:nvSpPr>
        <p:spPr bwMode="auto"/>
        <p:txBody>
          <a:bodyPr/>
          <a:lstStyle/>
          <a:p>
            <a:pPr>
              <a:defRPr/>
            </a:pPr>
            <a:endParaRPr/>
          </a:p>
        </p:txBody>
      </p:sp>
      <p:sp>
        <p:nvSpPr>
          <p:cNvPr id="1071877374" name="Slide Number Placeholder 3"/>
          <p:cNvSpPr>
            <a:spLocks noGrp="1"/>
          </p:cNvSpPr>
          <p:nvPr>
            <p:ph type="sldNum" sz="quarter" idx="10"/>
          </p:nvPr>
        </p:nvSpPr>
        <p:spPr bwMode="auto"/>
        <p:txBody>
          <a:bodyPr/>
          <a:lstStyle/>
          <a:p>
            <a:pPr>
              <a:defRPr/>
            </a:pPr>
            <a:fld id="{3414A156-7A59-A123-F75C-E447D5D47851}"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1736343" name="Slide Image Placeholder 1"/>
          <p:cNvSpPr>
            <a:spLocks noChangeAspect="1" noGrp="1" noRot="1"/>
          </p:cNvSpPr>
          <p:nvPr>
            <p:ph type="sldImg"/>
          </p:nvPr>
        </p:nvSpPr>
        <p:spPr bwMode="auto"/>
      </p:sp>
      <p:sp>
        <p:nvSpPr>
          <p:cNvPr id="794855136" name="Notes Placeholder 2"/>
          <p:cNvSpPr>
            <a:spLocks noGrp="1"/>
          </p:cNvSpPr>
          <p:nvPr>
            <p:ph type="body" idx="1"/>
          </p:nvPr>
        </p:nvSpPr>
        <p:spPr bwMode="auto"/>
        <p:txBody>
          <a:bodyPr/>
          <a:lstStyle/>
          <a:p>
            <a:pPr>
              <a:defRPr/>
            </a:pPr>
            <a:endParaRPr/>
          </a:p>
        </p:txBody>
      </p:sp>
      <p:sp>
        <p:nvSpPr>
          <p:cNvPr id="1525224499" name="Slide Number Placeholder 3"/>
          <p:cNvSpPr>
            <a:spLocks noGrp="1"/>
          </p:cNvSpPr>
          <p:nvPr>
            <p:ph type="sldNum" sz="quarter" idx="10"/>
          </p:nvPr>
        </p:nvSpPr>
        <p:spPr bwMode="auto"/>
        <p:txBody>
          <a:bodyPr/>
          <a:lstStyle/>
          <a:p>
            <a:pPr>
              <a:defRPr/>
            </a:pPr>
            <a:fld id="{C374181E-3D75-015A-BF9A-A1811885AE16}"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1133491" name="Slide Image Placeholder 1"/>
          <p:cNvSpPr>
            <a:spLocks noChangeAspect="1" noGrp="1" noRot="1"/>
          </p:cNvSpPr>
          <p:nvPr>
            <p:ph type="sldImg"/>
          </p:nvPr>
        </p:nvSpPr>
        <p:spPr bwMode="auto"/>
      </p:sp>
      <p:sp>
        <p:nvSpPr>
          <p:cNvPr id="489355366" name="Notes Placeholder 2"/>
          <p:cNvSpPr>
            <a:spLocks noGrp="1"/>
          </p:cNvSpPr>
          <p:nvPr>
            <p:ph type="body" idx="1"/>
          </p:nvPr>
        </p:nvSpPr>
        <p:spPr bwMode="auto"/>
        <p:txBody>
          <a:bodyPr/>
          <a:lstStyle/>
          <a:p>
            <a:pPr>
              <a:defRPr/>
            </a:pPr>
            <a:endParaRPr/>
          </a:p>
        </p:txBody>
      </p:sp>
      <p:sp>
        <p:nvSpPr>
          <p:cNvPr id="1965503353" name="Slide Number Placeholder 3"/>
          <p:cNvSpPr>
            <a:spLocks noGrp="1"/>
          </p:cNvSpPr>
          <p:nvPr>
            <p:ph type="sldNum" sz="quarter" idx="10"/>
          </p:nvPr>
        </p:nvSpPr>
        <p:spPr bwMode="auto"/>
        <p:txBody>
          <a:bodyPr/>
          <a:lstStyle/>
          <a:p>
            <a:pPr>
              <a:defRPr/>
            </a:pPr>
            <a:fld id="{20162975-0B87-124D-F4CF-CC0D059DED38}"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2461059" name="Slide Image Placeholder 1"/>
          <p:cNvSpPr>
            <a:spLocks noChangeAspect="1" noGrp="1" noRot="1"/>
          </p:cNvSpPr>
          <p:nvPr>
            <p:ph type="sldImg"/>
          </p:nvPr>
        </p:nvSpPr>
        <p:spPr bwMode="auto"/>
      </p:sp>
      <p:sp>
        <p:nvSpPr>
          <p:cNvPr id="2010807350" name="Notes Placeholder 2"/>
          <p:cNvSpPr>
            <a:spLocks noGrp="1"/>
          </p:cNvSpPr>
          <p:nvPr>
            <p:ph type="body" idx="1"/>
          </p:nvPr>
        </p:nvSpPr>
        <p:spPr bwMode="auto"/>
        <p:txBody>
          <a:bodyPr/>
          <a:lstStyle/>
          <a:p>
            <a:pPr>
              <a:defRPr/>
            </a:pPr>
            <a:endParaRPr/>
          </a:p>
        </p:txBody>
      </p:sp>
      <p:sp>
        <p:nvSpPr>
          <p:cNvPr id="1131638784" name="Slide Number Placeholder 3"/>
          <p:cNvSpPr>
            <a:spLocks noGrp="1"/>
          </p:cNvSpPr>
          <p:nvPr>
            <p:ph type="sldNum" sz="quarter" idx="10"/>
          </p:nvPr>
        </p:nvSpPr>
        <p:spPr bwMode="auto"/>
        <p:txBody>
          <a:bodyPr/>
          <a:lstStyle/>
          <a:p>
            <a:pPr>
              <a:defRPr/>
            </a:pPr>
            <a:fld id="{DF710F28-E052-173C-41D9-DD6C9335DF6F}"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9187352" name="Slide Image Placeholder 1"/>
          <p:cNvSpPr>
            <a:spLocks noChangeAspect="1" noGrp="1" noRot="1"/>
          </p:cNvSpPr>
          <p:nvPr>
            <p:ph type="sldImg"/>
          </p:nvPr>
        </p:nvSpPr>
        <p:spPr bwMode="auto"/>
      </p:sp>
      <p:sp>
        <p:nvSpPr>
          <p:cNvPr id="1443043441" name="Notes Placeholder 2"/>
          <p:cNvSpPr>
            <a:spLocks noGrp="1"/>
          </p:cNvSpPr>
          <p:nvPr>
            <p:ph type="body" idx="1"/>
          </p:nvPr>
        </p:nvSpPr>
        <p:spPr bwMode="auto"/>
        <p:txBody>
          <a:bodyPr/>
          <a:lstStyle/>
          <a:p>
            <a:pPr>
              <a:defRPr/>
            </a:pPr>
            <a:endParaRPr/>
          </a:p>
        </p:txBody>
      </p:sp>
      <p:sp>
        <p:nvSpPr>
          <p:cNvPr id="1821177459" name="Slide Number Placeholder 3"/>
          <p:cNvSpPr>
            <a:spLocks noGrp="1"/>
          </p:cNvSpPr>
          <p:nvPr>
            <p:ph type="sldNum" sz="quarter" idx="10"/>
          </p:nvPr>
        </p:nvSpPr>
        <p:spPr bwMode="auto"/>
        <p:txBody>
          <a:bodyPr/>
          <a:lstStyle/>
          <a:p>
            <a:pPr>
              <a:defRPr/>
            </a:pPr>
            <a:fld id="{3D9DB6D7-1DAB-B1E0-82BB-0703661D710D}"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0223096" name="Slide Image Placeholder 1"/>
          <p:cNvSpPr>
            <a:spLocks noChangeAspect="1" noGrp="1" noRot="1"/>
          </p:cNvSpPr>
          <p:nvPr>
            <p:ph type="sldImg"/>
          </p:nvPr>
        </p:nvSpPr>
        <p:spPr bwMode="auto"/>
      </p:sp>
      <p:sp>
        <p:nvSpPr>
          <p:cNvPr id="166868795" name="Notes Placeholder 2"/>
          <p:cNvSpPr>
            <a:spLocks noGrp="1"/>
          </p:cNvSpPr>
          <p:nvPr>
            <p:ph type="body" idx="1"/>
          </p:nvPr>
        </p:nvSpPr>
        <p:spPr bwMode="auto"/>
        <p:txBody>
          <a:bodyPr/>
          <a:lstStyle/>
          <a:p>
            <a:pPr>
              <a:defRPr/>
            </a:pPr>
            <a:endParaRPr/>
          </a:p>
        </p:txBody>
      </p:sp>
      <p:sp>
        <p:nvSpPr>
          <p:cNvPr id="2065007204" name="Slide Number Placeholder 3"/>
          <p:cNvSpPr>
            <a:spLocks noGrp="1"/>
          </p:cNvSpPr>
          <p:nvPr>
            <p:ph type="sldNum" sz="quarter" idx="10"/>
          </p:nvPr>
        </p:nvSpPr>
        <p:spPr bwMode="auto"/>
        <p:txBody>
          <a:bodyPr/>
          <a:lstStyle/>
          <a:p>
            <a:pPr>
              <a:defRPr/>
            </a:pPr>
            <a:fld id="{399B5EB9-CEEA-9BBB-ADE0-7D8A93C8FCBD}"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54279831" name="Slide Image Placeholder 1"/>
          <p:cNvSpPr>
            <a:spLocks noChangeAspect="1" noGrp="1" noRot="1"/>
          </p:cNvSpPr>
          <p:nvPr>
            <p:ph type="sldImg"/>
          </p:nvPr>
        </p:nvSpPr>
        <p:spPr bwMode="auto"/>
      </p:sp>
      <p:sp>
        <p:nvSpPr>
          <p:cNvPr id="1385849402" name="Notes Placeholder 2"/>
          <p:cNvSpPr>
            <a:spLocks noGrp="1"/>
          </p:cNvSpPr>
          <p:nvPr>
            <p:ph type="body" idx="1"/>
          </p:nvPr>
        </p:nvSpPr>
        <p:spPr bwMode="auto"/>
        <p:txBody>
          <a:bodyPr/>
          <a:lstStyle/>
          <a:p>
            <a:pPr>
              <a:defRPr/>
            </a:pPr>
            <a:endParaRPr/>
          </a:p>
        </p:txBody>
      </p:sp>
      <p:sp>
        <p:nvSpPr>
          <p:cNvPr id="283048007" name="Slide Number Placeholder 3"/>
          <p:cNvSpPr>
            <a:spLocks noGrp="1"/>
          </p:cNvSpPr>
          <p:nvPr>
            <p:ph type="sldNum" sz="quarter" idx="10"/>
          </p:nvPr>
        </p:nvSpPr>
        <p:spPr bwMode="auto"/>
        <p:txBody>
          <a:bodyPr/>
          <a:lstStyle/>
          <a:p>
            <a:pPr>
              <a:defRPr/>
            </a:pPr>
            <a:fld id="{1E258580-6B33-FA3E-7D01-D92051217F84}"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99435849" name="Slide Image Placeholder 1"/>
          <p:cNvSpPr>
            <a:spLocks noChangeAspect="1" noGrp="1" noRot="1"/>
          </p:cNvSpPr>
          <p:nvPr>
            <p:ph type="sldImg"/>
          </p:nvPr>
        </p:nvSpPr>
        <p:spPr bwMode="auto"/>
      </p:sp>
      <p:sp>
        <p:nvSpPr>
          <p:cNvPr id="1831028955" name="Notes Placeholder 2"/>
          <p:cNvSpPr>
            <a:spLocks noGrp="1"/>
          </p:cNvSpPr>
          <p:nvPr>
            <p:ph type="body" idx="1"/>
          </p:nvPr>
        </p:nvSpPr>
        <p:spPr bwMode="auto"/>
        <p:txBody>
          <a:bodyPr/>
          <a:lstStyle/>
          <a:p>
            <a:pPr>
              <a:defRPr/>
            </a:pPr>
            <a:endParaRPr/>
          </a:p>
        </p:txBody>
      </p:sp>
      <p:sp>
        <p:nvSpPr>
          <p:cNvPr id="1622506081" name="Slide Number Placeholder 3"/>
          <p:cNvSpPr>
            <a:spLocks noGrp="1"/>
          </p:cNvSpPr>
          <p:nvPr>
            <p:ph type="sldNum" sz="quarter" idx="10"/>
          </p:nvPr>
        </p:nvSpPr>
        <p:spPr bwMode="auto"/>
        <p:txBody>
          <a:bodyPr/>
          <a:lstStyle/>
          <a:p>
            <a:pPr>
              <a:defRPr/>
            </a:pPr>
            <a:fld id="{2AF64CBA-39A3-330E-222D-8DFBAC3EAED1}"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1694685" name="Slide Image Placeholder 1"/>
          <p:cNvSpPr>
            <a:spLocks noChangeAspect="1" noGrp="1" noRot="1"/>
          </p:cNvSpPr>
          <p:nvPr>
            <p:ph type="sldImg"/>
          </p:nvPr>
        </p:nvSpPr>
        <p:spPr bwMode="auto"/>
      </p:sp>
      <p:sp>
        <p:nvSpPr>
          <p:cNvPr id="828245654" name="Notes Placeholder 2"/>
          <p:cNvSpPr>
            <a:spLocks noGrp="1"/>
          </p:cNvSpPr>
          <p:nvPr>
            <p:ph type="body" idx="1"/>
          </p:nvPr>
        </p:nvSpPr>
        <p:spPr bwMode="auto"/>
        <p:txBody>
          <a:bodyPr/>
          <a:lstStyle/>
          <a:p>
            <a:pPr>
              <a:defRPr/>
            </a:pPr>
            <a:endParaRPr/>
          </a:p>
        </p:txBody>
      </p:sp>
      <p:sp>
        <p:nvSpPr>
          <p:cNvPr id="320978408" name="Slide Number Placeholder 3"/>
          <p:cNvSpPr>
            <a:spLocks noGrp="1"/>
          </p:cNvSpPr>
          <p:nvPr>
            <p:ph type="sldNum" sz="quarter" idx="10"/>
          </p:nvPr>
        </p:nvSpPr>
        <p:spPr bwMode="auto"/>
        <p:txBody>
          <a:bodyPr/>
          <a:lstStyle/>
          <a:p>
            <a:pPr>
              <a:defRPr/>
            </a:pPr>
            <a:fld id="{C45E4D4C-FF23-C312-3909-D43C2034481A}"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0857520" name="Slide Image Placeholder 1"/>
          <p:cNvSpPr>
            <a:spLocks noChangeAspect="1" noGrp="1" noRot="1"/>
          </p:cNvSpPr>
          <p:nvPr>
            <p:ph type="sldImg"/>
          </p:nvPr>
        </p:nvSpPr>
        <p:spPr bwMode="auto"/>
      </p:sp>
      <p:sp>
        <p:nvSpPr>
          <p:cNvPr id="2045309764" name="Notes Placeholder 2"/>
          <p:cNvSpPr>
            <a:spLocks noGrp="1"/>
          </p:cNvSpPr>
          <p:nvPr>
            <p:ph type="body" idx="1"/>
          </p:nvPr>
        </p:nvSpPr>
        <p:spPr bwMode="auto"/>
        <p:txBody>
          <a:bodyPr/>
          <a:lstStyle/>
          <a:p>
            <a:pPr>
              <a:defRPr/>
            </a:pPr>
            <a:endParaRPr/>
          </a:p>
        </p:txBody>
      </p:sp>
      <p:sp>
        <p:nvSpPr>
          <p:cNvPr id="334900570" name="Slide Number Placeholder 3"/>
          <p:cNvSpPr>
            <a:spLocks noGrp="1"/>
          </p:cNvSpPr>
          <p:nvPr>
            <p:ph type="sldNum" sz="quarter" idx="10"/>
          </p:nvPr>
        </p:nvSpPr>
        <p:spPr bwMode="auto"/>
        <p:txBody>
          <a:bodyPr/>
          <a:lstStyle/>
          <a:p>
            <a:pPr>
              <a:defRPr/>
            </a:pPr>
            <a:fld id="{5E9D0093-CEF7-4F7C-3917-F404DA844F27}"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9364900" name="Slide Image Placeholder 1"/>
          <p:cNvSpPr>
            <a:spLocks noChangeAspect="1" noGrp="1" noRot="1"/>
          </p:cNvSpPr>
          <p:nvPr>
            <p:ph type="sldImg"/>
          </p:nvPr>
        </p:nvSpPr>
        <p:spPr bwMode="auto"/>
      </p:sp>
      <p:sp>
        <p:nvSpPr>
          <p:cNvPr id="101303473" name="Notes Placeholder 2"/>
          <p:cNvSpPr>
            <a:spLocks noGrp="1"/>
          </p:cNvSpPr>
          <p:nvPr>
            <p:ph type="body" idx="1"/>
          </p:nvPr>
        </p:nvSpPr>
        <p:spPr bwMode="auto"/>
        <p:txBody>
          <a:bodyPr/>
          <a:lstStyle/>
          <a:p>
            <a:pPr>
              <a:defRPr/>
            </a:pPr>
            <a:endParaRPr/>
          </a:p>
        </p:txBody>
      </p:sp>
      <p:sp>
        <p:nvSpPr>
          <p:cNvPr id="1870131968" name="Slide Number Placeholder 3"/>
          <p:cNvSpPr>
            <a:spLocks noGrp="1"/>
          </p:cNvSpPr>
          <p:nvPr>
            <p:ph type="sldNum" sz="quarter" idx="10"/>
          </p:nvPr>
        </p:nvSpPr>
        <p:spPr bwMode="auto"/>
        <p:txBody>
          <a:bodyPr/>
          <a:lstStyle/>
          <a:p>
            <a:pPr>
              <a:defRPr/>
            </a:pPr>
            <a:fld id="{5FE2612B-5475-F079-D6D8-D27530AECA99}"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4112419" name="Slide Image Placeholder 1"/>
          <p:cNvSpPr>
            <a:spLocks noChangeAspect="1" noGrp="1" noRot="1"/>
          </p:cNvSpPr>
          <p:nvPr>
            <p:ph type="sldImg"/>
          </p:nvPr>
        </p:nvSpPr>
        <p:spPr bwMode="auto"/>
      </p:sp>
      <p:sp>
        <p:nvSpPr>
          <p:cNvPr id="1041400984" name="Notes Placeholder 2"/>
          <p:cNvSpPr>
            <a:spLocks noGrp="1"/>
          </p:cNvSpPr>
          <p:nvPr>
            <p:ph type="body" idx="1"/>
          </p:nvPr>
        </p:nvSpPr>
        <p:spPr bwMode="auto"/>
        <p:txBody>
          <a:bodyPr/>
          <a:lstStyle/>
          <a:p>
            <a:pPr>
              <a:defRPr/>
            </a:pPr>
            <a:endParaRPr/>
          </a:p>
        </p:txBody>
      </p:sp>
      <p:sp>
        <p:nvSpPr>
          <p:cNvPr id="1353170894" name="Slide Number Placeholder 3"/>
          <p:cNvSpPr>
            <a:spLocks noGrp="1"/>
          </p:cNvSpPr>
          <p:nvPr>
            <p:ph type="sldNum" sz="quarter" idx="10"/>
          </p:nvPr>
        </p:nvSpPr>
        <p:spPr bwMode="auto"/>
        <p:txBody>
          <a:bodyPr/>
          <a:lstStyle/>
          <a:p>
            <a:pPr>
              <a:defRPr/>
            </a:pPr>
            <a:fld id="{BD3A8570-D5E3-A3DA-E9BE-4E59B47DCD31}"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88301177" name="Slide Image Placeholder 1"/>
          <p:cNvSpPr>
            <a:spLocks noChangeAspect="1" noGrp="1" noRot="1"/>
          </p:cNvSpPr>
          <p:nvPr>
            <p:ph type="sldImg"/>
          </p:nvPr>
        </p:nvSpPr>
        <p:spPr bwMode="auto"/>
      </p:sp>
      <p:sp>
        <p:nvSpPr>
          <p:cNvPr id="1241559198" name="Notes Placeholder 2"/>
          <p:cNvSpPr>
            <a:spLocks noGrp="1"/>
          </p:cNvSpPr>
          <p:nvPr>
            <p:ph type="body" idx="1"/>
          </p:nvPr>
        </p:nvSpPr>
        <p:spPr bwMode="auto"/>
        <p:txBody>
          <a:bodyPr/>
          <a:lstStyle/>
          <a:p>
            <a:pPr>
              <a:defRPr/>
            </a:pPr>
            <a:endParaRPr/>
          </a:p>
        </p:txBody>
      </p:sp>
      <p:sp>
        <p:nvSpPr>
          <p:cNvPr id="126578646" name="Slide Number Placeholder 3"/>
          <p:cNvSpPr>
            <a:spLocks noGrp="1"/>
          </p:cNvSpPr>
          <p:nvPr>
            <p:ph type="sldNum" sz="quarter" idx="10"/>
          </p:nvPr>
        </p:nvSpPr>
        <p:spPr bwMode="auto"/>
        <p:txBody>
          <a:bodyPr/>
          <a:lstStyle/>
          <a:p>
            <a:pPr>
              <a:defRPr/>
            </a:pPr>
            <a:fld id="{602157EF-C9F3-24D9-B1A1-FB4AB3408235}"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4212009" name="Slide Image Placeholder 1"/>
          <p:cNvSpPr>
            <a:spLocks noChangeAspect="1" noGrp="1" noRot="1"/>
          </p:cNvSpPr>
          <p:nvPr>
            <p:ph type="sldImg"/>
          </p:nvPr>
        </p:nvSpPr>
        <p:spPr bwMode="auto"/>
      </p:sp>
      <p:sp>
        <p:nvSpPr>
          <p:cNvPr id="931118386" name="Notes Placeholder 2"/>
          <p:cNvSpPr>
            <a:spLocks noGrp="1"/>
          </p:cNvSpPr>
          <p:nvPr>
            <p:ph type="body" idx="1"/>
          </p:nvPr>
        </p:nvSpPr>
        <p:spPr bwMode="auto"/>
        <p:txBody>
          <a:bodyPr/>
          <a:lstStyle/>
          <a:p>
            <a:pPr>
              <a:defRPr/>
            </a:pPr>
            <a:endParaRPr/>
          </a:p>
        </p:txBody>
      </p:sp>
      <p:sp>
        <p:nvSpPr>
          <p:cNvPr id="289538646" name="Slide Number Placeholder 3"/>
          <p:cNvSpPr>
            <a:spLocks noGrp="1"/>
          </p:cNvSpPr>
          <p:nvPr>
            <p:ph type="sldNum" sz="quarter" idx="10"/>
          </p:nvPr>
        </p:nvSpPr>
        <p:spPr bwMode="auto"/>
        <p:txBody>
          <a:bodyPr/>
          <a:lstStyle/>
          <a:p>
            <a:pPr>
              <a:defRPr/>
            </a:pPr>
            <a:fld id="{08873EC8-14A0-3A00-0EAE-6D6F91E8567D}"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0532495" name="Slide Image Placeholder 1"/>
          <p:cNvSpPr>
            <a:spLocks noChangeAspect="1" noGrp="1" noRot="1"/>
          </p:cNvSpPr>
          <p:nvPr>
            <p:ph type="sldImg"/>
          </p:nvPr>
        </p:nvSpPr>
        <p:spPr bwMode="auto"/>
      </p:sp>
      <p:sp>
        <p:nvSpPr>
          <p:cNvPr id="1892047684" name="Notes Placeholder 2"/>
          <p:cNvSpPr>
            <a:spLocks noGrp="1"/>
          </p:cNvSpPr>
          <p:nvPr>
            <p:ph type="body" idx="1"/>
          </p:nvPr>
        </p:nvSpPr>
        <p:spPr bwMode="auto"/>
        <p:txBody>
          <a:bodyPr/>
          <a:lstStyle/>
          <a:p>
            <a:pPr>
              <a:defRPr/>
            </a:pPr>
            <a:endParaRPr/>
          </a:p>
        </p:txBody>
      </p:sp>
      <p:sp>
        <p:nvSpPr>
          <p:cNvPr id="2054808403" name="Slide Number Placeholder 3"/>
          <p:cNvSpPr>
            <a:spLocks noGrp="1"/>
          </p:cNvSpPr>
          <p:nvPr>
            <p:ph type="sldNum" sz="quarter" idx="10"/>
          </p:nvPr>
        </p:nvSpPr>
        <p:spPr bwMode="auto"/>
        <p:txBody>
          <a:bodyPr/>
          <a:lstStyle/>
          <a:p>
            <a:pPr>
              <a:defRPr/>
            </a:pPr>
            <a:fld id="{41797A96-85C7-DC3D-4197-A7799D4D93EE}"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3006188" name="Slide Image Placeholder 1"/>
          <p:cNvSpPr>
            <a:spLocks noChangeAspect="1" noGrp="1" noRot="1"/>
          </p:cNvSpPr>
          <p:nvPr>
            <p:ph type="sldImg"/>
          </p:nvPr>
        </p:nvSpPr>
        <p:spPr bwMode="auto"/>
      </p:sp>
      <p:sp>
        <p:nvSpPr>
          <p:cNvPr id="607947487" name="Notes Placeholder 2"/>
          <p:cNvSpPr>
            <a:spLocks noGrp="1"/>
          </p:cNvSpPr>
          <p:nvPr>
            <p:ph type="body" idx="1"/>
          </p:nvPr>
        </p:nvSpPr>
        <p:spPr bwMode="auto"/>
        <p:txBody>
          <a:bodyPr/>
          <a:lstStyle/>
          <a:p>
            <a:pPr>
              <a:defRPr/>
            </a:pPr>
            <a:endParaRPr/>
          </a:p>
        </p:txBody>
      </p:sp>
      <p:sp>
        <p:nvSpPr>
          <p:cNvPr id="569048169" name="Slide Number Placeholder 3"/>
          <p:cNvSpPr>
            <a:spLocks noGrp="1"/>
          </p:cNvSpPr>
          <p:nvPr>
            <p:ph type="sldNum" sz="quarter" idx="10"/>
          </p:nvPr>
        </p:nvSpPr>
        <p:spPr bwMode="auto"/>
        <p:txBody>
          <a:bodyPr/>
          <a:lstStyle/>
          <a:p>
            <a:pPr>
              <a:defRPr/>
            </a:pPr>
            <a:fld id="{CC2A5D2C-5EB6-3EFE-448A-6E5A57BBB571}"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773330" name="Slide Image Placeholder 1"/>
          <p:cNvSpPr>
            <a:spLocks noChangeAspect="1" noGrp="1" noRot="1"/>
          </p:cNvSpPr>
          <p:nvPr>
            <p:ph type="sldImg"/>
          </p:nvPr>
        </p:nvSpPr>
        <p:spPr bwMode="auto"/>
      </p:sp>
      <p:sp>
        <p:nvSpPr>
          <p:cNvPr id="751484777" name="Notes Placeholder 2"/>
          <p:cNvSpPr>
            <a:spLocks noGrp="1"/>
          </p:cNvSpPr>
          <p:nvPr>
            <p:ph type="body" idx="1"/>
          </p:nvPr>
        </p:nvSpPr>
        <p:spPr bwMode="auto"/>
        <p:txBody>
          <a:bodyPr/>
          <a:lstStyle/>
          <a:p>
            <a:pPr>
              <a:defRPr/>
            </a:pPr>
            <a:endParaRPr/>
          </a:p>
        </p:txBody>
      </p:sp>
      <p:sp>
        <p:nvSpPr>
          <p:cNvPr id="333931644" name="Slide Number Placeholder 3"/>
          <p:cNvSpPr>
            <a:spLocks noGrp="1"/>
          </p:cNvSpPr>
          <p:nvPr>
            <p:ph type="sldNum" sz="quarter" idx="10"/>
          </p:nvPr>
        </p:nvSpPr>
        <p:spPr bwMode="auto"/>
        <p:txBody>
          <a:bodyPr/>
          <a:lstStyle/>
          <a:p>
            <a:pPr>
              <a:defRPr/>
            </a:pPr>
            <a:fld id="{DB8107A1-9B68-E9FB-7790-E654E75FDF56}" type="slidenum">
              <a:rPr/>
              <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3524060" name="Slide Image Placeholder 1"/>
          <p:cNvSpPr>
            <a:spLocks noChangeAspect="1" noGrp="1" noRot="1"/>
          </p:cNvSpPr>
          <p:nvPr>
            <p:ph type="sldImg"/>
          </p:nvPr>
        </p:nvSpPr>
        <p:spPr bwMode="auto"/>
      </p:sp>
      <p:sp>
        <p:nvSpPr>
          <p:cNvPr id="561103873" name="Notes Placeholder 2"/>
          <p:cNvSpPr>
            <a:spLocks noGrp="1"/>
          </p:cNvSpPr>
          <p:nvPr>
            <p:ph type="body" idx="1"/>
          </p:nvPr>
        </p:nvSpPr>
        <p:spPr bwMode="auto"/>
        <p:txBody>
          <a:bodyPr/>
          <a:lstStyle/>
          <a:p>
            <a:pPr>
              <a:defRPr/>
            </a:pPr>
            <a:endParaRPr/>
          </a:p>
        </p:txBody>
      </p:sp>
      <p:sp>
        <p:nvSpPr>
          <p:cNvPr id="862025842" name="Slide Number Placeholder 3"/>
          <p:cNvSpPr>
            <a:spLocks noGrp="1"/>
          </p:cNvSpPr>
          <p:nvPr>
            <p:ph type="sldNum" sz="quarter" idx="10"/>
          </p:nvPr>
        </p:nvSpPr>
        <p:spPr bwMode="auto"/>
        <p:txBody>
          <a:bodyPr/>
          <a:lstStyle/>
          <a:p>
            <a:pPr>
              <a:defRPr/>
            </a:pPr>
            <a:fld id="{D5FF372D-B465-F965-BBAE-99202805F678}" type="slidenum">
              <a:rPr/>
              <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8986045" name="Slide Image Placeholder 1"/>
          <p:cNvSpPr>
            <a:spLocks noChangeAspect="1" noGrp="1" noRot="1"/>
          </p:cNvSpPr>
          <p:nvPr>
            <p:ph type="sldImg"/>
          </p:nvPr>
        </p:nvSpPr>
        <p:spPr bwMode="auto"/>
      </p:sp>
      <p:sp>
        <p:nvSpPr>
          <p:cNvPr id="1839909371" name="Notes Placeholder 2"/>
          <p:cNvSpPr>
            <a:spLocks noGrp="1"/>
          </p:cNvSpPr>
          <p:nvPr>
            <p:ph type="body" idx="1"/>
          </p:nvPr>
        </p:nvSpPr>
        <p:spPr bwMode="auto"/>
        <p:txBody>
          <a:bodyPr/>
          <a:lstStyle/>
          <a:p>
            <a:pPr>
              <a:defRPr/>
            </a:pPr>
            <a:endParaRPr/>
          </a:p>
        </p:txBody>
      </p:sp>
      <p:sp>
        <p:nvSpPr>
          <p:cNvPr id="831631823" name="Slide Number Placeholder 3"/>
          <p:cNvSpPr>
            <a:spLocks noGrp="1"/>
          </p:cNvSpPr>
          <p:nvPr>
            <p:ph type="sldNum" sz="quarter" idx="10"/>
          </p:nvPr>
        </p:nvSpPr>
        <p:spPr bwMode="auto"/>
        <p:txBody>
          <a:bodyPr/>
          <a:lstStyle/>
          <a:p>
            <a:pPr>
              <a:defRPr/>
            </a:pPr>
            <a:fld id="{227F4C2D-6E5E-C875-C976-C6D55F6BE674}" type="slidenum">
              <a:rPr/>
              <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49666848" name="Slide Image Placeholder 1"/>
          <p:cNvSpPr>
            <a:spLocks noChangeAspect="1" noGrp="1" noRot="1"/>
          </p:cNvSpPr>
          <p:nvPr>
            <p:ph type="sldImg"/>
          </p:nvPr>
        </p:nvSpPr>
        <p:spPr bwMode="auto"/>
      </p:sp>
      <p:sp>
        <p:nvSpPr>
          <p:cNvPr id="1249428426" name="Notes Placeholder 2"/>
          <p:cNvSpPr>
            <a:spLocks noGrp="1"/>
          </p:cNvSpPr>
          <p:nvPr>
            <p:ph type="body" idx="1"/>
          </p:nvPr>
        </p:nvSpPr>
        <p:spPr bwMode="auto"/>
        <p:txBody>
          <a:bodyPr/>
          <a:lstStyle/>
          <a:p>
            <a:pPr>
              <a:defRPr/>
            </a:pPr>
            <a:endParaRPr/>
          </a:p>
        </p:txBody>
      </p:sp>
      <p:sp>
        <p:nvSpPr>
          <p:cNvPr id="1941384023" name="Slide Number Placeholder 3"/>
          <p:cNvSpPr>
            <a:spLocks noGrp="1"/>
          </p:cNvSpPr>
          <p:nvPr>
            <p:ph type="sldNum" sz="quarter" idx="10"/>
          </p:nvPr>
        </p:nvSpPr>
        <p:spPr bwMode="auto"/>
        <p:txBody>
          <a:bodyPr/>
          <a:lstStyle/>
          <a:p>
            <a:pPr>
              <a:defRPr/>
            </a:pPr>
            <a:fld id="{6346F0F7-F334-E342-5F02-944A3495C4A0}" type="slidenum">
              <a:rPr/>
              <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73563950" name="Slide Image Placeholder 1"/>
          <p:cNvSpPr>
            <a:spLocks noChangeAspect="1" noGrp="1" noRot="1"/>
          </p:cNvSpPr>
          <p:nvPr>
            <p:ph type="sldImg"/>
          </p:nvPr>
        </p:nvSpPr>
        <p:spPr bwMode="auto"/>
      </p:sp>
      <p:sp>
        <p:nvSpPr>
          <p:cNvPr id="336348415" name="Notes Placeholder 2"/>
          <p:cNvSpPr>
            <a:spLocks noGrp="1"/>
          </p:cNvSpPr>
          <p:nvPr>
            <p:ph type="body" idx="1"/>
          </p:nvPr>
        </p:nvSpPr>
        <p:spPr bwMode="auto"/>
        <p:txBody>
          <a:bodyPr/>
          <a:lstStyle/>
          <a:p>
            <a:pPr>
              <a:defRPr/>
            </a:pPr>
            <a:endParaRPr/>
          </a:p>
        </p:txBody>
      </p:sp>
      <p:sp>
        <p:nvSpPr>
          <p:cNvPr id="86871942" name="Slide Number Placeholder 3"/>
          <p:cNvSpPr>
            <a:spLocks noGrp="1"/>
          </p:cNvSpPr>
          <p:nvPr>
            <p:ph type="sldNum" sz="quarter" idx="10"/>
          </p:nvPr>
        </p:nvSpPr>
        <p:spPr bwMode="auto"/>
        <p:txBody>
          <a:bodyPr/>
          <a:lstStyle/>
          <a:p>
            <a:pPr>
              <a:defRPr/>
            </a:pPr>
            <a:fld id="{8E37FDAD-1320-454A-0438-600C450795B3}" type="slidenum">
              <a:rPr/>
              <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1752041" name="Slide Image Placeholder 1"/>
          <p:cNvSpPr>
            <a:spLocks noChangeAspect="1" noGrp="1" noRot="1"/>
          </p:cNvSpPr>
          <p:nvPr>
            <p:ph type="sldImg"/>
          </p:nvPr>
        </p:nvSpPr>
        <p:spPr bwMode="auto"/>
      </p:sp>
      <p:sp>
        <p:nvSpPr>
          <p:cNvPr id="1858225098" name="Notes Placeholder 2"/>
          <p:cNvSpPr>
            <a:spLocks noGrp="1"/>
          </p:cNvSpPr>
          <p:nvPr>
            <p:ph type="body" idx="1"/>
          </p:nvPr>
        </p:nvSpPr>
        <p:spPr bwMode="auto"/>
        <p:txBody>
          <a:bodyPr/>
          <a:lstStyle/>
          <a:p>
            <a:pPr>
              <a:defRPr/>
            </a:pPr>
            <a:endParaRPr/>
          </a:p>
        </p:txBody>
      </p:sp>
      <p:sp>
        <p:nvSpPr>
          <p:cNvPr id="2105295868" name="Slide Number Placeholder 3"/>
          <p:cNvSpPr>
            <a:spLocks noGrp="1"/>
          </p:cNvSpPr>
          <p:nvPr>
            <p:ph type="sldNum" sz="quarter" idx="10"/>
          </p:nvPr>
        </p:nvSpPr>
        <p:spPr bwMode="auto"/>
        <p:txBody>
          <a:bodyPr/>
          <a:lstStyle/>
          <a:p>
            <a:pPr>
              <a:defRPr/>
            </a:pPr>
            <a:fld id="{9D1E0814-FA3A-798F-7BCC-928878DD25B2}" type="slidenum">
              <a:rPr/>
              <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4798954" name="Slide Image Placeholder 1"/>
          <p:cNvSpPr>
            <a:spLocks noChangeAspect="1" noGrp="1" noRot="1"/>
          </p:cNvSpPr>
          <p:nvPr>
            <p:ph type="sldImg"/>
          </p:nvPr>
        </p:nvSpPr>
        <p:spPr bwMode="auto"/>
      </p:sp>
      <p:sp>
        <p:nvSpPr>
          <p:cNvPr id="1391577240" name="Notes Placeholder 2"/>
          <p:cNvSpPr>
            <a:spLocks noGrp="1"/>
          </p:cNvSpPr>
          <p:nvPr>
            <p:ph type="body" idx="1"/>
          </p:nvPr>
        </p:nvSpPr>
        <p:spPr bwMode="auto"/>
        <p:txBody>
          <a:bodyPr/>
          <a:lstStyle/>
          <a:p>
            <a:pPr>
              <a:defRPr/>
            </a:pPr>
            <a:endParaRPr/>
          </a:p>
        </p:txBody>
      </p:sp>
      <p:sp>
        <p:nvSpPr>
          <p:cNvPr id="670757981" name="Slide Number Placeholder 3"/>
          <p:cNvSpPr>
            <a:spLocks noGrp="1"/>
          </p:cNvSpPr>
          <p:nvPr>
            <p:ph type="sldNum" sz="quarter" idx="10"/>
          </p:nvPr>
        </p:nvSpPr>
        <p:spPr bwMode="auto"/>
        <p:txBody>
          <a:bodyPr/>
          <a:lstStyle/>
          <a:p>
            <a:pPr>
              <a:defRPr/>
            </a:pPr>
            <a:fld id="{7447F0D3-1DEA-F745-1E09-B7FA6BF8E5C4}" type="slidenum">
              <a:rPr/>
              <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25503257" name="Slide Image Placeholder 1"/>
          <p:cNvSpPr>
            <a:spLocks noChangeAspect="1" noGrp="1" noRot="1"/>
          </p:cNvSpPr>
          <p:nvPr>
            <p:ph type="sldImg"/>
          </p:nvPr>
        </p:nvSpPr>
        <p:spPr bwMode="auto"/>
      </p:sp>
      <p:sp>
        <p:nvSpPr>
          <p:cNvPr id="1987191552" name="Notes Placeholder 2"/>
          <p:cNvSpPr>
            <a:spLocks noGrp="1"/>
          </p:cNvSpPr>
          <p:nvPr>
            <p:ph type="body" idx="1"/>
          </p:nvPr>
        </p:nvSpPr>
        <p:spPr bwMode="auto"/>
        <p:txBody>
          <a:bodyPr/>
          <a:lstStyle/>
          <a:p>
            <a:pPr>
              <a:defRPr/>
            </a:pPr>
            <a:endParaRPr/>
          </a:p>
        </p:txBody>
      </p:sp>
      <p:sp>
        <p:nvSpPr>
          <p:cNvPr id="559924327" name="Slide Number Placeholder 3"/>
          <p:cNvSpPr>
            <a:spLocks noGrp="1"/>
          </p:cNvSpPr>
          <p:nvPr>
            <p:ph type="sldNum" sz="quarter" idx="10"/>
          </p:nvPr>
        </p:nvSpPr>
        <p:spPr bwMode="auto"/>
        <p:txBody>
          <a:bodyPr/>
          <a:lstStyle/>
          <a:p>
            <a:pPr>
              <a:defRPr/>
            </a:pPr>
            <a:fld id="{ADF4C0AE-E38D-DC6B-C68A-AA49F3CF55AB}" type="slidenum">
              <a:rPr/>
              <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3795575" name="Slide Image Placeholder 1"/>
          <p:cNvSpPr>
            <a:spLocks noChangeAspect="1" noGrp="1" noRot="1"/>
          </p:cNvSpPr>
          <p:nvPr>
            <p:ph type="sldImg"/>
          </p:nvPr>
        </p:nvSpPr>
        <p:spPr bwMode="auto"/>
      </p:sp>
      <p:sp>
        <p:nvSpPr>
          <p:cNvPr id="1137586927" name="Notes Placeholder 2"/>
          <p:cNvSpPr>
            <a:spLocks noGrp="1"/>
          </p:cNvSpPr>
          <p:nvPr>
            <p:ph type="body" idx="1"/>
          </p:nvPr>
        </p:nvSpPr>
        <p:spPr bwMode="auto"/>
        <p:txBody>
          <a:bodyPr/>
          <a:lstStyle/>
          <a:p>
            <a:pPr>
              <a:defRPr/>
            </a:pPr>
            <a:endParaRPr/>
          </a:p>
        </p:txBody>
      </p:sp>
      <p:sp>
        <p:nvSpPr>
          <p:cNvPr id="290801278" name="Slide Number Placeholder 3"/>
          <p:cNvSpPr>
            <a:spLocks noGrp="1"/>
          </p:cNvSpPr>
          <p:nvPr>
            <p:ph type="sldNum" sz="quarter" idx="10"/>
          </p:nvPr>
        </p:nvSpPr>
        <p:spPr bwMode="auto"/>
        <p:txBody>
          <a:bodyPr/>
          <a:lstStyle/>
          <a:p>
            <a:pPr>
              <a:defRPr/>
            </a:pPr>
            <a:fld id="{DC887B64-E028-2AA4-2F68-CBA8265516E3}" type="slidenum">
              <a:rPr/>
              <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8122898" name="Slide Image Placeholder 1"/>
          <p:cNvSpPr>
            <a:spLocks noChangeAspect="1" noGrp="1" noRot="1"/>
          </p:cNvSpPr>
          <p:nvPr>
            <p:ph type="sldImg"/>
          </p:nvPr>
        </p:nvSpPr>
        <p:spPr bwMode="auto"/>
      </p:sp>
      <p:sp>
        <p:nvSpPr>
          <p:cNvPr id="1604117914" name="Notes Placeholder 2"/>
          <p:cNvSpPr>
            <a:spLocks noGrp="1"/>
          </p:cNvSpPr>
          <p:nvPr>
            <p:ph type="body" idx="1"/>
          </p:nvPr>
        </p:nvSpPr>
        <p:spPr bwMode="auto"/>
        <p:txBody>
          <a:bodyPr/>
          <a:lstStyle/>
          <a:p>
            <a:pPr>
              <a:defRPr/>
            </a:pPr>
            <a:endParaRPr/>
          </a:p>
        </p:txBody>
      </p:sp>
      <p:sp>
        <p:nvSpPr>
          <p:cNvPr id="202540270" name="Slide Number Placeholder 3"/>
          <p:cNvSpPr>
            <a:spLocks noGrp="1"/>
          </p:cNvSpPr>
          <p:nvPr>
            <p:ph type="sldNum" sz="quarter" idx="10"/>
          </p:nvPr>
        </p:nvSpPr>
        <p:spPr bwMode="auto"/>
        <p:txBody>
          <a:bodyPr/>
          <a:lstStyle/>
          <a:p>
            <a:pPr>
              <a:defRPr/>
            </a:pPr>
            <a:fld id="{1F0CF1FC-3401-5F66-1687-747F5BB6F5D1}" type="slidenum">
              <a:rPr/>
              <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602016" name="Slide Image Placeholder 1"/>
          <p:cNvSpPr>
            <a:spLocks noChangeAspect="1" noGrp="1" noRot="1"/>
          </p:cNvSpPr>
          <p:nvPr>
            <p:ph type="sldImg"/>
          </p:nvPr>
        </p:nvSpPr>
        <p:spPr bwMode="auto"/>
      </p:sp>
      <p:sp>
        <p:nvSpPr>
          <p:cNvPr id="1912528284" name="Notes Placeholder 2"/>
          <p:cNvSpPr>
            <a:spLocks noGrp="1"/>
          </p:cNvSpPr>
          <p:nvPr>
            <p:ph type="body" idx="1"/>
          </p:nvPr>
        </p:nvSpPr>
        <p:spPr bwMode="auto"/>
        <p:txBody>
          <a:bodyPr/>
          <a:lstStyle/>
          <a:p>
            <a:pPr>
              <a:defRPr/>
            </a:pPr>
            <a:endParaRPr/>
          </a:p>
        </p:txBody>
      </p:sp>
      <p:sp>
        <p:nvSpPr>
          <p:cNvPr id="1479331460" name="Slide Number Placeholder 3"/>
          <p:cNvSpPr>
            <a:spLocks noGrp="1"/>
          </p:cNvSpPr>
          <p:nvPr>
            <p:ph type="sldNum" sz="quarter" idx="10"/>
          </p:nvPr>
        </p:nvSpPr>
        <p:spPr bwMode="auto"/>
        <p:txBody>
          <a:bodyPr/>
          <a:lstStyle/>
          <a:p>
            <a:pPr>
              <a:defRPr/>
            </a:pPr>
            <a:fld id="{E820E706-D256-E63B-0C75-706309155F93}" type="slidenum">
              <a:rPr/>
              <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3868034" name="Slide Image Placeholder 1"/>
          <p:cNvSpPr>
            <a:spLocks noChangeAspect="1" noGrp="1" noRot="1"/>
          </p:cNvSpPr>
          <p:nvPr>
            <p:ph type="sldImg"/>
          </p:nvPr>
        </p:nvSpPr>
        <p:spPr bwMode="auto"/>
      </p:sp>
      <p:sp>
        <p:nvSpPr>
          <p:cNvPr id="1739115466" name="Notes Placeholder 2"/>
          <p:cNvSpPr>
            <a:spLocks noGrp="1"/>
          </p:cNvSpPr>
          <p:nvPr>
            <p:ph type="body" idx="1"/>
          </p:nvPr>
        </p:nvSpPr>
        <p:spPr bwMode="auto"/>
        <p:txBody>
          <a:bodyPr/>
          <a:lstStyle/>
          <a:p>
            <a:pPr>
              <a:defRPr/>
            </a:pPr>
            <a:endParaRPr/>
          </a:p>
        </p:txBody>
      </p:sp>
      <p:sp>
        <p:nvSpPr>
          <p:cNvPr id="1324796588" name="Slide Number Placeholder 3"/>
          <p:cNvSpPr>
            <a:spLocks noGrp="1"/>
          </p:cNvSpPr>
          <p:nvPr>
            <p:ph type="sldNum" sz="quarter" idx="10"/>
          </p:nvPr>
        </p:nvSpPr>
        <p:spPr bwMode="auto"/>
        <p:txBody>
          <a:bodyPr/>
          <a:lstStyle/>
          <a:p>
            <a:pPr>
              <a:defRPr/>
            </a:pPr>
            <a:fld id="{61B1688A-4A24-A9DE-E8D5-11EF2820979B}" type="slidenum">
              <a:rPr/>
              <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79866307" name="Slide Image Placeholder 1"/>
          <p:cNvSpPr>
            <a:spLocks noChangeAspect="1" noGrp="1" noRot="1"/>
          </p:cNvSpPr>
          <p:nvPr>
            <p:ph type="sldImg"/>
          </p:nvPr>
        </p:nvSpPr>
        <p:spPr bwMode="auto"/>
      </p:sp>
      <p:sp>
        <p:nvSpPr>
          <p:cNvPr id="1347903847" name="Notes Placeholder 2"/>
          <p:cNvSpPr>
            <a:spLocks noGrp="1"/>
          </p:cNvSpPr>
          <p:nvPr>
            <p:ph type="body" idx="1"/>
          </p:nvPr>
        </p:nvSpPr>
        <p:spPr bwMode="auto"/>
        <p:txBody>
          <a:bodyPr/>
          <a:lstStyle/>
          <a:p>
            <a:pPr>
              <a:defRPr/>
            </a:pPr>
            <a:endParaRPr/>
          </a:p>
        </p:txBody>
      </p:sp>
      <p:sp>
        <p:nvSpPr>
          <p:cNvPr id="1832316256" name="Slide Number Placeholder 3"/>
          <p:cNvSpPr>
            <a:spLocks noGrp="1"/>
          </p:cNvSpPr>
          <p:nvPr>
            <p:ph type="sldNum" sz="quarter" idx="10"/>
          </p:nvPr>
        </p:nvSpPr>
        <p:spPr bwMode="auto"/>
        <p:txBody>
          <a:bodyPr/>
          <a:lstStyle/>
          <a:p>
            <a:pPr>
              <a:defRPr/>
            </a:pPr>
            <a:fld id="{5AF96F47-3D75-628A-7225-3D6D257E195E}" type="slidenum">
              <a:rPr/>
              <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0139818" name="Slide Image Placeholder 1"/>
          <p:cNvSpPr>
            <a:spLocks noChangeAspect="1" noGrp="1" noRot="1"/>
          </p:cNvSpPr>
          <p:nvPr>
            <p:ph type="sldImg"/>
          </p:nvPr>
        </p:nvSpPr>
        <p:spPr bwMode="auto"/>
      </p:sp>
      <p:sp>
        <p:nvSpPr>
          <p:cNvPr id="1804584657" name="Notes Placeholder 2"/>
          <p:cNvSpPr>
            <a:spLocks noGrp="1"/>
          </p:cNvSpPr>
          <p:nvPr>
            <p:ph type="body" idx="1"/>
          </p:nvPr>
        </p:nvSpPr>
        <p:spPr bwMode="auto"/>
        <p:txBody>
          <a:bodyPr/>
          <a:lstStyle/>
          <a:p>
            <a:pPr>
              <a:defRPr/>
            </a:pPr>
            <a:endParaRPr/>
          </a:p>
        </p:txBody>
      </p:sp>
      <p:sp>
        <p:nvSpPr>
          <p:cNvPr id="725758124" name="Slide Number Placeholder 3"/>
          <p:cNvSpPr>
            <a:spLocks noGrp="1"/>
          </p:cNvSpPr>
          <p:nvPr>
            <p:ph type="sldNum" sz="quarter" idx="10"/>
          </p:nvPr>
        </p:nvSpPr>
        <p:spPr bwMode="auto"/>
        <p:txBody>
          <a:bodyPr/>
          <a:lstStyle/>
          <a:p>
            <a:pPr>
              <a:defRPr/>
            </a:pPr>
            <a:fld id="{F75ABE1E-764B-F425-3391-598B8B461FDD}" type="slidenum">
              <a:rPr/>
              <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35263591" name="Slide Image Placeholder 1"/>
          <p:cNvSpPr>
            <a:spLocks noChangeAspect="1" noGrp="1" noRot="1"/>
          </p:cNvSpPr>
          <p:nvPr>
            <p:ph type="sldImg"/>
          </p:nvPr>
        </p:nvSpPr>
        <p:spPr bwMode="auto"/>
      </p:sp>
      <p:sp>
        <p:nvSpPr>
          <p:cNvPr id="1534749562" name="Notes Placeholder 2"/>
          <p:cNvSpPr>
            <a:spLocks noGrp="1"/>
          </p:cNvSpPr>
          <p:nvPr>
            <p:ph type="body" idx="1"/>
          </p:nvPr>
        </p:nvSpPr>
        <p:spPr bwMode="auto"/>
        <p:txBody>
          <a:bodyPr/>
          <a:lstStyle/>
          <a:p>
            <a:pPr>
              <a:defRPr/>
            </a:pPr>
            <a:endParaRPr/>
          </a:p>
        </p:txBody>
      </p:sp>
      <p:sp>
        <p:nvSpPr>
          <p:cNvPr id="456460880" name="Slide Number Placeholder 3"/>
          <p:cNvSpPr>
            <a:spLocks noGrp="1"/>
          </p:cNvSpPr>
          <p:nvPr>
            <p:ph type="sldNum" sz="quarter" idx="10"/>
          </p:nvPr>
        </p:nvSpPr>
        <p:spPr bwMode="auto"/>
        <p:txBody>
          <a:bodyPr/>
          <a:lstStyle/>
          <a:p>
            <a:pPr>
              <a:defRPr/>
            </a:pPr>
            <a:fld id="{AA8DE568-97B0-9929-DEC1-7CBD6BC5D270}" type="slidenum">
              <a:rPr/>
              <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47354528" name="Slide Image Placeholder 1"/>
          <p:cNvSpPr>
            <a:spLocks noChangeAspect="1" noGrp="1" noRot="1"/>
          </p:cNvSpPr>
          <p:nvPr>
            <p:ph type="sldImg"/>
          </p:nvPr>
        </p:nvSpPr>
        <p:spPr bwMode="auto"/>
      </p:sp>
      <p:sp>
        <p:nvSpPr>
          <p:cNvPr id="761127963" name="Notes Placeholder 2"/>
          <p:cNvSpPr>
            <a:spLocks noGrp="1"/>
          </p:cNvSpPr>
          <p:nvPr>
            <p:ph type="body" idx="1"/>
          </p:nvPr>
        </p:nvSpPr>
        <p:spPr bwMode="auto"/>
        <p:txBody>
          <a:bodyPr/>
          <a:lstStyle/>
          <a:p>
            <a:pPr>
              <a:defRPr/>
            </a:pPr>
            <a:endParaRPr/>
          </a:p>
        </p:txBody>
      </p:sp>
      <p:sp>
        <p:nvSpPr>
          <p:cNvPr id="891800603" name="Slide Number Placeholder 3"/>
          <p:cNvSpPr>
            <a:spLocks noGrp="1"/>
          </p:cNvSpPr>
          <p:nvPr>
            <p:ph type="sldNum" sz="quarter" idx="10"/>
          </p:nvPr>
        </p:nvSpPr>
        <p:spPr bwMode="auto"/>
        <p:txBody>
          <a:bodyPr/>
          <a:lstStyle/>
          <a:p>
            <a:pPr>
              <a:defRPr/>
            </a:pPr>
            <a:fld id="{67D6FF70-89BB-82B1-17DA-D1DCA74758D8}" type="slidenum">
              <a:rPr/>
              <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0254202" name="Slide Image Placeholder 1"/>
          <p:cNvSpPr>
            <a:spLocks noChangeAspect="1" noGrp="1" noRot="1"/>
          </p:cNvSpPr>
          <p:nvPr>
            <p:ph type="sldImg"/>
          </p:nvPr>
        </p:nvSpPr>
        <p:spPr bwMode="auto"/>
      </p:sp>
      <p:sp>
        <p:nvSpPr>
          <p:cNvPr id="1656889660" name="Notes Placeholder 2"/>
          <p:cNvSpPr>
            <a:spLocks noGrp="1"/>
          </p:cNvSpPr>
          <p:nvPr>
            <p:ph type="body" idx="1"/>
          </p:nvPr>
        </p:nvSpPr>
        <p:spPr bwMode="auto"/>
        <p:txBody>
          <a:bodyPr/>
          <a:lstStyle/>
          <a:p>
            <a:pPr>
              <a:defRPr/>
            </a:pPr>
            <a:endParaRPr/>
          </a:p>
        </p:txBody>
      </p:sp>
      <p:sp>
        <p:nvSpPr>
          <p:cNvPr id="1496904130" name="Slide Number Placeholder 3"/>
          <p:cNvSpPr>
            <a:spLocks noGrp="1"/>
          </p:cNvSpPr>
          <p:nvPr>
            <p:ph type="sldNum" sz="quarter" idx="10"/>
          </p:nvPr>
        </p:nvSpPr>
        <p:spPr bwMode="auto"/>
        <p:txBody>
          <a:bodyPr/>
          <a:lstStyle/>
          <a:p>
            <a:pPr>
              <a:defRPr/>
            </a:pPr>
            <a:fld id="{D3D1B874-9CC0-4429-5FF7-FC67A3C3FD72}" type="slidenum">
              <a:rPr/>
              <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17642627" name="Slide Image Placeholder 1"/>
          <p:cNvSpPr>
            <a:spLocks noChangeAspect="1" noGrp="1" noRot="1"/>
          </p:cNvSpPr>
          <p:nvPr>
            <p:ph type="sldImg"/>
          </p:nvPr>
        </p:nvSpPr>
        <p:spPr bwMode="auto"/>
      </p:sp>
      <p:sp>
        <p:nvSpPr>
          <p:cNvPr id="511396513" name="Notes Placeholder 2"/>
          <p:cNvSpPr>
            <a:spLocks noGrp="1"/>
          </p:cNvSpPr>
          <p:nvPr>
            <p:ph type="body" idx="1"/>
          </p:nvPr>
        </p:nvSpPr>
        <p:spPr bwMode="auto"/>
        <p:txBody>
          <a:bodyPr/>
          <a:lstStyle/>
          <a:p>
            <a:pPr>
              <a:defRPr/>
            </a:pPr>
            <a:endParaRPr/>
          </a:p>
        </p:txBody>
      </p:sp>
      <p:sp>
        <p:nvSpPr>
          <p:cNvPr id="219031650" name="Slide Number Placeholder 3"/>
          <p:cNvSpPr>
            <a:spLocks noGrp="1"/>
          </p:cNvSpPr>
          <p:nvPr>
            <p:ph type="sldNum" sz="quarter" idx="10"/>
          </p:nvPr>
        </p:nvSpPr>
        <p:spPr bwMode="auto"/>
        <p:txBody>
          <a:bodyPr/>
          <a:lstStyle/>
          <a:p>
            <a:pPr>
              <a:defRPr/>
            </a:pPr>
            <a:fld id="{C65434F9-E3D3-DB90-E93A-1D223BF901B0}" type="slidenum">
              <a:rPr/>
              <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7939734" name="Slide Image Placeholder 1"/>
          <p:cNvSpPr>
            <a:spLocks noChangeAspect="1" noGrp="1" noRot="1"/>
          </p:cNvSpPr>
          <p:nvPr>
            <p:ph type="sldImg"/>
          </p:nvPr>
        </p:nvSpPr>
        <p:spPr bwMode="auto"/>
      </p:sp>
      <p:sp>
        <p:nvSpPr>
          <p:cNvPr id="1957360403" name="Notes Placeholder 2"/>
          <p:cNvSpPr>
            <a:spLocks noGrp="1"/>
          </p:cNvSpPr>
          <p:nvPr>
            <p:ph type="body" idx="1"/>
          </p:nvPr>
        </p:nvSpPr>
        <p:spPr bwMode="auto"/>
        <p:txBody>
          <a:bodyPr/>
          <a:lstStyle/>
          <a:p>
            <a:pPr>
              <a:defRPr/>
            </a:pPr>
            <a:endParaRPr/>
          </a:p>
        </p:txBody>
      </p:sp>
      <p:sp>
        <p:nvSpPr>
          <p:cNvPr id="1118774055" name="Slide Number Placeholder 3"/>
          <p:cNvSpPr>
            <a:spLocks noGrp="1"/>
          </p:cNvSpPr>
          <p:nvPr>
            <p:ph type="sldNum" sz="quarter" idx="10"/>
          </p:nvPr>
        </p:nvSpPr>
        <p:spPr bwMode="auto"/>
        <p:txBody>
          <a:bodyPr/>
          <a:lstStyle/>
          <a:p>
            <a:pPr>
              <a:defRPr/>
            </a:pPr>
            <a:fld id="{5D6F7208-4509-16B4-8EF9-ADC2C49B49EF}" type="slidenum">
              <a:rPr/>
              <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16834477" name="Slide Image Placeholder 1"/>
          <p:cNvSpPr>
            <a:spLocks noChangeAspect="1" noGrp="1" noRot="1"/>
          </p:cNvSpPr>
          <p:nvPr>
            <p:ph type="sldImg"/>
          </p:nvPr>
        </p:nvSpPr>
        <p:spPr bwMode="auto"/>
      </p:sp>
      <p:sp>
        <p:nvSpPr>
          <p:cNvPr id="1109965242" name="Notes Placeholder 2"/>
          <p:cNvSpPr>
            <a:spLocks noGrp="1"/>
          </p:cNvSpPr>
          <p:nvPr>
            <p:ph type="body" idx="1"/>
          </p:nvPr>
        </p:nvSpPr>
        <p:spPr bwMode="auto"/>
        <p:txBody>
          <a:bodyPr/>
          <a:lstStyle/>
          <a:p>
            <a:pPr>
              <a:defRPr/>
            </a:pPr>
            <a:endParaRPr/>
          </a:p>
        </p:txBody>
      </p:sp>
      <p:sp>
        <p:nvSpPr>
          <p:cNvPr id="276781704" name="Slide Number Placeholder 3"/>
          <p:cNvSpPr>
            <a:spLocks noGrp="1"/>
          </p:cNvSpPr>
          <p:nvPr>
            <p:ph type="sldNum" sz="quarter" idx="10"/>
          </p:nvPr>
        </p:nvSpPr>
        <p:spPr bwMode="auto"/>
        <p:txBody>
          <a:bodyPr/>
          <a:lstStyle/>
          <a:p>
            <a:pPr>
              <a:defRPr/>
            </a:pPr>
            <a:fld id="{01A26031-1666-FFA0-1343-10117A0A8A1E}" type="slidenum">
              <a:rPr/>
              <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5795523" name="Slide Image Placeholder 1"/>
          <p:cNvSpPr>
            <a:spLocks noChangeAspect="1" noGrp="1" noRot="1"/>
          </p:cNvSpPr>
          <p:nvPr>
            <p:ph type="sldImg"/>
          </p:nvPr>
        </p:nvSpPr>
        <p:spPr bwMode="auto"/>
      </p:sp>
      <p:sp>
        <p:nvSpPr>
          <p:cNvPr id="625480591" name="Notes Placeholder 2"/>
          <p:cNvSpPr>
            <a:spLocks noGrp="1"/>
          </p:cNvSpPr>
          <p:nvPr>
            <p:ph type="body" idx="1"/>
          </p:nvPr>
        </p:nvSpPr>
        <p:spPr bwMode="auto"/>
        <p:txBody>
          <a:bodyPr/>
          <a:lstStyle/>
          <a:p>
            <a:pPr>
              <a:defRPr/>
            </a:pPr>
            <a:endParaRPr/>
          </a:p>
        </p:txBody>
      </p:sp>
      <p:sp>
        <p:nvSpPr>
          <p:cNvPr id="1948794253" name="Slide Number Placeholder 3"/>
          <p:cNvSpPr>
            <a:spLocks noGrp="1"/>
          </p:cNvSpPr>
          <p:nvPr>
            <p:ph type="sldNum" sz="quarter" idx="10"/>
          </p:nvPr>
        </p:nvSpPr>
        <p:spPr bwMode="auto"/>
        <p:txBody>
          <a:bodyPr/>
          <a:lstStyle/>
          <a:p>
            <a:pPr>
              <a:defRPr/>
            </a:pPr>
            <a:fld id="{67F023A4-E3E3-6195-88ED-53EC821D2997}" type="slidenum">
              <a:rPr/>
              <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9622150" name="Slide Image Placeholder 1"/>
          <p:cNvSpPr>
            <a:spLocks noChangeAspect="1" noGrp="1" noRot="1"/>
          </p:cNvSpPr>
          <p:nvPr>
            <p:ph type="sldImg"/>
          </p:nvPr>
        </p:nvSpPr>
        <p:spPr bwMode="auto"/>
      </p:sp>
      <p:sp>
        <p:nvSpPr>
          <p:cNvPr id="740247287" name="Notes Placeholder 2"/>
          <p:cNvSpPr>
            <a:spLocks noGrp="1"/>
          </p:cNvSpPr>
          <p:nvPr>
            <p:ph type="body" idx="1"/>
          </p:nvPr>
        </p:nvSpPr>
        <p:spPr bwMode="auto"/>
        <p:txBody>
          <a:bodyPr/>
          <a:lstStyle/>
          <a:p>
            <a:pPr>
              <a:defRPr/>
            </a:pPr>
            <a:endParaRPr/>
          </a:p>
        </p:txBody>
      </p:sp>
      <p:sp>
        <p:nvSpPr>
          <p:cNvPr id="278391773" name="Slide Number Placeholder 3"/>
          <p:cNvSpPr>
            <a:spLocks noGrp="1"/>
          </p:cNvSpPr>
          <p:nvPr>
            <p:ph type="sldNum" sz="quarter" idx="10"/>
          </p:nvPr>
        </p:nvSpPr>
        <p:spPr bwMode="auto"/>
        <p:txBody>
          <a:bodyPr/>
          <a:lstStyle/>
          <a:p>
            <a:pPr>
              <a:defRPr/>
            </a:pPr>
            <a:fld id="{14C3DA3E-F2DA-2C64-8E0F-319E878795B9}" type="slidenum">
              <a:rPr/>
              <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5422049" name="Slide Image Placeholder 1"/>
          <p:cNvSpPr>
            <a:spLocks noChangeAspect="1" noGrp="1" noRot="1"/>
          </p:cNvSpPr>
          <p:nvPr>
            <p:ph type="sldImg"/>
          </p:nvPr>
        </p:nvSpPr>
        <p:spPr bwMode="auto"/>
      </p:sp>
      <p:sp>
        <p:nvSpPr>
          <p:cNvPr id="356464489" name="Notes Placeholder 2"/>
          <p:cNvSpPr>
            <a:spLocks noGrp="1"/>
          </p:cNvSpPr>
          <p:nvPr>
            <p:ph type="body" idx="1"/>
          </p:nvPr>
        </p:nvSpPr>
        <p:spPr bwMode="auto"/>
        <p:txBody>
          <a:bodyPr/>
          <a:lstStyle/>
          <a:p>
            <a:pPr>
              <a:defRPr/>
            </a:pPr>
            <a:endParaRPr/>
          </a:p>
        </p:txBody>
      </p:sp>
      <p:sp>
        <p:nvSpPr>
          <p:cNvPr id="1246232195" name="Slide Number Placeholder 3"/>
          <p:cNvSpPr>
            <a:spLocks noGrp="1"/>
          </p:cNvSpPr>
          <p:nvPr>
            <p:ph type="sldNum" sz="quarter" idx="10"/>
          </p:nvPr>
        </p:nvSpPr>
        <p:spPr bwMode="auto"/>
        <p:txBody>
          <a:bodyPr/>
          <a:lstStyle/>
          <a:p>
            <a:pPr>
              <a:defRPr/>
            </a:pPr>
            <a:fld id="{CB466F95-1D03-2B53-5C37-61A286478723}" type="slidenum">
              <a:rPr/>
              <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4479592" name="Slide Image Placeholder 1"/>
          <p:cNvSpPr>
            <a:spLocks noChangeAspect="1" noGrp="1" noRot="1"/>
          </p:cNvSpPr>
          <p:nvPr>
            <p:ph type="sldImg"/>
          </p:nvPr>
        </p:nvSpPr>
        <p:spPr bwMode="auto"/>
      </p:sp>
      <p:sp>
        <p:nvSpPr>
          <p:cNvPr id="783295339" name="Notes Placeholder 2"/>
          <p:cNvSpPr>
            <a:spLocks noGrp="1"/>
          </p:cNvSpPr>
          <p:nvPr>
            <p:ph type="body" idx="1"/>
          </p:nvPr>
        </p:nvSpPr>
        <p:spPr bwMode="auto"/>
        <p:txBody>
          <a:bodyPr/>
          <a:lstStyle/>
          <a:p>
            <a:pPr>
              <a:defRPr/>
            </a:pPr>
            <a:endParaRPr/>
          </a:p>
        </p:txBody>
      </p:sp>
      <p:sp>
        <p:nvSpPr>
          <p:cNvPr id="1084225759" name="Slide Number Placeholder 3"/>
          <p:cNvSpPr>
            <a:spLocks noGrp="1"/>
          </p:cNvSpPr>
          <p:nvPr>
            <p:ph type="sldNum" sz="quarter" idx="10"/>
          </p:nvPr>
        </p:nvSpPr>
        <p:spPr bwMode="auto"/>
        <p:txBody>
          <a:bodyPr/>
          <a:lstStyle/>
          <a:p>
            <a:pPr>
              <a:defRPr/>
            </a:pPr>
            <a:fld id="{AC0A40C7-AB34-D7E9-E511-577CCB0FD391}" type="slidenum">
              <a:rPr/>
              <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21766811" name="Slide Image Placeholder 1"/>
          <p:cNvSpPr>
            <a:spLocks noChangeAspect="1" noGrp="1" noRot="1"/>
          </p:cNvSpPr>
          <p:nvPr>
            <p:ph type="sldImg"/>
          </p:nvPr>
        </p:nvSpPr>
        <p:spPr bwMode="auto"/>
      </p:sp>
      <p:sp>
        <p:nvSpPr>
          <p:cNvPr id="1815805737" name="Notes Placeholder 2"/>
          <p:cNvSpPr>
            <a:spLocks noGrp="1"/>
          </p:cNvSpPr>
          <p:nvPr>
            <p:ph type="body" idx="1"/>
          </p:nvPr>
        </p:nvSpPr>
        <p:spPr bwMode="auto"/>
        <p:txBody>
          <a:bodyPr/>
          <a:lstStyle/>
          <a:p>
            <a:pPr>
              <a:defRPr/>
            </a:pPr>
            <a:endParaRPr/>
          </a:p>
        </p:txBody>
      </p:sp>
      <p:sp>
        <p:nvSpPr>
          <p:cNvPr id="235529095" name="Slide Number Placeholder 3"/>
          <p:cNvSpPr>
            <a:spLocks noGrp="1"/>
          </p:cNvSpPr>
          <p:nvPr>
            <p:ph type="sldNum" sz="quarter" idx="10"/>
          </p:nvPr>
        </p:nvSpPr>
        <p:spPr bwMode="auto"/>
        <p:txBody>
          <a:bodyPr/>
          <a:lstStyle/>
          <a:p>
            <a:pPr>
              <a:defRPr/>
            </a:pPr>
            <a:fld id="{D89237B5-1CB3-7EDD-7250-D1A1602C7E93}" type="slidenum">
              <a:rPr/>
              <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5448411" name="Slide Image Placeholder 1"/>
          <p:cNvSpPr>
            <a:spLocks noChangeAspect="1" noGrp="1" noRot="1"/>
          </p:cNvSpPr>
          <p:nvPr>
            <p:ph type="sldImg"/>
          </p:nvPr>
        </p:nvSpPr>
        <p:spPr bwMode="auto"/>
      </p:sp>
      <p:sp>
        <p:nvSpPr>
          <p:cNvPr id="1239057448" name="Notes Placeholder 2"/>
          <p:cNvSpPr>
            <a:spLocks noGrp="1"/>
          </p:cNvSpPr>
          <p:nvPr>
            <p:ph type="body" idx="1"/>
          </p:nvPr>
        </p:nvSpPr>
        <p:spPr bwMode="auto"/>
        <p:txBody>
          <a:bodyPr/>
          <a:lstStyle/>
          <a:p>
            <a:pPr>
              <a:defRPr/>
            </a:pPr>
            <a:endParaRPr/>
          </a:p>
        </p:txBody>
      </p:sp>
      <p:sp>
        <p:nvSpPr>
          <p:cNvPr id="204967566" name="Slide Number Placeholder 3"/>
          <p:cNvSpPr>
            <a:spLocks noGrp="1"/>
          </p:cNvSpPr>
          <p:nvPr>
            <p:ph type="sldNum" sz="quarter" idx="10"/>
          </p:nvPr>
        </p:nvSpPr>
        <p:spPr bwMode="auto"/>
        <p:txBody>
          <a:bodyPr/>
          <a:lstStyle/>
          <a:p>
            <a:pPr>
              <a:defRPr/>
            </a:pPr>
            <a:fld id="{6A382380-19A7-A1A0-EEAC-E3B9E43D5E6F}" type="slidenum">
              <a:rPr/>
              <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69902783" name="Slide Image Placeholder 1"/>
          <p:cNvSpPr>
            <a:spLocks noChangeAspect="1" noGrp="1" noRot="1"/>
          </p:cNvSpPr>
          <p:nvPr>
            <p:ph type="sldImg"/>
          </p:nvPr>
        </p:nvSpPr>
        <p:spPr bwMode="auto"/>
      </p:sp>
      <p:sp>
        <p:nvSpPr>
          <p:cNvPr id="29311879" name="Notes Placeholder 2"/>
          <p:cNvSpPr>
            <a:spLocks noGrp="1"/>
          </p:cNvSpPr>
          <p:nvPr>
            <p:ph type="body" idx="1"/>
          </p:nvPr>
        </p:nvSpPr>
        <p:spPr bwMode="auto"/>
        <p:txBody>
          <a:bodyPr/>
          <a:lstStyle/>
          <a:p>
            <a:pPr>
              <a:defRPr/>
            </a:pPr>
            <a:endParaRPr/>
          </a:p>
        </p:txBody>
      </p:sp>
      <p:sp>
        <p:nvSpPr>
          <p:cNvPr id="949617625" name="Slide Number Placeholder 3"/>
          <p:cNvSpPr>
            <a:spLocks noGrp="1"/>
          </p:cNvSpPr>
          <p:nvPr>
            <p:ph type="sldNum" sz="quarter" idx="10"/>
          </p:nvPr>
        </p:nvSpPr>
        <p:spPr bwMode="auto"/>
        <p:txBody>
          <a:bodyPr/>
          <a:lstStyle/>
          <a:p>
            <a:pPr>
              <a:defRPr/>
            </a:pPr>
            <a:fld id="{2A7702FD-7905-BDC6-4203-F59B61CEB9B8}" type="slidenum">
              <a:rPr/>
              <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30908105" name="Slide Image Placeholder 1"/>
          <p:cNvSpPr>
            <a:spLocks noChangeAspect="1" noGrp="1" noRot="1"/>
          </p:cNvSpPr>
          <p:nvPr>
            <p:ph type="sldImg"/>
          </p:nvPr>
        </p:nvSpPr>
        <p:spPr bwMode="auto"/>
      </p:sp>
      <p:sp>
        <p:nvSpPr>
          <p:cNvPr id="107099537" name="Notes Placeholder 2"/>
          <p:cNvSpPr>
            <a:spLocks noGrp="1"/>
          </p:cNvSpPr>
          <p:nvPr>
            <p:ph type="body" idx="1"/>
          </p:nvPr>
        </p:nvSpPr>
        <p:spPr bwMode="auto"/>
        <p:txBody>
          <a:bodyPr/>
          <a:lstStyle/>
          <a:p>
            <a:pPr>
              <a:defRPr/>
            </a:pPr>
            <a:endParaRPr/>
          </a:p>
        </p:txBody>
      </p:sp>
      <p:sp>
        <p:nvSpPr>
          <p:cNvPr id="880910517" name="Slide Number Placeholder 3"/>
          <p:cNvSpPr>
            <a:spLocks noGrp="1"/>
          </p:cNvSpPr>
          <p:nvPr>
            <p:ph type="sldNum" sz="quarter" idx="10"/>
          </p:nvPr>
        </p:nvSpPr>
        <p:spPr bwMode="auto"/>
        <p:txBody>
          <a:bodyPr/>
          <a:lstStyle/>
          <a:p>
            <a:pPr>
              <a:defRPr/>
            </a:pPr>
            <a:fld id="{C729BA4D-F7B8-24AB-4D7A-E413A5FFAA82}" type="slidenum">
              <a:rPr/>
              <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9281538" name="Slide Image Placeholder 1"/>
          <p:cNvSpPr>
            <a:spLocks noChangeAspect="1" noGrp="1" noRot="1"/>
          </p:cNvSpPr>
          <p:nvPr>
            <p:ph type="sldImg"/>
          </p:nvPr>
        </p:nvSpPr>
        <p:spPr bwMode="auto"/>
      </p:sp>
      <p:sp>
        <p:nvSpPr>
          <p:cNvPr id="829870333" name="Notes Placeholder 2"/>
          <p:cNvSpPr>
            <a:spLocks noGrp="1"/>
          </p:cNvSpPr>
          <p:nvPr>
            <p:ph type="body" idx="1"/>
          </p:nvPr>
        </p:nvSpPr>
        <p:spPr bwMode="auto"/>
        <p:txBody>
          <a:bodyPr/>
          <a:lstStyle/>
          <a:p>
            <a:pPr>
              <a:defRPr/>
            </a:pPr>
            <a:endParaRPr/>
          </a:p>
        </p:txBody>
      </p:sp>
      <p:sp>
        <p:nvSpPr>
          <p:cNvPr id="1627807772" name="Slide Number Placeholder 3"/>
          <p:cNvSpPr>
            <a:spLocks noGrp="1"/>
          </p:cNvSpPr>
          <p:nvPr>
            <p:ph type="sldNum" sz="quarter" idx="10"/>
          </p:nvPr>
        </p:nvSpPr>
        <p:spPr bwMode="auto"/>
        <p:txBody>
          <a:bodyPr/>
          <a:lstStyle/>
          <a:p>
            <a:pPr>
              <a:defRPr/>
            </a:pPr>
            <a:fld id="{BE4927C6-D97B-436B-C8A7-AFE8CEC3A683}" type="slidenum">
              <a:rPr/>
              <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6324387" name="Slide Image Placeholder 1"/>
          <p:cNvSpPr>
            <a:spLocks noChangeAspect="1" noGrp="1" noRot="1"/>
          </p:cNvSpPr>
          <p:nvPr>
            <p:ph type="sldImg"/>
          </p:nvPr>
        </p:nvSpPr>
        <p:spPr bwMode="auto"/>
      </p:sp>
      <p:sp>
        <p:nvSpPr>
          <p:cNvPr id="399627715" name="Notes Placeholder 2"/>
          <p:cNvSpPr>
            <a:spLocks noGrp="1"/>
          </p:cNvSpPr>
          <p:nvPr>
            <p:ph type="body" idx="1"/>
          </p:nvPr>
        </p:nvSpPr>
        <p:spPr bwMode="auto"/>
        <p:txBody>
          <a:bodyPr/>
          <a:lstStyle/>
          <a:p>
            <a:pPr>
              <a:defRPr/>
            </a:pPr>
            <a:endParaRPr/>
          </a:p>
        </p:txBody>
      </p:sp>
      <p:sp>
        <p:nvSpPr>
          <p:cNvPr id="684634988" name="Slide Number Placeholder 3"/>
          <p:cNvSpPr>
            <a:spLocks noGrp="1"/>
          </p:cNvSpPr>
          <p:nvPr>
            <p:ph type="sldNum" sz="quarter" idx="10"/>
          </p:nvPr>
        </p:nvSpPr>
        <p:spPr bwMode="auto"/>
        <p:txBody>
          <a:bodyPr/>
          <a:lstStyle/>
          <a:p>
            <a:pPr>
              <a:defRPr/>
            </a:pPr>
            <a:fld id="{154E0709-468D-4CCD-4EDF-4432F5A849A0}" type="slidenum">
              <a:rPr/>
              <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64677275" name="Slide Image Placeholder 1"/>
          <p:cNvSpPr>
            <a:spLocks noChangeAspect="1" noGrp="1" noRot="1"/>
          </p:cNvSpPr>
          <p:nvPr>
            <p:ph type="sldImg"/>
          </p:nvPr>
        </p:nvSpPr>
        <p:spPr bwMode="auto"/>
      </p:sp>
      <p:sp>
        <p:nvSpPr>
          <p:cNvPr id="1300619260" name="Notes Placeholder 2"/>
          <p:cNvSpPr>
            <a:spLocks noGrp="1"/>
          </p:cNvSpPr>
          <p:nvPr>
            <p:ph type="body" idx="1"/>
          </p:nvPr>
        </p:nvSpPr>
        <p:spPr bwMode="auto"/>
        <p:txBody>
          <a:bodyPr/>
          <a:lstStyle/>
          <a:p>
            <a:pPr>
              <a:defRPr/>
            </a:pPr>
            <a:endParaRPr/>
          </a:p>
        </p:txBody>
      </p:sp>
      <p:sp>
        <p:nvSpPr>
          <p:cNvPr id="1633749029" name="Slide Number Placeholder 3"/>
          <p:cNvSpPr>
            <a:spLocks noGrp="1"/>
          </p:cNvSpPr>
          <p:nvPr>
            <p:ph type="sldNum" sz="quarter" idx="10"/>
          </p:nvPr>
        </p:nvSpPr>
        <p:spPr bwMode="auto"/>
        <p:txBody>
          <a:bodyPr/>
          <a:lstStyle/>
          <a:p>
            <a:pPr>
              <a:defRPr/>
            </a:pPr>
            <a:fld id="{9D58AC18-380E-66F2-7AE2-BD7F602DECD9}" type="slidenum">
              <a:rPr/>
              <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17537935" name="Slide Image Placeholder 1"/>
          <p:cNvSpPr>
            <a:spLocks noChangeAspect="1" noGrp="1" noRot="1"/>
          </p:cNvSpPr>
          <p:nvPr>
            <p:ph type="sldImg"/>
          </p:nvPr>
        </p:nvSpPr>
        <p:spPr bwMode="auto"/>
      </p:sp>
      <p:sp>
        <p:nvSpPr>
          <p:cNvPr id="1943896651" name="Notes Placeholder 2"/>
          <p:cNvSpPr>
            <a:spLocks noGrp="1"/>
          </p:cNvSpPr>
          <p:nvPr>
            <p:ph type="body" idx="1"/>
          </p:nvPr>
        </p:nvSpPr>
        <p:spPr bwMode="auto"/>
        <p:txBody>
          <a:bodyPr/>
          <a:lstStyle/>
          <a:p>
            <a:pPr>
              <a:defRPr/>
            </a:pPr>
            <a:endParaRPr/>
          </a:p>
        </p:txBody>
      </p:sp>
      <p:sp>
        <p:nvSpPr>
          <p:cNvPr id="1617124105" name="Slide Number Placeholder 3"/>
          <p:cNvSpPr>
            <a:spLocks noGrp="1"/>
          </p:cNvSpPr>
          <p:nvPr>
            <p:ph type="sldNum" sz="quarter" idx="10"/>
          </p:nvPr>
        </p:nvSpPr>
        <p:spPr bwMode="auto"/>
        <p:txBody>
          <a:bodyPr/>
          <a:lstStyle/>
          <a:p>
            <a:pPr>
              <a:defRPr/>
            </a:pPr>
            <a:fld id="{44934705-0AD6-963A-C353-5FAF7821E48E}" type="slidenum">
              <a:rPr/>
              <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77597955" name="Slide Image Placeholder 1"/>
          <p:cNvSpPr>
            <a:spLocks noChangeAspect="1" noGrp="1" noRot="1"/>
          </p:cNvSpPr>
          <p:nvPr>
            <p:ph type="sldImg"/>
          </p:nvPr>
        </p:nvSpPr>
        <p:spPr bwMode="auto"/>
      </p:sp>
      <p:sp>
        <p:nvSpPr>
          <p:cNvPr id="1905233829" name="Notes Placeholder 2"/>
          <p:cNvSpPr>
            <a:spLocks noGrp="1"/>
          </p:cNvSpPr>
          <p:nvPr>
            <p:ph type="body" idx="1"/>
          </p:nvPr>
        </p:nvSpPr>
        <p:spPr bwMode="auto"/>
        <p:txBody>
          <a:bodyPr/>
          <a:lstStyle/>
          <a:p>
            <a:pPr>
              <a:defRPr/>
            </a:pPr>
            <a:endParaRPr/>
          </a:p>
        </p:txBody>
      </p:sp>
      <p:sp>
        <p:nvSpPr>
          <p:cNvPr id="1716180609" name="Slide Number Placeholder 3"/>
          <p:cNvSpPr>
            <a:spLocks noGrp="1"/>
          </p:cNvSpPr>
          <p:nvPr>
            <p:ph type="sldNum" sz="quarter" idx="10"/>
          </p:nvPr>
        </p:nvSpPr>
        <p:spPr bwMode="auto"/>
        <p:txBody>
          <a:bodyPr/>
          <a:lstStyle/>
          <a:p>
            <a:pPr>
              <a:defRPr/>
            </a:pPr>
            <a:fld id="{A62C122E-C38D-8339-6097-2ED6C91C0541}" type="slidenum">
              <a:rPr/>
              <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63552713" name="Slide Image Placeholder 1"/>
          <p:cNvSpPr>
            <a:spLocks noChangeAspect="1" noGrp="1" noRot="1"/>
          </p:cNvSpPr>
          <p:nvPr>
            <p:ph type="sldImg"/>
          </p:nvPr>
        </p:nvSpPr>
        <p:spPr bwMode="auto"/>
      </p:sp>
      <p:sp>
        <p:nvSpPr>
          <p:cNvPr id="1780203352" name="Notes Placeholder 2"/>
          <p:cNvSpPr>
            <a:spLocks noGrp="1"/>
          </p:cNvSpPr>
          <p:nvPr>
            <p:ph type="body" idx="1"/>
          </p:nvPr>
        </p:nvSpPr>
        <p:spPr bwMode="auto"/>
        <p:txBody>
          <a:bodyPr/>
          <a:lstStyle/>
          <a:p>
            <a:pPr>
              <a:defRPr/>
            </a:pPr>
            <a:endParaRPr/>
          </a:p>
        </p:txBody>
      </p:sp>
      <p:sp>
        <p:nvSpPr>
          <p:cNvPr id="1224509775" name="Slide Number Placeholder 3"/>
          <p:cNvSpPr>
            <a:spLocks noGrp="1"/>
          </p:cNvSpPr>
          <p:nvPr>
            <p:ph type="sldNum" sz="quarter" idx="10"/>
          </p:nvPr>
        </p:nvSpPr>
        <p:spPr bwMode="auto"/>
        <p:txBody>
          <a:bodyPr/>
          <a:lstStyle/>
          <a:p>
            <a:pPr>
              <a:defRPr/>
            </a:pPr>
            <a:fld id="{73BB0AA0-5CF8-9B70-D3B9-41D789235083}" type="slidenum">
              <a:rPr/>
              <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7780361" name="Slide Image Placeholder 1"/>
          <p:cNvSpPr>
            <a:spLocks noChangeAspect="1" noGrp="1" noRot="1"/>
          </p:cNvSpPr>
          <p:nvPr>
            <p:ph type="sldImg"/>
          </p:nvPr>
        </p:nvSpPr>
        <p:spPr bwMode="auto"/>
      </p:sp>
      <p:sp>
        <p:nvSpPr>
          <p:cNvPr id="1079466640" name="Notes Placeholder 2"/>
          <p:cNvSpPr>
            <a:spLocks noGrp="1"/>
          </p:cNvSpPr>
          <p:nvPr>
            <p:ph type="body" idx="1"/>
          </p:nvPr>
        </p:nvSpPr>
        <p:spPr bwMode="auto"/>
        <p:txBody>
          <a:bodyPr/>
          <a:lstStyle/>
          <a:p>
            <a:pPr>
              <a:defRPr/>
            </a:pPr>
            <a:endParaRPr/>
          </a:p>
        </p:txBody>
      </p:sp>
      <p:sp>
        <p:nvSpPr>
          <p:cNvPr id="408675091" name="Slide Number Placeholder 3"/>
          <p:cNvSpPr>
            <a:spLocks noGrp="1"/>
          </p:cNvSpPr>
          <p:nvPr>
            <p:ph type="sldNum" sz="quarter" idx="10"/>
          </p:nvPr>
        </p:nvSpPr>
        <p:spPr bwMode="auto"/>
        <p:txBody>
          <a:bodyPr/>
          <a:lstStyle/>
          <a:p>
            <a:pPr>
              <a:defRPr/>
            </a:pPr>
            <a:fld id="{9042AC1A-8DA1-B652-2027-74938292C62E}" type="slidenum">
              <a:rPr/>
              <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1027749" name="Slide Image Placeholder 1"/>
          <p:cNvSpPr>
            <a:spLocks noChangeAspect="1" noGrp="1" noRot="1"/>
          </p:cNvSpPr>
          <p:nvPr>
            <p:ph type="sldImg"/>
          </p:nvPr>
        </p:nvSpPr>
        <p:spPr bwMode="auto"/>
      </p:sp>
      <p:sp>
        <p:nvSpPr>
          <p:cNvPr id="1971464053" name="Notes Placeholder 2"/>
          <p:cNvSpPr>
            <a:spLocks noGrp="1"/>
          </p:cNvSpPr>
          <p:nvPr>
            <p:ph type="body" idx="1"/>
          </p:nvPr>
        </p:nvSpPr>
        <p:spPr bwMode="auto"/>
        <p:txBody>
          <a:bodyPr/>
          <a:lstStyle/>
          <a:p>
            <a:pPr>
              <a:defRPr/>
            </a:pPr>
            <a:endParaRPr/>
          </a:p>
        </p:txBody>
      </p:sp>
      <p:sp>
        <p:nvSpPr>
          <p:cNvPr id="2004494988" name="Slide Number Placeholder 3"/>
          <p:cNvSpPr>
            <a:spLocks noGrp="1"/>
          </p:cNvSpPr>
          <p:nvPr>
            <p:ph type="sldNum" sz="quarter" idx="10"/>
          </p:nvPr>
        </p:nvSpPr>
        <p:spPr bwMode="auto"/>
        <p:txBody>
          <a:bodyPr/>
          <a:lstStyle/>
          <a:p>
            <a:pPr>
              <a:defRPr/>
            </a:pPr>
            <a:fld id="{BDBFD0CD-9953-DAB9-1629-83C76D32C9CF}" type="slidenum">
              <a:rPr/>
              <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658885" name="Slide Image Placeholder 1"/>
          <p:cNvSpPr>
            <a:spLocks noChangeAspect="1" noGrp="1" noRot="1"/>
          </p:cNvSpPr>
          <p:nvPr>
            <p:ph type="sldImg"/>
          </p:nvPr>
        </p:nvSpPr>
        <p:spPr bwMode="auto"/>
      </p:sp>
      <p:sp>
        <p:nvSpPr>
          <p:cNvPr id="176358956" name="Notes Placeholder 2"/>
          <p:cNvSpPr>
            <a:spLocks noGrp="1"/>
          </p:cNvSpPr>
          <p:nvPr>
            <p:ph type="body" idx="1"/>
          </p:nvPr>
        </p:nvSpPr>
        <p:spPr bwMode="auto"/>
        <p:txBody>
          <a:bodyPr/>
          <a:lstStyle/>
          <a:p>
            <a:pPr>
              <a:defRPr/>
            </a:pPr>
            <a:endParaRPr/>
          </a:p>
        </p:txBody>
      </p:sp>
      <p:sp>
        <p:nvSpPr>
          <p:cNvPr id="1982408783" name="Slide Number Placeholder 3"/>
          <p:cNvSpPr>
            <a:spLocks noGrp="1"/>
          </p:cNvSpPr>
          <p:nvPr>
            <p:ph type="sldNum" sz="quarter" idx="10"/>
          </p:nvPr>
        </p:nvSpPr>
        <p:spPr bwMode="auto"/>
        <p:txBody>
          <a:bodyPr/>
          <a:lstStyle/>
          <a:p>
            <a:pPr>
              <a:defRPr/>
            </a:pPr>
            <a:fld id="{953E527E-84B9-F204-CCC6-BF4670AEB241}" type="slidenum">
              <a:rPr/>
              <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08288620" name="Slide Image Placeholder 1"/>
          <p:cNvSpPr>
            <a:spLocks noChangeAspect="1" noGrp="1" noRot="1"/>
          </p:cNvSpPr>
          <p:nvPr>
            <p:ph type="sldImg"/>
          </p:nvPr>
        </p:nvSpPr>
        <p:spPr bwMode="auto"/>
      </p:sp>
      <p:sp>
        <p:nvSpPr>
          <p:cNvPr id="1440153816" name="Notes Placeholder 2"/>
          <p:cNvSpPr>
            <a:spLocks noGrp="1"/>
          </p:cNvSpPr>
          <p:nvPr>
            <p:ph type="body" idx="1"/>
          </p:nvPr>
        </p:nvSpPr>
        <p:spPr bwMode="auto"/>
        <p:txBody>
          <a:bodyPr/>
          <a:lstStyle/>
          <a:p>
            <a:pPr>
              <a:defRPr/>
            </a:pPr>
            <a:endParaRPr/>
          </a:p>
        </p:txBody>
      </p:sp>
      <p:sp>
        <p:nvSpPr>
          <p:cNvPr id="1682555441" name="Slide Number Placeholder 3"/>
          <p:cNvSpPr>
            <a:spLocks noGrp="1"/>
          </p:cNvSpPr>
          <p:nvPr>
            <p:ph type="sldNum" sz="quarter" idx="10"/>
          </p:nvPr>
        </p:nvSpPr>
        <p:spPr bwMode="auto"/>
        <p:txBody>
          <a:bodyPr/>
          <a:lstStyle/>
          <a:p>
            <a:pPr>
              <a:defRPr/>
            </a:pPr>
            <a:fld id="{82EC451A-0168-5998-FE7E-6B0633410CB5}" type="slidenum">
              <a:rPr/>
              <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7797474" name="Slide Image Placeholder 1"/>
          <p:cNvSpPr>
            <a:spLocks noChangeAspect="1" noGrp="1" noRot="1"/>
          </p:cNvSpPr>
          <p:nvPr>
            <p:ph type="sldImg"/>
          </p:nvPr>
        </p:nvSpPr>
        <p:spPr bwMode="auto"/>
      </p:sp>
      <p:sp>
        <p:nvSpPr>
          <p:cNvPr id="1920859199" name="Notes Placeholder 2"/>
          <p:cNvSpPr>
            <a:spLocks noGrp="1"/>
          </p:cNvSpPr>
          <p:nvPr>
            <p:ph type="body" idx="1"/>
          </p:nvPr>
        </p:nvSpPr>
        <p:spPr bwMode="auto"/>
        <p:txBody>
          <a:bodyPr/>
          <a:lstStyle/>
          <a:p>
            <a:pPr>
              <a:defRPr/>
            </a:pPr>
            <a:endParaRPr/>
          </a:p>
        </p:txBody>
      </p:sp>
      <p:sp>
        <p:nvSpPr>
          <p:cNvPr id="1218487582" name="Slide Number Placeholder 3"/>
          <p:cNvSpPr>
            <a:spLocks noGrp="1"/>
          </p:cNvSpPr>
          <p:nvPr>
            <p:ph type="sldNum" sz="quarter" idx="10"/>
          </p:nvPr>
        </p:nvSpPr>
        <p:spPr bwMode="auto"/>
        <p:txBody>
          <a:bodyPr/>
          <a:lstStyle/>
          <a:p>
            <a:pPr>
              <a:defRPr/>
            </a:pPr>
            <a:fld id="{75FCCCA1-04DB-E6CE-E5C4-4256E1EC3F79}" type="slidenum">
              <a:rPr/>
              <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7072513" name="Slide Image Placeholder 1"/>
          <p:cNvSpPr>
            <a:spLocks noChangeAspect="1" noGrp="1" noRot="1"/>
          </p:cNvSpPr>
          <p:nvPr>
            <p:ph type="sldImg"/>
          </p:nvPr>
        </p:nvSpPr>
        <p:spPr bwMode="auto"/>
      </p:sp>
      <p:sp>
        <p:nvSpPr>
          <p:cNvPr id="1196868332" name="Notes Placeholder 2"/>
          <p:cNvSpPr>
            <a:spLocks noGrp="1"/>
          </p:cNvSpPr>
          <p:nvPr>
            <p:ph type="body" idx="1"/>
          </p:nvPr>
        </p:nvSpPr>
        <p:spPr bwMode="auto"/>
        <p:txBody>
          <a:bodyPr/>
          <a:lstStyle/>
          <a:p>
            <a:pPr>
              <a:defRPr/>
            </a:pPr>
            <a:endParaRPr/>
          </a:p>
        </p:txBody>
      </p:sp>
      <p:sp>
        <p:nvSpPr>
          <p:cNvPr id="489356318" name="Slide Number Placeholder 3"/>
          <p:cNvSpPr>
            <a:spLocks noGrp="1"/>
          </p:cNvSpPr>
          <p:nvPr>
            <p:ph type="sldNum" sz="quarter" idx="10"/>
          </p:nvPr>
        </p:nvSpPr>
        <p:spPr bwMode="auto"/>
        <p:txBody>
          <a:bodyPr/>
          <a:lstStyle/>
          <a:p>
            <a:pPr>
              <a:defRPr/>
            </a:pPr>
            <a:fld id="{80A229DD-D5FF-254B-DF64-C5EA347728A7}" type="slidenum">
              <a:rPr/>
              <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434012231"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lang="en-US"/>
          </a:p>
        </p:txBody>
      </p:sp>
      <p:sp>
        <p:nvSpPr>
          <p:cNvPr id="151914569"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US"/>
          </a:p>
        </p:txBody>
      </p:sp>
      <p:sp>
        <p:nvSpPr>
          <p:cNvPr id="507495707"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59064080" name="Footer Placeholder 4"/>
          <p:cNvSpPr>
            <a:spLocks noGrp="1"/>
          </p:cNvSpPr>
          <p:nvPr>
            <p:ph type="ftr" sz="quarter" idx="11"/>
          </p:nvPr>
        </p:nvSpPr>
        <p:spPr bwMode="auto"/>
        <p:txBody>
          <a:bodyPr/>
          <a:lstStyle/>
          <a:p>
            <a:pPr>
              <a:defRPr/>
            </a:pPr>
            <a:endParaRPr lang="en-US"/>
          </a:p>
        </p:txBody>
      </p:sp>
      <p:sp>
        <p:nvSpPr>
          <p:cNvPr id="448745178"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208025237" name="Title 1"/>
          <p:cNvSpPr>
            <a:spLocks noGrp="1"/>
          </p:cNvSpPr>
          <p:nvPr>
            <p:ph type="title"/>
          </p:nvPr>
        </p:nvSpPr>
        <p:spPr bwMode="auto"/>
        <p:txBody>
          <a:bodyPr/>
          <a:lstStyle/>
          <a:p>
            <a:pPr>
              <a:defRPr/>
            </a:pPr>
            <a:r>
              <a:rPr lang="en-US"/>
              <a:t>Click to edit Master title style</a:t>
            </a:r>
            <a:endParaRPr lang="en-US"/>
          </a:p>
        </p:txBody>
      </p:sp>
      <p:sp>
        <p:nvSpPr>
          <p:cNvPr id="775452756"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72524030"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529252071" name="Footer Placeholder 4"/>
          <p:cNvSpPr>
            <a:spLocks noGrp="1"/>
          </p:cNvSpPr>
          <p:nvPr>
            <p:ph type="ftr" sz="quarter" idx="11"/>
          </p:nvPr>
        </p:nvSpPr>
        <p:spPr bwMode="auto"/>
        <p:txBody>
          <a:bodyPr/>
          <a:lstStyle/>
          <a:p>
            <a:pPr>
              <a:defRPr/>
            </a:pPr>
            <a:endParaRPr lang="en-US"/>
          </a:p>
        </p:txBody>
      </p:sp>
      <p:sp>
        <p:nvSpPr>
          <p:cNvPr id="316494689"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550848304"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en-US"/>
          </a:p>
        </p:txBody>
      </p:sp>
      <p:sp>
        <p:nvSpPr>
          <p:cNvPr id="1662682895"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309291197"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516677121" name="Footer Placeholder 4"/>
          <p:cNvSpPr>
            <a:spLocks noGrp="1"/>
          </p:cNvSpPr>
          <p:nvPr>
            <p:ph type="ftr" sz="quarter" idx="11"/>
          </p:nvPr>
        </p:nvSpPr>
        <p:spPr bwMode="auto"/>
        <p:txBody>
          <a:bodyPr/>
          <a:lstStyle/>
          <a:p>
            <a:pPr>
              <a:defRPr/>
            </a:pPr>
            <a:endParaRPr lang="en-US"/>
          </a:p>
        </p:txBody>
      </p:sp>
      <p:sp>
        <p:nvSpPr>
          <p:cNvPr id="647930611"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802052270" name="Title 1"/>
          <p:cNvSpPr>
            <a:spLocks noGrp="1"/>
          </p:cNvSpPr>
          <p:nvPr>
            <p:ph type="title"/>
          </p:nvPr>
        </p:nvSpPr>
        <p:spPr bwMode="auto"/>
        <p:txBody>
          <a:bodyPr/>
          <a:lstStyle/>
          <a:p>
            <a:pPr>
              <a:defRPr/>
            </a:pPr>
            <a:r>
              <a:rPr lang="en-US"/>
              <a:t>Click to edit Master title style</a:t>
            </a:r>
            <a:endParaRPr lang="en-US"/>
          </a:p>
        </p:txBody>
      </p:sp>
      <p:sp>
        <p:nvSpPr>
          <p:cNvPr id="680301703"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48332984"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18399296"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44927447" name="Footer Placeholder 5"/>
          <p:cNvSpPr>
            <a:spLocks noGrp="1"/>
          </p:cNvSpPr>
          <p:nvPr>
            <p:ph type="ftr" sz="quarter" idx="11"/>
          </p:nvPr>
        </p:nvSpPr>
        <p:spPr bwMode="auto"/>
        <p:txBody>
          <a:bodyPr/>
          <a:lstStyle/>
          <a:p>
            <a:pPr>
              <a:defRPr/>
            </a:pPr>
            <a:endParaRPr lang="en-US"/>
          </a:p>
        </p:txBody>
      </p:sp>
      <p:sp>
        <p:nvSpPr>
          <p:cNvPr id="2047346718"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659494795"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en-US"/>
          </a:p>
        </p:txBody>
      </p:sp>
      <p:sp>
        <p:nvSpPr>
          <p:cNvPr id="881963263"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582293859"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56826878"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780629443"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87960751" name="Date Placeholder 6"/>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072777601" name="Footer Placeholder 7"/>
          <p:cNvSpPr>
            <a:spLocks noGrp="1"/>
          </p:cNvSpPr>
          <p:nvPr>
            <p:ph type="ftr" sz="quarter" idx="11"/>
          </p:nvPr>
        </p:nvSpPr>
        <p:spPr bwMode="auto"/>
        <p:txBody>
          <a:bodyPr/>
          <a:lstStyle/>
          <a:p>
            <a:pPr>
              <a:defRPr/>
            </a:pPr>
            <a:endParaRPr lang="en-US"/>
          </a:p>
        </p:txBody>
      </p:sp>
      <p:sp>
        <p:nvSpPr>
          <p:cNvPr id="226134090"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126996218" name="Title 1"/>
          <p:cNvSpPr>
            <a:spLocks noGrp="1"/>
          </p:cNvSpPr>
          <p:nvPr>
            <p:ph type="title"/>
          </p:nvPr>
        </p:nvSpPr>
        <p:spPr bwMode="auto"/>
        <p:txBody>
          <a:bodyPr/>
          <a:lstStyle/>
          <a:p>
            <a:pPr>
              <a:defRPr/>
            </a:pPr>
            <a:r>
              <a:rPr lang="en-US"/>
              <a:t>Click to edit Master title style</a:t>
            </a:r>
            <a:endParaRPr lang="en-US"/>
          </a:p>
        </p:txBody>
      </p:sp>
      <p:sp>
        <p:nvSpPr>
          <p:cNvPr id="1483117413" name="Date Placeholder 2"/>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406399579" name="Footer Placeholder 3"/>
          <p:cNvSpPr>
            <a:spLocks noGrp="1"/>
          </p:cNvSpPr>
          <p:nvPr>
            <p:ph type="ftr" sz="quarter" idx="11"/>
          </p:nvPr>
        </p:nvSpPr>
        <p:spPr bwMode="auto"/>
        <p:txBody>
          <a:bodyPr/>
          <a:lstStyle/>
          <a:p>
            <a:pPr>
              <a:defRPr/>
            </a:pPr>
            <a:endParaRPr lang="en-US"/>
          </a:p>
        </p:txBody>
      </p:sp>
      <p:sp>
        <p:nvSpPr>
          <p:cNvPr id="1430513999"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2073014016" name="Date Placeholder 1"/>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990089583" name="Footer Placeholder 2"/>
          <p:cNvSpPr>
            <a:spLocks noGrp="1"/>
          </p:cNvSpPr>
          <p:nvPr>
            <p:ph type="ftr" sz="quarter" idx="11"/>
          </p:nvPr>
        </p:nvSpPr>
        <p:spPr bwMode="auto"/>
        <p:txBody>
          <a:bodyPr/>
          <a:lstStyle/>
          <a:p>
            <a:pPr>
              <a:defRPr/>
            </a:pPr>
            <a:endParaRPr lang="en-US"/>
          </a:p>
        </p:txBody>
      </p:sp>
      <p:sp>
        <p:nvSpPr>
          <p:cNvPr id="1619118340"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41219754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1471917766"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05629683"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234955807"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988544406" name="Footer Placeholder 5"/>
          <p:cNvSpPr>
            <a:spLocks noGrp="1"/>
          </p:cNvSpPr>
          <p:nvPr>
            <p:ph type="ftr" sz="quarter" idx="11"/>
          </p:nvPr>
        </p:nvSpPr>
        <p:spPr bwMode="auto"/>
        <p:txBody>
          <a:bodyPr/>
          <a:lstStyle/>
          <a:p>
            <a:pPr>
              <a:defRPr/>
            </a:pPr>
            <a:endParaRPr lang="en-US"/>
          </a:p>
        </p:txBody>
      </p:sp>
      <p:sp>
        <p:nvSpPr>
          <p:cNvPr id="756103786"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79307346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1665684061" name="Picture Placeholder 2"/>
          <p:cNvSpPr>
            <a:spLocks noChangeAspect="1" noGrp="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lang="en-US"/>
          </a:p>
        </p:txBody>
      </p:sp>
      <p:sp>
        <p:nvSpPr>
          <p:cNvPr id="1169806175"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684644214"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319188390" name="Footer Placeholder 5"/>
          <p:cNvSpPr>
            <a:spLocks noGrp="1"/>
          </p:cNvSpPr>
          <p:nvPr>
            <p:ph type="ftr" sz="quarter" idx="11"/>
          </p:nvPr>
        </p:nvSpPr>
        <p:spPr bwMode="auto"/>
        <p:txBody>
          <a:bodyPr/>
          <a:lstStyle/>
          <a:p>
            <a:pPr>
              <a:defRPr/>
            </a:pPr>
            <a:endParaRPr lang="en-US"/>
          </a:p>
        </p:txBody>
      </p:sp>
      <p:sp>
        <p:nvSpPr>
          <p:cNvPr id="1337491548"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936036465" name="Title 1"/>
          <p:cNvSpPr>
            <a:spLocks noGrp="1"/>
          </p:cNvSpPr>
          <p:nvPr>
            <p:ph type="title"/>
          </p:nvPr>
        </p:nvSpPr>
        <p:spPr bwMode="auto"/>
        <p:txBody>
          <a:bodyPr/>
          <a:lstStyle/>
          <a:p>
            <a:pPr>
              <a:defRPr/>
            </a:pPr>
            <a:r>
              <a:rPr lang="en-US"/>
              <a:t>Click to edit Master title style</a:t>
            </a:r>
            <a:endParaRPr lang="en-US"/>
          </a:p>
        </p:txBody>
      </p:sp>
      <p:sp>
        <p:nvSpPr>
          <p:cNvPr id="1608545615"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5156830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212848884" name="Footer Placeholder 4"/>
          <p:cNvSpPr>
            <a:spLocks noGrp="1"/>
          </p:cNvSpPr>
          <p:nvPr>
            <p:ph type="ftr" sz="quarter" idx="11"/>
          </p:nvPr>
        </p:nvSpPr>
        <p:spPr bwMode="auto"/>
        <p:txBody>
          <a:bodyPr/>
          <a:lstStyle/>
          <a:p>
            <a:pPr>
              <a:defRPr/>
            </a:pPr>
            <a:endParaRPr lang="en-US"/>
          </a:p>
        </p:txBody>
      </p:sp>
      <p:sp>
        <p:nvSpPr>
          <p:cNvPr id="1671848474"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554682609"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en-US"/>
          </a:p>
        </p:txBody>
      </p:sp>
      <p:sp>
        <p:nvSpPr>
          <p:cNvPr id="1612358660"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2212925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70170280" name="Footer Placeholder 4"/>
          <p:cNvSpPr>
            <a:spLocks noGrp="1"/>
          </p:cNvSpPr>
          <p:nvPr>
            <p:ph type="ftr" sz="quarter" idx="11"/>
          </p:nvPr>
        </p:nvSpPr>
        <p:spPr bwMode="auto"/>
        <p:txBody>
          <a:bodyPr/>
          <a:lstStyle/>
          <a:p>
            <a:pPr>
              <a:defRPr/>
            </a:pPr>
            <a:endParaRPr lang="en-US"/>
          </a:p>
        </p:txBody>
      </p:sp>
      <p:sp>
        <p:nvSpPr>
          <p:cNvPr id="991499975"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634000150"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984633628"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13260570"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30.10.2013</a:t>
            </a:fld>
            <a:endParaRPr lang="en-US"/>
          </a:p>
        </p:txBody>
      </p:sp>
      <p:sp>
        <p:nvSpPr>
          <p:cNvPr id="952573259"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547826785"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3.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5.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7.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8.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43.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4.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5.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6.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7.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48.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9.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50.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5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52.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53.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54.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55.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56.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57.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58.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59.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60.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6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62.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63.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64.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65.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66.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67.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68.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69.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70.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71.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sp>
        <p:nvSpPr>
          <p:cNvPr id="239117410" name="Rectangle 7"/>
          <p:cNvSpPr/>
          <p:nvPr/>
        </p:nvSpPr>
        <p:spPr bwMode="auto">
          <a:xfrm>
            <a:off x="2595339" y="198443"/>
            <a:ext cx="1396890" cy="38132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1387892" name="TextBox 5"/>
          <p:cNvSpPr txBox="1"/>
          <p:nvPr/>
        </p:nvSpPr>
        <p:spPr bwMode="auto">
          <a:xfrm>
            <a:off x="2591523" y="188417"/>
            <a:ext cx="2347353" cy="442319"/>
          </a:xfrm>
          <a:prstGeom prst="rect">
            <a:avLst/>
          </a:prstGeom>
          <a:noFill/>
        </p:spPr>
        <p:txBody>
          <a:bodyPr wrap="square" lIns="91440" tIns="45720" rIns="91440" bIns="45720" rtlCol="0" anchor="t">
            <a:spAutoFit/>
          </a:bodyPr>
          <a:lstStyle/>
          <a:p>
            <a:pPr>
              <a:defRPr/>
            </a:pPr>
            <a:r>
              <a:rPr sz="2300" b="1" lang="en-US">
                <a:latin typeface="Roboto"/>
              </a:rPr>
              <a:t>Maandishi wazi</a:t>
            </a:r>
            <a:endParaRPr lang="en-US" sz="2300"/>
          </a:p>
        </p:txBody>
      </p:sp>
      <p:sp>
        <p:nvSpPr>
          <p:cNvPr id="542659239" name="Rectangle 13"/>
          <p:cNvSpPr/>
          <p:nvPr/>
        </p:nvSpPr>
        <p:spPr bwMode="auto">
          <a:xfrm>
            <a:off x="7747107" y="158272"/>
            <a:ext cx="1739305" cy="46166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06029660" name="TextBox 11"/>
          <p:cNvSpPr txBox="1"/>
          <p:nvPr/>
        </p:nvSpPr>
        <p:spPr bwMode="auto">
          <a:xfrm>
            <a:off x="7764696" y="178324"/>
            <a:ext cx="2593914" cy="442319"/>
          </a:xfrm>
          <a:prstGeom prst="rect">
            <a:avLst/>
          </a:prstGeom>
          <a:noFill/>
        </p:spPr>
        <p:txBody>
          <a:bodyPr wrap="square" lIns="91440" tIns="45720" rIns="91440" bIns="45720" anchor="t">
            <a:spAutoFit/>
          </a:bodyPr>
          <a:lstStyle/>
          <a:p>
            <a:pPr>
              <a:defRPr/>
            </a:pPr>
            <a:r>
              <a:rPr sz="2300" b="1" lang="en-US">
                <a:latin typeface="Roboto"/>
              </a:rPr>
              <a:t>Nakala ya siri</a:t>
            </a:r>
            <a:endParaRPr/>
          </a:p>
        </p:txBody>
      </p:sp>
      <p:sp>
        <p:nvSpPr>
          <p:cNvPr id="515311746" name="Rectangle 17"/>
          <p:cNvSpPr/>
          <p:nvPr/>
        </p:nvSpPr>
        <p:spPr bwMode="auto">
          <a:xfrm>
            <a:off x="8766243" y="2968881"/>
            <a:ext cx="1257075" cy="43053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87331779" name="Rectangle 18"/>
          <p:cNvSpPr/>
          <p:nvPr/>
        </p:nvSpPr>
        <p:spPr bwMode="auto">
          <a:xfrm>
            <a:off x="4918718" y="1681878"/>
            <a:ext cx="1610899" cy="114397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tx1"/>
              </a:solidFill>
            </a:endParaRPr>
          </a:p>
        </p:txBody>
      </p:sp>
      <p:sp>
        <p:nvSpPr>
          <p:cNvPr id="2035916910" name="TextBox 14"/>
          <p:cNvSpPr txBox="1"/>
          <p:nvPr/>
        </p:nvSpPr>
        <p:spPr bwMode="auto">
          <a:xfrm>
            <a:off x="8766243" y="2957805"/>
            <a:ext cx="1954436" cy="442319"/>
          </a:xfrm>
          <a:prstGeom prst="rect">
            <a:avLst/>
          </a:prstGeom>
          <a:noFill/>
        </p:spPr>
        <p:txBody>
          <a:bodyPr wrap="square" lIns="91440" tIns="45720" rIns="91440" bIns="45720" rtlCol="0" anchor="t">
            <a:spAutoFit/>
          </a:bodyPr>
          <a:lstStyle/>
          <a:p>
            <a:pPr>
              <a:defRPr/>
            </a:pPr>
            <a:r>
              <a:rPr sz="2300" lang="en-US">
                <a:latin typeface="Roboto"/>
              </a:rPr>
              <a:t>Inatuma</a:t>
            </a:r>
            <a:endParaRPr/>
          </a:p>
        </p:txBody>
      </p:sp>
      <p:sp>
        <p:nvSpPr>
          <p:cNvPr id="1682539440" name="TextBox 19"/>
          <p:cNvSpPr txBox="1"/>
          <p:nvPr/>
        </p:nvSpPr>
        <p:spPr bwMode="auto">
          <a:xfrm>
            <a:off x="4410180" y="1713858"/>
            <a:ext cx="2628336" cy="1143359"/>
          </a:xfrm>
          <a:prstGeom prst="rect">
            <a:avLst/>
          </a:prstGeom>
          <a:noFill/>
        </p:spPr>
        <p:txBody>
          <a:bodyPr wrap="square" lIns="91440" tIns="45720" rIns="91440" bIns="45720" rtlCol="0" anchor="t">
            <a:spAutoFit/>
          </a:bodyPr>
          <a:lstStyle/>
          <a:p>
            <a:pPr algn="ctr">
              <a:defRPr/>
            </a:pPr>
            <a:r>
              <a:rPr sz="2300" lang="en-US">
                <a:latin typeface="Roboto"/>
              </a:rPr>
              <a:t>Usimbaji fiche</a:t>
            </a:r>
            <a:endParaRPr/>
          </a:p>
          <a:p>
            <a:pPr algn="ctr"/>
            <a:r>
              <a:rPr sz="2300" lang="en-US">
                <a:latin typeface="Roboto"/>
              </a:rPr>
              <a:t>pamoja na umma</a:t>
            </a:r>
          </a:p>
          <a:p>
            <a:pPr algn="ctr"/>
            <a:r>
              <a:rPr sz="2300" lang="en-US">
                <a:latin typeface="Roboto"/>
              </a:rPr>
              <a:t>ufunguo</a:t>
            </a:r>
          </a:p>
        </p:txBody>
      </p:sp>
      <p:sp>
        <p:nvSpPr>
          <p:cNvPr id="698934102" name="Rectangle 21"/>
          <p:cNvSpPr/>
          <p:nvPr/>
        </p:nvSpPr>
        <p:spPr bwMode="auto">
          <a:xfrm>
            <a:off x="4918718" y="5620284"/>
            <a:ext cx="1610899" cy="114397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tx1"/>
              </a:solidFill>
            </a:endParaRPr>
          </a:p>
        </p:txBody>
      </p:sp>
      <p:sp>
        <p:nvSpPr>
          <p:cNvPr id="898941771" name="TextBox 22"/>
          <p:cNvSpPr txBox="1"/>
          <p:nvPr/>
        </p:nvSpPr>
        <p:spPr bwMode="auto">
          <a:xfrm>
            <a:off x="4520468" y="5592105"/>
            <a:ext cx="2407757" cy="1143359"/>
          </a:xfrm>
          <a:prstGeom prst="rect">
            <a:avLst/>
          </a:prstGeom>
          <a:noFill/>
        </p:spPr>
        <p:txBody>
          <a:bodyPr wrap="square" lIns="91440" tIns="45720" rIns="91440" bIns="45720" rtlCol="0" anchor="t">
            <a:spAutoFit/>
          </a:bodyPr>
          <a:lstStyle/>
          <a:p>
            <a:pPr algn="ctr">
              <a:defRPr/>
            </a:pPr>
            <a:r>
              <a:rPr sz="2300" lang="en-US">
                <a:latin typeface="Roboto"/>
              </a:rPr>
              <a:t>Usimbuaji</a:t>
            </a:r>
            <a:endParaRPr/>
          </a:p>
          <a:p>
            <a:pPr algn="ctr"/>
            <a:r>
              <a:rPr sz="2300" lang="en-US">
                <a:latin typeface="Roboto"/>
              </a:rPr>
              <a:t>na faragha</a:t>
            </a:r>
          </a:p>
          <a:p>
            <a:pPr algn="ctr"/>
            <a:r>
              <a:rPr sz="2300" lang="en-US">
                <a:latin typeface="Roboto"/>
              </a:rPr>
              <a:t>ufunguo</a:t>
            </a:r>
          </a:p>
        </p:txBody>
      </p:sp>
      <p:pic>
        <p:nvPicPr>
          <p:cNvPr id="502438407" name=""/>
          <p:cNvPicPr>
            <a:picLocks noChangeAspect="1"/>
          </p:cNvPicPr>
          <p:nvPr/>
        </p:nvPicPr>
        <p:blipFill>
          <a:blip r:embed="rId3"/>
          <a:stretch/>
        </p:blipFill>
        <p:spPr bwMode="auto">
          <a:xfrm flipH="0" flipV="0">
            <a:off x="1958999" y="21166"/>
            <a:ext cx="8392871" cy="6714297"/>
          </a:xfrm>
          <a:prstGeom prst="rect">
            <a:avLst/>
          </a:prstGeom>
        </p:spPr>
      </p:pic>
      <p:sp>
        <p:nvSpPr>
          <p:cNvPr id="1429071587" name=""/>
          <p:cNvSpPr/>
          <p:nvPr/>
        </p:nvSpPr>
        <p:spPr bwMode="auto">
          <a:xfrm flipH="0" flipV="0">
            <a:off x="2722070" y="203655"/>
            <a:ext cx="1398607" cy="446107"/>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761093492" name=""/>
          <p:cNvSpPr txBox="1"/>
          <p:nvPr/>
        </p:nvSpPr>
        <p:spPr bwMode="auto">
          <a:xfrm flipH="0" flipV="0">
            <a:off x="1535541" y="203654"/>
            <a:ext cx="3431783"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b="1">
                <a:latin typeface="IBM Plex Sans"/>
              </a:rPr>
              <a:t>Maandishi wazi</a:t>
            </a:r>
            <a:endParaRPr sz="2200" b="1">
              <a:latin typeface="IBM Plex Sans"/>
              <a:cs typeface="IBM Plex Sans"/>
            </a:endParaRPr>
          </a:p>
        </p:txBody>
      </p:sp>
      <p:sp>
        <p:nvSpPr>
          <p:cNvPr id="1969521309" name=""/>
          <p:cNvSpPr/>
          <p:nvPr/>
        </p:nvSpPr>
        <p:spPr bwMode="auto">
          <a:xfrm flipH="0" flipV="0">
            <a:off x="7827161" y="198442"/>
            <a:ext cx="2037394" cy="44610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091385861" name=""/>
          <p:cNvSpPr/>
          <p:nvPr/>
        </p:nvSpPr>
        <p:spPr bwMode="auto">
          <a:xfrm flipH="0" flipV="0">
            <a:off x="8721165" y="2325560"/>
            <a:ext cx="1999512" cy="136537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093531871" name=""/>
          <p:cNvSpPr/>
          <p:nvPr/>
        </p:nvSpPr>
        <p:spPr bwMode="auto">
          <a:xfrm flipH="0" flipV="0">
            <a:off x="4938876" y="1490804"/>
            <a:ext cx="1645997" cy="1669513"/>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525520898" name=""/>
          <p:cNvSpPr/>
          <p:nvPr/>
        </p:nvSpPr>
        <p:spPr bwMode="auto">
          <a:xfrm flipH="0" flipV="0">
            <a:off x="4966245" y="5441911"/>
            <a:ext cx="1645996" cy="129355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756478981" name=""/>
          <p:cNvSpPr/>
          <p:nvPr/>
        </p:nvSpPr>
        <p:spPr bwMode="auto">
          <a:xfrm flipH="0" flipV="0">
            <a:off x="2722070" y="1044697"/>
            <a:ext cx="1688109" cy="44610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solidFill>
                <a:schemeClr val="bg1"/>
              </a:solidFill>
            </a:endParaRPr>
          </a:p>
        </p:txBody>
      </p:sp>
      <p:sp>
        <p:nvSpPr>
          <p:cNvPr id="30921611" name=""/>
          <p:cNvSpPr txBox="1"/>
          <p:nvPr/>
        </p:nvSpPr>
        <p:spPr bwMode="auto">
          <a:xfrm flipH="0" flipV="0">
            <a:off x="2853086" y="1033244"/>
            <a:ext cx="1139142" cy="45756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2400">
                <a:latin typeface="IBM Plex Sans"/>
              </a:rPr>
              <a:t>Bitcoin</a:t>
            </a:r>
            <a:endParaRPr sz="2400">
              <a:latin typeface="IBM Plex Sans"/>
              <a:cs typeface="IBM Plex Sans"/>
            </a:endParaRPr>
          </a:p>
        </p:txBody>
      </p:sp>
      <p:sp>
        <p:nvSpPr>
          <p:cNvPr id="276313897" name=""/>
          <p:cNvSpPr txBox="1"/>
          <p:nvPr/>
        </p:nvSpPr>
        <p:spPr bwMode="auto">
          <a:xfrm flipH="0" flipV="0">
            <a:off x="7187931" y="203654"/>
            <a:ext cx="3239579"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b="1">
                <a:latin typeface="IBM Plex Sans"/>
              </a:rPr>
              <a:t>Nakala ya siri</a:t>
            </a:r>
            <a:endParaRPr sz="2200" b="1">
              <a:latin typeface="IBM Plex Sans"/>
              <a:cs typeface="IBM Plex Sans"/>
            </a:endParaRPr>
          </a:p>
        </p:txBody>
      </p:sp>
      <p:sp>
        <p:nvSpPr>
          <p:cNvPr id="1415171345" name=""/>
          <p:cNvSpPr txBox="1"/>
          <p:nvPr/>
        </p:nvSpPr>
        <p:spPr bwMode="auto">
          <a:xfrm flipH="0" flipV="0">
            <a:off x="8807720" y="2794709"/>
            <a:ext cx="3193567"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200" b="0">
                <a:latin typeface="IBM Plex Sans"/>
              </a:rPr>
              <a:t>Inatuma</a:t>
            </a:r>
            <a:endParaRPr sz="2200" b="0">
              <a:latin typeface="IBM Plex Sans"/>
              <a:cs typeface="IBM Plex Sans"/>
            </a:endParaRPr>
          </a:p>
        </p:txBody>
      </p:sp>
      <p:sp>
        <p:nvSpPr>
          <p:cNvPr id="2060365003" name=""/>
          <p:cNvSpPr txBox="1"/>
          <p:nvPr/>
        </p:nvSpPr>
        <p:spPr bwMode="auto">
          <a:xfrm flipH="0" flipV="0">
            <a:off x="4938875" y="1639891"/>
            <a:ext cx="1592180" cy="5185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b="0">
                <a:latin typeface="IBM Plex Sans"/>
              </a:rPr>
              <a:t>Usimbaji fiche </a:t>
            </a:r>
            <a:r>
              <a:rPr sz="1400" b="0" lang="fr-FR">
                <a:latin typeface="IBM Plex Sans"/>
              </a:rPr>
              <a:t>kwa </a:t>
            </a:r>
            <a:r>
              <a:rPr sz="1400" b="0">
                <a:latin typeface="IBM Plex Sans"/>
              </a:rPr>
              <a:t>ufunguo </a:t>
            </a:r>
            <a:r>
              <a:rPr sz="1400" b="0" lang="fr-FR">
                <a:latin typeface="IBM Plex Sans"/>
              </a:rPr>
              <a:t>wa </a:t>
            </a:r>
            <a:r>
              <a:rPr sz="1400" b="0">
                <a:latin typeface="IBM Plex Sans"/>
              </a:rPr>
              <a:t>umma</a:t>
            </a:r>
            <a:endParaRPr sz="1400" b="0">
              <a:latin typeface="IBM Plex Sans"/>
              <a:ea typeface="IBM Plex Sans"/>
              <a:cs typeface="IBM Plex Sans"/>
            </a:endParaRPr>
          </a:p>
        </p:txBody>
      </p:sp>
      <p:sp>
        <p:nvSpPr>
          <p:cNvPr id="564805446" name=""/>
          <p:cNvSpPr txBox="1"/>
          <p:nvPr/>
        </p:nvSpPr>
        <p:spPr bwMode="auto">
          <a:xfrm flipH="0" flipV="0">
            <a:off x="3765199" y="5680215"/>
            <a:ext cx="5043240"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a:latin typeface="IBM Plex Sans"/>
              </a:rPr>
              <a:t>Usimbuaji kwa </a:t>
            </a:r>
            <a:r>
              <a:rPr sz="1600" b="0" lang="fr-FR">
                <a:latin typeface="IBM Plex Sans"/>
              </a:rPr>
              <a:t>kutumia </a:t>
            </a:r>
            <a:r>
              <a:rPr sz="1600" b="0">
                <a:latin typeface="IBM Plex Sans"/>
              </a:rPr>
              <a:t>ufunguo </a:t>
            </a:r>
            <a:r>
              <a:rPr sz="1600" b="0" lang="fr-FR">
                <a:latin typeface="IBM Plex Sans"/>
              </a:rPr>
              <a:t>wa </a:t>
            </a:r>
            <a:r>
              <a:rPr sz="1600" b="0">
                <a:latin typeface="IBM Plex Sans"/>
              </a:rPr>
              <a:t>faragha</a:t>
            </a:r>
            <a:endParaRPr sz="1600" b="0">
              <a:latin typeface="IBM Plex Sans"/>
              <a:ea typeface="IBM Plex Sans"/>
              <a:cs typeface="IBM Plex Sans"/>
            </a:endParaRPr>
          </a:p>
        </p:txBody>
      </p:sp>
      <p:sp>
        <p:nvSpPr>
          <p:cNvPr id="2117423457" name=""/>
          <p:cNvSpPr/>
          <p:nvPr/>
        </p:nvSpPr>
        <p:spPr bwMode="auto">
          <a:xfrm flipH="0" flipV="0">
            <a:off x="2720786" y="1056150"/>
            <a:ext cx="1688108" cy="44610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solidFill>
                <a:schemeClr val="bg1"/>
              </a:solidFill>
            </a:endParaRPr>
          </a:p>
        </p:txBody>
      </p:sp>
      <p:sp>
        <p:nvSpPr>
          <p:cNvPr id="1861164775" name=""/>
          <p:cNvSpPr txBox="1"/>
          <p:nvPr/>
        </p:nvSpPr>
        <p:spPr bwMode="auto">
          <a:xfrm flipH="0" flipV="0">
            <a:off x="1853931" y="1044696"/>
            <a:ext cx="2138452" cy="4575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2400">
                <a:latin typeface="IBM Plex Sans"/>
              </a:rPr>
              <a:t>Bitcoin</a:t>
            </a:r>
            <a:endParaRPr sz="2400">
              <a:latin typeface="IBM Plex Sans"/>
              <a:cs typeface="IBM Plex Sans"/>
            </a:endParaRPr>
          </a:p>
        </p:txBody>
      </p:sp>
      <p:sp>
        <p:nvSpPr>
          <p:cNvPr id="1486006633" name=""/>
          <p:cNvSpPr txBox="1"/>
          <p:nvPr/>
        </p:nvSpPr>
        <p:spPr bwMode="auto">
          <a:xfrm flipH="0" flipV="0">
            <a:off x="2006330" y="4863123"/>
            <a:ext cx="2138812" cy="457560"/>
          </a:xfrm>
          <a:prstGeom prst="rect">
            <a:avLst/>
          </a:prstGeom>
          <a:solidFill>
            <a:schemeClr val="bg1"/>
          </a:solidFill>
        </p:spPr>
        <p:txBody>
          <a:bodyPr vertOverflow="overflow" horzOverflow="overflow" vert="horz" wrap="square" lIns="91440" tIns="45720" rIns="91440" bIns="45720" numCol="1" spcCol="0" rtlCol="0" fromWordArt="0" anchor="t" anchorCtr="0" forceAA="0" upright="0" compatLnSpc="0">
            <a:spAutoFit/>
          </a:bodyPr>
          <a:p>
            <a:pPr algn="r">
              <a:defRPr/>
            </a:pPr>
            <a:r>
              <a:rPr sz="2400">
                <a:latin typeface="IBM Plex Sans"/>
              </a:rPr>
              <a:t>Bitcoin</a:t>
            </a:r>
            <a:endParaRPr sz="24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38095972" name=""/>
          <p:cNvPicPr>
            <a:picLocks noChangeAspect="1"/>
          </p:cNvPicPr>
          <p:nvPr/>
        </p:nvPicPr>
        <p:blipFill>
          <a:blip r:embed="rId3"/>
          <a:stretch/>
        </p:blipFill>
        <p:spPr bwMode="auto">
          <a:xfrm flipH="0" flipV="0">
            <a:off x="2564651" y="15362"/>
            <a:ext cx="7062695" cy="6827270"/>
          </a:xfrm>
          <a:prstGeom prst="rect">
            <a:avLst/>
          </a:prstGeom>
        </p:spPr>
      </p:pic>
      <p:sp>
        <p:nvSpPr>
          <p:cNvPr id="618278120" name=""/>
          <p:cNvSpPr/>
          <p:nvPr/>
        </p:nvSpPr>
        <p:spPr bwMode="auto">
          <a:xfrm flipH="0" flipV="0">
            <a:off x="6940687" y="215079"/>
            <a:ext cx="2186448" cy="43015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577510310" name=""/>
          <p:cNvSpPr/>
          <p:nvPr/>
        </p:nvSpPr>
        <p:spPr bwMode="auto">
          <a:xfrm flipH="0" flipV="0">
            <a:off x="8154516" y="2881839"/>
            <a:ext cx="2444482" cy="50106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124416130" name=""/>
          <p:cNvSpPr/>
          <p:nvPr/>
        </p:nvSpPr>
        <p:spPr bwMode="auto">
          <a:xfrm flipH="0" flipV="0">
            <a:off x="4486317" y="5688146"/>
            <a:ext cx="1786852" cy="100416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163204435" name=""/>
          <p:cNvSpPr/>
          <p:nvPr/>
        </p:nvSpPr>
        <p:spPr bwMode="auto">
          <a:xfrm flipH="0" flipV="0">
            <a:off x="4533302" y="1541392"/>
            <a:ext cx="1786852" cy="100416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017404936" name=""/>
          <p:cNvSpPr/>
          <p:nvPr/>
        </p:nvSpPr>
        <p:spPr bwMode="auto">
          <a:xfrm flipH="0" flipV="0">
            <a:off x="2751531" y="5082559"/>
            <a:ext cx="1614461" cy="40279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74341121" name=""/>
          <p:cNvSpPr/>
          <p:nvPr/>
        </p:nvSpPr>
        <p:spPr bwMode="auto">
          <a:xfrm flipH="0" flipV="0">
            <a:off x="2736169" y="215079"/>
            <a:ext cx="1321209" cy="430161"/>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28966252" name=""/>
          <p:cNvSpPr txBox="1"/>
          <p:nvPr/>
        </p:nvSpPr>
        <p:spPr bwMode="auto">
          <a:xfrm flipH="0" flipV="0">
            <a:off x="1784658" y="215078"/>
            <a:ext cx="310969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000" b="1">
                <a:latin typeface="IBM Plex Sans"/>
              </a:rPr>
              <a:t>Ujumbe</a:t>
            </a:r>
            <a:endParaRPr sz="2000" b="1">
              <a:latin typeface="IBM Plex Sans"/>
              <a:cs typeface="IBM Plex Sans"/>
            </a:endParaRPr>
          </a:p>
        </p:txBody>
      </p:sp>
      <p:sp>
        <p:nvSpPr>
          <p:cNvPr id="1134818737" name=""/>
          <p:cNvSpPr txBox="1"/>
          <p:nvPr/>
        </p:nvSpPr>
        <p:spPr bwMode="auto">
          <a:xfrm flipH="0" flipV="0">
            <a:off x="6893522" y="215078"/>
            <a:ext cx="273490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000" b="1">
                <a:latin typeface="IBM Plex Sans"/>
              </a:rPr>
              <a:t>Sahihi</a:t>
            </a:r>
            <a:endParaRPr sz="2000" b="1">
              <a:latin typeface="IBM Plex Sans"/>
              <a:cs typeface="IBM Plex Sans"/>
            </a:endParaRPr>
          </a:p>
        </p:txBody>
      </p:sp>
      <p:sp>
        <p:nvSpPr>
          <p:cNvPr id="2021760122" name=""/>
          <p:cNvSpPr txBox="1"/>
          <p:nvPr/>
        </p:nvSpPr>
        <p:spPr bwMode="auto">
          <a:xfrm flipH="0" flipV="0">
            <a:off x="8202903" y="2986308"/>
            <a:ext cx="3194065"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0">
                <a:latin typeface="IBM Plex Sans"/>
              </a:rPr>
              <a:t>Inatuma</a:t>
            </a:r>
            <a:endParaRPr sz="2000" b="0">
              <a:latin typeface="IBM Plex Sans"/>
              <a:cs typeface="IBM Plex Sans"/>
            </a:endParaRPr>
          </a:p>
        </p:txBody>
      </p:sp>
      <p:sp>
        <p:nvSpPr>
          <p:cNvPr id="1091897644" name=""/>
          <p:cNvSpPr txBox="1"/>
          <p:nvPr/>
        </p:nvSpPr>
        <p:spPr bwMode="auto">
          <a:xfrm flipH="0" flipV="0">
            <a:off x="2113704" y="5088755"/>
            <a:ext cx="1956099"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2000" b="0">
                <a:latin typeface="IBM Plex Sans"/>
              </a:rPr>
              <a:t>Sawa</a:t>
            </a:r>
            <a:endParaRPr sz="2000" b="0">
              <a:latin typeface="IBM Plex Sans"/>
              <a:cs typeface="IBM Plex Sans"/>
            </a:endParaRPr>
          </a:p>
        </p:txBody>
      </p:sp>
      <p:sp>
        <p:nvSpPr>
          <p:cNvPr id="1632395688" name=""/>
          <p:cNvSpPr txBox="1"/>
          <p:nvPr/>
        </p:nvSpPr>
        <p:spPr bwMode="auto">
          <a:xfrm flipH="0" flipV="0">
            <a:off x="3896720" y="1539360"/>
            <a:ext cx="2662335" cy="579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a:latin typeface="IBM Plex Sans"/>
              </a:rPr>
              <a:t>Inatia sahihi </a:t>
            </a:r>
            <a:r>
              <a:rPr sz="1600" b="0" lang="fr-FR">
                <a:latin typeface="IBM Plex Sans"/>
              </a:rPr>
              <a:t>kwa </a:t>
            </a:r>
            <a:r>
              <a:rPr sz="1600" b="0">
                <a:latin typeface="IBM Plex Sans"/>
              </a:rPr>
              <a:t>ufunguo </a:t>
            </a:r>
            <a:r>
              <a:rPr sz="1600" b="0" lang="fr-FR">
                <a:latin typeface="IBM Plex Sans"/>
              </a:rPr>
              <a:t>wa </a:t>
            </a:r>
            <a:r>
              <a:rPr sz="1600" b="0">
                <a:latin typeface="IBM Plex Sans"/>
              </a:rPr>
              <a:t>faragha</a:t>
            </a:r>
            <a:endParaRPr sz="1600" b="0">
              <a:latin typeface="IBM Plex Sans"/>
              <a:cs typeface="IBM Plex Sans"/>
            </a:endParaRPr>
          </a:p>
          <a:p>
            <a:pPr algn="ctr"/>
          </a:p>
        </p:txBody>
      </p:sp>
      <p:sp>
        <p:nvSpPr>
          <p:cNvPr id="1469490840" name=""/>
          <p:cNvSpPr txBox="1"/>
          <p:nvPr/>
        </p:nvSpPr>
        <p:spPr bwMode="auto">
          <a:xfrm flipH="0" flipV="0">
            <a:off x="3621937" y="5686113"/>
            <a:ext cx="3015771" cy="579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a:latin typeface="IBM Plex Sans"/>
              </a:rPr>
              <a:t>Inathibitisha </a:t>
            </a:r>
            <a:r>
              <a:rPr sz="1600" b="0" lang="fr-FR">
                <a:latin typeface="IBM Plex Sans"/>
              </a:rPr>
              <a:t>kwa </a:t>
            </a:r>
            <a:r>
              <a:rPr sz="1600" b="0">
                <a:latin typeface="IBM Plex Sans"/>
              </a:rPr>
              <a:t>ufunguo </a:t>
            </a:r>
            <a:r>
              <a:rPr sz="1600" b="0" lang="fr-FR">
                <a:latin typeface="IBM Plex Sans"/>
              </a:rPr>
              <a:t>wa </a:t>
            </a:r>
            <a:r>
              <a:rPr sz="1600" b="0">
                <a:latin typeface="IBM Plex Sans"/>
              </a:rPr>
              <a:t>umma</a:t>
            </a:r>
            <a:endParaRPr sz="1600" b="0">
              <a:latin typeface="IBM Plex Sans"/>
              <a:cs typeface="IBM Plex Sans"/>
            </a:endParaRP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50526696" name=""/>
          <p:cNvPicPr>
            <a:picLocks noChangeAspect="1"/>
          </p:cNvPicPr>
          <p:nvPr/>
        </p:nvPicPr>
        <p:blipFill>
          <a:blip r:embed="rId3"/>
          <a:stretch/>
        </p:blipFill>
        <p:spPr bwMode="auto">
          <a:xfrm>
            <a:off x="3238499" y="666749"/>
            <a:ext cx="5715000" cy="5524499"/>
          </a:xfrm>
          <a:prstGeom prst="rect">
            <a:avLst/>
          </a:prstGeom>
        </p:spPr>
      </p:pic>
      <p:pic>
        <p:nvPicPr>
          <p:cNvPr id="1775366303" name=""/>
          <p:cNvPicPr>
            <a:picLocks noChangeAspect="1"/>
          </p:cNvPicPr>
          <p:nvPr/>
        </p:nvPicPr>
        <p:blipFill>
          <a:blip r:embed="rId4"/>
          <a:stretch/>
        </p:blipFill>
        <p:spPr bwMode="auto">
          <a:xfrm>
            <a:off x="3352799" y="0"/>
            <a:ext cx="5486399" cy="68579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279581" name=""/>
          <p:cNvPicPr>
            <a:picLocks noChangeAspect="1"/>
          </p:cNvPicPr>
          <p:nvPr/>
        </p:nvPicPr>
        <p:blipFill>
          <a:blip r:embed="rId3"/>
          <a:stretch/>
        </p:blipFill>
        <p:spPr bwMode="auto">
          <a:xfrm>
            <a:off x="2286000" y="757237"/>
            <a:ext cx="7619999" cy="53435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pic>
        <p:nvPicPr>
          <p:cNvPr id="1969355696" name=""/>
          <p:cNvPicPr>
            <a:picLocks noChangeAspect="1"/>
          </p:cNvPicPr>
          <p:nvPr/>
        </p:nvPicPr>
        <p:blipFill>
          <a:blip r:embed="rId3"/>
          <a:stretch/>
        </p:blipFill>
        <p:spPr bwMode="auto">
          <a:xfrm flipH="0" flipV="0">
            <a:off x="3072283" y="280392"/>
            <a:ext cx="6047431" cy="5745059"/>
          </a:xfrm>
          <a:prstGeom prst="rect">
            <a:avLst/>
          </a:prstGeom>
        </p:spPr>
      </p:pic>
      <p:sp>
        <p:nvSpPr>
          <p:cNvPr id="958143399" name=""/>
          <p:cNvSpPr/>
          <p:nvPr/>
        </p:nvSpPr>
        <p:spPr bwMode="auto">
          <a:xfrm flipH="0" flipV="0">
            <a:off x="5929808" y="864541"/>
            <a:ext cx="1149753" cy="30094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40051190" name=""/>
          <p:cNvSpPr txBox="1"/>
          <p:nvPr/>
        </p:nvSpPr>
        <p:spPr bwMode="auto">
          <a:xfrm flipH="0" flipV="0">
            <a:off x="6796666" y="2878666"/>
            <a:ext cx="682858" cy="36612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endParaRPr>
              <a:latin typeface="IBM Plex Sans"/>
              <a:cs typeface="IBM Plex Sans"/>
            </a:endParaRPr>
          </a:p>
        </p:txBody>
      </p:sp>
      <p:sp>
        <p:nvSpPr>
          <p:cNvPr id="72791010" name=""/>
          <p:cNvSpPr txBox="1"/>
          <p:nvPr/>
        </p:nvSpPr>
        <p:spPr bwMode="auto">
          <a:xfrm flipH="0" flipV="0">
            <a:off x="6183477" y="2710450"/>
            <a:ext cx="1257937" cy="27467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r">
              <a:defRPr/>
            </a:pPr>
            <a:r>
              <a:rPr sz="1200">
                <a:latin typeface="IBM Plex Sans"/>
              </a:rPr>
              <a:t>tuma</a:t>
            </a:r>
            <a:endParaRPr sz="1200">
              <a:latin typeface="IBM Plex Sans"/>
              <a:cs typeface="IBM Plex Sans"/>
            </a:endParaRPr>
          </a:p>
        </p:txBody>
      </p:sp>
      <p:sp>
        <p:nvSpPr>
          <p:cNvPr id="1709900016" name=""/>
          <p:cNvSpPr txBox="1"/>
          <p:nvPr/>
        </p:nvSpPr>
        <p:spPr bwMode="auto">
          <a:xfrm flipH="0" flipV="0">
            <a:off x="5812687" y="877671"/>
            <a:ext cx="1035944" cy="27467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200">
                <a:latin typeface="IBM Plex Sans"/>
              </a:rPr>
              <a:t>tuma</a:t>
            </a:r>
            <a:endParaRPr sz="1200">
              <a:latin typeface="IBM Plex Sans"/>
              <a:cs typeface="IBM Plex Sans"/>
            </a:endParaRPr>
          </a:p>
        </p:txBody>
      </p:sp>
      <p:sp>
        <p:nvSpPr>
          <p:cNvPr id="626557778" name=""/>
          <p:cNvSpPr txBox="1"/>
          <p:nvPr/>
        </p:nvSpPr>
        <p:spPr bwMode="auto">
          <a:xfrm flipH="0" flipV="0">
            <a:off x="8510588" y="2710090"/>
            <a:ext cx="2124381" cy="27467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200">
                <a:latin typeface="IBM Plex Sans"/>
              </a:rPr>
              <a:t>mikopo</a:t>
            </a:r>
            <a:endParaRPr sz="1200">
              <a:latin typeface="IBM Plex Sans"/>
              <a:cs typeface="IBM Plex Sans"/>
            </a:endParaRPr>
          </a:p>
        </p:txBody>
      </p:sp>
      <p:sp>
        <p:nvSpPr>
          <p:cNvPr id="566308975" name=""/>
          <p:cNvSpPr txBox="1"/>
          <p:nvPr/>
        </p:nvSpPr>
        <p:spPr bwMode="auto">
          <a:xfrm flipH="0" flipV="0">
            <a:off x="2629117" y="5192732"/>
            <a:ext cx="2642102" cy="48803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Benki 1</a:t>
            </a:r>
            <a:endParaRPr sz="2600" b="1">
              <a:latin typeface="IBM Plex Sans"/>
              <a:cs typeface="IBM Plex Sans"/>
            </a:endParaRPr>
          </a:p>
        </p:txBody>
      </p:sp>
      <p:sp>
        <p:nvSpPr>
          <p:cNvPr id="466514468" name=""/>
          <p:cNvSpPr txBox="1"/>
          <p:nvPr/>
        </p:nvSpPr>
        <p:spPr bwMode="auto">
          <a:xfrm flipH="0" flipV="0">
            <a:off x="7185916" y="5192732"/>
            <a:ext cx="2326650" cy="48803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Benki 2</a:t>
            </a:r>
            <a:endParaRPr sz="2600" b="1">
              <a:latin typeface="IBM Plex Sans"/>
              <a:cs typeface="IBM Plex Sans"/>
            </a:endParaRPr>
          </a:p>
        </p:txBody>
      </p:sp>
      <p:sp>
        <p:nvSpPr>
          <p:cNvPr id="1355621069" name=""/>
          <p:cNvSpPr/>
          <p:nvPr/>
        </p:nvSpPr>
        <p:spPr bwMode="auto">
          <a:xfrm rot="0" flipH="0" flipV="0">
            <a:off x="5097499" y="5572125"/>
            <a:ext cx="2524124" cy="746124"/>
          </a:xfrm>
          <a:prstGeom prst="rect">
            <a:avLst/>
          </a:prstGeom>
          <a:solidFill>
            <a:schemeClr val="bg1"/>
          </a:solidFill>
          <a:ln w="12699" cap="flat" cmpd="sng" algn="ctr">
            <a:solidFill>
              <a:schemeClr val="bg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40523157" name=""/>
          <p:cNvSpPr txBox="1"/>
          <p:nvPr/>
        </p:nvSpPr>
        <p:spPr bwMode="auto">
          <a:xfrm flipH="0" flipV="0">
            <a:off x="4651612" y="5680770"/>
            <a:ext cx="3216127" cy="945239"/>
          </a:xfrm>
          <a:prstGeom prst="rect">
            <a:avLst/>
          </a:prstGeom>
          <a:solidFill>
            <a:schemeClr val="bg1"/>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400">
                <a:latin typeface="IBM Plex Sans"/>
              </a:rPr>
              <a:t>rekodi ya </a:t>
            </a:r>
            <a:r>
              <a:rPr sz="1400">
                <a:latin typeface="IBM Plex Sans"/>
              </a:rPr>
              <a:t>noti zilizotumika</a:t>
            </a:r>
            <a:endParaRPr sz="1400">
              <a:latin typeface="IBM Plex Sans"/>
              <a:ea typeface="IBM Plex Sans"/>
              <a:cs typeface="IBM Plex Sans"/>
            </a:endParaRPr>
          </a:p>
          <a:p>
            <a:pPr algn="ct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05315131" name=""/>
          <p:cNvPicPr>
            <a:picLocks noChangeAspect="1"/>
          </p:cNvPicPr>
          <p:nvPr/>
        </p:nvPicPr>
        <p:blipFill>
          <a:blip r:embed="rId3"/>
          <a:stretch/>
        </p:blipFill>
        <p:spPr bwMode="auto">
          <a:xfrm flipH="0" flipV="0">
            <a:off x="3694739" y="970372"/>
            <a:ext cx="4802518" cy="491725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19884987" name=""/>
          <p:cNvPicPr>
            <a:picLocks noChangeAspect="1"/>
          </p:cNvPicPr>
          <p:nvPr/>
        </p:nvPicPr>
        <p:blipFill>
          <a:blip r:embed="rId3"/>
          <a:stretch/>
        </p:blipFill>
        <p:spPr bwMode="auto">
          <a:xfrm>
            <a:off x="1571625" y="581024"/>
            <a:ext cx="9048749" cy="56959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9415751" name=""/>
          <p:cNvPicPr>
            <a:picLocks noChangeAspect="1"/>
          </p:cNvPicPr>
          <p:nvPr/>
        </p:nvPicPr>
        <p:blipFill>
          <a:blip r:embed="rId3"/>
          <a:stretch/>
        </p:blipFill>
        <p:spPr bwMode="auto">
          <a:xfrm flipH="0" flipV="0">
            <a:off x="704845" y="733421"/>
            <a:ext cx="10782307" cy="539115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42637588" name=""/>
          <p:cNvPicPr>
            <a:picLocks noChangeAspect="1"/>
          </p:cNvPicPr>
          <p:nvPr/>
        </p:nvPicPr>
        <p:blipFill>
          <a:blip r:embed="rId3"/>
          <a:stretch/>
        </p:blipFill>
        <p:spPr bwMode="auto">
          <a:xfrm flipH="0" flipV="0">
            <a:off x="1334474" y="33756"/>
            <a:ext cx="9523045" cy="679048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81991235" name=""/>
          <p:cNvPicPr>
            <a:picLocks noChangeAspect="1"/>
          </p:cNvPicPr>
          <p:nvPr/>
        </p:nvPicPr>
        <p:blipFill>
          <a:blip r:embed="rId3"/>
          <a:stretch/>
        </p:blipFill>
        <p:spPr bwMode="auto">
          <a:xfrm flipH="0" flipV="0">
            <a:off x="2880246" y="2390769"/>
            <a:ext cx="6431504" cy="207645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34118267" name=""/>
          <p:cNvPicPr>
            <a:picLocks noChangeAspect="1"/>
          </p:cNvPicPr>
          <p:nvPr/>
        </p:nvPicPr>
        <p:blipFill>
          <a:blip r:embed="rId3"/>
          <a:stretch/>
        </p:blipFill>
        <p:spPr bwMode="auto">
          <a:xfrm flipH="0" flipV="0">
            <a:off x="2241416" y="620661"/>
            <a:ext cx="7709163" cy="561667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49992560" name=""/>
          <p:cNvPicPr>
            <a:picLocks noChangeAspect="1"/>
          </p:cNvPicPr>
          <p:nvPr/>
        </p:nvPicPr>
        <p:blipFill>
          <a:blip r:embed="rId3"/>
          <a:srcRect l="0" t="0" r="0" b="16973"/>
          <a:stretch/>
        </p:blipFill>
        <p:spPr bwMode="auto">
          <a:xfrm flipH="0" flipV="0">
            <a:off x="1563274" y="159770"/>
            <a:ext cx="9065446" cy="5428633"/>
          </a:xfrm>
          <a:prstGeom prst="rect">
            <a:avLst/>
          </a:prstGeom>
        </p:spPr>
      </p:pic>
      <p:sp>
        <p:nvSpPr>
          <p:cNvPr id="1056831080" name=""/>
          <p:cNvSpPr/>
          <p:nvPr/>
        </p:nvSpPr>
        <p:spPr bwMode="auto">
          <a:xfrm flipH="0" flipV="0">
            <a:off x="2991824" y="5600699"/>
            <a:ext cx="523874" cy="3619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61749794" name=""/>
          <p:cNvSpPr/>
          <p:nvPr/>
        </p:nvSpPr>
        <p:spPr bwMode="auto">
          <a:xfrm flipH="0" flipV="0">
            <a:off x="5698727" y="5600699"/>
            <a:ext cx="523874" cy="3619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370698139" name=""/>
          <p:cNvSpPr/>
          <p:nvPr/>
        </p:nvSpPr>
        <p:spPr bwMode="auto">
          <a:xfrm flipH="0" flipV="0">
            <a:off x="8424329" y="5600699"/>
            <a:ext cx="523874" cy="3619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97094744" name=""/>
          <p:cNvSpPr/>
          <p:nvPr/>
        </p:nvSpPr>
        <p:spPr bwMode="auto">
          <a:xfrm flipH="0" flipV="0">
            <a:off x="2962949" y="5357154"/>
            <a:ext cx="762300" cy="28539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sz="2200">
              <a:latin typeface="IBM Plex Sans"/>
              <a:cs typeface="IBM Plex Sans"/>
            </a:endParaRPr>
          </a:p>
        </p:txBody>
      </p:sp>
      <p:sp>
        <p:nvSpPr>
          <p:cNvPr id="153823412" name=""/>
          <p:cNvSpPr/>
          <p:nvPr/>
        </p:nvSpPr>
        <p:spPr bwMode="auto">
          <a:xfrm flipH="0" flipV="0">
            <a:off x="3677625" y="4867453"/>
            <a:ext cx="647698" cy="22860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sz="2200">
              <a:latin typeface="IBM Plex Sans"/>
              <a:cs typeface="IBM Plex Sans"/>
            </a:endParaRPr>
          </a:p>
        </p:txBody>
      </p:sp>
      <p:sp>
        <p:nvSpPr>
          <p:cNvPr id="2108527031" name=""/>
          <p:cNvSpPr txBox="1"/>
          <p:nvPr/>
        </p:nvSpPr>
        <p:spPr bwMode="auto">
          <a:xfrm flipH="0" flipV="0">
            <a:off x="7346907" y="5801943"/>
            <a:ext cx="4083833"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a:latin typeface="IBM Plex Sans"/>
              </a:rPr>
              <a:t>Mitandao iliyosambazwa.</a:t>
            </a:r>
            <a:endParaRPr sz="2200">
              <a:latin typeface="IBM Plex Sans"/>
              <a:cs typeface="IBM Plex Sans"/>
            </a:endParaRPr>
          </a:p>
        </p:txBody>
      </p:sp>
      <p:sp>
        <p:nvSpPr>
          <p:cNvPr id="794602628" name=""/>
          <p:cNvSpPr txBox="1"/>
          <p:nvPr/>
        </p:nvSpPr>
        <p:spPr bwMode="auto">
          <a:xfrm flipH="0" flipV="0">
            <a:off x="2925666" y="5337383"/>
            <a:ext cx="1448440"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latin typeface="IBM Plex Sans"/>
              </a:rPr>
              <a:t>Kituo</a:t>
            </a:r>
            <a:endParaRPr sz="1400">
              <a:latin typeface="IBM Plex Sans"/>
              <a:cs typeface="IBM Plex Sans"/>
            </a:endParaRPr>
          </a:p>
        </p:txBody>
      </p:sp>
      <p:sp>
        <p:nvSpPr>
          <p:cNvPr id="1833248220" name=""/>
          <p:cNvSpPr txBox="1"/>
          <p:nvPr/>
        </p:nvSpPr>
        <p:spPr bwMode="auto">
          <a:xfrm flipH="0" flipV="0">
            <a:off x="3677625" y="4829175"/>
            <a:ext cx="1183282"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latin typeface="IBM Plex Sans"/>
              </a:rPr>
              <a:t>Kiungo</a:t>
            </a:r>
            <a:endParaRPr sz="1400">
              <a:latin typeface="IBM Plex Sans"/>
              <a:ea typeface="IBM Plex Sans"/>
              <a:cs typeface="IBM Plex Sans"/>
            </a:endParaRPr>
          </a:p>
        </p:txBody>
      </p:sp>
      <p:sp>
        <p:nvSpPr>
          <p:cNvPr id="1083863093" name=""/>
          <p:cNvSpPr/>
          <p:nvPr/>
        </p:nvSpPr>
        <p:spPr bwMode="auto">
          <a:xfrm flipH="0" flipV="0">
            <a:off x="3458550" y="4867453"/>
            <a:ext cx="266699" cy="152579"/>
          </a:xfrm>
          <a:prstGeom prst="leftArrow">
            <a:avLst>
              <a:gd name="adj1" fmla="val 50000"/>
              <a:gd name="adj2" fmla="val 83333"/>
            </a:avLst>
          </a:prstGeom>
          <a:solidFill>
            <a:schemeClr val="tx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980293751" name=""/>
          <p:cNvSpPr/>
          <p:nvPr/>
        </p:nvSpPr>
        <p:spPr bwMode="auto">
          <a:xfrm rot="2286170" flipH="0" flipV="0">
            <a:off x="2724120" y="5303120"/>
            <a:ext cx="266698" cy="152579"/>
          </a:xfrm>
          <a:prstGeom prst="leftArrow">
            <a:avLst>
              <a:gd name="adj1" fmla="val 50000"/>
              <a:gd name="adj2" fmla="val 83333"/>
            </a:avLst>
          </a:prstGeom>
          <a:solidFill>
            <a:schemeClr val="tx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827644842" name=""/>
          <p:cNvSpPr txBox="1"/>
          <p:nvPr/>
        </p:nvSpPr>
        <p:spPr bwMode="auto">
          <a:xfrm rot="0" flipH="0" flipV="0">
            <a:off x="1533582" y="5801943"/>
            <a:ext cx="2763487"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lang="fr-FR">
                <a:latin typeface="IBM Plex Sans"/>
              </a:rPr>
              <a:t>Uwekaji kati</a:t>
            </a:r>
            <a:endParaRPr sz="2200">
              <a:latin typeface="IBM Plex Sans"/>
              <a:cs typeface="IBM Plex Sans"/>
            </a:endParaRPr>
          </a:p>
        </p:txBody>
      </p:sp>
      <p:sp>
        <p:nvSpPr>
          <p:cNvPr id="414344841" name=""/>
          <p:cNvSpPr txBox="1"/>
          <p:nvPr/>
        </p:nvSpPr>
        <p:spPr bwMode="auto">
          <a:xfrm rot="0" flipH="0" flipV="0">
            <a:off x="4494953" y="5801943"/>
            <a:ext cx="2851953"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lang="fr-FR">
                <a:latin typeface="IBM Plex Sans"/>
              </a:rPr>
              <a:t>Iliyogatuliwa</a:t>
            </a:r>
            <a:endParaRPr sz="22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96692171" name=""/>
          <p:cNvPicPr>
            <a:picLocks noChangeAspect="1"/>
          </p:cNvPicPr>
          <p:nvPr/>
        </p:nvPicPr>
        <p:blipFill>
          <a:blip r:embed="rId3"/>
          <a:stretch/>
        </p:blipFill>
        <p:spPr bwMode="auto">
          <a:xfrm flipH="0" flipV="0">
            <a:off x="772880" y="323847"/>
            <a:ext cx="10646236" cy="6210302"/>
          </a:xfrm>
          <a:prstGeom prst="rect">
            <a:avLst/>
          </a:prstGeom>
        </p:spPr>
      </p:pic>
      <p:sp>
        <p:nvSpPr>
          <p:cNvPr id="1604701722" name=""/>
          <p:cNvSpPr/>
          <p:nvPr/>
        </p:nvSpPr>
        <p:spPr bwMode="auto">
          <a:xfrm flipH="0" flipV="0">
            <a:off x="1651400" y="495479"/>
            <a:ext cx="2266949"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585018793" name=""/>
          <p:cNvSpPr/>
          <p:nvPr/>
        </p:nvSpPr>
        <p:spPr bwMode="auto">
          <a:xfrm flipH="0" flipV="0">
            <a:off x="4562474" y="495479"/>
            <a:ext cx="1714500"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078221400" name=""/>
          <p:cNvSpPr/>
          <p:nvPr/>
        </p:nvSpPr>
        <p:spPr bwMode="auto">
          <a:xfrm flipH="0" flipV="0">
            <a:off x="2784875" y="5857514"/>
            <a:ext cx="1714500"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217931922" name=""/>
          <p:cNvSpPr/>
          <p:nvPr/>
        </p:nvSpPr>
        <p:spPr bwMode="auto">
          <a:xfrm flipH="0" flipV="0">
            <a:off x="7886698" y="5857514"/>
            <a:ext cx="1714500"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2047620786" name=""/>
          <p:cNvSpPr txBox="1"/>
          <p:nvPr/>
        </p:nvSpPr>
        <p:spPr bwMode="auto">
          <a:xfrm flipH="0" flipV="0">
            <a:off x="1651399" y="571500"/>
            <a:ext cx="1586266" cy="36612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800">
                <a:latin typeface="IBM Plex Sans"/>
              </a:rPr>
              <a:t>Jenerali Mwaminifu</a:t>
            </a:r>
            <a:endParaRPr sz="1800">
              <a:latin typeface="IBM Plex Sans"/>
              <a:cs typeface="IBM Plex Sans"/>
            </a:endParaRPr>
          </a:p>
        </p:txBody>
      </p:sp>
      <p:sp>
        <p:nvSpPr>
          <p:cNvPr id="1951448218" name=""/>
          <p:cNvSpPr txBox="1"/>
          <p:nvPr/>
        </p:nvSpPr>
        <p:spPr bwMode="auto">
          <a:xfrm flipH="0" flipV="0">
            <a:off x="4562473" y="571500"/>
            <a:ext cx="2021121" cy="3661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800">
                <a:solidFill>
                  <a:srgbClr val="8A8A8A"/>
                </a:solidFill>
                <a:latin typeface="IBM Plex Sans"/>
              </a:rPr>
              <a:t>Msaliti</a:t>
            </a:r>
            <a:endParaRPr sz="1800">
              <a:solidFill>
                <a:srgbClr val="8A8A8A"/>
              </a:solidFill>
              <a:latin typeface="IBM Plex Sans"/>
              <a:cs typeface="IBM Plex Sans"/>
            </a:endParaRPr>
          </a:p>
        </p:txBody>
      </p:sp>
      <p:sp>
        <p:nvSpPr>
          <p:cNvPr id="1415045215" name=""/>
          <p:cNvSpPr txBox="1"/>
          <p:nvPr/>
        </p:nvSpPr>
        <p:spPr bwMode="auto">
          <a:xfrm flipH="0" flipV="0">
            <a:off x="2131022" y="5857513"/>
            <a:ext cx="3378125" cy="4880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Ushindi</a:t>
            </a:r>
            <a:endParaRPr sz="2600" b="1">
              <a:latin typeface="IBM Plex Sans"/>
              <a:cs typeface="IBM Plex Sans"/>
            </a:endParaRPr>
          </a:p>
        </p:txBody>
      </p:sp>
      <p:sp>
        <p:nvSpPr>
          <p:cNvPr id="1155593188" name=""/>
          <p:cNvSpPr txBox="1"/>
          <p:nvPr/>
        </p:nvSpPr>
        <p:spPr bwMode="auto">
          <a:xfrm flipH="0" flipV="0">
            <a:off x="6780954" y="5857513"/>
            <a:ext cx="3785102" cy="4880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Ushindi</a:t>
            </a:r>
            <a:endParaRPr sz="2600" b="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8684526" name=""/>
          <p:cNvPicPr>
            <a:picLocks noChangeAspect="1"/>
          </p:cNvPicPr>
          <p:nvPr/>
        </p:nvPicPr>
        <p:blipFill>
          <a:blip r:embed="rId3"/>
          <a:stretch/>
        </p:blipFill>
        <p:spPr bwMode="auto">
          <a:xfrm>
            <a:off x="1338262" y="538162"/>
            <a:ext cx="9515475" cy="5781674"/>
          </a:xfrm>
          <a:prstGeom prst="rect">
            <a:avLst/>
          </a:prstGeom>
        </p:spPr>
      </p:pic>
      <p:sp>
        <p:nvSpPr>
          <p:cNvPr id="1435555748" name=""/>
          <p:cNvSpPr/>
          <p:nvPr/>
        </p:nvSpPr>
        <p:spPr bwMode="auto">
          <a:xfrm flipH="0" flipV="0">
            <a:off x="7200124" y="1254124"/>
            <a:ext cx="3017836" cy="317498"/>
          </a:xfrm>
          <a:prstGeom prst="rect">
            <a:avLst/>
          </a:prstGeom>
          <a:solidFill>
            <a:srgbClr val="FDE9D4"/>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855654714" name=""/>
          <p:cNvSpPr/>
          <p:nvPr/>
        </p:nvSpPr>
        <p:spPr bwMode="auto">
          <a:xfrm flipH="0" flipV="0">
            <a:off x="4048937" y="436562"/>
            <a:ext cx="4476749" cy="57150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39019711" name=""/>
          <p:cNvSpPr/>
          <p:nvPr/>
        </p:nvSpPr>
        <p:spPr bwMode="auto">
          <a:xfrm flipH="0" flipV="0">
            <a:off x="1620062" y="2016124"/>
            <a:ext cx="571500" cy="515937"/>
          </a:xfrm>
          <a:prstGeom prst="rect">
            <a:avLst/>
          </a:prstGeom>
          <a:solidFill>
            <a:srgbClr val="FEFF98"/>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362170388" name=""/>
          <p:cNvSpPr/>
          <p:nvPr/>
        </p:nvSpPr>
        <p:spPr bwMode="auto">
          <a:xfrm flipH="0" flipV="0">
            <a:off x="1486711" y="5200650"/>
            <a:ext cx="571500" cy="515936"/>
          </a:xfrm>
          <a:prstGeom prst="rect">
            <a:avLst/>
          </a:prstGeom>
          <a:solidFill>
            <a:srgbClr val="FEFF98"/>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21166664" name=""/>
          <p:cNvSpPr/>
          <p:nvPr/>
        </p:nvSpPr>
        <p:spPr bwMode="auto">
          <a:xfrm flipH="0" flipV="0">
            <a:off x="2366187" y="1738312"/>
            <a:ext cx="1627187" cy="2222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37375027" name=""/>
          <p:cNvSpPr/>
          <p:nvPr/>
        </p:nvSpPr>
        <p:spPr bwMode="auto">
          <a:xfrm flipH="0" flipV="0">
            <a:off x="4255312" y="3833812"/>
            <a:ext cx="1817687" cy="8096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99712142" name=""/>
          <p:cNvSpPr/>
          <p:nvPr/>
        </p:nvSpPr>
        <p:spPr bwMode="auto">
          <a:xfrm flipH="0" flipV="0">
            <a:off x="9406749" y="3040062"/>
            <a:ext cx="1904999" cy="896937"/>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45983159" name=""/>
          <p:cNvSpPr/>
          <p:nvPr/>
        </p:nvSpPr>
        <p:spPr bwMode="auto">
          <a:xfrm flipH="0" flipV="0">
            <a:off x="6446062" y="3603624"/>
            <a:ext cx="1690687" cy="4921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997111734" name=""/>
          <p:cNvSpPr/>
          <p:nvPr/>
        </p:nvSpPr>
        <p:spPr bwMode="auto">
          <a:xfrm flipH="0" flipV="0">
            <a:off x="2866249" y="6095999"/>
            <a:ext cx="1674812" cy="373062"/>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32067337" name=""/>
          <p:cNvSpPr txBox="1"/>
          <p:nvPr/>
        </p:nvSpPr>
        <p:spPr bwMode="auto">
          <a:xfrm flipH="0" flipV="0">
            <a:off x="2366185" y="436560"/>
            <a:ext cx="7427207" cy="5185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800" b="1">
                <a:solidFill>
                  <a:srgbClr val="850009"/>
                </a:solidFill>
                <a:latin typeface="IBM Plex Sans"/>
              </a:rPr>
              <a:t>Uwekaji nyakati unaoaminika</a:t>
            </a:r>
            <a:endParaRPr sz="2800" b="1">
              <a:solidFill>
                <a:srgbClr val="850009"/>
              </a:solidFill>
              <a:latin typeface="IBM Plex Sans"/>
              <a:cs typeface="IBM Plex Sans"/>
            </a:endParaRPr>
          </a:p>
        </p:txBody>
      </p:sp>
      <p:sp>
        <p:nvSpPr>
          <p:cNvPr id="666728493" name=""/>
          <p:cNvSpPr txBox="1"/>
          <p:nvPr/>
        </p:nvSpPr>
        <p:spPr bwMode="auto">
          <a:xfrm flipH="0" flipV="0">
            <a:off x="2267924" y="1640939"/>
            <a:ext cx="1726168" cy="2441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000">
                <a:latin typeface="IBM Plex Sans"/>
              </a:rPr>
              <a:t>Kuhesabu heshi</a:t>
            </a:r>
            <a:endParaRPr sz="1000">
              <a:latin typeface="IBM Plex Sans"/>
              <a:cs typeface="IBM Plex Sans"/>
            </a:endParaRPr>
          </a:p>
        </p:txBody>
      </p:sp>
      <p:sp>
        <p:nvSpPr>
          <p:cNvPr id="386261133" name=""/>
          <p:cNvSpPr txBox="1"/>
          <p:nvPr/>
        </p:nvSpPr>
        <p:spPr bwMode="auto">
          <a:xfrm flipH="0" flipV="0">
            <a:off x="4998760" y="1701120"/>
            <a:ext cx="2052513" cy="25943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Tuma hash kwa TSA</a:t>
            </a:r>
            <a:endParaRPr sz="1100">
              <a:latin typeface="IBM Plex Sans"/>
              <a:cs typeface="IBM Plex Sans"/>
            </a:endParaRPr>
          </a:p>
        </p:txBody>
      </p:sp>
      <p:sp>
        <p:nvSpPr>
          <p:cNvPr id="1826628945" name=""/>
          <p:cNvSpPr txBox="1"/>
          <p:nvPr/>
        </p:nvSpPr>
        <p:spPr bwMode="auto">
          <a:xfrm flipH="0" flipV="0">
            <a:off x="1486710" y="1254123"/>
            <a:ext cx="2973763" cy="305159"/>
          </a:xfrm>
          <a:prstGeom prst="rect">
            <a:avLst/>
          </a:prstGeom>
          <a:solidFill>
            <a:srgbClr val="FFCE9C"/>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400">
                <a:latin typeface="IBM Plex Sans"/>
              </a:rPr>
              <a:t>Ndani ya kampuni</a:t>
            </a:r>
            <a:endParaRPr sz="1400">
              <a:latin typeface="IBM Plex Sans"/>
              <a:cs typeface="IBM Plex Sans"/>
            </a:endParaRPr>
          </a:p>
        </p:txBody>
      </p:sp>
      <p:sp>
        <p:nvSpPr>
          <p:cNvPr id="1513745464" name=""/>
          <p:cNvSpPr txBox="1"/>
          <p:nvPr/>
        </p:nvSpPr>
        <p:spPr bwMode="auto">
          <a:xfrm flipH="0" flipV="0">
            <a:off x="1486710" y="2179838"/>
            <a:ext cx="706650" cy="39659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000">
                <a:latin typeface="IBM Plex Sans"/>
              </a:rPr>
              <a:t>Data</a:t>
            </a:r>
            <a:endParaRPr sz="1000">
              <a:latin typeface="IBM Plex Sans"/>
              <a:ea typeface="IBM Plex Sans"/>
              <a:cs typeface="IBM Plex Sans"/>
            </a:endParaRPr>
          </a:p>
          <a:p>
            <a:pPr/>
          </a:p>
        </p:txBody>
      </p:sp>
      <p:sp>
        <p:nvSpPr>
          <p:cNvPr id="11887285" name=""/>
          <p:cNvSpPr txBox="1"/>
          <p:nvPr/>
        </p:nvSpPr>
        <p:spPr bwMode="auto">
          <a:xfrm flipH="0" flipV="0">
            <a:off x="1411649" y="5311773"/>
            <a:ext cx="644081" cy="39659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000">
                <a:latin typeface="IBM Plex Sans"/>
              </a:rPr>
              <a:t>Data</a:t>
            </a:r>
            <a:endParaRPr sz="1000">
              <a:latin typeface="IBM Plex Sans"/>
              <a:ea typeface="IBM Plex Sans"/>
              <a:cs typeface="IBM Plex Sans"/>
            </a:endParaRPr>
          </a:p>
          <a:p>
            <a:pPr algn="ctr"/>
          </a:p>
        </p:txBody>
      </p:sp>
      <p:sp>
        <p:nvSpPr>
          <p:cNvPr id="1458164772" name=""/>
          <p:cNvSpPr txBox="1"/>
          <p:nvPr/>
        </p:nvSpPr>
        <p:spPr bwMode="auto">
          <a:xfrm flipH="0" flipV="0">
            <a:off x="1486710" y="6129950"/>
            <a:ext cx="4211293"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a:latin typeface="IBM Plex Sans"/>
              </a:rPr>
              <a:t>Hifadhi pamoja</a:t>
            </a:r>
            <a:endParaRPr sz="1400">
              <a:latin typeface="IBM Plex Sans"/>
              <a:cs typeface="IBM Plex Sans"/>
            </a:endParaRPr>
          </a:p>
        </p:txBody>
      </p:sp>
      <p:sp>
        <p:nvSpPr>
          <p:cNvPr id="413664644" name=""/>
          <p:cNvSpPr txBox="1"/>
          <p:nvPr/>
        </p:nvSpPr>
        <p:spPr bwMode="auto">
          <a:xfrm flipH="0" flipV="0">
            <a:off x="3756939" y="4095747"/>
            <a:ext cx="2268077" cy="5947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Muhuri wa muda uliotiwa </a:t>
            </a:r>
            <a:r>
              <a:rPr sz="1100">
                <a:latin typeface="IBM Plex Sans"/>
              </a:rPr>
              <a:t>sahihi na heshi </a:t>
            </a:r>
            <a:r>
              <a:rPr sz="1100">
                <a:latin typeface="IBM Plex Sans"/>
              </a:rPr>
              <a:t>hurejeshwa kwa mwombaji</a:t>
            </a:r>
            <a:endParaRPr sz="1100">
              <a:latin typeface="IBM Plex Sans"/>
              <a:cs typeface="IBM Plex Sans"/>
            </a:endParaRPr>
          </a:p>
        </p:txBody>
      </p:sp>
      <p:sp>
        <p:nvSpPr>
          <p:cNvPr id="1988364204" name=""/>
          <p:cNvSpPr txBox="1"/>
          <p:nvPr/>
        </p:nvSpPr>
        <p:spPr bwMode="auto">
          <a:xfrm flipH="0" flipV="0">
            <a:off x="8468534" y="2027259"/>
            <a:ext cx="1968051" cy="30515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400">
                <a:latin typeface="IBM Plex Sans"/>
              </a:rPr>
              <a:t>Muhuri wa saa</a:t>
            </a:r>
            <a:endParaRPr sz="1400">
              <a:latin typeface="IBM Plex Sans"/>
              <a:cs typeface="IBM Plex Sans"/>
            </a:endParaRPr>
          </a:p>
        </p:txBody>
      </p:sp>
      <p:sp>
        <p:nvSpPr>
          <p:cNvPr id="1417755538" name=""/>
          <p:cNvSpPr txBox="1"/>
          <p:nvPr/>
        </p:nvSpPr>
        <p:spPr bwMode="auto">
          <a:xfrm flipH="0" flipV="0">
            <a:off x="7051275" y="1254123"/>
            <a:ext cx="3384592" cy="274679"/>
          </a:xfrm>
          <a:prstGeom prst="rect">
            <a:avLst/>
          </a:prstGeom>
          <a:solidFill>
            <a:srgbClr val="FFCE9C"/>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200">
                <a:latin typeface="IBM Plex Sans"/>
              </a:rPr>
              <a:t>Mamlaka ya Kuweka alama za nyakati (TSA)</a:t>
            </a:r>
            <a:endParaRPr sz="1200">
              <a:latin typeface="IBM Plex Sans"/>
              <a:cs typeface="IBM Plex Sans"/>
            </a:endParaRPr>
          </a:p>
        </p:txBody>
      </p:sp>
      <p:sp>
        <p:nvSpPr>
          <p:cNvPr id="686659638" name=""/>
          <p:cNvSpPr txBox="1"/>
          <p:nvPr/>
        </p:nvSpPr>
        <p:spPr bwMode="auto">
          <a:xfrm flipH="0" flipV="0">
            <a:off x="7051272" y="2568211"/>
            <a:ext cx="2171596" cy="259439"/>
          </a:xfrm>
          <a:prstGeom prst="rect">
            <a:avLst/>
          </a:prstGeom>
          <a:solidFill>
            <a:schemeClr val="bg1"/>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Kuhesabu heshi</a:t>
            </a:r>
            <a:endParaRPr sz="1100">
              <a:latin typeface="IBM Plex Sans"/>
              <a:cs typeface="IBM Plex Sans"/>
            </a:endParaRPr>
          </a:p>
        </p:txBody>
      </p:sp>
      <p:sp>
        <p:nvSpPr>
          <p:cNvPr id="1042183151" name=""/>
          <p:cNvSpPr txBox="1"/>
          <p:nvPr/>
        </p:nvSpPr>
        <p:spPr bwMode="auto">
          <a:xfrm flipH="0" flipV="0">
            <a:off x="9406748" y="3131637"/>
            <a:ext cx="2334618" cy="7623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Hii ni </a:t>
            </a:r>
            <a:r>
              <a:rPr sz="1100" lang="fr-FR">
                <a:latin typeface="IBM Plex Sans"/>
              </a:rPr>
              <a:t>sahihi ya </a:t>
            </a:r>
            <a:r>
              <a:rPr sz="1100">
                <a:latin typeface="IBM Plex Sans"/>
              </a:rPr>
              <a:t>dijitali ya </a:t>
            </a:r>
            <a:r>
              <a:rPr sz="1100" lang="fr-FR">
                <a:latin typeface="IBM Plex Sans"/>
              </a:rPr>
              <a:t>heshi iliyoambatanishwa </a:t>
            </a:r>
            <a:r>
              <a:rPr sz="1100">
                <a:latin typeface="IBM Plex Sans"/>
              </a:rPr>
              <a:t>na muhuri </a:t>
            </a:r>
            <a:r>
              <a:rPr sz="1100" lang="fr-FR">
                <a:latin typeface="IBM Plex Sans"/>
              </a:rPr>
              <a:t>wa </a:t>
            </a:r>
            <a:r>
              <a:rPr sz="1100">
                <a:latin typeface="IBM Plex Sans"/>
              </a:rPr>
              <a:t>muda</a:t>
            </a:r>
            <a:endParaRPr sz="1100">
              <a:latin typeface="IBM Plex Sans"/>
              <a:cs typeface="IBM Plex Sans"/>
            </a:endParaRPr>
          </a:p>
          <a:p>
            <a:pPr algn="ctr"/>
          </a:p>
        </p:txBody>
      </p:sp>
      <p:sp>
        <p:nvSpPr>
          <p:cNvPr id="1856247728" name=""/>
          <p:cNvSpPr txBox="1"/>
          <p:nvPr/>
        </p:nvSpPr>
        <p:spPr bwMode="auto">
          <a:xfrm flipH="0" flipV="0">
            <a:off x="6446061" y="3699144"/>
            <a:ext cx="1616558" cy="39659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r">
              <a:defRPr/>
            </a:pPr>
            <a:r>
              <a:rPr sz="1000">
                <a:latin typeface="IBM Plex Sans"/>
              </a:rPr>
              <a:t>Tumia ufunguo wa </a:t>
            </a:r>
            <a:r>
              <a:rPr sz="1000">
                <a:latin typeface="IBM Plex Sans"/>
              </a:rPr>
              <a:t>faragha wa TSA</a:t>
            </a:r>
            <a:endParaRPr sz="1000">
              <a:latin typeface="IBM Plex Sans"/>
              <a:cs typeface="IBM Plex Sans"/>
            </a:endParaRPr>
          </a:p>
        </p:txBody>
      </p:sp>
      <p:sp>
        <p:nvSpPr>
          <p:cNvPr id="1631696941" name=""/>
          <p:cNvSpPr txBox="1"/>
          <p:nvPr/>
        </p:nvSpPr>
        <p:spPr bwMode="auto">
          <a:xfrm flipH="0" flipV="0">
            <a:off x="9743962" y="4516295"/>
            <a:ext cx="1996686" cy="30515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400">
                <a:latin typeface="IBM Plex Sans"/>
              </a:rPr>
              <a:t>Muhuri wa saa</a:t>
            </a:r>
            <a:endParaRPr sz="1400">
              <a:latin typeface="IBM Plex Sans"/>
              <a:cs typeface="IBM Plex Sans"/>
            </a:endParaRPr>
          </a:p>
        </p:txBody>
      </p:sp>
      <p:sp>
        <p:nvSpPr>
          <p:cNvPr id="2133654291" name=""/>
          <p:cNvSpPr txBox="1"/>
          <p:nvPr/>
        </p:nvSpPr>
        <p:spPr bwMode="auto">
          <a:xfrm flipH="0" flipV="0">
            <a:off x="4814896" y="5306036"/>
            <a:ext cx="2069344" cy="30515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400">
                <a:latin typeface="IBM Plex Sans"/>
              </a:rPr>
              <a:t>Muhuri wa saa</a:t>
            </a:r>
            <a:endParaRPr sz="14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65012937" name=""/>
          <p:cNvPicPr>
            <a:picLocks noChangeAspect="1"/>
          </p:cNvPicPr>
          <p:nvPr/>
        </p:nvPicPr>
        <p:blipFill>
          <a:blip r:embed="rId3"/>
          <a:stretch/>
        </p:blipFill>
        <p:spPr bwMode="auto">
          <a:xfrm flipH="0" flipV="0">
            <a:off x="4361473" y="1099778"/>
            <a:ext cx="3469050" cy="465844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39477945" name=""/>
          <p:cNvPicPr>
            <a:picLocks noChangeAspect="1"/>
          </p:cNvPicPr>
          <p:nvPr/>
        </p:nvPicPr>
        <p:blipFill>
          <a:blip r:embed="rId3"/>
          <a:stretch/>
        </p:blipFill>
        <p:spPr bwMode="auto">
          <a:xfrm flipH="0" flipV="0">
            <a:off x="1142998" y="2438399"/>
            <a:ext cx="9905999" cy="1981199"/>
          </a:xfrm>
          <a:prstGeom prst="rect">
            <a:avLst/>
          </a:prstGeom>
        </p:spPr>
      </p:pic>
      <p:sp>
        <p:nvSpPr>
          <p:cNvPr id="659609761" name=""/>
          <p:cNvSpPr/>
          <p:nvPr/>
        </p:nvSpPr>
        <p:spPr bwMode="auto">
          <a:xfrm flipH="0" flipV="0">
            <a:off x="1437994" y="2703967"/>
            <a:ext cx="2628900" cy="8096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904420992" name=""/>
          <p:cNvSpPr txBox="1"/>
          <p:nvPr/>
        </p:nvSpPr>
        <p:spPr bwMode="auto">
          <a:xfrm flipH="0" flipV="0">
            <a:off x="1458298" y="2788560"/>
            <a:ext cx="5401395"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3600" b="1">
                <a:latin typeface="IBM Plex Sans"/>
              </a:rPr>
              <a:t>Marejeleo</a:t>
            </a:r>
            <a:endParaRPr sz="10000" b="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46580494" name=""/>
          <p:cNvPicPr>
            <a:picLocks noChangeAspect="1"/>
          </p:cNvPicPr>
          <p:nvPr/>
        </p:nvPicPr>
        <p:blipFill>
          <a:blip r:embed="rId3"/>
          <a:stretch/>
        </p:blipFill>
        <p:spPr bwMode="auto">
          <a:xfrm flipH="0" flipV="0">
            <a:off x="1656823" y="1009648"/>
            <a:ext cx="8878350" cy="48387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40777128" name=""/>
          <p:cNvPicPr>
            <a:picLocks noChangeAspect="1"/>
          </p:cNvPicPr>
          <p:nvPr/>
        </p:nvPicPr>
        <p:blipFill>
          <a:blip r:embed="rId3"/>
          <a:stretch/>
        </p:blipFill>
        <p:spPr bwMode="auto">
          <a:xfrm flipH="0" flipV="0">
            <a:off x="2096474" y="282956"/>
            <a:ext cx="7999047" cy="629208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9265030" name=""/>
          <p:cNvPicPr>
            <a:picLocks noChangeAspect="1"/>
          </p:cNvPicPr>
          <p:nvPr/>
        </p:nvPicPr>
        <p:blipFill>
          <a:blip r:embed="rId3"/>
          <a:stretch/>
        </p:blipFill>
        <p:spPr bwMode="auto">
          <a:xfrm flipH="0" flipV="0">
            <a:off x="3418497" y="751498"/>
            <a:ext cx="5355001" cy="535500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03422597" name=""/>
          <p:cNvPicPr>
            <a:picLocks noChangeAspect="1"/>
          </p:cNvPicPr>
          <p:nvPr/>
        </p:nvPicPr>
        <p:blipFill>
          <a:blip r:embed="rId3"/>
          <a:stretch/>
        </p:blipFill>
        <p:spPr bwMode="auto">
          <a:xfrm flipH="0" flipV="0">
            <a:off x="4237647" y="956958"/>
            <a:ext cx="3716701" cy="494407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52813179" name=""/>
          <p:cNvPicPr>
            <a:picLocks noChangeAspect="1"/>
          </p:cNvPicPr>
          <p:nvPr/>
        </p:nvPicPr>
        <p:blipFill>
          <a:blip r:embed="rId3"/>
          <a:stretch/>
        </p:blipFill>
        <p:spPr bwMode="auto">
          <a:xfrm flipH="0" flipV="0">
            <a:off x="1696424" y="90192"/>
            <a:ext cx="8782049" cy="666463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24021545" name=""/>
          <p:cNvPicPr>
            <a:picLocks noChangeAspect="1"/>
          </p:cNvPicPr>
          <p:nvPr/>
        </p:nvPicPr>
        <p:blipFill>
          <a:blip r:embed="rId3"/>
          <a:stretch/>
        </p:blipFill>
        <p:spPr bwMode="auto">
          <a:xfrm flipH="0" flipV="0">
            <a:off x="3656621" y="989621"/>
            <a:ext cx="4878752" cy="487875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20464501" name=""/>
          <p:cNvPicPr>
            <a:picLocks noChangeAspect="1"/>
          </p:cNvPicPr>
          <p:nvPr/>
        </p:nvPicPr>
        <p:blipFill>
          <a:blip r:embed="rId3"/>
          <a:stretch/>
        </p:blipFill>
        <p:spPr bwMode="auto">
          <a:xfrm flipH="0" flipV="0">
            <a:off x="3581399" y="914399"/>
            <a:ext cx="5029196" cy="50291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37248353" name=""/>
          <p:cNvPicPr>
            <a:picLocks noChangeAspect="1"/>
          </p:cNvPicPr>
          <p:nvPr/>
        </p:nvPicPr>
        <p:blipFill>
          <a:blip r:embed="rId3"/>
          <a:stretch/>
        </p:blipFill>
        <p:spPr bwMode="auto">
          <a:xfrm>
            <a:off x="3443906" y="0"/>
            <a:ext cx="5304184" cy="68579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93169742" name=""/>
          <p:cNvPicPr>
            <a:picLocks noChangeAspect="1"/>
          </p:cNvPicPr>
          <p:nvPr/>
        </p:nvPicPr>
        <p:blipFill>
          <a:blip r:embed="rId3"/>
          <a:stretch/>
        </p:blipFill>
        <p:spPr bwMode="auto">
          <a:xfrm flipH="0" flipV="0">
            <a:off x="2411049" y="619124"/>
            <a:ext cx="7369898" cy="56197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95377865" name=""/>
          <p:cNvPicPr>
            <a:picLocks noChangeAspect="1"/>
          </p:cNvPicPr>
          <p:nvPr/>
        </p:nvPicPr>
        <p:blipFill>
          <a:blip r:embed="rId3"/>
          <a:stretch/>
        </p:blipFill>
        <p:spPr bwMode="auto">
          <a:xfrm flipH="0" flipV="0">
            <a:off x="1069060" y="609600"/>
            <a:ext cx="9925305" cy="5200646"/>
          </a:xfrm>
          <a:prstGeom prst="rect">
            <a:avLst/>
          </a:prstGeom>
          <a:ln w="6349">
            <a:solidFill>
              <a:schemeClr val="accent1">
                <a:lumMod val="50196"/>
              </a:schemeClr>
            </a:solidFill>
            <a:prstDash val="solid"/>
          </a:ln>
        </p:spPr>
      </p:pic>
      <p:sp>
        <p:nvSpPr>
          <p:cNvPr id="812837255" name=""/>
          <p:cNvSpPr txBox="1"/>
          <p:nvPr/>
        </p:nvSpPr>
        <p:spPr bwMode="auto">
          <a:xfrm rot="0" flipH="0" flipV="0">
            <a:off x="2755485" y="5941694"/>
            <a:ext cx="7268309"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b="0" i="1">
                <a:latin typeface="IBM Plex Sans"/>
              </a:rPr>
              <a:t>Ukurasa wa Satoshi Nakamoto - </a:t>
            </a:r>
            <a:r>
              <a:rPr sz="1400" b="0" i="1" lang="fr-FR">
                <a:latin typeface="IBM Plex Sans"/>
              </a:rPr>
              <a:t>Sijawahi kupokea zawadi yoyote</a:t>
            </a:r>
            <a:endParaRPr sz="2800" b="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90356153" name=""/>
          <p:cNvPicPr>
            <a:picLocks noChangeAspect="1"/>
          </p:cNvPicPr>
          <p:nvPr/>
        </p:nvPicPr>
        <p:blipFill>
          <a:blip r:embed="rId3"/>
          <a:stretch/>
        </p:blipFill>
        <p:spPr bwMode="auto">
          <a:xfrm flipH="0" flipV="0">
            <a:off x="3980473" y="1313473"/>
            <a:ext cx="4231050" cy="42310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06743524" name=""/>
          <p:cNvPicPr>
            <a:picLocks noChangeAspect="1"/>
          </p:cNvPicPr>
          <p:nvPr/>
        </p:nvPicPr>
        <p:blipFill>
          <a:blip r:embed="rId3"/>
          <a:stretch/>
        </p:blipFill>
        <p:spPr bwMode="auto">
          <a:xfrm flipH="0" flipV="0">
            <a:off x="2570771" y="786831"/>
            <a:ext cx="7050451" cy="528433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31644631" name=""/>
          <p:cNvPicPr>
            <a:picLocks noChangeAspect="1"/>
          </p:cNvPicPr>
          <p:nvPr/>
        </p:nvPicPr>
        <p:blipFill>
          <a:blip r:embed="rId3"/>
          <a:stretch/>
        </p:blipFill>
        <p:spPr bwMode="auto">
          <a:xfrm flipH="0" flipV="0">
            <a:off x="1441575" y="1009649"/>
            <a:ext cx="9308848" cy="4838697"/>
          </a:xfrm>
          <a:prstGeom prst="rect">
            <a:avLst/>
          </a:prstGeom>
        </p:spPr>
      </p:pic>
      <p:sp>
        <p:nvSpPr>
          <p:cNvPr id="342911670" name=""/>
          <p:cNvSpPr txBox="1"/>
          <p:nvPr/>
        </p:nvSpPr>
        <p:spPr bwMode="auto">
          <a:xfrm flipH="0" flipV="0">
            <a:off x="1933203" y="5985901"/>
            <a:ext cx="7863998"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b="1">
                <a:latin typeface="IBM Plex Sans"/>
              </a:rPr>
              <a:t>Jukwaa la Bitcoin</a:t>
            </a:r>
            <a:endParaRPr sz="1400" b="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59069393" name=""/>
          <p:cNvPicPr>
            <a:picLocks noChangeAspect="1"/>
          </p:cNvPicPr>
          <p:nvPr/>
        </p:nvPicPr>
        <p:blipFill>
          <a:blip r:embed="rId3"/>
          <a:stretch/>
        </p:blipFill>
        <p:spPr bwMode="auto">
          <a:xfrm flipH="0" flipV="0">
            <a:off x="3066071" y="399071"/>
            <a:ext cx="6059853" cy="605985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132540410" name=""/>
          <p:cNvPicPr>
            <a:picLocks noChangeAspect="1"/>
          </p:cNvPicPr>
          <p:nvPr/>
        </p:nvPicPr>
        <p:blipFill>
          <a:blip r:embed="rId3"/>
          <a:stretch/>
        </p:blipFill>
        <p:spPr bwMode="auto">
          <a:xfrm flipH="0" flipV="0">
            <a:off x="4247172" y="302892"/>
            <a:ext cx="3697651" cy="625221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17286389" name=""/>
          <p:cNvPicPr>
            <a:picLocks noChangeAspect="1"/>
          </p:cNvPicPr>
          <p:nvPr/>
        </p:nvPicPr>
        <p:blipFill>
          <a:blip r:embed="rId3"/>
          <a:stretch/>
        </p:blipFill>
        <p:spPr bwMode="auto">
          <a:xfrm flipH="0" flipV="0">
            <a:off x="3928577" y="1277935"/>
            <a:ext cx="4334842" cy="430212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457864823" name=""/>
          <p:cNvPicPr>
            <a:picLocks noChangeAspect="1"/>
          </p:cNvPicPr>
          <p:nvPr/>
        </p:nvPicPr>
        <p:blipFill>
          <a:blip r:embed="rId3"/>
          <a:stretch/>
        </p:blipFill>
        <p:spPr bwMode="auto">
          <a:xfrm flipH="0" flipV="0">
            <a:off x="245088" y="457199"/>
            <a:ext cx="11701821" cy="594359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92298888" name=""/>
          <p:cNvPicPr>
            <a:picLocks noChangeAspect="1"/>
          </p:cNvPicPr>
          <p:nvPr/>
        </p:nvPicPr>
        <p:blipFill>
          <a:blip r:embed="rId3"/>
          <a:stretch/>
        </p:blipFill>
        <p:spPr bwMode="auto">
          <a:xfrm flipH="0" flipV="0">
            <a:off x="3854301" y="2631219"/>
            <a:ext cx="4483395" cy="159556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68273817" name=""/>
          <p:cNvPicPr>
            <a:picLocks noChangeAspect="1"/>
          </p:cNvPicPr>
          <p:nvPr/>
        </p:nvPicPr>
        <p:blipFill>
          <a:blip r:embed="rId3"/>
          <a:stretch/>
        </p:blipFill>
        <p:spPr bwMode="auto">
          <a:xfrm flipH="0" flipV="0">
            <a:off x="4380521" y="445294"/>
            <a:ext cx="3430952" cy="596740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12559532" name=""/>
          <p:cNvPicPr>
            <a:picLocks noChangeAspect="1"/>
          </p:cNvPicPr>
          <p:nvPr/>
        </p:nvPicPr>
        <p:blipFill>
          <a:blip r:embed="rId3"/>
          <a:stretch/>
        </p:blipFill>
        <p:spPr bwMode="auto">
          <a:xfrm flipH="0" flipV="0">
            <a:off x="3075598" y="471305"/>
            <a:ext cx="6040800" cy="591538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97214529" name=""/>
          <p:cNvPicPr>
            <a:picLocks noChangeAspect="1"/>
          </p:cNvPicPr>
          <p:nvPr/>
        </p:nvPicPr>
        <p:blipFill>
          <a:blip r:embed="rId3"/>
          <a:stretch/>
        </p:blipFill>
        <p:spPr bwMode="auto">
          <a:xfrm flipH="0" flipV="0">
            <a:off x="103797" y="1431598"/>
            <a:ext cx="11984401" cy="3994799"/>
          </a:xfrm>
          <a:prstGeom prst="rect">
            <a:avLst/>
          </a:prstGeom>
        </p:spPr>
      </p:pic>
      <p:sp>
        <p:nvSpPr>
          <p:cNvPr id="136547751" name=""/>
          <p:cNvSpPr/>
          <p:nvPr/>
        </p:nvSpPr>
        <p:spPr bwMode="auto">
          <a:xfrm flipH="0" flipV="0">
            <a:off x="3420449" y="1381124"/>
            <a:ext cx="6781799" cy="409574"/>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80372163" name=""/>
          <p:cNvSpPr txBox="1"/>
          <p:nvPr/>
        </p:nvSpPr>
        <p:spPr bwMode="auto">
          <a:xfrm flipH="0" flipV="0">
            <a:off x="572474" y="1155371"/>
            <a:ext cx="11183069"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a:latin typeface="IBM Plex Sans"/>
              </a:rPr>
              <a:t>Vitalu vya Patoshi na Mihuri ya Muda Zilizogeuzwa (Nambari ya Zuia/Nonce ya Ziada)</a:t>
            </a:r>
            <a:endParaRPr sz="18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38849796" name=""/>
          <p:cNvPicPr>
            <a:picLocks noChangeAspect="1"/>
          </p:cNvPicPr>
          <p:nvPr/>
        </p:nvPicPr>
        <p:blipFill>
          <a:blip r:embed="rId3"/>
          <a:stretch/>
        </p:blipFill>
        <p:spPr bwMode="auto">
          <a:xfrm flipH="0" flipV="0">
            <a:off x="761999" y="228600"/>
            <a:ext cx="10667998" cy="6400800"/>
          </a:xfrm>
          <a:prstGeom prst="rect">
            <a:avLst/>
          </a:prstGeom>
        </p:spPr>
      </p:pic>
      <p:sp>
        <p:nvSpPr>
          <p:cNvPr id="1446829500" name=""/>
          <p:cNvSpPr/>
          <p:nvPr/>
        </p:nvSpPr>
        <p:spPr bwMode="auto">
          <a:xfrm flipH="0" flipV="0">
            <a:off x="3963375" y="419099"/>
            <a:ext cx="6353174" cy="2762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299163990" name=""/>
          <p:cNvSpPr/>
          <p:nvPr/>
        </p:nvSpPr>
        <p:spPr bwMode="auto">
          <a:xfrm flipH="0" flipV="0">
            <a:off x="848699" y="1847849"/>
            <a:ext cx="276224" cy="2543175"/>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2067220978" name=""/>
          <p:cNvSpPr txBox="1"/>
          <p:nvPr/>
        </p:nvSpPr>
        <p:spPr bwMode="auto">
          <a:xfrm flipH="0" flipV="0">
            <a:off x="1439249" y="228599"/>
            <a:ext cx="10582993"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a:latin typeface="IBM Plex Sans"/>
              </a:rPr>
              <a:t>Kadirio la asilimia ya Satoshi ya mtandao</a:t>
            </a:r>
            <a:endParaRPr sz="1600">
              <a:latin typeface="IBM Plex Sans"/>
              <a:cs typeface="IBM Plex Sans"/>
            </a:endParaRPr>
          </a:p>
        </p:txBody>
      </p:sp>
      <p:sp>
        <p:nvSpPr>
          <p:cNvPr id="36166462" name=""/>
          <p:cNvSpPr txBox="1"/>
          <p:nvPr/>
        </p:nvSpPr>
        <p:spPr bwMode="auto">
          <a:xfrm rot="16199969" flipH="0" flipV="0">
            <a:off x="-21773" y="2867636"/>
            <a:ext cx="1988233" cy="3051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400">
                <a:latin typeface="IBM Plex Sans"/>
              </a:rPr>
              <a:t>Asilimia ya mtandao</a:t>
            </a:r>
            <a:endParaRPr sz="14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48874058" name=""/>
          <p:cNvPicPr>
            <a:picLocks noChangeAspect="1"/>
          </p:cNvPicPr>
          <p:nvPr/>
        </p:nvPicPr>
        <p:blipFill>
          <a:blip r:embed="rId3"/>
          <a:stretch/>
        </p:blipFill>
        <p:spPr bwMode="auto">
          <a:xfrm flipH="0" flipV="0">
            <a:off x="665771" y="170863"/>
            <a:ext cx="10860453" cy="6516272"/>
          </a:xfrm>
          <a:prstGeom prst="rect">
            <a:avLst/>
          </a:prstGeom>
        </p:spPr>
      </p:pic>
      <p:sp>
        <p:nvSpPr>
          <p:cNvPr id="1513896667" name=""/>
          <p:cNvSpPr/>
          <p:nvPr/>
        </p:nvSpPr>
        <p:spPr bwMode="auto">
          <a:xfrm flipH="0" flipV="0">
            <a:off x="745567" y="2441863"/>
            <a:ext cx="329045" cy="1203613"/>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90721780" name=""/>
          <p:cNvSpPr/>
          <p:nvPr/>
        </p:nvSpPr>
        <p:spPr bwMode="auto">
          <a:xfrm flipH="0" flipV="0">
            <a:off x="4877775" y="333374"/>
            <a:ext cx="4610099" cy="3047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46389776" name=""/>
          <p:cNvSpPr/>
          <p:nvPr/>
        </p:nvSpPr>
        <p:spPr bwMode="auto">
          <a:xfrm flipH="0" flipV="0">
            <a:off x="4925399" y="6095999"/>
            <a:ext cx="1571625" cy="4381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54449911" name=""/>
          <p:cNvSpPr/>
          <p:nvPr/>
        </p:nvSpPr>
        <p:spPr bwMode="auto">
          <a:xfrm flipH="0" flipV="0">
            <a:off x="6811349" y="6095999"/>
            <a:ext cx="1571625" cy="43814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270840435" name=""/>
          <p:cNvSpPr txBox="1"/>
          <p:nvPr/>
        </p:nvSpPr>
        <p:spPr bwMode="auto">
          <a:xfrm flipH="0" flipV="0">
            <a:off x="1639274" y="170862"/>
            <a:ext cx="9582868" cy="3661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800">
                <a:latin typeface="IBM Plex Sans"/>
              </a:rPr>
              <a:t>Kadirio la hashrate </a:t>
            </a:r>
            <a:r>
              <a:rPr sz="1800">
                <a:latin typeface="IBM Plex Sans"/>
              </a:rPr>
              <a:t>ya Satoshi</a:t>
            </a:r>
            <a:endParaRPr sz="2000">
              <a:latin typeface="IBM Plex Sans"/>
              <a:cs typeface="IBM Plex Sans"/>
            </a:endParaRPr>
          </a:p>
        </p:txBody>
      </p:sp>
      <p:sp>
        <p:nvSpPr>
          <p:cNvPr id="992520675" name=""/>
          <p:cNvSpPr txBox="1"/>
          <p:nvPr/>
        </p:nvSpPr>
        <p:spPr bwMode="auto">
          <a:xfrm rot="16199969" flipH="0" flipV="0">
            <a:off x="433819" y="2876295"/>
            <a:ext cx="912028" cy="3051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400">
                <a:latin typeface="IBM Plex Sans"/>
              </a:rPr>
              <a:t>Hashrate</a:t>
            </a:r>
            <a:endParaRPr sz="1400">
              <a:latin typeface="IBM Plex Sans"/>
              <a:cs typeface="IBM Plex Sans"/>
            </a:endParaRPr>
          </a:p>
        </p:txBody>
      </p:sp>
      <p:sp>
        <p:nvSpPr>
          <p:cNvPr id="410757163" name=""/>
          <p:cNvSpPr txBox="1"/>
          <p:nvPr/>
        </p:nvSpPr>
        <p:spPr bwMode="auto">
          <a:xfrm flipH="0" flipV="0">
            <a:off x="4925398" y="6095998"/>
            <a:ext cx="1351535" cy="2289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900">
                <a:latin typeface="IBM Plex Sans"/>
              </a:rPr>
              <a:t>Kiwango cha wastani cha kila siku</a:t>
            </a:r>
            <a:endParaRPr sz="900">
              <a:latin typeface="IBM Plex Sans"/>
              <a:cs typeface="IBM Plex Sans"/>
            </a:endParaRPr>
          </a:p>
        </p:txBody>
      </p:sp>
      <p:sp>
        <p:nvSpPr>
          <p:cNvPr id="641046973" name=""/>
          <p:cNvSpPr txBox="1"/>
          <p:nvPr/>
        </p:nvSpPr>
        <p:spPr bwMode="auto">
          <a:xfrm flipH="0" flipV="0">
            <a:off x="6932529" y="6095997"/>
            <a:ext cx="2127800" cy="2289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900">
                <a:latin typeface="IBM Plex Sans"/>
              </a:rPr>
              <a:t>Muundo wa mstari wa hashrate</a:t>
            </a:r>
            <a:endParaRPr sz="9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40727786" name=""/>
          <p:cNvPicPr>
            <a:picLocks noChangeAspect="1"/>
          </p:cNvPicPr>
          <p:nvPr/>
        </p:nvPicPr>
        <p:blipFill>
          <a:blip r:embed="rId3"/>
          <a:stretch/>
        </p:blipFill>
        <p:spPr bwMode="auto">
          <a:xfrm flipH="0" flipV="0">
            <a:off x="2999396" y="804024"/>
            <a:ext cx="6193201" cy="52499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79218067" name=""/>
          <p:cNvPicPr>
            <a:picLocks noChangeAspect="1"/>
          </p:cNvPicPr>
          <p:nvPr/>
        </p:nvPicPr>
        <p:blipFill>
          <a:blip r:embed="rId3"/>
          <a:stretch/>
        </p:blipFill>
        <p:spPr bwMode="auto">
          <a:xfrm flipH="0" flipV="0">
            <a:off x="1839299" y="591199"/>
            <a:ext cx="8513397" cy="567559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60765851" name=""/>
          <p:cNvPicPr>
            <a:picLocks noChangeAspect="1"/>
          </p:cNvPicPr>
          <p:nvPr/>
        </p:nvPicPr>
        <p:blipFill>
          <a:blip r:embed="rId3"/>
          <a:stretch/>
        </p:blipFill>
        <p:spPr bwMode="auto">
          <a:xfrm flipH="0" flipV="0">
            <a:off x="3820499" y="388166"/>
            <a:ext cx="4550995" cy="608166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85999250" name=""/>
          <p:cNvPicPr>
            <a:picLocks noChangeAspect="1"/>
          </p:cNvPicPr>
          <p:nvPr/>
        </p:nvPicPr>
        <p:blipFill>
          <a:blip r:embed="rId3"/>
          <a:stretch/>
        </p:blipFill>
        <p:spPr bwMode="auto">
          <a:xfrm flipH="0" flipV="0">
            <a:off x="2603550" y="2314574"/>
            <a:ext cx="6984897" cy="22288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06998247" name=""/>
          <p:cNvPicPr>
            <a:picLocks noChangeAspect="1"/>
          </p:cNvPicPr>
          <p:nvPr/>
        </p:nvPicPr>
        <p:blipFill>
          <a:blip r:embed="rId3"/>
          <a:stretch/>
        </p:blipFill>
        <p:spPr bwMode="auto">
          <a:xfrm flipH="0" flipV="0">
            <a:off x="3066072" y="971013"/>
            <a:ext cx="6059851" cy="491596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61344134" name=""/>
          <p:cNvPicPr>
            <a:picLocks noChangeAspect="1"/>
          </p:cNvPicPr>
          <p:nvPr/>
        </p:nvPicPr>
        <p:blipFill>
          <a:blip r:embed="rId3"/>
          <a:stretch/>
        </p:blipFill>
        <p:spPr bwMode="auto">
          <a:xfrm flipH="0" flipV="0">
            <a:off x="398251" y="1543043"/>
            <a:ext cx="11395487" cy="377190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81097339" name=""/>
          <p:cNvPicPr>
            <a:picLocks noChangeAspect="1"/>
          </p:cNvPicPr>
          <p:nvPr/>
        </p:nvPicPr>
        <p:blipFill>
          <a:blip r:embed="rId3"/>
          <a:stretch/>
        </p:blipFill>
        <p:spPr bwMode="auto">
          <a:xfrm flipH="0" flipV="0">
            <a:off x="2730498" y="904874"/>
            <a:ext cx="6730999" cy="50482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49710203" name=""/>
          <p:cNvPicPr>
            <a:picLocks noChangeAspect="1"/>
          </p:cNvPicPr>
          <p:nvPr/>
        </p:nvPicPr>
        <p:blipFill>
          <a:blip r:embed="rId3"/>
          <a:stretch/>
        </p:blipFill>
        <p:spPr bwMode="auto">
          <a:xfrm flipH="0" flipV="0">
            <a:off x="685608" y="1971674"/>
            <a:ext cx="10820781" cy="29146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33984400" name=""/>
          <p:cNvPicPr>
            <a:picLocks noChangeAspect="1"/>
          </p:cNvPicPr>
          <p:nvPr/>
        </p:nvPicPr>
        <p:blipFill>
          <a:blip r:embed="rId3"/>
          <a:stretch/>
        </p:blipFill>
        <p:spPr bwMode="auto">
          <a:xfrm flipH="0" flipV="0">
            <a:off x="473441" y="1504949"/>
            <a:ext cx="11245114" cy="384809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6548448" name=""/>
          <p:cNvPicPr>
            <a:picLocks noChangeAspect="1"/>
          </p:cNvPicPr>
          <p:nvPr/>
        </p:nvPicPr>
        <p:blipFill>
          <a:blip r:embed="rId3"/>
          <a:stretch/>
        </p:blipFill>
        <p:spPr bwMode="auto">
          <a:xfrm flipH="0" flipV="0">
            <a:off x="13129" y="38099"/>
            <a:ext cx="12165738" cy="6781798"/>
          </a:xfrm>
          <a:prstGeom prst="rect">
            <a:avLst/>
          </a:prstGeom>
        </p:spPr>
      </p:pic>
      <p:sp>
        <p:nvSpPr>
          <p:cNvPr id="323316966" name=""/>
          <p:cNvSpPr/>
          <p:nvPr/>
        </p:nvSpPr>
        <p:spPr bwMode="auto">
          <a:xfrm flipH="0" flipV="0">
            <a:off x="20024" y="2952749"/>
            <a:ext cx="209549" cy="15620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88304490" name=""/>
          <p:cNvSpPr/>
          <p:nvPr/>
        </p:nvSpPr>
        <p:spPr bwMode="auto">
          <a:xfrm flipH="0" flipV="0">
            <a:off x="6039824" y="6610349"/>
            <a:ext cx="1514474" cy="1904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037384418" name=""/>
          <p:cNvSpPr txBox="1"/>
          <p:nvPr/>
        </p:nvSpPr>
        <p:spPr bwMode="auto">
          <a:xfrm rot="16199969" flipH="0" flipV="0">
            <a:off x="-275045" y="3247818"/>
            <a:ext cx="834339" cy="2441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000" b="0" i="1">
                <a:solidFill>
                  <a:schemeClr val="tx1"/>
                </a:solidFill>
                <a:latin typeface="IBM Plex Sans"/>
              </a:rPr>
              <a:t>ExtraNonce</a:t>
            </a:r>
            <a:endParaRPr sz="1000" b="0" i="1">
              <a:solidFill>
                <a:schemeClr val="tx1"/>
              </a:solidFill>
              <a:latin typeface="IBM Plex Sans"/>
              <a:cs typeface="IBM Plex Sans"/>
            </a:endParaRPr>
          </a:p>
        </p:txBody>
      </p:sp>
      <p:sp>
        <p:nvSpPr>
          <p:cNvPr id="1453161468" name=""/>
          <p:cNvSpPr txBox="1"/>
          <p:nvPr/>
        </p:nvSpPr>
        <p:spPr bwMode="auto">
          <a:xfrm flipH="0" flipV="0">
            <a:off x="6039822" y="6583498"/>
            <a:ext cx="445977" cy="2441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000" b="0" i="1">
                <a:solidFill>
                  <a:schemeClr val="tx1"/>
                </a:solidFill>
                <a:latin typeface="IBM Plex Sans"/>
              </a:rPr>
              <a:t>Tarehe</a:t>
            </a:r>
            <a:endParaRPr sz="1000" b="0" i="1">
              <a:solidFill>
                <a:schemeClr val="tx1"/>
              </a:solidFill>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83008502" name=""/>
          <p:cNvPicPr>
            <a:picLocks noChangeAspect="1"/>
          </p:cNvPicPr>
          <p:nvPr/>
        </p:nvPicPr>
        <p:blipFill>
          <a:blip r:embed="rId3"/>
          <a:stretch/>
        </p:blipFill>
        <p:spPr bwMode="auto">
          <a:xfrm flipH="0" flipV="0">
            <a:off x="3376657" y="866774"/>
            <a:ext cx="5438683" cy="51244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06602942" name=""/>
          <p:cNvPicPr>
            <a:picLocks noChangeAspect="1"/>
          </p:cNvPicPr>
          <p:nvPr/>
        </p:nvPicPr>
        <p:blipFill>
          <a:blip r:embed="rId3"/>
          <a:stretch/>
        </p:blipFill>
        <p:spPr bwMode="auto">
          <a:xfrm flipH="0" flipV="0">
            <a:off x="2415321" y="2457449"/>
            <a:ext cx="7361353" cy="19430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93715016" name=""/>
          <p:cNvPicPr>
            <a:picLocks noChangeAspect="1"/>
          </p:cNvPicPr>
          <p:nvPr/>
        </p:nvPicPr>
        <p:blipFill>
          <a:blip r:embed="rId3"/>
          <a:stretch/>
        </p:blipFill>
        <p:spPr bwMode="auto">
          <a:xfrm flipH="0" flipV="0">
            <a:off x="647379" y="1543048"/>
            <a:ext cx="10897241" cy="2571747"/>
          </a:xfrm>
          <a:prstGeom prst="rect">
            <a:avLst/>
          </a:prstGeom>
          <a:ln w="6349">
            <a:solidFill>
              <a:schemeClr val="accent1">
                <a:lumMod val="50196"/>
              </a:schemeClr>
            </a:solidFill>
            <a:prstDash val="solid"/>
          </a:ln>
        </p:spPr>
      </p:pic>
      <p:sp>
        <p:nvSpPr>
          <p:cNvPr id="641417221" name=""/>
          <p:cNvSpPr txBox="1"/>
          <p:nvPr/>
        </p:nvSpPr>
        <p:spPr bwMode="auto">
          <a:xfrm rot="0" flipH="0" flipV="0">
            <a:off x="782023" y="4581703"/>
            <a:ext cx="2861100" cy="579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1" i="0" u="none" lang="en-US">
                <a:solidFill>
                  <a:srgbClr val="2D2593"/>
                </a:solidFill>
                <a:latin typeface="IBM Plex Sans"/>
              </a:rPr>
              <a:t>"Kifungu: Je! unajua </a:t>
            </a:r>
            <a:r>
              <a:rPr sz="1600" b="0" i="0" u="none" lang="en-US">
                <a:solidFill>
                  <a:schemeClr val="tx1"/>
                </a:solidFill>
                <a:latin typeface="IBM Plex Sans"/>
              </a:rPr>
              <a:t>kuhusu bitcoins?"</a:t>
            </a:r>
            <a:endParaRPr sz="1600" b="0">
              <a:solidFill>
                <a:schemeClr val="tx1"/>
              </a:solidFill>
              <a:latin typeface="IBM Plex Sans"/>
              <a:cs typeface="IBM Plex Sans"/>
            </a:endParaRPr>
          </a:p>
        </p:txBody>
      </p:sp>
      <p:sp>
        <p:nvSpPr>
          <p:cNvPr id="1755272410" name=""/>
          <p:cNvSpPr txBox="1"/>
          <p:nvPr/>
        </p:nvSpPr>
        <p:spPr bwMode="auto">
          <a:xfrm rot="0" flipH="0" flipV="0">
            <a:off x="3640603" y="4515029"/>
            <a:ext cx="7907255" cy="9452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200" b="0" i="0" u="none" lang="en-US">
                <a:solidFill>
                  <a:schemeClr val="tx1"/>
                </a:solidFill>
                <a:latin typeface="IBM Plex Sans"/>
              </a:rPr>
              <a:t>Bitcoin ni sarafu ya kielektroniki iliyoundwa mnamo 2009 na mtu anayeitwa Satoshi Nakamoto. Sarafu hii inatofautiana na sarafu nyinginezo za kielektroniki kutokana na hali yake ya kugatuliwa kikamilifu kati ya programu rika-kwa-rika na matumizi yake ya werevu ya dhana za msingi za kriptografia. Inategemea programu iliyoandikwa katika C++ na kuchapishwa chini ya leseni ya chanzo-wazi cha MIT.</a:t>
            </a:r>
            <a:endParaRPr sz="1000" b="0" i="0" u="none" strike="noStrike" cap="none" spc="0">
              <a:solidFill>
                <a:schemeClr val="tx1"/>
              </a:solidFill>
              <a:latin typeface="IBM Plex Sans"/>
              <a:cs typeface="IBM Plex Sans"/>
            </a:endParaRPr>
          </a:p>
          <a:p>
            <a:pPr algn="l"/>
          </a:p>
          <a:p>
            <a:pPr algn="l"/>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7314482" name=""/>
          <p:cNvPicPr>
            <a:picLocks noChangeAspect="1"/>
          </p:cNvPicPr>
          <p:nvPr/>
        </p:nvPicPr>
        <p:blipFill>
          <a:blip r:embed="rId3"/>
          <a:stretch/>
        </p:blipFill>
        <p:spPr bwMode="auto">
          <a:xfrm flipH="0" flipV="0">
            <a:off x="2694596" y="1174051"/>
            <a:ext cx="6802802" cy="450989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83458884" name=""/>
          <p:cNvPicPr>
            <a:picLocks noChangeAspect="1"/>
          </p:cNvPicPr>
          <p:nvPr/>
        </p:nvPicPr>
        <p:blipFill>
          <a:blip r:embed="rId3"/>
          <a:stretch/>
        </p:blipFill>
        <p:spPr bwMode="auto">
          <a:xfrm flipH="0" flipV="0">
            <a:off x="385159" y="1162049"/>
            <a:ext cx="11421678" cy="4533898"/>
          </a:xfrm>
          <a:prstGeom prst="rect">
            <a:avLst/>
          </a:prstGeom>
        </p:spPr>
      </p:pic>
      <p:sp>
        <p:nvSpPr>
          <p:cNvPr id="564352030" name=""/>
          <p:cNvSpPr txBox="1"/>
          <p:nvPr/>
        </p:nvSpPr>
        <p:spPr bwMode="auto">
          <a:xfrm rot="0" flipH="0" flipV="0">
            <a:off x="2896574" y="5886449"/>
            <a:ext cx="6974099"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i="1" u="none" lang="en-US">
                <a:solidFill>
                  <a:schemeClr val="tx1"/>
                </a:solidFill>
                <a:latin typeface="IBM Plex Sans"/>
              </a:rPr>
              <a:t>Bitcoin kupanda kwa mashine.</a:t>
            </a:r>
            <a:endParaRPr sz="1600" b="0" i="1">
              <a:solidFill>
                <a:schemeClr val="tx1"/>
              </a:solidFill>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88543452" name=""/>
          <p:cNvPicPr>
            <a:picLocks noChangeAspect="1"/>
          </p:cNvPicPr>
          <p:nvPr/>
        </p:nvPicPr>
        <p:blipFill>
          <a:blip r:embed="rId3"/>
          <a:stretch/>
        </p:blipFill>
        <p:spPr bwMode="auto">
          <a:xfrm>
            <a:off x="4190999" y="1523999"/>
            <a:ext cx="3809999" cy="38099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46817777" name=""/>
          <p:cNvPicPr>
            <a:picLocks noChangeAspect="1"/>
          </p:cNvPicPr>
          <p:nvPr/>
        </p:nvPicPr>
        <p:blipFill>
          <a:blip r:embed="rId3"/>
          <a:stretch/>
        </p:blipFill>
        <p:spPr bwMode="auto">
          <a:xfrm>
            <a:off x="4876799" y="2209799"/>
            <a:ext cx="2438399" cy="24383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68926644" name=""/>
          <p:cNvPicPr>
            <a:picLocks noChangeAspect="1"/>
          </p:cNvPicPr>
          <p:nvPr/>
        </p:nvPicPr>
        <p:blipFill>
          <a:blip r:embed="rId3"/>
          <a:stretch/>
        </p:blipFill>
        <p:spPr bwMode="auto">
          <a:xfrm flipH="0" flipV="0">
            <a:off x="1799641" y="514350"/>
            <a:ext cx="8592714" cy="58292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70845565" name=""/>
          <p:cNvPicPr>
            <a:picLocks noChangeAspect="1"/>
          </p:cNvPicPr>
          <p:nvPr/>
        </p:nvPicPr>
        <p:blipFill>
          <a:blip r:embed="rId3"/>
          <a:stretch/>
        </p:blipFill>
        <p:spPr bwMode="auto">
          <a:xfrm flipH="0" flipV="0">
            <a:off x="2044819" y="2943224"/>
            <a:ext cx="8102357" cy="9715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82293856" name=""/>
          <p:cNvPicPr>
            <a:picLocks noChangeAspect="1"/>
          </p:cNvPicPr>
          <p:nvPr/>
        </p:nvPicPr>
        <p:blipFill>
          <a:blip r:embed="rId3"/>
          <a:stretch/>
        </p:blipFill>
        <p:spPr bwMode="auto">
          <a:xfrm flipH="0" flipV="0">
            <a:off x="5018698" y="932560"/>
            <a:ext cx="2154600" cy="499287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03596265" name=""/>
          <p:cNvPicPr>
            <a:picLocks noChangeAspect="1"/>
          </p:cNvPicPr>
          <p:nvPr/>
        </p:nvPicPr>
        <p:blipFill>
          <a:blip r:embed="rId3"/>
          <a:stretch/>
        </p:blipFill>
        <p:spPr bwMode="auto">
          <a:xfrm flipH="0" flipV="0">
            <a:off x="3706353" y="1133474"/>
            <a:ext cx="4779291" cy="45910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96321143" name=""/>
          <p:cNvPicPr>
            <a:picLocks noChangeAspect="1"/>
          </p:cNvPicPr>
          <p:nvPr/>
        </p:nvPicPr>
        <p:blipFill>
          <a:blip r:embed="rId3"/>
          <a:stretch/>
        </p:blipFill>
        <p:spPr bwMode="auto">
          <a:xfrm flipH="0" flipV="0">
            <a:off x="348438" y="771524"/>
            <a:ext cx="11495120" cy="5314946"/>
          </a:xfrm>
          <a:prstGeom prst="rect">
            <a:avLst/>
          </a:prstGeom>
          <a:ln w="6349">
            <a:solidFill>
              <a:schemeClr val="accent1">
                <a:lumMod val="50196"/>
              </a:schemeClr>
            </a:solidFill>
            <a:prstDash val="solid"/>
          </a:ln>
        </p:spPr>
      </p:pic>
      <p:sp>
        <p:nvSpPr>
          <p:cNvPr id="859389808" name=""/>
          <p:cNvSpPr/>
          <p:nvPr/>
        </p:nvSpPr>
        <p:spPr bwMode="auto">
          <a:xfrm flipH="0" flipV="0">
            <a:off x="439123" y="5567948"/>
            <a:ext cx="11363323" cy="51851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52414351" name=""/>
          <p:cNvPicPr>
            <a:picLocks noChangeAspect="1"/>
          </p:cNvPicPr>
          <p:nvPr/>
        </p:nvPicPr>
        <p:blipFill>
          <a:blip r:embed="rId3"/>
          <a:stretch/>
        </p:blipFill>
        <p:spPr bwMode="auto">
          <a:xfrm flipH="0" flipV="0">
            <a:off x="1258827" y="485774"/>
            <a:ext cx="9674340" cy="588644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67213768" name=""/>
          <p:cNvPicPr>
            <a:picLocks noChangeAspect="1"/>
          </p:cNvPicPr>
          <p:nvPr/>
        </p:nvPicPr>
        <p:blipFill>
          <a:blip r:embed="rId3"/>
          <a:stretch/>
        </p:blipFill>
        <p:spPr bwMode="auto">
          <a:xfrm flipH="0" flipV="0">
            <a:off x="1225144" y="66674"/>
            <a:ext cx="9741706" cy="672464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07074737" name=""/>
          <p:cNvPicPr>
            <a:picLocks noChangeAspect="1"/>
          </p:cNvPicPr>
          <p:nvPr/>
        </p:nvPicPr>
        <p:blipFill>
          <a:blip r:embed="rId3"/>
          <a:stretch/>
        </p:blipFill>
        <p:spPr bwMode="auto">
          <a:xfrm flipH="0" flipV="0">
            <a:off x="898724" y="400049"/>
            <a:ext cx="10394548" cy="60578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59502717" name=""/>
          <p:cNvPicPr>
            <a:picLocks noChangeAspect="1"/>
          </p:cNvPicPr>
          <p:nvPr/>
        </p:nvPicPr>
        <p:blipFill>
          <a:blip r:embed="rId3"/>
          <a:stretch/>
        </p:blipFill>
        <p:spPr bwMode="auto">
          <a:xfrm flipH="0" flipV="0">
            <a:off x="91529" y="628650"/>
            <a:ext cx="12008937" cy="56006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86387210" name=""/>
          <p:cNvPicPr>
            <a:picLocks noChangeAspect="1"/>
          </p:cNvPicPr>
          <p:nvPr/>
        </p:nvPicPr>
        <p:blipFill>
          <a:blip r:embed="rId3"/>
          <a:stretch/>
        </p:blipFill>
        <p:spPr bwMode="auto">
          <a:xfrm flipH="0" flipV="0">
            <a:off x="684822" y="389722"/>
            <a:ext cx="10822351" cy="607855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40027598" name=""/>
          <p:cNvPicPr>
            <a:picLocks noChangeAspect="1"/>
          </p:cNvPicPr>
          <p:nvPr/>
        </p:nvPicPr>
        <p:blipFill>
          <a:blip r:embed="rId3"/>
          <a:stretch/>
        </p:blipFill>
        <p:spPr bwMode="auto">
          <a:xfrm flipH="0" flipV="0">
            <a:off x="922065" y="514349"/>
            <a:ext cx="10347867" cy="58292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93194802" name=""/>
          <p:cNvPicPr>
            <a:picLocks noChangeAspect="1"/>
          </p:cNvPicPr>
          <p:nvPr/>
        </p:nvPicPr>
        <p:blipFill>
          <a:blip r:embed="rId3"/>
          <a:stretch/>
        </p:blipFill>
        <p:spPr bwMode="auto">
          <a:xfrm flipH="0" flipV="0">
            <a:off x="3132748" y="771007"/>
            <a:ext cx="5926500" cy="531598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19601163" name=""/>
          <p:cNvPicPr>
            <a:picLocks noChangeAspect="1"/>
          </p:cNvPicPr>
          <p:nvPr/>
        </p:nvPicPr>
        <p:blipFill>
          <a:blip r:embed="rId3"/>
          <a:stretch/>
        </p:blipFill>
        <p:spPr bwMode="auto">
          <a:xfrm flipH="0" flipV="0">
            <a:off x="3980472" y="608297"/>
            <a:ext cx="4231051" cy="56414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82725908" name=""/>
          <p:cNvPicPr>
            <a:picLocks noChangeAspect="1"/>
          </p:cNvPicPr>
          <p:nvPr/>
        </p:nvPicPr>
        <p:blipFill>
          <a:blip r:embed="rId3"/>
          <a:stretch/>
        </p:blipFill>
        <p:spPr bwMode="auto">
          <a:xfrm flipH="0" flipV="0">
            <a:off x="1028698" y="895349"/>
            <a:ext cx="10134599" cy="5067299"/>
          </a:xfrm>
          <a:prstGeom prst="rect">
            <a:avLst/>
          </a:prstGeom>
        </p:spPr>
      </p:pic>
      <p:sp>
        <p:nvSpPr>
          <p:cNvPr id="493737358" name=""/>
          <p:cNvSpPr/>
          <p:nvPr/>
        </p:nvSpPr>
        <p:spPr bwMode="auto">
          <a:xfrm flipH="0" flipV="0">
            <a:off x="1229699" y="1790699"/>
            <a:ext cx="371475" cy="31241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20085475" name=""/>
          <p:cNvSpPr txBox="1"/>
          <p:nvPr/>
        </p:nvSpPr>
        <p:spPr bwMode="auto">
          <a:xfrm rot="16199969" flipH="0" flipV="0">
            <a:off x="-1385529" y="3289162"/>
            <a:ext cx="4829895" cy="3661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800">
                <a:latin typeface="IBM Plex Sans"/>
              </a:rPr>
              <a:t>Bei ya Bitcoin kwa Dola za Marekani</a:t>
            </a:r>
            <a:endParaRPr sz="18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ONLYOFFICE/9.0.4.50</Application>
  <PresentationFormat>On-screen Show (4:3)</PresentationFormat>
  <Paragraphs>0</Paragraphs>
  <Slides>70</Slides>
  <Notes>70</Notes>
  <HiddenSlides>0</HiddenSlides>
  <MMClips>2</MMClips>
  <ScaleCrop>0</ScaleCrop>
  <HeadingPairs>
    <vt:vector size="4" baseType="variant">
      <vt:variant>
        <vt:lpstr>Theme</vt:lpstr>
      </vt:variant>
      <vt:variant>
        <vt:i4>1</vt:i4>
      </vt:variant>
      <vt:variant>
        <vt:lpstr>Slide Titles</vt:lpstr>
      </vt:variant>
      <vt:variant>
        <vt:i4>70</vt:i4>
      </vt:variant>
    </vt:vector>
  </HeadingPairs>
  <TitlesOfParts>
    <vt:vector size="71"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MariJ</cp:lastModifiedBy>
  <cp:revision>31</cp:revision>
  <dcterms:modified xsi:type="dcterms:W3CDTF">2025-10-15T15:09:23Z</dcterms:modified>
</cp:coreProperties>
</file>