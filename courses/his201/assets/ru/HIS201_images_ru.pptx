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Чистый текст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Шифротекст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Отправка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Шифрование</a:t>
            </a:r>
            <a:endParaRPr/>
          </a:p>
          <a:p>
            <a:pPr algn="ctr"/>
            <a:r>
              <a:rPr sz="2300" lang="en-US">
                <a:latin typeface="Roboto"/>
              </a:rPr>
              <a:t>с открытым</a:t>
            </a:r>
          </a:p>
          <a:p>
            <a:pPr algn="ctr"/>
            <a:r>
              <a:rPr sz="2300" lang="en-US">
                <a:latin typeface="Roboto"/>
              </a:rPr>
              <a:t>ключ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Расшифровка</a:t>
            </a:r>
            <a:endParaRPr/>
          </a:p>
          <a:p>
            <a:pPr algn="ctr"/>
            <a:r>
              <a:rPr sz="2300" lang="en-US">
                <a:latin typeface="Roboto"/>
              </a:rPr>
              <a:t>с помощью закрытого</a:t>
            </a:r>
          </a:p>
          <a:p>
            <a:pPr algn="ctr"/>
            <a:r>
              <a:rPr sz="2300" lang="en-US">
                <a:latin typeface="Roboto"/>
              </a:rPr>
              <a:t>ключ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Чистый текст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Биткойн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Шифротекст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Отправка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Шифрование </a:t>
            </a:r>
            <a:r>
              <a:rPr sz="1400" b="0" lang="fr-FR">
                <a:latin typeface="IBM Plex Sans"/>
              </a:rPr>
              <a:t>с </a:t>
            </a:r>
            <a:r>
              <a:rPr sz="1400" b="0">
                <a:latin typeface="IBM Plex Sans"/>
              </a:rPr>
              <a:t>помощью </a:t>
            </a:r>
            <a:r>
              <a:rPr sz="1400" b="0" lang="fr-FR">
                <a:latin typeface="IBM Plex Sans"/>
              </a:rPr>
              <a:t>открытого </a:t>
            </a:r>
            <a:r>
              <a:rPr sz="1400" b="0">
                <a:latin typeface="IBM Plex Sans"/>
              </a:rPr>
              <a:t>ключа</a:t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Расшифровка </a:t>
            </a:r>
            <a:r>
              <a:rPr sz="1600" b="0" lang="fr-FR">
                <a:latin typeface="IBM Plex Sans"/>
              </a:rPr>
              <a:t>с </a:t>
            </a:r>
            <a:r>
              <a:rPr sz="1600" b="0">
                <a:latin typeface="IBM Plex Sans"/>
              </a:rPr>
              <a:t>помощью </a:t>
            </a:r>
            <a:r>
              <a:rPr sz="1600" b="0" lang="fr-FR">
                <a:latin typeface="IBM Plex Sans"/>
              </a:rPr>
              <a:t>закрытого </a:t>
            </a:r>
            <a:r>
              <a:rPr sz="1600" b="0">
                <a:latin typeface="IBM Plex Sans"/>
              </a:rPr>
              <a:t>ключа</a:t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Биткойн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Биткойн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Сообщение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Подпись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Отправка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Подписание </a:t>
            </a:r>
            <a:r>
              <a:rPr sz="1600" b="0" lang="fr-FR">
                <a:latin typeface="IBM Plex Sans"/>
              </a:rPr>
              <a:t>с </a:t>
            </a:r>
            <a:r>
              <a:rPr sz="1600" b="0">
                <a:latin typeface="IBM Plex Sans"/>
              </a:rPr>
              <a:t>помощью </a:t>
            </a:r>
            <a:r>
              <a:rPr sz="1600" b="0" lang="fr-FR">
                <a:latin typeface="IBM Plex Sans"/>
              </a:rPr>
              <a:t>закрытого </a:t>
            </a:r>
            <a:r>
              <a:rPr sz="1600" b="0">
                <a:latin typeface="IBM Plex Sans"/>
              </a:rPr>
              <a:t>ключа</a:t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Проверка </a:t>
            </a:r>
            <a:r>
              <a:rPr sz="1600" b="0" lang="fr-FR">
                <a:latin typeface="IBM Plex Sans"/>
              </a:rPr>
              <a:t>с </a:t>
            </a:r>
            <a:r>
              <a:rPr sz="1600" b="0">
                <a:latin typeface="IBM Plex Sans"/>
              </a:rPr>
              <a:t>помощью </a:t>
            </a:r>
            <a:r>
              <a:rPr sz="1600" b="0" lang="fr-FR">
                <a:latin typeface="IBM Plex Sans"/>
              </a:rPr>
              <a:t>открытого </a:t>
            </a:r>
            <a:r>
              <a:rPr sz="1600" b="0">
                <a:latin typeface="IBM Plex Sans"/>
              </a:rPr>
              <a:t>ключа</a:t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отправить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отправить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кредиты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Банк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Банк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учет израсходованных </a:t>
            </a:r>
            <a:r>
              <a:rPr sz="1400">
                <a:latin typeface="IBM Plex Sans"/>
              </a:rPr>
              <a:t>банкнот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Распределенные сети.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Станция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Ссылка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Централизация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Децентрализованный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Преданный генерал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Предатель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Победить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Победа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Надежная временная метка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Вычислить хэш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Отправьте хэш в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Внутри компании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Данные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Данные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Хранить вместе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Подписанные метка времени </a:t>
            </a:r>
            <a:r>
              <a:rPr sz="1100">
                <a:latin typeface="IBM Plex Sans"/>
              </a:rPr>
              <a:t>и хэш </a:t>
            </a:r>
            <a:r>
              <a:rPr sz="1100">
                <a:latin typeface="IBM Plex Sans"/>
              </a:rPr>
              <a:t>возвращаются запросчику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Временная метка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Орган временной регистрации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Вычислить хэш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Это цифровая </a:t>
            </a:r>
            <a:r>
              <a:rPr sz="1100" lang="fr-FR">
                <a:latin typeface="IBM Plex Sans"/>
              </a:rPr>
              <a:t>подпись </a:t>
            </a:r>
            <a:r>
              <a:rPr sz="1100">
                <a:latin typeface="IBM Plex Sans"/>
              </a:rPr>
              <a:t>хэша, </a:t>
            </a:r>
            <a:r>
              <a:rPr sz="1100" lang="fr-FR">
                <a:latin typeface="IBM Plex Sans"/>
              </a:rPr>
              <a:t>скомпонованного </a:t>
            </a:r>
            <a:r>
              <a:rPr sz="1100">
                <a:latin typeface="IBM Plex Sans"/>
              </a:rPr>
              <a:t>с </a:t>
            </a:r>
            <a:r>
              <a:rPr sz="1100" lang="fr-FR">
                <a:latin typeface="IBM Plex Sans"/>
              </a:rPr>
              <a:t>меткой </a:t>
            </a:r>
            <a:r>
              <a:rPr sz="1100">
                <a:latin typeface="IBM Plex Sans"/>
              </a:rPr>
              <a:t>времени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Применить закрытый </a:t>
            </a:r>
            <a:r>
              <a:rPr sz="1000">
                <a:latin typeface="IBM Plex Sans"/>
              </a:rPr>
              <a:t>ключ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Временная метка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Временная метка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Ссылки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Страница Сатоши Накамото - </a:t>
            </a:r>
            <a:r>
              <a:rPr sz="1400" b="0" i="1" lang="fr-FR">
                <a:latin typeface="IBM Plex Sans"/>
              </a:rPr>
              <a:t>Никогда не получал подарков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Биткойн-форум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Блоки Патоши и инвертированные временные метки (номер блока/экстранонс)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Оценка доли Сатоши в сети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Процент сети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Оценка хэшрейта </a:t>
            </a:r>
            <a:r>
              <a:rPr sz="1800">
                <a:latin typeface="IBM Plex Sans"/>
              </a:rPr>
              <a:t>Сатоши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Хэшрейт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Среднесуточный хэшрейт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Линейная модель хэшрейта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Дата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"Статья: Знаете ли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вы о биткоинах?"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Биткойн - это электронная валюта, разработанная в 2009 году человеком по имени Сатоши Накамото. Эта валюта отличается от других электронных валют своей полностью децентрализованной одноранговой природой и продуманным использованием основных криптографических концепций. Она основана на программном обеспечении, написанном на C++ и опубликованном под лицензией MIT с открытым исходным кодом.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Биткойн - возвышение машин.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Цена биткойна в долларах США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