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Ciphertext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Trimitere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Criptare</a:t>
            </a:r>
            <a:endParaRPr/>
          </a:p>
          <a:p>
            <a:pPr algn="ctr"/>
            <a:r>
              <a:rPr sz="2300" lang="en-US">
                <a:latin typeface="Roboto"/>
              </a:rPr>
              <a:t>cu cheie publică</a:t>
            </a:r>
          </a:p>
          <a:p>
            <a:pPr algn="ctr"/>
            <a:r>
              <a:rPr sz="2300" lang="en-US">
                <a:latin typeface="Roboto"/>
              </a:rPr>
              <a:t>cheie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Decriptare</a:t>
            </a:r>
            <a:endParaRPr/>
          </a:p>
          <a:p>
            <a:pPr algn="ctr"/>
            <a:r>
              <a:rPr sz="2300" lang="en-US">
                <a:latin typeface="Roboto"/>
              </a:rPr>
              <a:t>cu cheie privată</a:t>
            </a:r>
          </a:p>
          <a:p>
            <a:pPr algn="ctr"/>
            <a:r>
              <a:rPr sz="2300" lang="en-US">
                <a:latin typeface="Roboto"/>
              </a:rPr>
              <a:t>privată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Ciphertext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Trimitere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Criptare </a:t>
            </a:r>
            <a:r>
              <a:rPr sz="1400" b="0" lang="fr-FR">
                <a:latin typeface="IBM Plex Sans"/>
              </a:rPr>
              <a:t>cu </a:t>
            </a:r>
            <a:r>
              <a:rPr sz="1400" b="0">
                <a:latin typeface="IBM Plex Sans"/>
              </a:rPr>
              <a:t>cheie </a:t>
            </a:r>
            <a:r>
              <a:rPr sz="1400" b="0" lang="fr-FR">
                <a:latin typeface="IBM Plex Sans"/>
              </a:rPr>
              <a:t>publică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Decriptarea </a:t>
            </a:r>
            <a:r>
              <a:rPr sz="1600" b="0" lang="fr-FR">
                <a:latin typeface="IBM Plex Sans"/>
              </a:rPr>
              <a:t>cu </a:t>
            </a:r>
            <a:r>
              <a:rPr sz="1600" b="0">
                <a:latin typeface="IBM Plex Sans"/>
              </a:rPr>
              <a:t>cheia </a:t>
            </a:r>
            <a:r>
              <a:rPr sz="1600" b="0" lang="fr-FR">
                <a:latin typeface="IBM Plex Sans"/>
              </a:rPr>
              <a:t>privată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Mesaj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Semnătura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Trimitere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Semnarea </a:t>
            </a:r>
            <a:r>
              <a:rPr sz="1600" b="0" lang="fr-FR">
                <a:latin typeface="IBM Plex Sans"/>
              </a:rPr>
              <a:t>cu </a:t>
            </a:r>
            <a:r>
              <a:rPr sz="1600" b="0">
                <a:latin typeface="IBM Plex Sans"/>
              </a:rPr>
              <a:t>cheia </a:t>
            </a:r>
            <a:r>
              <a:rPr sz="1600" b="0" lang="fr-FR">
                <a:latin typeface="IBM Plex Sans"/>
              </a:rPr>
              <a:t>privată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Verificarea </a:t>
            </a:r>
            <a:r>
              <a:rPr sz="1600" b="0" lang="fr-FR">
                <a:latin typeface="IBM Plex Sans"/>
              </a:rPr>
              <a:t>cu </a:t>
            </a:r>
            <a:r>
              <a:rPr sz="1600" b="0">
                <a:latin typeface="IBM Plex Sans"/>
              </a:rPr>
              <a:t>cheia </a:t>
            </a:r>
            <a:r>
              <a:rPr sz="1600" b="0" lang="fr-FR">
                <a:latin typeface="IBM Plex Sans"/>
              </a:rPr>
              <a:t>publică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trimite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trimite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credite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Banca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Banca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evidența bancnotelor </a:t>
            </a:r>
            <a:r>
              <a:rPr sz="1400">
                <a:latin typeface="IBM Plex Sans"/>
              </a:rPr>
              <a:t>cheltuite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Rețele distribuite.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Stație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Legătură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Centralizare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Descentralizat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General loial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Trădător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Înfrângere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Victorie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Timestamping de încredere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Calculați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Trimiteți hash la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În cadrul unei companii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Date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Date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Depozitați împreună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Timestamp-ul semnat și </a:t>
            </a:r>
            <a:r>
              <a:rPr sz="1100">
                <a:latin typeface="IBM Plex Sans"/>
              </a:rPr>
              <a:t>hash-ul sunt </a:t>
            </a:r>
            <a:r>
              <a:rPr sz="1100">
                <a:latin typeface="IBM Plex Sans"/>
              </a:rPr>
              <a:t>returnate solicitantului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Autoritatea de timbrare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Calculați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Aceasta este </a:t>
            </a:r>
            <a:r>
              <a:rPr sz="1100" lang="fr-FR">
                <a:latin typeface="IBM Plex Sans"/>
              </a:rPr>
              <a:t>o semnătură </a:t>
            </a:r>
            <a:r>
              <a:rPr sz="1100">
                <a:latin typeface="IBM Plex Sans"/>
              </a:rPr>
              <a:t>digitală a </a:t>
            </a:r>
            <a:r>
              <a:rPr sz="1100" lang="fr-FR">
                <a:latin typeface="IBM Plex Sans"/>
              </a:rPr>
              <a:t>hash-ului concatenat </a:t>
            </a:r>
            <a:r>
              <a:rPr sz="1100">
                <a:latin typeface="IBM Plex Sans"/>
              </a:rPr>
              <a:t>la </a:t>
            </a:r>
            <a:r>
              <a:rPr sz="1100" lang="fr-FR">
                <a:latin typeface="IBM Plex Sans"/>
              </a:rPr>
              <a:t>marca </a:t>
            </a:r>
            <a:r>
              <a:rPr sz="1100">
                <a:latin typeface="IBM Plex Sans"/>
              </a:rPr>
              <a:t>temporală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Aplicați cheia privată </a:t>
            </a:r>
            <a:r>
              <a:rPr sz="1000">
                <a:latin typeface="IBM Plex Sans"/>
              </a:rPr>
              <a:t>a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Referințe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Pagina lui Satoshi Nakamoto - </a:t>
            </a:r>
            <a:r>
              <a:rPr sz="1400" b="0" i="1" lang="fr-FR">
                <a:latin typeface="IBM Plex Sans"/>
              </a:rPr>
              <a:t>Nu am primit niciun cadou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Forumul Bitcoin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Blocuri Patoshi &amp; Timestamps inversat (Numărul blocului/ExtraNonce)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Estimarea procentului lui Satoshi din rețea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Procent din rețea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Estimare a hashrate-ului </a:t>
            </a:r>
            <a:r>
              <a:rPr sz="1800">
                <a:latin typeface="IBM Plex Sans"/>
              </a:rPr>
              <a:t>lui Satoshi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Hashrate mediu zilnic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Model liniar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Data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"Articol: Știți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despre bitcoini?"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este o monedă electronică concepută în 2009 de o persoană pe nume Satoshi Nakamoto. Această monedă se distinge de alte monede electronice datorită naturii sale peer-to-peer complet descentralizate și utilizării inteligente a conceptelor criptografice de bază. Se bazează pe un software scris în C++ și publicat sub licența MIT open-source.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creșterea mașinilor.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Prețul Bitcoin în dolari SUA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