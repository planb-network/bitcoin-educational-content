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7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Lst>
  <p:sldSz cx="12192000" cy="6858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tableStyles" Target="tableStyles.xml"/><Relationship Id="rId7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908905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09948130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96333161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99422974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1305234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03507711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0978870" name="Slide Image Placeholder 1"/>
          <p:cNvSpPr>
            <a:spLocks noChangeAspect="1" noGrp="1" noRot="1"/>
          </p:cNvSpPr>
          <p:nvPr>
            <p:ph type="sldImg"/>
          </p:nvPr>
        </p:nvSpPr>
        <p:spPr bwMode="auto">
          <a:xfrm>
            <a:off x="685800" y="1143000"/>
            <a:ext cx="5486400" cy="3086100"/>
          </a:xfrm>
        </p:spPr>
      </p:sp>
      <p:sp>
        <p:nvSpPr>
          <p:cNvPr id="1641754055" name="Notes Placeholder 2"/>
          <p:cNvSpPr>
            <a:spLocks noGrp="1"/>
          </p:cNvSpPr>
          <p:nvPr>
            <p:ph type="body" idx="1"/>
          </p:nvPr>
        </p:nvSpPr>
        <p:spPr bwMode="auto"/>
        <p:txBody>
          <a:bodyPr/>
          <a:lstStyle/>
          <a:p>
            <a:pPr>
              <a:defRPr/>
            </a:pPr>
            <a:endParaRPr lang="en-US">
              <a:latin typeface="Arial"/>
              <a:cs typeface="Arial"/>
            </a:endParaRPr>
          </a:p>
        </p:txBody>
      </p:sp>
      <p:sp>
        <p:nvSpPr>
          <p:cNvPr id="1848915755"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407030" name="Slide Image Placeholder 1"/>
          <p:cNvSpPr>
            <a:spLocks noChangeAspect="1" noGrp="1" noRot="1"/>
          </p:cNvSpPr>
          <p:nvPr>
            <p:ph type="sldImg"/>
          </p:nvPr>
        </p:nvSpPr>
        <p:spPr bwMode="auto"/>
      </p:sp>
      <p:sp>
        <p:nvSpPr>
          <p:cNvPr id="1844566913" name="Notes Placeholder 2"/>
          <p:cNvSpPr>
            <a:spLocks noGrp="1"/>
          </p:cNvSpPr>
          <p:nvPr>
            <p:ph type="body" idx="1"/>
          </p:nvPr>
        </p:nvSpPr>
        <p:spPr bwMode="auto"/>
        <p:txBody>
          <a:bodyPr/>
          <a:lstStyle/>
          <a:p>
            <a:pPr>
              <a:defRPr/>
            </a:pPr>
            <a:endParaRPr/>
          </a:p>
        </p:txBody>
      </p:sp>
      <p:sp>
        <p:nvSpPr>
          <p:cNvPr id="411870703" name="Slide Number Placeholder 3"/>
          <p:cNvSpPr>
            <a:spLocks noGrp="1"/>
          </p:cNvSpPr>
          <p:nvPr>
            <p:ph type="sldNum" sz="quarter" idx="10"/>
          </p:nvPr>
        </p:nvSpPr>
        <p:spPr bwMode="auto"/>
        <p:txBody>
          <a:bodyPr/>
          <a:lstStyle/>
          <a:p>
            <a:pPr>
              <a:defRPr/>
            </a:pPr>
            <a:fld id="{20E55648-ADE2-965E-0F87-0ABB71C754B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8987884" name="Slide Image Placeholder 1"/>
          <p:cNvSpPr>
            <a:spLocks noChangeAspect="1" noGrp="1" noRot="1"/>
          </p:cNvSpPr>
          <p:nvPr>
            <p:ph type="sldImg"/>
          </p:nvPr>
        </p:nvSpPr>
        <p:spPr bwMode="auto"/>
      </p:sp>
      <p:sp>
        <p:nvSpPr>
          <p:cNvPr id="2018659221" name="Notes Placeholder 2"/>
          <p:cNvSpPr>
            <a:spLocks noGrp="1"/>
          </p:cNvSpPr>
          <p:nvPr>
            <p:ph type="body" idx="1"/>
          </p:nvPr>
        </p:nvSpPr>
        <p:spPr bwMode="auto"/>
        <p:txBody>
          <a:bodyPr/>
          <a:lstStyle/>
          <a:p>
            <a:pPr>
              <a:defRPr/>
            </a:pPr>
            <a:endParaRPr/>
          </a:p>
        </p:txBody>
      </p:sp>
      <p:sp>
        <p:nvSpPr>
          <p:cNvPr id="1759670535" name="Slide Number Placeholder 3"/>
          <p:cNvSpPr>
            <a:spLocks noGrp="1"/>
          </p:cNvSpPr>
          <p:nvPr>
            <p:ph type="sldNum" sz="quarter" idx="10"/>
          </p:nvPr>
        </p:nvSpPr>
        <p:spPr bwMode="auto"/>
        <p:txBody>
          <a:bodyPr/>
          <a:lstStyle/>
          <a:p>
            <a:pPr>
              <a:defRPr/>
            </a:pPr>
            <a:fld id="{32473744-944F-EBDB-D1E6-8F1CC5CEBD97}"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9782411" name="Slide Image Placeholder 1"/>
          <p:cNvSpPr>
            <a:spLocks noChangeAspect="1" noGrp="1" noRot="1"/>
          </p:cNvSpPr>
          <p:nvPr>
            <p:ph type="sldImg"/>
          </p:nvPr>
        </p:nvSpPr>
        <p:spPr bwMode="auto"/>
      </p:sp>
      <p:sp>
        <p:nvSpPr>
          <p:cNvPr id="1798231463" name="Notes Placeholder 2"/>
          <p:cNvSpPr>
            <a:spLocks noGrp="1"/>
          </p:cNvSpPr>
          <p:nvPr>
            <p:ph type="body" idx="1"/>
          </p:nvPr>
        </p:nvSpPr>
        <p:spPr bwMode="auto"/>
        <p:txBody>
          <a:bodyPr/>
          <a:lstStyle/>
          <a:p>
            <a:pPr>
              <a:defRPr/>
            </a:pPr>
            <a:endParaRPr/>
          </a:p>
        </p:txBody>
      </p:sp>
      <p:sp>
        <p:nvSpPr>
          <p:cNvPr id="1807947334" name="Slide Number Placeholder 3"/>
          <p:cNvSpPr>
            <a:spLocks noGrp="1"/>
          </p:cNvSpPr>
          <p:nvPr>
            <p:ph type="sldNum" sz="quarter" idx="10"/>
          </p:nvPr>
        </p:nvSpPr>
        <p:spPr bwMode="auto"/>
        <p:txBody>
          <a:bodyPr/>
          <a:lstStyle/>
          <a:p>
            <a:pPr>
              <a:defRPr/>
            </a:pPr>
            <a:fld id="{C78696C0-5062-29DC-8A0D-0B5FE66196AF}"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4146331" name="Slide Image Placeholder 1"/>
          <p:cNvSpPr>
            <a:spLocks noChangeAspect="1" noGrp="1" noRot="1"/>
          </p:cNvSpPr>
          <p:nvPr>
            <p:ph type="sldImg"/>
          </p:nvPr>
        </p:nvSpPr>
        <p:spPr bwMode="auto"/>
      </p:sp>
      <p:sp>
        <p:nvSpPr>
          <p:cNvPr id="496666805" name="Notes Placeholder 2"/>
          <p:cNvSpPr>
            <a:spLocks noGrp="1"/>
          </p:cNvSpPr>
          <p:nvPr>
            <p:ph type="body" idx="1"/>
          </p:nvPr>
        </p:nvSpPr>
        <p:spPr bwMode="auto"/>
        <p:txBody>
          <a:bodyPr/>
          <a:lstStyle/>
          <a:p>
            <a:pPr>
              <a:defRPr/>
            </a:pPr>
            <a:endParaRPr/>
          </a:p>
        </p:txBody>
      </p:sp>
      <p:sp>
        <p:nvSpPr>
          <p:cNvPr id="624653920" name="Slide Number Placeholder 3"/>
          <p:cNvSpPr>
            <a:spLocks noGrp="1"/>
          </p:cNvSpPr>
          <p:nvPr>
            <p:ph type="sldNum" sz="quarter" idx="10"/>
          </p:nvPr>
        </p:nvSpPr>
        <p:spPr bwMode="auto"/>
        <p:txBody>
          <a:bodyPr/>
          <a:lstStyle/>
          <a:p>
            <a:pPr>
              <a:defRPr/>
            </a:pPr>
            <a:fld id="{6EBD0134-888A-C41F-C6A9-E9CB0DCD8F79}"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7538199" name="Slide Image Placeholder 1"/>
          <p:cNvSpPr>
            <a:spLocks noChangeAspect="1" noGrp="1" noRot="1"/>
          </p:cNvSpPr>
          <p:nvPr>
            <p:ph type="sldImg"/>
          </p:nvPr>
        </p:nvSpPr>
        <p:spPr bwMode="auto"/>
      </p:sp>
      <p:sp>
        <p:nvSpPr>
          <p:cNvPr id="192852020" name="Notes Placeholder 2"/>
          <p:cNvSpPr>
            <a:spLocks noGrp="1"/>
          </p:cNvSpPr>
          <p:nvPr>
            <p:ph type="body" idx="1"/>
          </p:nvPr>
        </p:nvSpPr>
        <p:spPr bwMode="auto"/>
        <p:txBody>
          <a:bodyPr/>
          <a:lstStyle/>
          <a:p>
            <a:pPr>
              <a:defRPr/>
            </a:pPr>
            <a:endParaRPr/>
          </a:p>
        </p:txBody>
      </p:sp>
      <p:sp>
        <p:nvSpPr>
          <p:cNvPr id="243591323" name="Slide Number Placeholder 3"/>
          <p:cNvSpPr>
            <a:spLocks noGrp="1"/>
          </p:cNvSpPr>
          <p:nvPr>
            <p:ph type="sldNum" sz="quarter" idx="10"/>
          </p:nvPr>
        </p:nvSpPr>
        <p:spPr bwMode="auto"/>
        <p:txBody>
          <a:bodyPr/>
          <a:lstStyle/>
          <a:p>
            <a:pPr>
              <a:defRPr/>
            </a:pPr>
            <a:fld id="{B727A960-E66B-BEB9-512F-51F73B38A5C2}"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5259919" name="Slide Image Placeholder 1"/>
          <p:cNvSpPr>
            <a:spLocks noChangeAspect="1" noGrp="1" noRot="1"/>
          </p:cNvSpPr>
          <p:nvPr>
            <p:ph type="sldImg"/>
          </p:nvPr>
        </p:nvSpPr>
        <p:spPr bwMode="auto"/>
      </p:sp>
      <p:sp>
        <p:nvSpPr>
          <p:cNvPr id="595947963" name="Notes Placeholder 2"/>
          <p:cNvSpPr>
            <a:spLocks noGrp="1"/>
          </p:cNvSpPr>
          <p:nvPr>
            <p:ph type="body" idx="1"/>
          </p:nvPr>
        </p:nvSpPr>
        <p:spPr bwMode="auto"/>
        <p:txBody>
          <a:bodyPr/>
          <a:lstStyle/>
          <a:p>
            <a:pPr>
              <a:defRPr/>
            </a:pPr>
            <a:endParaRPr/>
          </a:p>
        </p:txBody>
      </p:sp>
      <p:sp>
        <p:nvSpPr>
          <p:cNvPr id="780479728" name="Slide Number Placeholder 3"/>
          <p:cNvSpPr>
            <a:spLocks noGrp="1"/>
          </p:cNvSpPr>
          <p:nvPr>
            <p:ph type="sldNum" sz="quarter" idx="10"/>
          </p:nvPr>
        </p:nvSpPr>
        <p:spPr bwMode="auto"/>
        <p:txBody>
          <a:bodyPr/>
          <a:lstStyle/>
          <a:p>
            <a:pPr>
              <a:defRPr/>
            </a:pPr>
            <a:fld id="{CC3624B9-90B4-A423-2B5E-5454F908F41F}"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594588" name="Slide Image Placeholder 1"/>
          <p:cNvSpPr>
            <a:spLocks noChangeAspect="1" noGrp="1" noRot="1"/>
          </p:cNvSpPr>
          <p:nvPr>
            <p:ph type="sldImg"/>
          </p:nvPr>
        </p:nvSpPr>
        <p:spPr bwMode="auto"/>
      </p:sp>
      <p:sp>
        <p:nvSpPr>
          <p:cNvPr id="763954667" name="Notes Placeholder 2"/>
          <p:cNvSpPr>
            <a:spLocks noGrp="1"/>
          </p:cNvSpPr>
          <p:nvPr>
            <p:ph type="body" idx="1"/>
          </p:nvPr>
        </p:nvSpPr>
        <p:spPr bwMode="auto"/>
        <p:txBody>
          <a:bodyPr/>
          <a:lstStyle/>
          <a:p>
            <a:pPr>
              <a:defRPr/>
            </a:pPr>
            <a:endParaRPr/>
          </a:p>
        </p:txBody>
      </p:sp>
      <p:sp>
        <p:nvSpPr>
          <p:cNvPr id="584211226" name="Slide Number Placeholder 3"/>
          <p:cNvSpPr>
            <a:spLocks noGrp="1"/>
          </p:cNvSpPr>
          <p:nvPr>
            <p:ph type="sldNum" sz="quarter" idx="10"/>
          </p:nvPr>
        </p:nvSpPr>
        <p:spPr bwMode="auto"/>
        <p:txBody>
          <a:bodyPr/>
          <a:lstStyle/>
          <a:p>
            <a:pPr>
              <a:defRPr/>
            </a:pPr>
            <a:fld id="{055C4064-3EE6-A2BF-51F2-AEF85998A4A7}"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2613138" name="Slide Image Placeholder 1"/>
          <p:cNvSpPr>
            <a:spLocks noChangeAspect="1" noGrp="1" noRot="1"/>
          </p:cNvSpPr>
          <p:nvPr>
            <p:ph type="sldImg"/>
          </p:nvPr>
        </p:nvSpPr>
        <p:spPr bwMode="auto"/>
      </p:sp>
      <p:sp>
        <p:nvSpPr>
          <p:cNvPr id="873603887" name="Notes Placeholder 2"/>
          <p:cNvSpPr>
            <a:spLocks noGrp="1"/>
          </p:cNvSpPr>
          <p:nvPr>
            <p:ph type="body" idx="1"/>
          </p:nvPr>
        </p:nvSpPr>
        <p:spPr bwMode="auto"/>
        <p:txBody>
          <a:bodyPr/>
          <a:lstStyle/>
          <a:p>
            <a:pPr>
              <a:defRPr/>
            </a:pPr>
            <a:endParaRPr/>
          </a:p>
        </p:txBody>
      </p:sp>
      <p:sp>
        <p:nvSpPr>
          <p:cNvPr id="1625884384" name="Slide Number Placeholder 3"/>
          <p:cNvSpPr>
            <a:spLocks noGrp="1"/>
          </p:cNvSpPr>
          <p:nvPr>
            <p:ph type="sldNum" sz="quarter" idx="10"/>
          </p:nvPr>
        </p:nvSpPr>
        <p:spPr bwMode="auto"/>
        <p:txBody>
          <a:bodyPr/>
          <a:lstStyle/>
          <a:p>
            <a:pPr>
              <a:defRPr/>
            </a:pPr>
            <a:fld id="{A0C163AE-044F-883A-A57C-12F3E3EFBFFD}"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6136006" name="Slide Image Placeholder 1"/>
          <p:cNvSpPr>
            <a:spLocks noChangeAspect="1" noGrp="1" noRot="1"/>
          </p:cNvSpPr>
          <p:nvPr>
            <p:ph type="sldImg"/>
          </p:nvPr>
        </p:nvSpPr>
        <p:spPr bwMode="auto"/>
      </p:sp>
      <p:sp>
        <p:nvSpPr>
          <p:cNvPr id="1553163881" name="Notes Placeholder 2"/>
          <p:cNvSpPr>
            <a:spLocks noGrp="1"/>
          </p:cNvSpPr>
          <p:nvPr>
            <p:ph type="body" idx="1"/>
          </p:nvPr>
        </p:nvSpPr>
        <p:spPr bwMode="auto"/>
        <p:txBody>
          <a:bodyPr/>
          <a:lstStyle/>
          <a:p>
            <a:pPr>
              <a:defRPr/>
            </a:pPr>
            <a:endParaRPr/>
          </a:p>
        </p:txBody>
      </p:sp>
      <p:sp>
        <p:nvSpPr>
          <p:cNvPr id="364745476" name="Slide Number Placeholder 3"/>
          <p:cNvSpPr>
            <a:spLocks noGrp="1"/>
          </p:cNvSpPr>
          <p:nvPr>
            <p:ph type="sldNum" sz="quarter" idx="10"/>
          </p:nvPr>
        </p:nvSpPr>
        <p:spPr bwMode="auto"/>
        <p:txBody>
          <a:bodyPr/>
          <a:lstStyle/>
          <a:p>
            <a:pPr>
              <a:defRPr/>
            </a:pPr>
            <a:fld id="{9792455D-49EB-FB3F-3A5D-A54B84B95ECD}"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5008026" name="Slide Image Placeholder 1"/>
          <p:cNvSpPr>
            <a:spLocks noChangeAspect="1" noGrp="1" noRot="1"/>
          </p:cNvSpPr>
          <p:nvPr>
            <p:ph type="sldImg"/>
          </p:nvPr>
        </p:nvSpPr>
        <p:spPr bwMode="auto"/>
      </p:sp>
      <p:sp>
        <p:nvSpPr>
          <p:cNvPr id="420960998" name="Notes Placeholder 2"/>
          <p:cNvSpPr>
            <a:spLocks noGrp="1"/>
          </p:cNvSpPr>
          <p:nvPr>
            <p:ph type="body" idx="1"/>
          </p:nvPr>
        </p:nvSpPr>
        <p:spPr bwMode="auto"/>
        <p:txBody>
          <a:bodyPr/>
          <a:lstStyle/>
          <a:p>
            <a:pPr>
              <a:defRPr/>
            </a:pPr>
            <a:endParaRPr/>
          </a:p>
        </p:txBody>
      </p:sp>
      <p:sp>
        <p:nvSpPr>
          <p:cNvPr id="649144516" name="Slide Number Placeholder 3"/>
          <p:cNvSpPr>
            <a:spLocks noGrp="1"/>
          </p:cNvSpPr>
          <p:nvPr>
            <p:ph type="sldNum" sz="quarter" idx="10"/>
          </p:nvPr>
        </p:nvSpPr>
        <p:spPr bwMode="auto"/>
        <p:txBody>
          <a:bodyPr/>
          <a:lstStyle/>
          <a:p>
            <a:pPr>
              <a:defRPr/>
            </a:pPr>
            <a:fld id="{B8631968-6248-63BE-F4DC-BD5ECB85DA35}"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4447952" name="Slide Image Placeholder 1"/>
          <p:cNvSpPr>
            <a:spLocks noChangeAspect="1" noGrp="1" noRot="1"/>
          </p:cNvSpPr>
          <p:nvPr>
            <p:ph type="sldImg"/>
          </p:nvPr>
        </p:nvSpPr>
        <p:spPr bwMode="auto"/>
      </p:sp>
      <p:sp>
        <p:nvSpPr>
          <p:cNvPr id="1126210712" name="Notes Placeholder 2"/>
          <p:cNvSpPr>
            <a:spLocks noGrp="1"/>
          </p:cNvSpPr>
          <p:nvPr>
            <p:ph type="body" idx="1"/>
          </p:nvPr>
        </p:nvSpPr>
        <p:spPr bwMode="auto"/>
        <p:txBody>
          <a:bodyPr/>
          <a:lstStyle/>
          <a:p>
            <a:pPr>
              <a:defRPr/>
            </a:pPr>
            <a:endParaRPr/>
          </a:p>
        </p:txBody>
      </p:sp>
      <p:sp>
        <p:nvSpPr>
          <p:cNvPr id="894183102" name="Slide Number Placeholder 3"/>
          <p:cNvSpPr>
            <a:spLocks noGrp="1"/>
          </p:cNvSpPr>
          <p:nvPr>
            <p:ph type="sldNum" sz="quarter" idx="10"/>
          </p:nvPr>
        </p:nvSpPr>
        <p:spPr bwMode="auto"/>
        <p:txBody>
          <a:bodyPr/>
          <a:lstStyle/>
          <a:p>
            <a:pPr>
              <a:defRPr/>
            </a:pPr>
            <a:fld id="{E8E812B2-1B68-B1DC-1870-D4D85F9024BA}"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9272012" name="Slide Image Placeholder 1"/>
          <p:cNvSpPr>
            <a:spLocks noChangeAspect="1" noGrp="1" noRot="1"/>
          </p:cNvSpPr>
          <p:nvPr>
            <p:ph type="sldImg"/>
          </p:nvPr>
        </p:nvSpPr>
        <p:spPr bwMode="auto"/>
      </p:sp>
      <p:sp>
        <p:nvSpPr>
          <p:cNvPr id="335077920" name="Notes Placeholder 2"/>
          <p:cNvSpPr>
            <a:spLocks noGrp="1"/>
          </p:cNvSpPr>
          <p:nvPr>
            <p:ph type="body" idx="1"/>
          </p:nvPr>
        </p:nvSpPr>
        <p:spPr bwMode="auto"/>
        <p:txBody>
          <a:bodyPr/>
          <a:lstStyle/>
          <a:p>
            <a:pPr>
              <a:defRPr/>
            </a:pPr>
            <a:endParaRPr/>
          </a:p>
        </p:txBody>
      </p:sp>
      <p:sp>
        <p:nvSpPr>
          <p:cNvPr id="2136816195" name="Slide Number Placeholder 3"/>
          <p:cNvSpPr>
            <a:spLocks noGrp="1"/>
          </p:cNvSpPr>
          <p:nvPr>
            <p:ph type="sldNum" sz="quarter" idx="10"/>
          </p:nvPr>
        </p:nvSpPr>
        <p:spPr bwMode="auto"/>
        <p:txBody>
          <a:bodyPr/>
          <a:lstStyle/>
          <a:p>
            <a:pPr>
              <a:defRPr/>
            </a:pPr>
            <a:fld id="{95745C4F-2678-59E7-2ECA-A500A97CE2C3}"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7330709" name="Slide Image Placeholder 1"/>
          <p:cNvSpPr>
            <a:spLocks noChangeAspect="1" noGrp="1" noRot="1"/>
          </p:cNvSpPr>
          <p:nvPr>
            <p:ph type="sldImg"/>
          </p:nvPr>
        </p:nvSpPr>
        <p:spPr bwMode="auto"/>
      </p:sp>
      <p:sp>
        <p:nvSpPr>
          <p:cNvPr id="2104528450" name="Notes Placeholder 2"/>
          <p:cNvSpPr>
            <a:spLocks noGrp="1"/>
          </p:cNvSpPr>
          <p:nvPr>
            <p:ph type="body" idx="1"/>
          </p:nvPr>
        </p:nvSpPr>
        <p:spPr bwMode="auto"/>
        <p:txBody>
          <a:bodyPr/>
          <a:lstStyle/>
          <a:p>
            <a:pPr>
              <a:defRPr/>
            </a:pPr>
            <a:endParaRPr/>
          </a:p>
        </p:txBody>
      </p:sp>
      <p:sp>
        <p:nvSpPr>
          <p:cNvPr id="813489393" name="Slide Number Placeholder 3"/>
          <p:cNvSpPr>
            <a:spLocks noGrp="1"/>
          </p:cNvSpPr>
          <p:nvPr>
            <p:ph type="sldNum" sz="quarter" idx="10"/>
          </p:nvPr>
        </p:nvSpPr>
        <p:spPr bwMode="auto"/>
        <p:txBody>
          <a:bodyPr/>
          <a:lstStyle/>
          <a:p>
            <a:pPr>
              <a:defRPr/>
            </a:pPr>
            <a:fld id="{237134FC-422C-A81C-D2A9-89C9D8EAEF68}"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5696982" name="Slide Image Placeholder 1"/>
          <p:cNvSpPr>
            <a:spLocks noChangeAspect="1" noGrp="1" noRot="1"/>
          </p:cNvSpPr>
          <p:nvPr>
            <p:ph type="sldImg"/>
          </p:nvPr>
        </p:nvSpPr>
        <p:spPr bwMode="auto"/>
      </p:sp>
      <p:sp>
        <p:nvSpPr>
          <p:cNvPr id="547440255" name="Notes Placeholder 2"/>
          <p:cNvSpPr>
            <a:spLocks noGrp="1"/>
          </p:cNvSpPr>
          <p:nvPr>
            <p:ph type="body" idx="1"/>
          </p:nvPr>
        </p:nvSpPr>
        <p:spPr bwMode="auto"/>
        <p:txBody>
          <a:bodyPr/>
          <a:lstStyle/>
          <a:p>
            <a:pPr>
              <a:defRPr/>
            </a:pPr>
            <a:endParaRPr/>
          </a:p>
        </p:txBody>
      </p:sp>
      <p:sp>
        <p:nvSpPr>
          <p:cNvPr id="1071877374" name="Slide Number Placeholder 3"/>
          <p:cNvSpPr>
            <a:spLocks noGrp="1"/>
          </p:cNvSpPr>
          <p:nvPr>
            <p:ph type="sldNum" sz="quarter" idx="10"/>
          </p:nvPr>
        </p:nvSpPr>
        <p:spPr bwMode="auto"/>
        <p:txBody>
          <a:bodyPr/>
          <a:lstStyle/>
          <a:p>
            <a:pPr>
              <a:defRPr/>
            </a:pPr>
            <a:fld id="{3414A156-7A59-A123-F75C-E447D5D47851}"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1736343" name="Slide Image Placeholder 1"/>
          <p:cNvSpPr>
            <a:spLocks noChangeAspect="1" noGrp="1" noRot="1"/>
          </p:cNvSpPr>
          <p:nvPr>
            <p:ph type="sldImg"/>
          </p:nvPr>
        </p:nvSpPr>
        <p:spPr bwMode="auto"/>
      </p:sp>
      <p:sp>
        <p:nvSpPr>
          <p:cNvPr id="794855136" name="Notes Placeholder 2"/>
          <p:cNvSpPr>
            <a:spLocks noGrp="1"/>
          </p:cNvSpPr>
          <p:nvPr>
            <p:ph type="body" idx="1"/>
          </p:nvPr>
        </p:nvSpPr>
        <p:spPr bwMode="auto"/>
        <p:txBody>
          <a:bodyPr/>
          <a:lstStyle/>
          <a:p>
            <a:pPr>
              <a:defRPr/>
            </a:pPr>
            <a:endParaRPr/>
          </a:p>
        </p:txBody>
      </p:sp>
      <p:sp>
        <p:nvSpPr>
          <p:cNvPr id="1525224499" name="Slide Number Placeholder 3"/>
          <p:cNvSpPr>
            <a:spLocks noGrp="1"/>
          </p:cNvSpPr>
          <p:nvPr>
            <p:ph type="sldNum" sz="quarter" idx="10"/>
          </p:nvPr>
        </p:nvSpPr>
        <p:spPr bwMode="auto"/>
        <p:txBody>
          <a:bodyPr/>
          <a:lstStyle/>
          <a:p>
            <a:pPr>
              <a:defRPr/>
            </a:pPr>
            <a:fld id="{C374181E-3D75-015A-BF9A-A1811885AE16}"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1133491" name="Slide Image Placeholder 1"/>
          <p:cNvSpPr>
            <a:spLocks noChangeAspect="1" noGrp="1" noRot="1"/>
          </p:cNvSpPr>
          <p:nvPr>
            <p:ph type="sldImg"/>
          </p:nvPr>
        </p:nvSpPr>
        <p:spPr bwMode="auto"/>
      </p:sp>
      <p:sp>
        <p:nvSpPr>
          <p:cNvPr id="489355366" name="Notes Placeholder 2"/>
          <p:cNvSpPr>
            <a:spLocks noGrp="1"/>
          </p:cNvSpPr>
          <p:nvPr>
            <p:ph type="body" idx="1"/>
          </p:nvPr>
        </p:nvSpPr>
        <p:spPr bwMode="auto"/>
        <p:txBody>
          <a:bodyPr/>
          <a:lstStyle/>
          <a:p>
            <a:pPr>
              <a:defRPr/>
            </a:pPr>
            <a:endParaRPr/>
          </a:p>
        </p:txBody>
      </p:sp>
      <p:sp>
        <p:nvSpPr>
          <p:cNvPr id="1965503353" name="Slide Number Placeholder 3"/>
          <p:cNvSpPr>
            <a:spLocks noGrp="1"/>
          </p:cNvSpPr>
          <p:nvPr>
            <p:ph type="sldNum" sz="quarter" idx="10"/>
          </p:nvPr>
        </p:nvSpPr>
        <p:spPr bwMode="auto"/>
        <p:txBody>
          <a:bodyPr/>
          <a:lstStyle/>
          <a:p>
            <a:pPr>
              <a:defRPr/>
            </a:pPr>
            <a:fld id="{20162975-0B87-124D-F4CF-CC0D059DED38}"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2461059" name="Slide Image Placeholder 1"/>
          <p:cNvSpPr>
            <a:spLocks noChangeAspect="1" noGrp="1" noRot="1"/>
          </p:cNvSpPr>
          <p:nvPr>
            <p:ph type="sldImg"/>
          </p:nvPr>
        </p:nvSpPr>
        <p:spPr bwMode="auto"/>
      </p:sp>
      <p:sp>
        <p:nvSpPr>
          <p:cNvPr id="2010807350" name="Notes Placeholder 2"/>
          <p:cNvSpPr>
            <a:spLocks noGrp="1"/>
          </p:cNvSpPr>
          <p:nvPr>
            <p:ph type="body" idx="1"/>
          </p:nvPr>
        </p:nvSpPr>
        <p:spPr bwMode="auto"/>
        <p:txBody>
          <a:bodyPr/>
          <a:lstStyle/>
          <a:p>
            <a:pPr>
              <a:defRPr/>
            </a:pPr>
            <a:endParaRPr/>
          </a:p>
        </p:txBody>
      </p:sp>
      <p:sp>
        <p:nvSpPr>
          <p:cNvPr id="1131638784" name="Slide Number Placeholder 3"/>
          <p:cNvSpPr>
            <a:spLocks noGrp="1"/>
          </p:cNvSpPr>
          <p:nvPr>
            <p:ph type="sldNum" sz="quarter" idx="10"/>
          </p:nvPr>
        </p:nvSpPr>
        <p:spPr bwMode="auto"/>
        <p:txBody>
          <a:bodyPr/>
          <a:lstStyle/>
          <a:p>
            <a:pPr>
              <a:defRPr/>
            </a:pPr>
            <a:fld id="{DF710F28-E052-173C-41D9-DD6C9335DF6F}"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9187352" name="Slide Image Placeholder 1"/>
          <p:cNvSpPr>
            <a:spLocks noChangeAspect="1" noGrp="1" noRot="1"/>
          </p:cNvSpPr>
          <p:nvPr>
            <p:ph type="sldImg"/>
          </p:nvPr>
        </p:nvSpPr>
        <p:spPr bwMode="auto"/>
      </p:sp>
      <p:sp>
        <p:nvSpPr>
          <p:cNvPr id="1443043441" name="Notes Placeholder 2"/>
          <p:cNvSpPr>
            <a:spLocks noGrp="1"/>
          </p:cNvSpPr>
          <p:nvPr>
            <p:ph type="body" idx="1"/>
          </p:nvPr>
        </p:nvSpPr>
        <p:spPr bwMode="auto"/>
        <p:txBody>
          <a:bodyPr/>
          <a:lstStyle/>
          <a:p>
            <a:pPr>
              <a:defRPr/>
            </a:pPr>
            <a:endParaRPr/>
          </a:p>
        </p:txBody>
      </p:sp>
      <p:sp>
        <p:nvSpPr>
          <p:cNvPr id="1821177459" name="Slide Number Placeholder 3"/>
          <p:cNvSpPr>
            <a:spLocks noGrp="1"/>
          </p:cNvSpPr>
          <p:nvPr>
            <p:ph type="sldNum" sz="quarter" idx="10"/>
          </p:nvPr>
        </p:nvSpPr>
        <p:spPr bwMode="auto"/>
        <p:txBody>
          <a:bodyPr/>
          <a:lstStyle/>
          <a:p>
            <a:pPr>
              <a:defRPr/>
            </a:pPr>
            <a:fld id="{3D9DB6D7-1DAB-B1E0-82BB-0703661D710D}"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0223096" name="Slide Image Placeholder 1"/>
          <p:cNvSpPr>
            <a:spLocks noChangeAspect="1" noGrp="1" noRot="1"/>
          </p:cNvSpPr>
          <p:nvPr>
            <p:ph type="sldImg"/>
          </p:nvPr>
        </p:nvSpPr>
        <p:spPr bwMode="auto"/>
      </p:sp>
      <p:sp>
        <p:nvSpPr>
          <p:cNvPr id="166868795" name="Notes Placeholder 2"/>
          <p:cNvSpPr>
            <a:spLocks noGrp="1"/>
          </p:cNvSpPr>
          <p:nvPr>
            <p:ph type="body" idx="1"/>
          </p:nvPr>
        </p:nvSpPr>
        <p:spPr bwMode="auto"/>
        <p:txBody>
          <a:bodyPr/>
          <a:lstStyle/>
          <a:p>
            <a:pPr>
              <a:defRPr/>
            </a:pPr>
            <a:endParaRPr/>
          </a:p>
        </p:txBody>
      </p:sp>
      <p:sp>
        <p:nvSpPr>
          <p:cNvPr id="2065007204" name="Slide Number Placeholder 3"/>
          <p:cNvSpPr>
            <a:spLocks noGrp="1"/>
          </p:cNvSpPr>
          <p:nvPr>
            <p:ph type="sldNum" sz="quarter" idx="10"/>
          </p:nvPr>
        </p:nvSpPr>
        <p:spPr bwMode="auto"/>
        <p:txBody>
          <a:bodyPr/>
          <a:lstStyle/>
          <a:p>
            <a:pPr>
              <a:defRPr/>
            </a:pPr>
            <a:fld id="{399B5EB9-CEEA-9BBB-ADE0-7D8A93C8FCBD}"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4279831" name="Slide Image Placeholder 1"/>
          <p:cNvSpPr>
            <a:spLocks noChangeAspect="1" noGrp="1" noRot="1"/>
          </p:cNvSpPr>
          <p:nvPr>
            <p:ph type="sldImg"/>
          </p:nvPr>
        </p:nvSpPr>
        <p:spPr bwMode="auto"/>
      </p:sp>
      <p:sp>
        <p:nvSpPr>
          <p:cNvPr id="1385849402" name="Notes Placeholder 2"/>
          <p:cNvSpPr>
            <a:spLocks noGrp="1"/>
          </p:cNvSpPr>
          <p:nvPr>
            <p:ph type="body" idx="1"/>
          </p:nvPr>
        </p:nvSpPr>
        <p:spPr bwMode="auto"/>
        <p:txBody>
          <a:bodyPr/>
          <a:lstStyle/>
          <a:p>
            <a:pPr>
              <a:defRPr/>
            </a:pPr>
            <a:endParaRPr/>
          </a:p>
        </p:txBody>
      </p:sp>
      <p:sp>
        <p:nvSpPr>
          <p:cNvPr id="283048007" name="Slide Number Placeholder 3"/>
          <p:cNvSpPr>
            <a:spLocks noGrp="1"/>
          </p:cNvSpPr>
          <p:nvPr>
            <p:ph type="sldNum" sz="quarter" idx="10"/>
          </p:nvPr>
        </p:nvSpPr>
        <p:spPr bwMode="auto"/>
        <p:txBody>
          <a:bodyPr/>
          <a:lstStyle/>
          <a:p>
            <a:pPr>
              <a:defRPr/>
            </a:pPr>
            <a:fld id="{1E258580-6B33-FA3E-7D01-D92051217F84}"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9435849" name="Slide Image Placeholder 1"/>
          <p:cNvSpPr>
            <a:spLocks noChangeAspect="1" noGrp="1" noRot="1"/>
          </p:cNvSpPr>
          <p:nvPr>
            <p:ph type="sldImg"/>
          </p:nvPr>
        </p:nvSpPr>
        <p:spPr bwMode="auto"/>
      </p:sp>
      <p:sp>
        <p:nvSpPr>
          <p:cNvPr id="1831028955" name="Notes Placeholder 2"/>
          <p:cNvSpPr>
            <a:spLocks noGrp="1"/>
          </p:cNvSpPr>
          <p:nvPr>
            <p:ph type="body" idx="1"/>
          </p:nvPr>
        </p:nvSpPr>
        <p:spPr bwMode="auto"/>
        <p:txBody>
          <a:bodyPr/>
          <a:lstStyle/>
          <a:p>
            <a:pPr>
              <a:defRPr/>
            </a:pPr>
            <a:endParaRPr/>
          </a:p>
        </p:txBody>
      </p:sp>
      <p:sp>
        <p:nvSpPr>
          <p:cNvPr id="1622506081" name="Slide Number Placeholder 3"/>
          <p:cNvSpPr>
            <a:spLocks noGrp="1"/>
          </p:cNvSpPr>
          <p:nvPr>
            <p:ph type="sldNum" sz="quarter" idx="10"/>
          </p:nvPr>
        </p:nvSpPr>
        <p:spPr bwMode="auto"/>
        <p:txBody>
          <a:bodyPr/>
          <a:lstStyle/>
          <a:p>
            <a:pPr>
              <a:defRPr/>
            </a:pPr>
            <a:fld id="{2AF64CBA-39A3-330E-222D-8DFBAC3EAED1}"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1694685" name="Slide Image Placeholder 1"/>
          <p:cNvSpPr>
            <a:spLocks noChangeAspect="1" noGrp="1" noRot="1"/>
          </p:cNvSpPr>
          <p:nvPr>
            <p:ph type="sldImg"/>
          </p:nvPr>
        </p:nvSpPr>
        <p:spPr bwMode="auto"/>
      </p:sp>
      <p:sp>
        <p:nvSpPr>
          <p:cNvPr id="828245654" name="Notes Placeholder 2"/>
          <p:cNvSpPr>
            <a:spLocks noGrp="1"/>
          </p:cNvSpPr>
          <p:nvPr>
            <p:ph type="body" idx="1"/>
          </p:nvPr>
        </p:nvSpPr>
        <p:spPr bwMode="auto"/>
        <p:txBody>
          <a:bodyPr/>
          <a:lstStyle/>
          <a:p>
            <a:pPr>
              <a:defRPr/>
            </a:pPr>
            <a:endParaRPr/>
          </a:p>
        </p:txBody>
      </p:sp>
      <p:sp>
        <p:nvSpPr>
          <p:cNvPr id="320978408" name="Slide Number Placeholder 3"/>
          <p:cNvSpPr>
            <a:spLocks noGrp="1"/>
          </p:cNvSpPr>
          <p:nvPr>
            <p:ph type="sldNum" sz="quarter" idx="10"/>
          </p:nvPr>
        </p:nvSpPr>
        <p:spPr bwMode="auto"/>
        <p:txBody>
          <a:bodyPr/>
          <a:lstStyle/>
          <a:p>
            <a:pPr>
              <a:defRPr/>
            </a:pPr>
            <a:fld id="{C45E4D4C-FF23-C312-3909-D43C2034481A}"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0857520" name="Slide Image Placeholder 1"/>
          <p:cNvSpPr>
            <a:spLocks noChangeAspect="1" noGrp="1" noRot="1"/>
          </p:cNvSpPr>
          <p:nvPr>
            <p:ph type="sldImg"/>
          </p:nvPr>
        </p:nvSpPr>
        <p:spPr bwMode="auto"/>
      </p:sp>
      <p:sp>
        <p:nvSpPr>
          <p:cNvPr id="2045309764" name="Notes Placeholder 2"/>
          <p:cNvSpPr>
            <a:spLocks noGrp="1"/>
          </p:cNvSpPr>
          <p:nvPr>
            <p:ph type="body" idx="1"/>
          </p:nvPr>
        </p:nvSpPr>
        <p:spPr bwMode="auto"/>
        <p:txBody>
          <a:bodyPr/>
          <a:lstStyle/>
          <a:p>
            <a:pPr>
              <a:defRPr/>
            </a:pPr>
            <a:endParaRPr/>
          </a:p>
        </p:txBody>
      </p:sp>
      <p:sp>
        <p:nvSpPr>
          <p:cNvPr id="334900570" name="Slide Number Placeholder 3"/>
          <p:cNvSpPr>
            <a:spLocks noGrp="1"/>
          </p:cNvSpPr>
          <p:nvPr>
            <p:ph type="sldNum" sz="quarter" idx="10"/>
          </p:nvPr>
        </p:nvSpPr>
        <p:spPr bwMode="auto"/>
        <p:txBody>
          <a:bodyPr/>
          <a:lstStyle/>
          <a:p>
            <a:pPr>
              <a:defRPr/>
            </a:pPr>
            <a:fld id="{5E9D0093-CEF7-4F7C-3917-F404DA844F27}"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9364900" name="Slide Image Placeholder 1"/>
          <p:cNvSpPr>
            <a:spLocks noChangeAspect="1" noGrp="1" noRot="1"/>
          </p:cNvSpPr>
          <p:nvPr>
            <p:ph type="sldImg"/>
          </p:nvPr>
        </p:nvSpPr>
        <p:spPr bwMode="auto"/>
      </p:sp>
      <p:sp>
        <p:nvSpPr>
          <p:cNvPr id="101303473" name="Notes Placeholder 2"/>
          <p:cNvSpPr>
            <a:spLocks noGrp="1"/>
          </p:cNvSpPr>
          <p:nvPr>
            <p:ph type="body" idx="1"/>
          </p:nvPr>
        </p:nvSpPr>
        <p:spPr bwMode="auto"/>
        <p:txBody>
          <a:bodyPr/>
          <a:lstStyle/>
          <a:p>
            <a:pPr>
              <a:defRPr/>
            </a:pPr>
            <a:endParaRPr/>
          </a:p>
        </p:txBody>
      </p:sp>
      <p:sp>
        <p:nvSpPr>
          <p:cNvPr id="1870131968" name="Slide Number Placeholder 3"/>
          <p:cNvSpPr>
            <a:spLocks noGrp="1"/>
          </p:cNvSpPr>
          <p:nvPr>
            <p:ph type="sldNum" sz="quarter" idx="10"/>
          </p:nvPr>
        </p:nvSpPr>
        <p:spPr bwMode="auto"/>
        <p:txBody>
          <a:bodyPr/>
          <a:lstStyle/>
          <a:p>
            <a:pPr>
              <a:defRPr/>
            </a:pPr>
            <a:fld id="{5FE2612B-5475-F079-D6D8-D27530AECA99}"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4112419" name="Slide Image Placeholder 1"/>
          <p:cNvSpPr>
            <a:spLocks noChangeAspect="1" noGrp="1" noRot="1"/>
          </p:cNvSpPr>
          <p:nvPr>
            <p:ph type="sldImg"/>
          </p:nvPr>
        </p:nvSpPr>
        <p:spPr bwMode="auto"/>
      </p:sp>
      <p:sp>
        <p:nvSpPr>
          <p:cNvPr id="1041400984" name="Notes Placeholder 2"/>
          <p:cNvSpPr>
            <a:spLocks noGrp="1"/>
          </p:cNvSpPr>
          <p:nvPr>
            <p:ph type="body" idx="1"/>
          </p:nvPr>
        </p:nvSpPr>
        <p:spPr bwMode="auto"/>
        <p:txBody>
          <a:bodyPr/>
          <a:lstStyle/>
          <a:p>
            <a:pPr>
              <a:defRPr/>
            </a:pPr>
            <a:endParaRPr/>
          </a:p>
        </p:txBody>
      </p:sp>
      <p:sp>
        <p:nvSpPr>
          <p:cNvPr id="1353170894" name="Slide Number Placeholder 3"/>
          <p:cNvSpPr>
            <a:spLocks noGrp="1"/>
          </p:cNvSpPr>
          <p:nvPr>
            <p:ph type="sldNum" sz="quarter" idx="10"/>
          </p:nvPr>
        </p:nvSpPr>
        <p:spPr bwMode="auto"/>
        <p:txBody>
          <a:bodyPr/>
          <a:lstStyle/>
          <a:p>
            <a:pPr>
              <a:defRPr/>
            </a:pPr>
            <a:fld id="{BD3A8570-D5E3-A3DA-E9BE-4E59B47DCD31}"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8301177" name="Slide Image Placeholder 1"/>
          <p:cNvSpPr>
            <a:spLocks noChangeAspect="1" noGrp="1" noRot="1"/>
          </p:cNvSpPr>
          <p:nvPr>
            <p:ph type="sldImg"/>
          </p:nvPr>
        </p:nvSpPr>
        <p:spPr bwMode="auto"/>
      </p:sp>
      <p:sp>
        <p:nvSpPr>
          <p:cNvPr id="1241559198" name="Notes Placeholder 2"/>
          <p:cNvSpPr>
            <a:spLocks noGrp="1"/>
          </p:cNvSpPr>
          <p:nvPr>
            <p:ph type="body" idx="1"/>
          </p:nvPr>
        </p:nvSpPr>
        <p:spPr bwMode="auto"/>
        <p:txBody>
          <a:bodyPr/>
          <a:lstStyle/>
          <a:p>
            <a:pPr>
              <a:defRPr/>
            </a:pPr>
            <a:endParaRPr/>
          </a:p>
        </p:txBody>
      </p:sp>
      <p:sp>
        <p:nvSpPr>
          <p:cNvPr id="126578646" name="Slide Number Placeholder 3"/>
          <p:cNvSpPr>
            <a:spLocks noGrp="1"/>
          </p:cNvSpPr>
          <p:nvPr>
            <p:ph type="sldNum" sz="quarter" idx="10"/>
          </p:nvPr>
        </p:nvSpPr>
        <p:spPr bwMode="auto"/>
        <p:txBody>
          <a:bodyPr/>
          <a:lstStyle/>
          <a:p>
            <a:pPr>
              <a:defRPr/>
            </a:pPr>
            <a:fld id="{602157EF-C9F3-24D9-B1A1-FB4AB3408235}"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4212009" name="Slide Image Placeholder 1"/>
          <p:cNvSpPr>
            <a:spLocks noChangeAspect="1" noGrp="1" noRot="1"/>
          </p:cNvSpPr>
          <p:nvPr>
            <p:ph type="sldImg"/>
          </p:nvPr>
        </p:nvSpPr>
        <p:spPr bwMode="auto"/>
      </p:sp>
      <p:sp>
        <p:nvSpPr>
          <p:cNvPr id="931118386" name="Notes Placeholder 2"/>
          <p:cNvSpPr>
            <a:spLocks noGrp="1"/>
          </p:cNvSpPr>
          <p:nvPr>
            <p:ph type="body" idx="1"/>
          </p:nvPr>
        </p:nvSpPr>
        <p:spPr bwMode="auto"/>
        <p:txBody>
          <a:bodyPr/>
          <a:lstStyle/>
          <a:p>
            <a:pPr>
              <a:defRPr/>
            </a:pPr>
            <a:endParaRPr/>
          </a:p>
        </p:txBody>
      </p:sp>
      <p:sp>
        <p:nvSpPr>
          <p:cNvPr id="289538646" name="Slide Number Placeholder 3"/>
          <p:cNvSpPr>
            <a:spLocks noGrp="1"/>
          </p:cNvSpPr>
          <p:nvPr>
            <p:ph type="sldNum" sz="quarter" idx="10"/>
          </p:nvPr>
        </p:nvSpPr>
        <p:spPr bwMode="auto"/>
        <p:txBody>
          <a:bodyPr/>
          <a:lstStyle/>
          <a:p>
            <a:pPr>
              <a:defRPr/>
            </a:pPr>
            <a:fld id="{08873EC8-14A0-3A00-0EAE-6D6F91E8567D}"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0532495" name="Slide Image Placeholder 1"/>
          <p:cNvSpPr>
            <a:spLocks noChangeAspect="1" noGrp="1" noRot="1"/>
          </p:cNvSpPr>
          <p:nvPr>
            <p:ph type="sldImg"/>
          </p:nvPr>
        </p:nvSpPr>
        <p:spPr bwMode="auto"/>
      </p:sp>
      <p:sp>
        <p:nvSpPr>
          <p:cNvPr id="1892047684" name="Notes Placeholder 2"/>
          <p:cNvSpPr>
            <a:spLocks noGrp="1"/>
          </p:cNvSpPr>
          <p:nvPr>
            <p:ph type="body" idx="1"/>
          </p:nvPr>
        </p:nvSpPr>
        <p:spPr bwMode="auto"/>
        <p:txBody>
          <a:bodyPr/>
          <a:lstStyle/>
          <a:p>
            <a:pPr>
              <a:defRPr/>
            </a:pPr>
            <a:endParaRPr/>
          </a:p>
        </p:txBody>
      </p:sp>
      <p:sp>
        <p:nvSpPr>
          <p:cNvPr id="2054808403" name="Slide Number Placeholder 3"/>
          <p:cNvSpPr>
            <a:spLocks noGrp="1"/>
          </p:cNvSpPr>
          <p:nvPr>
            <p:ph type="sldNum" sz="quarter" idx="10"/>
          </p:nvPr>
        </p:nvSpPr>
        <p:spPr bwMode="auto"/>
        <p:txBody>
          <a:bodyPr/>
          <a:lstStyle/>
          <a:p>
            <a:pPr>
              <a:defRPr/>
            </a:pPr>
            <a:fld id="{41797A96-85C7-DC3D-4197-A7799D4D93EE}"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3006188" name="Slide Image Placeholder 1"/>
          <p:cNvSpPr>
            <a:spLocks noChangeAspect="1" noGrp="1" noRot="1"/>
          </p:cNvSpPr>
          <p:nvPr>
            <p:ph type="sldImg"/>
          </p:nvPr>
        </p:nvSpPr>
        <p:spPr bwMode="auto"/>
      </p:sp>
      <p:sp>
        <p:nvSpPr>
          <p:cNvPr id="607947487" name="Notes Placeholder 2"/>
          <p:cNvSpPr>
            <a:spLocks noGrp="1"/>
          </p:cNvSpPr>
          <p:nvPr>
            <p:ph type="body" idx="1"/>
          </p:nvPr>
        </p:nvSpPr>
        <p:spPr bwMode="auto"/>
        <p:txBody>
          <a:bodyPr/>
          <a:lstStyle/>
          <a:p>
            <a:pPr>
              <a:defRPr/>
            </a:pPr>
            <a:endParaRPr/>
          </a:p>
        </p:txBody>
      </p:sp>
      <p:sp>
        <p:nvSpPr>
          <p:cNvPr id="569048169" name="Slide Number Placeholder 3"/>
          <p:cNvSpPr>
            <a:spLocks noGrp="1"/>
          </p:cNvSpPr>
          <p:nvPr>
            <p:ph type="sldNum" sz="quarter" idx="10"/>
          </p:nvPr>
        </p:nvSpPr>
        <p:spPr bwMode="auto"/>
        <p:txBody>
          <a:bodyPr/>
          <a:lstStyle/>
          <a:p>
            <a:pPr>
              <a:defRPr/>
            </a:pPr>
            <a:fld id="{CC2A5D2C-5EB6-3EFE-448A-6E5A57BBB571}"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773330" name="Slide Image Placeholder 1"/>
          <p:cNvSpPr>
            <a:spLocks noChangeAspect="1" noGrp="1" noRot="1"/>
          </p:cNvSpPr>
          <p:nvPr>
            <p:ph type="sldImg"/>
          </p:nvPr>
        </p:nvSpPr>
        <p:spPr bwMode="auto"/>
      </p:sp>
      <p:sp>
        <p:nvSpPr>
          <p:cNvPr id="751484777" name="Notes Placeholder 2"/>
          <p:cNvSpPr>
            <a:spLocks noGrp="1"/>
          </p:cNvSpPr>
          <p:nvPr>
            <p:ph type="body" idx="1"/>
          </p:nvPr>
        </p:nvSpPr>
        <p:spPr bwMode="auto"/>
        <p:txBody>
          <a:bodyPr/>
          <a:lstStyle/>
          <a:p>
            <a:pPr>
              <a:defRPr/>
            </a:pPr>
            <a:endParaRPr/>
          </a:p>
        </p:txBody>
      </p:sp>
      <p:sp>
        <p:nvSpPr>
          <p:cNvPr id="333931644" name="Slide Number Placeholder 3"/>
          <p:cNvSpPr>
            <a:spLocks noGrp="1"/>
          </p:cNvSpPr>
          <p:nvPr>
            <p:ph type="sldNum" sz="quarter" idx="10"/>
          </p:nvPr>
        </p:nvSpPr>
        <p:spPr bwMode="auto"/>
        <p:txBody>
          <a:bodyPr/>
          <a:lstStyle/>
          <a:p>
            <a:pPr>
              <a:defRPr/>
            </a:pPr>
            <a:fld id="{DB8107A1-9B68-E9FB-7790-E654E75FDF56}"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3524060" name="Slide Image Placeholder 1"/>
          <p:cNvSpPr>
            <a:spLocks noChangeAspect="1" noGrp="1" noRot="1"/>
          </p:cNvSpPr>
          <p:nvPr>
            <p:ph type="sldImg"/>
          </p:nvPr>
        </p:nvSpPr>
        <p:spPr bwMode="auto"/>
      </p:sp>
      <p:sp>
        <p:nvSpPr>
          <p:cNvPr id="561103873" name="Notes Placeholder 2"/>
          <p:cNvSpPr>
            <a:spLocks noGrp="1"/>
          </p:cNvSpPr>
          <p:nvPr>
            <p:ph type="body" idx="1"/>
          </p:nvPr>
        </p:nvSpPr>
        <p:spPr bwMode="auto"/>
        <p:txBody>
          <a:bodyPr/>
          <a:lstStyle/>
          <a:p>
            <a:pPr>
              <a:defRPr/>
            </a:pPr>
            <a:endParaRPr/>
          </a:p>
        </p:txBody>
      </p:sp>
      <p:sp>
        <p:nvSpPr>
          <p:cNvPr id="862025842" name="Slide Number Placeholder 3"/>
          <p:cNvSpPr>
            <a:spLocks noGrp="1"/>
          </p:cNvSpPr>
          <p:nvPr>
            <p:ph type="sldNum" sz="quarter" idx="10"/>
          </p:nvPr>
        </p:nvSpPr>
        <p:spPr bwMode="auto"/>
        <p:txBody>
          <a:bodyPr/>
          <a:lstStyle/>
          <a:p>
            <a:pPr>
              <a:defRPr/>
            </a:pPr>
            <a:fld id="{D5FF372D-B465-F965-BBAE-99202805F678}"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8986045" name="Slide Image Placeholder 1"/>
          <p:cNvSpPr>
            <a:spLocks noChangeAspect="1" noGrp="1" noRot="1"/>
          </p:cNvSpPr>
          <p:nvPr>
            <p:ph type="sldImg"/>
          </p:nvPr>
        </p:nvSpPr>
        <p:spPr bwMode="auto"/>
      </p:sp>
      <p:sp>
        <p:nvSpPr>
          <p:cNvPr id="1839909371" name="Notes Placeholder 2"/>
          <p:cNvSpPr>
            <a:spLocks noGrp="1"/>
          </p:cNvSpPr>
          <p:nvPr>
            <p:ph type="body" idx="1"/>
          </p:nvPr>
        </p:nvSpPr>
        <p:spPr bwMode="auto"/>
        <p:txBody>
          <a:bodyPr/>
          <a:lstStyle/>
          <a:p>
            <a:pPr>
              <a:defRPr/>
            </a:pPr>
            <a:endParaRPr/>
          </a:p>
        </p:txBody>
      </p:sp>
      <p:sp>
        <p:nvSpPr>
          <p:cNvPr id="831631823" name="Slide Number Placeholder 3"/>
          <p:cNvSpPr>
            <a:spLocks noGrp="1"/>
          </p:cNvSpPr>
          <p:nvPr>
            <p:ph type="sldNum" sz="quarter" idx="10"/>
          </p:nvPr>
        </p:nvSpPr>
        <p:spPr bwMode="auto"/>
        <p:txBody>
          <a:bodyPr/>
          <a:lstStyle/>
          <a:p>
            <a:pPr>
              <a:defRPr/>
            </a:pPr>
            <a:fld id="{227F4C2D-6E5E-C875-C976-C6D55F6BE674}"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9666848" name="Slide Image Placeholder 1"/>
          <p:cNvSpPr>
            <a:spLocks noChangeAspect="1" noGrp="1" noRot="1"/>
          </p:cNvSpPr>
          <p:nvPr>
            <p:ph type="sldImg"/>
          </p:nvPr>
        </p:nvSpPr>
        <p:spPr bwMode="auto"/>
      </p:sp>
      <p:sp>
        <p:nvSpPr>
          <p:cNvPr id="1249428426" name="Notes Placeholder 2"/>
          <p:cNvSpPr>
            <a:spLocks noGrp="1"/>
          </p:cNvSpPr>
          <p:nvPr>
            <p:ph type="body" idx="1"/>
          </p:nvPr>
        </p:nvSpPr>
        <p:spPr bwMode="auto"/>
        <p:txBody>
          <a:bodyPr/>
          <a:lstStyle/>
          <a:p>
            <a:pPr>
              <a:defRPr/>
            </a:pPr>
            <a:endParaRPr/>
          </a:p>
        </p:txBody>
      </p:sp>
      <p:sp>
        <p:nvSpPr>
          <p:cNvPr id="1941384023" name="Slide Number Placeholder 3"/>
          <p:cNvSpPr>
            <a:spLocks noGrp="1"/>
          </p:cNvSpPr>
          <p:nvPr>
            <p:ph type="sldNum" sz="quarter" idx="10"/>
          </p:nvPr>
        </p:nvSpPr>
        <p:spPr bwMode="auto"/>
        <p:txBody>
          <a:bodyPr/>
          <a:lstStyle/>
          <a:p>
            <a:pPr>
              <a:defRPr/>
            </a:pPr>
            <a:fld id="{6346F0F7-F334-E342-5F02-944A3495C4A0}"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3563950" name="Slide Image Placeholder 1"/>
          <p:cNvSpPr>
            <a:spLocks noChangeAspect="1" noGrp="1" noRot="1"/>
          </p:cNvSpPr>
          <p:nvPr>
            <p:ph type="sldImg"/>
          </p:nvPr>
        </p:nvSpPr>
        <p:spPr bwMode="auto"/>
      </p:sp>
      <p:sp>
        <p:nvSpPr>
          <p:cNvPr id="336348415" name="Notes Placeholder 2"/>
          <p:cNvSpPr>
            <a:spLocks noGrp="1"/>
          </p:cNvSpPr>
          <p:nvPr>
            <p:ph type="body" idx="1"/>
          </p:nvPr>
        </p:nvSpPr>
        <p:spPr bwMode="auto"/>
        <p:txBody>
          <a:bodyPr/>
          <a:lstStyle/>
          <a:p>
            <a:pPr>
              <a:defRPr/>
            </a:pPr>
            <a:endParaRPr/>
          </a:p>
        </p:txBody>
      </p:sp>
      <p:sp>
        <p:nvSpPr>
          <p:cNvPr id="86871942" name="Slide Number Placeholder 3"/>
          <p:cNvSpPr>
            <a:spLocks noGrp="1"/>
          </p:cNvSpPr>
          <p:nvPr>
            <p:ph type="sldNum" sz="quarter" idx="10"/>
          </p:nvPr>
        </p:nvSpPr>
        <p:spPr bwMode="auto"/>
        <p:txBody>
          <a:bodyPr/>
          <a:lstStyle/>
          <a:p>
            <a:pPr>
              <a:defRPr/>
            </a:pPr>
            <a:fld id="{8E37FDAD-1320-454A-0438-600C450795B3}"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1752041" name="Slide Image Placeholder 1"/>
          <p:cNvSpPr>
            <a:spLocks noChangeAspect="1" noGrp="1" noRot="1"/>
          </p:cNvSpPr>
          <p:nvPr>
            <p:ph type="sldImg"/>
          </p:nvPr>
        </p:nvSpPr>
        <p:spPr bwMode="auto"/>
      </p:sp>
      <p:sp>
        <p:nvSpPr>
          <p:cNvPr id="1858225098" name="Notes Placeholder 2"/>
          <p:cNvSpPr>
            <a:spLocks noGrp="1"/>
          </p:cNvSpPr>
          <p:nvPr>
            <p:ph type="body" idx="1"/>
          </p:nvPr>
        </p:nvSpPr>
        <p:spPr bwMode="auto"/>
        <p:txBody>
          <a:bodyPr/>
          <a:lstStyle/>
          <a:p>
            <a:pPr>
              <a:defRPr/>
            </a:pPr>
            <a:endParaRPr/>
          </a:p>
        </p:txBody>
      </p:sp>
      <p:sp>
        <p:nvSpPr>
          <p:cNvPr id="2105295868" name="Slide Number Placeholder 3"/>
          <p:cNvSpPr>
            <a:spLocks noGrp="1"/>
          </p:cNvSpPr>
          <p:nvPr>
            <p:ph type="sldNum" sz="quarter" idx="10"/>
          </p:nvPr>
        </p:nvSpPr>
        <p:spPr bwMode="auto"/>
        <p:txBody>
          <a:bodyPr/>
          <a:lstStyle/>
          <a:p>
            <a:pPr>
              <a:defRPr/>
            </a:pPr>
            <a:fld id="{9D1E0814-FA3A-798F-7BCC-928878DD25B2}"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4798954" name="Slide Image Placeholder 1"/>
          <p:cNvSpPr>
            <a:spLocks noChangeAspect="1" noGrp="1" noRot="1"/>
          </p:cNvSpPr>
          <p:nvPr>
            <p:ph type="sldImg"/>
          </p:nvPr>
        </p:nvSpPr>
        <p:spPr bwMode="auto"/>
      </p:sp>
      <p:sp>
        <p:nvSpPr>
          <p:cNvPr id="1391577240" name="Notes Placeholder 2"/>
          <p:cNvSpPr>
            <a:spLocks noGrp="1"/>
          </p:cNvSpPr>
          <p:nvPr>
            <p:ph type="body" idx="1"/>
          </p:nvPr>
        </p:nvSpPr>
        <p:spPr bwMode="auto"/>
        <p:txBody>
          <a:bodyPr/>
          <a:lstStyle/>
          <a:p>
            <a:pPr>
              <a:defRPr/>
            </a:pPr>
            <a:endParaRPr/>
          </a:p>
        </p:txBody>
      </p:sp>
      <p:sp>
        <p:nvSpPr>
          <p:cNvPr id="670757981" name="Slide Number Placeholder 3"/>
          <p:cNvSpPr>
            <a:spLocks noGrp="1"/>
          </p:cNvSpPr>
          <p:nvPr>
            <p:ph type="sldNum" sz="quarter" idx="10"/>
          </p:nvPr>
        </p:nvSpPr>
        <p:spPr bwMode="auto"/>
        <p:txBody>
          <a:bodyPr/>
          <a:lstStyle/>
          <a:p>
            <a:pPr>
              <a:defRPr/>
            </a:pPr>
            <a:fld id="{7447F0D3-1DEA-F745-1E09-B7FA6BF8E5C4}"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5503257" name="Slide Image Placeholder 1"/>
          <p:cNvSpPr>
            <a:spLocks noChangeAspect="1" noGrp="1" noRot="1"/>
          </p:cNvSpPr>
          <p:nvPr>
            <p:ph type="sldImg"/>
          </p:nvPr>
        </p:nvSpPr>
        <p:spPr bwMode="auto"/>
      </p:sp>
      <p:sp>
        <p:nvSpPr>
          <p:cNvPr id="1987191552" name="Notes Placeholder 2"/>
          <p:cNvSpPr>
            <a:spLocks noGrp="1"/>
          </p:cNvSpPr>
          <p:nvPr>
            <p:ph type="body" idx="1"/>
          </p:nvPr>
        </p:nvSpPr>
        <p:spPr bwMode="auto"/>
        <p:txBody>
          <a:bodyPr/>
          <a:lstStyle/>
          <a:p>
            <a:pPr>
              <a:defRPr/>
            </a:pPr>
            <a:endParaRPr/>
          </a:p>
        </p:txBody>
      </p:sp>
      <p:sp>
        <p:nvSpPr>
          <p:cNvPr id="559924327" name="Slide Number Placeholder 3"/>
          <p:cNvSpPr>
            <a:spLocks noGrp="1"/>
          </p:cNvSpPr>
          <p:nvPr>
            <p:ph type="sldNum" sz="quarter" idx="10"/>
          </p:nvPr>
        </p:nvSpPr>
        <p:spPr bwMode="auto"/>
        <p:txBody>
          <a:bodyPr/>
          <a:lstStyle/>
          <a:p>
            <a:pPr>
              <a:defRPr/>
            </a:pPr>
            <a:fld id="{ADF4C0AE-E38D-DC6B-C68A-AA49F3CF55AB}"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3795575" name="Slide Image Placeholder 1"/>
          <p:cNvSpPr>
            <a:spLocks noChangeAspect="1" noGrp="1" noRot="1"/>
          </p:cNvSpPr>
          <p:nvPr>
            <p:ph type="sldImg"/>
          </p:nvPr>
        </p:nvSpPr>
        <p:spPr bwMode="auto"/>
      </p:sp>
      <p:sp>
        <p:nvSpPr>
          <p:cNvPr id="1137586927" name="Notes Placeholder 2"/>
          <p:cNvSpPr>
            <a:spLocks noGrp="1"/>
          </p:cNvSpPr>
          <p:nvPr>
            <p:ph type="body" idx="1"/>
          </p:nvPr>
        </p:nvSpPr>
        <p:spPr bwMode="auto"/>
        <p:txBody>
          <a:bodyPr/>
          <a:lstStyle/>
          <a:p>
            <a:pPr>
              <a:defRPr/>
            </a:pPr>
            <a:endParaRPr/>
          </a:p>
        </p:txBody>
      </p:sp>
      <p:sp>
        <p:nvSpPr>
          <p:cNvPr id="290801278" name="Slide Number Placeholder 3"/>
          <p:cNvSpPr>
            <a:spLocks noGrp="1"/>
          </p:cNvSpPr>
          <p:nvPr>
            <p:ph type="sldNum" sz="quarter" idx="10"/>
          </p:nvPr>
        </p:nvSpPr>
        <p:spPr bwMode="auto"/>
        <p:txBody>
          <a:bodyPr/>
          <a:lstStyle/>
          <a:p>
            <a:pPr>
              <a:defRPr/>
            </a:pPr>
            <a:fld id="{DC887B64-E028-2AA4-2F68-CBA8265516E3}"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8122898" name="Slide Image Placeholder 1"/>
          <p:cNvSpPr>
            <a:spLocks noChangeAspect="1" noGrp="1" noRot="1"/>
          </p:cNvSpPr>
          <p:nvPr>
            <p:ph type="sldImg"/>
          </p:nvPr>
        </p:nvSpPr>
        <p:spPr bwMode="auto"/>
      </p:sp>
      <p:sp>
        <p:nvSpPr>
          <p:cNvPr id="1604117914" name="Notes Placeholder 2"/>
          <p:cNvSpPr>
            <a:spLocks noGrp="1"/>
          </p:cNvSpPr>
          <p:nvPr>
            <p:ph type="body" idx="1"/>
          </p:nvPr>
        </p:nvSpPr>
        <p:spPr bwMode="auto"/>
        <p:txBody>
          <a:bodyPr/>
          <a:lstStyle/>
          <a:p>
            <a:pPr>
              <a:defRPr/>
            </a:pPr>
            <a:endParaRPr/>
          </a:p>
        </p:txBody>
      </p:sp>
      <p:sp>
        <p:nvSpPr>
          <p:cNvPr id="202540270" name="Slide Number Placeholder 3"/>
          <p:cNvSpPr>
            <a:spLocks noGrp="1"/>
          </p:cNvSpPr>
          <p:nvPr>
            <p:ph type="sldNum" sz="quarter" idx="10"/>
          </p:nvPr>
        </p:nvSpPr>
        <p:spPr bwMode="auto"/>
        <p:txBody>
          <a:bodyPr/>
          <a:lstStyle/>
          <a:p>
            <a:pPr>
              <a:defRPr/>
            </a:pPr>
            <a:fld id="{1F0CF1FC-3401-5F66-1687-747F5BB6F5D1}"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602016" name="Slide Image Placeholder 1"/>
          <p:cNvSpPr>
            <a:spLocks noChangeAspect="1" noGrp="1" noRot="1"/>
          </p:cNvSpPr>
          <p:nvPr>
            <p:ph type="sldImg"/>
          </p:nvPr>
        </p:nvSpPr>
        <p:spPr bwMode="auto"/>
      </p:sp>
      <p:sp>
        <p:nvSpPr>
          <p:cNvPr id="1912528284" name="Notes Placeholder 2"/>
          <p:cNvSpPr>
            <a:spLocks noGrp="1"/>
          </p:cNvSpPr>
          <p:nvPr>
            <p:ph type="body" idx="1"/>
          </p:nvPr>
        </p:nvSpPr>
        <p:spPr bwMode="auto"/>
        <p:txBody>
          <a:bodyPr/>
          <a:lstStyle/>
          <a:p>
            <a:pPr>
              <a:defRPr/>
            </a:pPr>
            <a:endParaRPr/>
          </a:p>
        </p:txBody>
      </p:sp>
      <p:sp>
        <p:nvSpPr>
          <p:cNvPr id="1479331460" name="Slide Number Placeholder 3"/>
          <p:cNvSpPr>
            <a:spLocks noGrp="1"/>
          </p:cNvSpPr>
          <p:nvPr>
            <p:ph type="sldNum" sz="quarter" idx="10"/>
          </p:nvPr>
        </p:nvSpPr>
        <p:spPr bwMode="auto"/>
        <p:txBody>
          <a:bodyPr/>
          <a:lstStyle/>
          <a:p>
            <a:pPr>
              <a:defRPr/>
            </a:pPr>
            <a:fld id="{E820E706-D256-E63B-0C75-706309155F93}"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868034" name="Slide Image Placeholder 1"/>
          <p:cNvSpPr>
            <a:spLocks noChangeAspect="1" noGrp="1" noRot="1"/>
          </p:cNvSpPr>
          <p:nvPr>
            <p:ph type="sldImg"/>
          </p:nvPr>
        </p:nvSpPr>
        <p:spPr bwMode="auto"/>
      </p:sp>
      <p:sp>
        <p:nvSpPr>
          <p:cNvPr id="1739115466" name="Notes Placeholder 2"/>
          <p:cNvSpPr>
            <a:spLocks noGrp="1"/>
          </p:cNvSpPr>
          <p:nvPr>
            <p:ph type="body" idx="1"/>
          </p:nvPr>
        </p:nvSpPr>
        <p:spPr bwMode="auto"/>
        <p:txBody>
          <a:bodyPr/>
          <a:lstStyle/>
          <a:p>
            <a:pPr>
              <a:defRPr/>
            </a:pPr>
            <a:endParaRPr/>
          </a:p>
        </p:txBody>
      </p:sp>
      <p:sp>
        <p:nvSpPr>
          <p:cNvPr id="1324796588" name="Slide Number Placeholder 3"/>
          <p:cNvSpPr>
            <a:spLocks noGrp="1"/>
          </p:cNvSpPr>
          <p:nvPr>
            <p:ph type="sldNum" sz="quarter" idx="10"/>
          </p:nvPr>
        </p:nvSpPr>
        <p:spPr bwMode="auto"/>
        <p:txBody>
          <a:bodyPr/>
          <a:lstStyle/>
          <a:p>
            <a:pPr>
              <a:defRPr/>
            </a:pPr>
            <a:fld id="{61B1688A-4A24-A9DE-E8D5-11EF2820979B}"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9866307" name="Slide Image Placeholder 1"/>
          <p:cNvSpPr>
            <a:spLocks noChangeAspect="1" noGrp="1" noRot="1"/>
          </p:cNvSpPr>
          <p:nvPr>
            <p:ph type="sldImg"/>
          </p:nvPr>
        </p:nvSpPr>
        <p:spPr bwMode="auto"/>
      </p:sp>
      <p:sp>
        <p:nvSpPr>
          <p:cNvPr id="1347903847" name="Notes Placeholder 2"/>
          <p:cNvSpPr>
            <a:spLocks noGrp="1"/>
          </p:cNvSpPr>
          <p:nvPr>
            <p:ph type="body" idx="1"/>
          </p:nvPr>
        </p:nvSpPr>
        <p:spPr bwMode="auto"/>
        <p:txBody>
          <a:bodyPr/>
          <a:lstStyle/>
          <a:p>
            <a:pPr>
              <a:defRPr/>
            </a:pPr>
            <a:endParaRPr/>
          </a:p>
        </p:txBody>
      </p:sp>
      <p:sp>
        <p:nvSpPr>
          <p:cNvPr id="1832316256" name="Slide Number Placeholder 3"/>
          <p:cNvSpPr>
            <a:spLocks noGrp="1"/>
          </p:cNvSpPr>
          <p:nvPr>
            <p:ph type="sldNum" sz="quarter" idx="10"/>
          </p:nvPr>
        </p:nvSpPr>
        <p:spPr bwMode="auto"/>
        <p:txBody>
          <a:bodyPr/>
          <a:lstStyle/>
          <a:p>
            <a:pPr>
              <a:defRPr/>
            </a:pPr>
            <a:fld id="{5AF96F47-3D75-628A-7225-3D6D257E195E}"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0139818" name="Slide Image Placeholder 1"/>
          <p:cNvSpPr>
            <a:spLocks noChangeAspect="1" noGrp="1" noRot="1"/>
          </p:cNvSpPr>
          <p:nvPr>
            <p:ph type="sldImg"/>
          </p:nvPr>
        </p:nvSpPr>
        <p:spPr bwMode="auto"/>
      </p:sp>
      <p:sp>
        <p:nvSpPr>
          <p:cNvPr id="1804584657" name="Notes Placeholder 2"/>
          <p:cNvSpPr>
            <a:spLocks noGrp="1"/>
          </p:cNvSpPr>
          <p:nvPr>
            <p:ph type="body" idx="1"/>
          </p:nvPr>
        </p:nvSpPr>
        <p:spPr bwMode="auto"/>
        <p:txBody>
          <a:bodyPr/>
          <a:lstStyle/>
          <a:p>
            <a:pPr>
              <a:defRPr/>
            </a:pPr>
            <a:endParaRPr/>
          </a:p>
        </p:txBody>
      </p:sp>
      <p:sp>
        <p:nvSpPr>
          <p:cNvPr id="725758124" name="Slide Number Placeholder 3"/>
          <p:cNvSpPr>
            <a:spLocks noGrp="1"/>
          </p:cNvSpPr>
          <p:nvPr>
            <p:ph type="sldNum" sz="quarter" idx="10"/>
          </p:nvPr>
        </p:nvSpPr>
        <p:spPr bwMode="auto"/>
        <p:txBody>
          <a:bodyPr/>
          <a:lstStyle/>
          <a:p>
            <a:pPr>
              <a:defRPr/>
            </a:pPr>
            <a:fld id="{F75ABE1E-764B-F425-3391-598B8B461FDD}"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5263591" name="Slide Image Placeholder 1"/>
          <p:cNvSpPr>
            <a:spLocks noChangeAspect="1" noGrp="1" noRot="1"/>
          </p:cNvSpPr>
          <p:nvPr>
            <p:ph type="sldImg"/>
          </p:nvPr>
        </p:nvSpPr>
        <p:spPr bwMode="auto"/>
      </p:sp>
      <p:sp>
        <p:nvSpPr>
          <p:cNvPr id="1534749562" name="Notes Placeholder 2"/>
          <p:cNvSpPr>
            <a:spLocks noGrp="1"/>
          </p:cNvSpPr>
          <p:nvPr>
            <p:ph type="body" idx="1"/>
          </p:nvPr>
        </p:nvSpPr>
        <p:spPr bwMode="auto"/>
        <p:txBody>
          <a:bodyPr/>
          <a:lstStyle/>
          <a:p>
            <a:pPr>
              <a:defRPr/>
            </a:pPr>
            <a:endParaRPr/>
          </a:p>
        </p:txBody>
      </p:sp>
      <p:sp>
        <p:nvSpPr>
          <p:cNvPr id="456460880" name="Slide Number Placeholder 3"/>
          <p:cNvSpPr>
            <a:spLocks noGrp="1"/>
          </p:cNvSpPr>
          <p:nvPr>
            <p:ph type="sldNum" sz="quarter" idx="10"/>
          </p:nvPr>
        </p:nvSpPr>
        <p:spPr bwMode="auto"/>
        <p:txBody>
          <a:bodyPr/>
          <a:lstStyle/>
          <a:p>
            <a:pPr>
              <a:defRPr/>
            </a:pPr>
            <a:fld id="{AA8DE568-97B0-9929-DEC1-7CBD6BC5D270}"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7354528" name="Slide Image Placeholder 1"/>
          <p:cNvSpPr>
            <a:spLocks noChangeAspect="1" noGrp="1" noRot="1"/>
          </p:cNvSpPr>
          <p:nvPr>
            <p:ph type="sldImg"/>
          </p:nvPr>
        </p:nvSpPr>
        <p:spPr bwMode="auto"/>
      </p:sp>
      <p:sp>
        <p:nvSpPr>
          <p:cNvPr id="761127963" name="Notes Placeholder 2"/>
          <p:cNvSpPr>
            <a:spLocks noGrp="1"/>
          </p:cNvSpPr>
          <p:nvPr>
            <p:ph type="body" idx="1"/>
          </p:nvPr>
        </p:nvSpPr>
        <p:spPr bwMode="auto"/>
        <p:txBody>
          <a:bodyPr/>
          <a:lstStyle/>
          <a:p>
            <a:pPr>
              <a:defRPr/>
            </a:pPr>
            <a:endParaRPr/>
          </a:p>
        </p:txBody>
      </p:sp>
      <p:sp>
        <p:nvSpPr>
          <p:cNvPr id="891800603" name="Slide Number Placeholder 3"/>
          <p:cNvSpPr>
            <a:spLocks noGrp="1"/>
          </p:cNvSpPr>
          <p:nvPr>
            <p:ph type="sldNum" sz="quarter" idx="10"/>
          </p:nvPr>
        </p:nvSpPr>
        <p:spPr bwMode="auto"/>
        <p:txBody>
          <a:bodyPr/>
          <a:lstStyle/>
          <a:p>
            <a:pPr>
              <a:defRPr/>
            </a:pPr>
            <a:fld id="{67D6FF70-89BB-82B1-17DA-D1DCA74758D8}"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0254202" name="Slide Image Placeholder 1"/>
          <p:cNvSpPr>
            <a:spLocks noChangeAspect="1" noGrp="1" noRot="1"/>
          </p:cNvSpPr>
          <p:nvPr>
            <p:ph type="sldImg"/>
          </p:nvPr>
        </p:nvSpPr>
        <p:spPr bwMode="auto"/>
      </p:sp>
      <p:sp>
        <p:nvSpPr>
          <p:cNvPr id="1656889660" name="Notes Placeholder 2"/>
          <p:cNvSpPr>
            <a:spLocks noGrp="1"/>
          </p:cNvSpPr>
          <p:nvPr>
            <p:ph type="body" idx="1"/>
          </p:nvPr>
        </p:nvSpPr>
        <p:spPr bwMode="auto"/>
        <p:txBody>
          <a:bodyPr/>
          <a:lstStyle/>
          <a:p>
            <a:pPr>
              <a:defRPr/>
            </a:pPr>
            <a:endParaRPr/>
          </a:p>
        </p:txBody>
      </p:sp>
      <p:sp>
        <p:nvSpPr>
          <p:cNvPr id="1496904130" name="Slide Number Placeholder 3"/>
          <p:cNvSpPr>
            <a:spLocks noGrp="1"/>
          </p:cNvSpPr>
          <p:nvPr>
            <p:ph type="sldNum" sz="quarter" idx="10"/>
          </p:nvPr>
        </p:nvSpPr>
        <p:spPr bwMode="auto"/>
        <p:txBody>
          <a:bodyPr/>
          <a:lstStyle/>
          <a:p>
            <a:pPr>
              <a:defRPr/>
            </a:pPr>
            <a:fld id="{D3D1B874-9CC0-4429-5FF7-FC67A3C3FD72}"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7642627" name="Slide Image Placeholder 1"/>
          <p:cNvSpPr>
            <a:spLocks noChangeAspect="1" noGrp="1" noRot="1"/>
          </p:cNvSpPr>
          <p:nvPr>
            <p:ph type="sldImg"/>
          </p:nvPr>
        </p:nvSpPr>
        <p:spPr bwMode="auto"/>
      </p:sp>
      <p:sp>
        <p:nvSpPr>
          <p:cNvPr id="511396513" name="Notes Placeholder 2"/>
          <p:cNvSpPr>
            <a:spLocks noGrp="1"/>
          </p:cNvSpPr>
          <p:nvPr>
            <p:ph type="body" idx="1"/>
          </p:nvPr>
        </p:nvSpPr>
        <p:spPr bwMode="auto"/>
        <p:txBody>
          <a:bodyPr/>
          <a:lstStyle/>
          <a:p>
            <a:pPr>
              <a:defRPr/>
            </a:pPr>
            <a:endParaRPr/>
          </a:p>
        </p:txBody>
      </p:sp>
      <p:sp>
        <p:nvSpPr>
          <p:cNvPr id="219031650" name="Slide Number Placeholder 3"/>
          <p:cNvSpPr>
            <a:spLocks noGrp="1"/>
          </p:cNvSpPr>
          <p:nvPr>
            <p:ph type="sldNum" sz="quarter" idx="10"/>
          </p:nvPr>
        </p:nvSpPr>
        <p:spPr bwMode="auto"/>
        <p:txBody>
          <a:bodyPr/>
          <a:lstStyle/>
          <a:p>
            <a:pPr>
              <a:defRPr/>
            </a:pPr>
            <a:fld id="{C65434F9-E3D3-DB90-E93A-1D223BF901B0}"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7939734" name="Slide Image Placeholder 1"/>
          <p:cNvSpPr>
            <a:spLocks noChangeAspect="1" noGrp="1" noRot="1"/>
          </p:cNvSpPr>
          <p:nvPr>
            <p:ph type="sldImg"/>
          </p:nvPr>
        </p:nvSpPr>
        <p:spPr bwMode="auto"/>
      </p:sp>
      <p:sp>
        <p:nvSpPr>
          <p:cNvPr id="1957360403" name="Notes Placeholder 2"/>
          <p:cNvSpPr>
            <a:spLocks noGrp="1"/>
          </p:cNvSpPr>
          <p:nvPr>
            <p:ph type="body" idx="1"/>
          </p:nvPr>
        </p:nvSpPr>
        <p:spPr bwMode="auto"/>
        <p:txBody>
          <a:bodyPr/>
          <a:lstStyle/>
          <a:p>
            <a:pPr>
              <a:defRPr/>
            </a:pPr>
            <a:endParaRPr/>
          </a:p>
        </p:txBody>
      </p:sp>
      <p:sp>
        <p:nvSpPr>
          <p:cNvPr id="1118774055" name="Slide Number Placeholder 3"/>
          <p:cNvSpPr>
            <a:spLocks noGrp="1"/>
          </p:cNvSpPr>
          <p:nvPr>
            <p:ph type="sldNum" sz="quarter" idx="10"/>
          </p:nvPr>
        </p:nvSpPr>
        <p:spPr bwMode="auto"/>
        <p:txBody>
          <a:bodyPr/>
          <a:lstStyle/>
          <a:p>
            <a:pPr>
              <a:defRPr/>
            </a:pPr>
            <a:fld id="{5D6F7208-4509-16B4-8EF9-ADC2C49B49EF}"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6834477" name="Slide Image Placeholder 1"/>
          <p:cNvSpPr>
            <a:spLocks noChangeAspect="1" noGrp="1" noRot="1"/>
          </p:cNvSpPr>
          <p:nvPr>
            <p:ph type="sldImg"/>
          </p:nvPr>
        </p:nvSpPr>
        <p:spPr bwMode="auto"/>
      </p:sp>
      <p:sp>
        <p:nvSpPr>
          <p:cNvPr id="1109965242" name="Notes Placeholder 2"/>
          <p:cNvSpPr>
            <a:spLocks noGrp="1"/>
          </p:cNvSpPr>
          <p:nvPr>
            <p:ph type="body" idx="1"/>
          </p:nvPr>
        </p:nvSpPr>
        <p:spPr bwMode="auto"/>
        <p:txBody>
          <a:bodyPr/>
          <a:lstStyle/>
          <a:p>
            <a:pPr>
              <a:defRPr/>
            </a:pPr>
            <a:endParaRPr/>
          </a:p>
        </p:txBody>
      </p:sp>
      <p:sp>
        <p:nvSpPr>
          <p:cNvPr id="276781704" name="Slide Number Placeholder 3"/>
          <p:cNvSpPr>
            <a:spLocks noGrp="1"/>
          </p:cNvSpPr>
          <p:nvPr>
            <p:ph type="sldNum" sz="quarter" idx="10"/>
          </p:nvPr>
        </p:nvSpPr>
        <p:spPr bwMode="auto"/>
        <p:txBody>
          <a:bodyPr/>
          <a:lstStyle/>
          <a:p>
            <a:pPr>
              <a:defRPr/>
            </a:pPr>
            <a:fld id="{01A26031-1666-FFA0-1343-10117A0A8A1E}"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5795523" name="Slide Image Placeholder 1"/>
          <p:cNvSpPr>
            <a:spLocks noChangeAspect="1" noGrp="1" noRot="1"/>
          </p:cNvSpPr>
          <p:nvPr>
            <p:ph type="sldImg"/>
          </p:nvPr>
        </p:nvSpPr>
        <p:spPr bwMode="auto"/>
      </p:sp>
      <p:sp>
        <p:nvSpPr>
          <p:cNvPr id="625480591" name="Notes Placeholder 2"/>
          <p:cNvSpPr>
            <a:spLocks noGrp="1"/>
          </p:cNvSpPr>
          <p:nvPr>
            <p:ph type="body" idx="1"/>
          </p:nvPr>
        </p:nvSpPr>
        <p:spPr bwMode="auto"/>
        <p:txBody>
          <a:bodyPr/>
          <a:lstStyle/>
          <a:p>
            <a:pPr>
              <a:defRPr/>
            </a:pPr>
            <a:endParaRPr/>
          </a:p>
        </p:txBody>
      </p:sp>
      <p:sp>
        <p:nvSpPr>
          <p:cNvPr id="1948794253" name="Slide Number Placeholder 3"/>
          <p:cNvSpPr>
            <a:spLocks noGrp="1"/>
          </p:cNvSpPr>
          <p:nvPr>
            <p:ph type="sldNum" sz="quarter" idx="10"/>
          </p:nvPr>
        </p:nvSpPr>
        <p:spPr bwMode="auto"/>
        <p:txBody>
          <a:bodyPr/>
          <a:lstStyle/>
          <a:p>
            <a:pPr>
              <a:defRPr/>
            </a:pPr>
            <a:fld id="{67F023A4-E3E3-6195-88ED-53EC821D2997}"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9622150" name="Slide Image Placeholder 1"/>
          <p:cNvSpPr>
            <a:spLocks noChangeAspect="1" noGrp="1" noRot="1"/>
          </p:cNvSpPr>
          <p:nvPr>
            <p:ph type="sldImg"/>
          </p:nvPr>
        </p:nvSpPr>
        <p:spPr bwMode="auto"/>
      </p:sp>
      <p:sp>
        <p:nvSpPr>
          <p:cNvPr id="740247287" name="Notes Placeholder 2"/>
          <p:cNvSpPr>
            <a:spLocks noGrp="1"/>
          </p:cNvSpPr>
          <p:nvPr>
            <p:ph type="body" idx="1"/>
          </p:nvPr>
        </p:nvSpPr>
        <p:spPr bwMode="auto"/>
        <p:txBody>
          <a:bodyPr/>
          <a:lstStyle/>
          <a:p>
            <a:pPr>
              <a:defRPr/>
            </a:pPr>
            <a:endParaRPr/>
          </a:p>
        </p:txBody>
      </p:sp>
      <p:sp>
        <p:nvSpPr>
          <p:cNvPr id="278391773" name="Slide Number Placeholder 3"/>
          <p:cNvSpPr>
            <a:spLocks noGrp="1"/>
          </p:cNvSpPr>
          <p:nvPr>
            <p:ph type="sldNum" sz="quarter" idx="10"/>
          </p:nvPr>
        </p:nvSpPr>
        <p:spPr bwMode="auto"/>
        <p:txBody>
          <a:bodyPr/>
          <a:lstStyle/>
          <a:p>
            <a:pPr>
              <a:defRPr/>
            </a:pPr>
            <a:fld id="{14C3DA3E-F2DA-2C64-8E0F-319E878795B9}"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5422049" name="Slide Image Placeholder 1"/>
          <p:cNvSpPr>
            <a:spLocks noChangeAspect="1" noGrp="1" noRot="1"/>
          </p:cNvSpPr>
          <p:nvPr>
            <p:ph type="sldImg"/>
          </p:nvPr>
        </p:nvSpPr>
        <p:spPr bwMode="auto"/>
      </p:sp>
      <p:sp>
        <p:nvSpPr>
          <p:cNvPr id="356464489" name="Notes Placeholder 2"/>
          <p:cNvSpPr>
            <a:spLocks noGrp="1"/>
          </p:cNvSpPr>
          <p:nvPr>
            <p:ph type="body" idx="1"/>
          </p:nvPr>
        </p:nvSpPr>
        <p:spPr bwMode="auto"/>
        <p:txBody>
          <a:bodyPr/>
          <a:lstStyle/>
          <a:p>
            <a:pPr>
              <a:defRPr/>
            </a:pPr>
            <a:endParaRPr/>
          </a:p>
        </p:txBody>
      </p:sp>
      <p:sp>
        <p:nvSpPr>
          <p:cNvPr id="1246232195" name="Slide Number Placeholder 3"/>
          <p:cNvSpPr>
            <a:spLocks noGrp="1"/>
          </p:cNvSpPr>
          <p:nvPr>
            <p:ph type="sldNum" sz="quarter" idx="10"/>
          </p:nvPr>
        </p:nvSpPr>
        <p:spPr bwMode="auto"/>
        <p:txBody>
          <a:bodyPr/>
          <a:lstStyle/>
          <a:p>
            <a:pPr>
              <a:defRPr/>
            </a:pPr>
            <a:fld id="{CB466F95-1D03-2B53-5C37-61A286478723}" type="slidenum">
              <a:rPr/>
              <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4479592" name="Slide Image Placeholder 1"/>
          <p:cNvSpPr>
            <a:spLocks noChangeAspect="1" noGrp="1" noRot="1"/>
          </p:cNvSpPr>
          <p:nvPr>
            <p:ph type="sldImg"/>
          </p:nvPr>
        </p:nvSpPr>
        <p:spPr bwMode="auto"/>
      </p:sp>
      <p:sp>
        <p:nvSpPr>
          <p:cNvPr id="783295339" name="Notes Placeholder 2"/>
          <p:cNvSpPr>
            <a:spLocks noGrp="1"/>
          </p:cNvSpPr>
          <p:nvPr>
            <p:ph type="body" idx="1"/>
          </p:nvPr>
        </p:nvSpPr>
        <p:spPr bwMode="auto"/>
        <p:txBody>
          <a:bodyPr/>
          <a:lstStyle/>
          <a:p>
            <a:pPr>
              <a:defRPr/>
            </a:pPr>
            <a:endParaRPr/>
          </a:p>
        </p:txBody>
      </p:sp>
      <p:sp>
        <p:nvSpPr>
          <p:cNvPr id="1084225759" name="Slide Number Placeholder 3"/>
          <p:cNvSpPr>
            <a:spLocks noGrp="1"/>
          </p:cNvSpPr>
          <p:nvPr>
            <p:ph type="sldNum" sz="quarter" idx="10"/>
          </p:nvPr>
        </p:nvSpPr>
        <p:spPr bwMode="auto"/>
        <p:txBody>
          <a:bodyPr/>
          <a:lstStyle/>
          <a:p>
            <a:pPr>
              <a:defRPr/>
            </a:pPr>
            <a:fld id="{AC0A40C7-AB34-D7E9-E511-577CCB0FD391}" type="slidenum">
              <a:rPr/>
              <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1766811" name="Slide Image Placeholder 1"/>
          <p:cNvSpPr>
            <a:spLocks noChangeAspect="1" noGrp="1" noRot="1"/>
          </p:cNvSpPr>
          <p:nvPr>
            <p:ph type="sldImg"/>
          </p:nvPr>
        </p:nvSpPr>
        <p:spPr bwMode="auto"/>
      </p:sp>
      <p:sp>
        <p:nvSpPr>
          <p:cNvPr id="1815805737" name="Notes Placeholder 2"/>
          <p:cNvSpPr>
            <a:spLocks noGrp="1"/>
          </p:cNvSpPr>
          <p:nvPr>
            <p:ph type="body" idx="1"/>
          </p:nvPr>
        </p:nvSpPr>
        <p:spPr bwMode="auto"/>
        <p:txBody>
          <a:bodyPr/>
          <a:lstStyle/>
          <a:p>
            <a:pPr>
              <a:defRPr/>
            </a:pPr>
            <a:endParaRPr/>
          </a:p>
        </p:txBody>
      </p:sp>
      <p:sp>
        <p:nvSpPr>
          <p:cNvPr id="235529095" name="Slide Number Placeholder 3"/>
          <p:cNvSpPr>
            <a:spLocks noGrp="1"/>
          </p:cNvSpPr>
          <p:nvPr>
            <p:ph type="sldNum" sz="quarter" idx="10"/>
          </p:nvPr>
        </p:nvSpPr>
        <p:spPr bwMode="auto"/>
        <p:txBody>
          <a:bodyPr/>
          <a:lstStyle/>
          <a:p>
            <a:pPr>
              <a:defRPr/>
            </a:pPr>
            <a:fld id="{D89237B5-1CB3-7EDD-7250-D1A1602C7E93}"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5448411" name="Slide Image Placeholder 1"/>
          <p:cNvSpPr>
            <a:spLocks noChangeAspect="1" noGrp="1" noRot="1"/>
          </p:cNvSpPr>
          <p:nvPr>
            <p:ph type="sldImg"/>
          </p:nvPr>
        </p:nvSpPr>
        <p:spPr bwMode="auto"/>
      </p:sp>
      <p:sp>
        <p:nvSpPr>
          <p:cNvPr id="1239057448" name="Notes Placeholder 2"/>
          <p:cNvSpPr>
            <a:spLocks noGrp="1"/>
          </p:cNvSpPr>
          <p:nvPr>
            <p:ph type="body" idx="1"/>
          </p:nvPr>
        </p:nvSpPr>
        <p:spPr bwMode="auto"/>
        <p:txBody>
          <a:bodyPr/>
          <a:lstStyle/>
          <a:p>
            <a:pPr>
              <a:defRPr/>
            </a:pPr>
            <a:endParaRPr/>
          </a:p>
        </p:txBody>
      </p:sp>
      <p:sp>
        <p:nvSpPr>
          <p:cNvPr id="204967566" name="Slide Number Placeholder 3"/>
          <p:cNvSpPr>
            <a:spLocks noGrp="1"/>
          </p:cNvSpPr>
          <p:nvPr>
            <p:ph type="sldNum" sz="quarter" idx="10"/>
          </p:nvPr>
        </p:nvSpPr>
        <p:spPr bwMode="auto"/>
        <p:txBody>
          <a:bodyPr/>
          <a:lstStyle/>
          <a:p>
            <a:pPr>
              <a:defRPr/>
            </a:pPr>
            <a:fld id="{6A382380-19A7-A1A0-EEAC-E3B9E43D5E6F}"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9902783" name="Slide Image Placeholder 1"/>
          <p:cNvSpPr>
            <a:spLocks noChangeAspect="1" noGrp="1" noRot="1"/>
          </p:cNvSpPr>
          <p:nvPr>
            <p:ph type="sldImg"/>
          </p:nvPr>
        </p:nvSpPr>
        <p:spPr bwMode="auto"/>
      </p:sp>
      <p:sp>
        <p:nvSpPr>
          <p:cNvPr id="29311879" name="Notes Placeholder 2"/>
          <p:cNvSpPr>
            <a:spLocks noGrp="1"/>
          </p:cNvSpPr>
          <p:nvPr>
            <p:ph type="body" idx="1"/>
          </p:nvPr>
        </p:nvSpPr>
        <p:spPr bwMode="auto"/>
        <p:txBody>
          <a:bodyPr/>
          <a:lstStyle/>
          <a:p>
            <a:pPr>
              <a:defRPr/>
            </a:pPr>
            <a:endParaRPr/>
          </a:p>
        </p:txBody>
      </p:sp>
      <p:sp>
        <p:nvSpPr>
          <p:cNvPr id="949617625" name="Slide Number Placeholder 3"/>
          <p:cNvSpPr>
            <a:spLocks noGrp="1"/>
          </p:cNvSpPr>
          <p:nvPr>
            <p:ph type="sldNum" sz="quarter" idx="10"/>
          </p:nvPr>
        </p:nvSpPr>
        <p:spPr bwMode="auto"/>
        <p:txBody>
          <a:bodyPr/>
          <a:lstStyle/>
          <a:p>
            <a:pPr>
              <a:defRPr/>
            </a:pPr>
            <a:fld id="{2A7702FD-7905-BDC6-4203-F59B61CEB9B8}"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0908105" name="Slide Image Placeholder 1"/>
          <p:cNvSpPr>
            <a:spLocks noChangeAspect="1" noGrp="1" noRot="1"/>
          </p:cNvSpPr>
          <p:nvPr>
            <p:ph type="sldImg"/>
          </p:nvPr>
        </p:nvSpPr>
        <p:spPr bwMode="auto"/>
      </p:sp>
      <p:sp>
        <p:nvSpPr>
          <p:cNvPr id="107099537" name="Notes Placeholder 2"/>
          <p:cNvSpPr>
            <a:spLocks noGrp="1"/>
          </p:cNvSpPr>
          <p:nvPr>
            <p:ph type="body" idx="1"/>
          </p:nvPr>
        </p:nvSpPr>
        <p:spPr bwMode="auto"/>
        <p:txBody>
          <a:bodyPr/>
          <a:lstStyle/>
          <a:p>
            <a:pPr>
              <a:defRPr/>
            </a:pPr>
            <a:endParaRPr/>
          </a:p>
        </p:txBody>
      </p:sp>
      <p:sp>
        <p:nvSpPr>
          <p:cNvPr id="880910517" name="Slide Number Placeholder 3"/>
          <p:cNvSpPr>
            <a:spLocks noGrp="1"/>
          </p:cNvSpPr>
          <p:nvPr>
            <p:ph type="sldNum" sz="quarter" idx="10"/>
          </p:nvPr>
        </p:nvSpPr>
        <p:spPr bwMode="auto"/>
        <p:txBody>
          <a:bodyPr/>
          <a:lstStyle/>
          <a:p>
            <a:pPr>
              <a:defRPr/>
            </a:pPr>
            <a:fld id="{C729BA4D-F7B8-24AB-4D7A-E413A5FFAA82}" type="slidenum">
              <a:rPr/>
              <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9281538" name="Slide Image Placeholder 1"/>
          <p:cNvSpPr>
            <a:spLocks noChangeAspect="1" noGrp="1" noRot="1"/>
          </p:cNvSpPr>
          <p:nvPr>
            <p:ph type="sldImg"/>
          </p:nvPr>
        </p:nvSpPr>
        <p:spPr bwMode="auto"/>
      </p:sp>
      <p:sp>
        <p:nvSpPr>
          <p:cNvPr id="829870333" name="Notes Placeholder 2"/>
          <p:cNvSpPr>
            <a:spLocks noGrp="1"/>
          </p:cNvSpPr>
          <p:nvPr>
            <p:ph type="body" idx="1"/>
          </p:nvPr>
        </p:nvSpPr>
        <p:spPr bwMode="auto"/>
        <p:txBody>
          <a:bodyPr/>
          <a:lstStyle/>
          <a:p>
            <a:pPr>
              <a:defRPr/>
            </a:pPr>
            <a:endParaRPr/>
          </a:p>
        </p:txBody>
      </p:sp>
      <p:sp>
        <p:nvSpPr>
          <p:cNvPr id="1627807772" name="Slide Number Placeholder 3"/>
          <p:cNvSpPr>
            <a:spLocks noGrp="1"/>
          </p:cNvSpPr>
          <p:nvPr>
            <p:ph type="sldNum" sz="quarter" idx="10"/>
          </p:nvPr>
        </p:nvSpPr>
        <p:spPr bwMode="auto"/>
        <p:txBody>
          <a:bodyPr/>
          <a:lstStyle/>
          <a:p>
            <a:pPr>
              <a:defRPr/>
            </a:pPr>
            <a:fld id="{BE4927C6-D97B-436B-C8A7-AFE8CEC3A683}"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6324387" name="Slide Image Placeholder 1"/>
          <p:cNvSpPr>
            <a:spLocks noChangeAspect="1" noGrp="1" noRot="1"/>
          </p:cNvSpPr>
          <p:nvPr>
            <p:ph type="sldImg"/>
          </p:nvPr>
        </p:nvSpPr>
        <p:spPr bwMode="auto"/>
      </p:sp>
      <p:sp>
        <p:nvSpPr>
          <p:cNvPr id="399627715" name="Notes Placeholder 2"/>
          <p:cNvSpPr>
            <a:spLocks noGrp="1"/>
          </p:cNvSpPr>
          <p:nvPr>
            <p:ph type="body" idx="1"/>
          </p:nvPr>
        </p:nvSpPr>
        <p:spPr bwMode="auto"/>
        <p:txBody>
          <a:bodyPr/>
          <a:lstStyle/>
          <a:p>
            <a:pPr>
              <a:defRPr/>
            </a:pPr>
            <a:endParaRPr/>
          </a:p>
        </p:txBody>
      </p:sp>
      <p:sp>
        <p:nvSpPr>
          <p:cNvPr id="684634988" name="Slide Number Placeholder 3"/>
          <p:cNvSpPr>
            <a:spLocks noGrp="1"/>
          </p:cNvSpPr>
          <p:nvPr>
            <p:ph type="sldNum" sz="quarter" idx="10"/>
          </p:nvPr>
        </p:nvSpPr>
        <p:spPr bwMode="auto"/>
        <p:txBody>
          <a:bodyPr/>
          <a:lstStyle/>
          <a:p>
            <a:pPr>
              <a:defRPr/>
            </a:pPr>
            <a:fld id="{154E0709-468D-4CCD-4EDF-4432F5A849A0}" type="slidenum">
              <a:rPr/>
              <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4677275" name="Slide Image Placeholder 1"/>
          <p:cNvSpPr>
            <a:spLocks noChangeAspect="1" noGrp="1" noRot="1"/>
          </p:cNvSpPr>
          <p:nvPr>
            <p:ph type="sldImg"/>
          </p:nvPr>
        </p:nvSpPr>
        <p:spPr bwMode="auto"/>
      </p:sp>
      <p:sp>
        <p:nvSpPr>
          <p:cNvPr id="1300619260" name="Notes Placeholder 2"/>
          <p:cNvSpPr>
            <a:spLocks noGrp="1"/>
          </p:cNvSpPr>
          <p:nvPr>
            <p:ph type="body" idx="1"/>
          </p:nvPr>
        </p:nvSpPr>
        <p:spPr bwMode="auto"/>
        <p:txBody>
          <a:bodyPr/>
          <a:lstStyle/>
          <a:p>
            <a:pPr>
              <a:defRPr/>
            </a:pPr>
            <a:endParaRPr/>
          </a:p>
        </p:txBody>
      </p:sp>
      <p:sp>
        <p:nvSpPr>
          <p:cNvPr id="1633749029" name="Slide Number Placeholder 3"/>
          <p:cNvSpPr>
            <a:spLocks noGrp="1"/>
          </p:cNvSpPr>
          <p:nvPr>
            <p:ph type="sldNum" sz="quarter" idx="10"/>
          </p:nvPr>
        </p:nvSpPr>
        <p:spPr bwMode="auto"/>
        <p:txBody>
          <a:bodyPr/>
          <a:lstStyle/>
          <a:p>
            <a:pPr>
              <a:defRPr/>
            </a:pPr>
            <a:fld id="{9D58AC18-380E-66F2-7AE2-BD7F602DECD9}" type="slidenum">
              <a:rPr/>
              <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7537935" name="Slide Image Placeholder 1"/>
          <p:cNvSpPr>
            <a:spLocks noChangeAspect="1" noGrp="1" noRot="1"/>
          </p:cNvSpPr>
          <p:nvPr>
            <p:ph type="sldImg"/>
          </p:nvPr>
        </p:nvSpPr>
        <p:spPr bwMode="auto"/>
      </p:sp>
      <p:sp>
        <p:nvSpPr>
          <p:cNvPr id="1943896651" name="Notes Placeholder 2"/>
          <p:cNvSpPr>
            <a:spLocks noGrp="1"/>
          </p:cNvSpPr>
          <p:nvPr>
            <p:ph type="body" idx="1"/>
          </p:nvPr>
        </p:nvSpPr>
        <p:spPr bwMode="auto"/>
        <p:txBody>
          <a:bodyPr/>
          <a:lstStyle/>
          <a:p>
            <a:pPr>
              <a:defRPr/>
            </a:pPr>
            <a:endParaRPr/>
          </a:p>
        </p:txBody>
      </p:sp>
      <p:sp>
        <p:nvSpPr>
          <p:cNvPr id="1617124105" name="Slide Number Placeholder 3"/>
          <p:cNvSpPr>
            <a:spLocks noGrp="1"/>
          </p:cNvSpPr>
          <p:nvPr>
            <p:ph type="sldNum" sz="quarter" idx="10"/>
          </p:nvPr>
        </p:nvSpPr>
        <p:spPr bwMode="auto"/>
        <p:txBody>
          <a:bodyPr/>
          <a:lstStyle/>
          <a:p>
            <a:pPr>
              <a:defRPr/>
            </a:pPr>
            <a:fld id="{44934705-0AD6-963A-C353-5FAF7821E48E}" type="slidenum">
              <a:rPr/>
              <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7597955" name="Slide Image Placeholder 1"/>
          <p:cNvSpPr>
            <a:spLocks noChangeAspect="1" noGrp="1" noRot="1"/>
          </p:cNvSpPr>
          <p:nvPr>
            <p:ph type="sldImg"/>
          </p:nvPr>
        </p:nvSpPr>
        <p:spPr bwMode="auto"/>
      </p:sp>
      <p:sp>
        <p:nvSpPr>
          <p:cNvPr id="1905233829" name="Notes Placeholder 2"/>
          <p:cNvSpPr>
            <a:spLocks noGrp="1"/>
          </p:cNvSpPr>
          <p:nvPr>
            <p:ph type="body" idx="1"/>
          </p:nvPr>
        </p:nvSpPr>
        <p:spPr bwMode="auto"/>
        <p:txBody>
          <a:bodyPr/>
          <a:lstStyle/>
          <a:p>
            <a:pPr>
              <a:defRPr/>
            </a:pPr>
            <a:endParaRPr/>
          </a:p>
        </p:txBody>
      </p:sp>
      <p:sp>
        <p:nvSpPr>
          <p:cNvPr id="1716180609" name="Slide Number Placeholder 3"/>
          <p:cNvSpPr>
            <a:spLocks noGrp="1"/>
          </p:cNvSpPr>
          <p:nvPr>
            <p:ph type="sldNum" sz="quarter" idx="10"/>
          </p:nvPr>
        </p:nvSpPr>
        <p:spPr bwMode="auto"/>
        <p:txBody>
          <a:bodyPr/>
          <a:lstStyle/>
          <a:p>
            <a:pPr>
              <a:defRPr/>
            </a:pPr>
            <a:fld id="{A62C122E-C38D-8339-6097-2ED6C91C0541}" type="slidenum">
              <a:rPr/>
              <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3552713" name="Slide Image Placeholder 1"/>
          <p:cNvSpPr>
            <a:spLocks noChangeAspect="1" noGrp="1" noRot="1"/>
          </p:cNvSpPr>
          <p:nvPr>
            <p:ph type="sldImg"/>
          </p:nvPr>
        </p:nvSpPr>
        <p:spPr bwMode="auto"/>
      </p:sp>
      <p:sp>
        <p:nvSpPr>
          <p:cNvPr id="1780203352" name="Notes Placeholder 2"/>
          <p:cNvSpPr>
            <a:spLocks noGrp="1"/>
          </p:cNvSpPr>
          <p:nvPr>
            <p:ph type="body" idx="1"/>
          </p:nvPr>
        </p:nvSpPr>
        <p:spPr bwMode="auto"/>
        <p:txBody>
          <a:bodyPr/>
          <a:lstStyle/>
          <a:p>
            <a:pPr>
              <a:defRPr/>
            </a:pPr>
            <a:endParaRPr/>
          </a:p>
        </p:txBody>
      </p:sp>
      <p:sp>
        <p:nvSpPr>
          <p:cNvPr id="1224509775" name="Slide Number Placeholder 3"/>
          <p:cNvSpPr>
            <a:spLocks noGrp="1"/>
          </p:cNvSpPr>
          <p:nvPr>
            <p:ph type="sldNum" sz="quarter" idx="10"/>
          </p:nvPr>
        </p:nvSpPr>
        <p:spPr bwMode="auto"/>
        <p:txBody>
          <a:bodyPr/>
          <a:lstStyle/>
          <a:p>
            <a:pPr>
              <a:defRPr/>
            </a:pPr>
            <a:fld id="{73BB0AA0-5CF8-9B70-D3B9-41D789235083}"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7780361" name="Slide Image Placeholder 1"/>
          <p:cNvSpPr>
            <a:spLocks noChangeAspect="1" noGrp="1" noRot="1"/>
          </p:cNvSpPr>
          <p:nvPr>
            <p:ph type="sldImg"/>
          </p:nvPr>
        </p:nvSpPr>
        <p:spPr bwMode="auto"/>
      </p:sp>
      <p:sp>
        <p:nvSpPr>
          <p:cNvPr id="1079466640" name="Notes Placeholder 2"/>
          <p:cNvSpPr>
            <a:spLocks noGrp="1"/>
          </p:cNvSpPr>
          <p:nvPr>
            <p:ph type="body" idx="1"/>
          </p:nvPr>
        </p:nvSpPr>
        <p:spPr bwMode="auto"/>
        <p:txBody>
          <a:bodyPr/>
          <a:lstStyle/>
          <a:p>
            <a:pPr>
              <a:defRPr/>
            </a:pPr>
            <a:endParaRPr/>
          </a:p>
        </p:txBody>
      </p:sp>
      <p:sp>
        <p:nvSpPr>
          <p:cNvPr id="408675091" name="Slide Number Placeholder 3"/>
          <p:cNvSpPr>
            <a:spLocks noGrp="1"/>
          </p:cNvSpPr>
          <p:nvPr>
            <p:ph type="sldNum" sz="quarter" idx="10"/>
          </p:nvPr>
        </p:nvSpPr>
        <p:spPr bwMode="auto"/>
        <p:txBody>
          <a:bodyPr/>
          <a:lstStyle/>
          <a:p>
            <a:pPr>
              <a:defRPr/>
            </a:pPr>
            <a:fld id="{9042AC1A-8DA1-B652-2027-74938292C62E}"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1027749" name="Slide Image Placeholder 1"/>
          <p:cNvSpPr>
            <a:spLocks noChangeAspect="1" noGrp="1" noRot="1"/>
          </p:cNvSpPr>
          <p:nvPr>
            <p:ph type="sldImg"/>
          </p:nvPr>
        </p:nvSpPr>
        <p:spPr bwMode="auto"/>
      </p:sp>
      <p:sp>
        <p:nvSpPr>
          <p:cNvPr id="1971464053" name="Notes Placeholder 2"/>
          <p:cNvSpPr>
            <a:spLocks noGrp="1"/>
          </p:cNvSpPr>
          <p:nvPr>
            <p:ph type="body" idx="1"/>
          </p:nvPr>
        </p:nvSpPr>
        <p:spPr bwMode="auto"/>
        <p:txBody>
          <a:bodyPr/>
          <a:lstStyle/>
          <a:p>
            <a:pPr>
              <a:defRPr/>
            </a:pPr>
            <a:endParaRPr/>
          </a:p>
        </p:txBody>
      </p:sp>
      <p:sp>
        <p:nvSpPr>
          <p:cNvPr id="2004494988" name="Slide Number Placeholder 3"/>
          <p:cNvSpPr>
            <a:spLocks noGrp="1"/>
          </p:cNvSpPr>
          <p:nvPr>
            <p:ph type="sldNum" sz="quarter" idx="10"/>
          </p:nvPr>
        </p:nvSpPr>
        <p:spPr bwMode="auto"/>
        <p:txBody>
          <a:bodyPr/>
          <a:lstStyle/>
          <a:p>
            <a:pPr>
              <a:defRPr/>
            </a:pPr>
            <a:fld id="{BDBFD0CD-9953-DAB9-1629-83C76D32C9CF}"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658885" name="Slide Image Placeholder 1"/>
          <p:cNvSpPr>
            <a:spLocks noChangeAspect="1" noGrp="1" noRot="1"/>
          </p:cNvSpPr>
          <p:nvPr>
            <p:ph type="sldImg"/>
          </p:nvPr>
        </p:nvSpPr>
        <p:spPr bwMode="auto"/>
      </p:sp>
      <p:sp>
        <p:nvSpPr>
          <p:cNvPr id="176358956" name="Notes Placeholder 2"/>
          <p:cNvSpPr>
            <a:spLocks noGrp="1"/>
          </p:cNvSpPr>
          <p:nvPr>
            <p:ph type="body" idx="1"/>
          </p:nvPr>
        </p:nvSpPr>
        <p:spPr bwMode="auto"/>
        <p:txBody>
          <a:bodyPr/>
          <a:lstStyle/>
          <a:p>
            <a:pPr>
              <a:defRPr/>
            </a:pPr>
            <a:endParaRPr/>
          </a:p>
        </p:txBody>
      </p:sp>
      <p:sp>
        <p:nvSpPr>
          <p:cNvPr id="1982408783" name="Slide Number Placeholder 3"/>
          <p:cNvSpPr>
            <a:spLocks noGrp="1"/>
          </p:cNvSpPr>
          <p:nvPr>
            <p:ph type="sldNum" sz="quarter" idx="10"/>
          </p:nvPr>
        </p:nvSpPr>
        <p:spPr bwMode="auto"/>
        <p:txBody>
          <a:bodyPr/>
          <a:lstStyle/>
          <a:p>
            <a:pPr>
              <a:defRPr/>
            </a:pPr>
            <a:fld id="{953E527E-84B9-F204-CCC6-BF4670AEB241}" type="slidenum">
              <a:rPr/>
              <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8288620" name="Slide Image Placeholder 1"/>
          <p:cNvSpPr>
            <a:spLocks noChangeAspect="1" noGrp="1" noRot="1"/>
          </p:cNvSpPr>
          <p:nvPr>
            <p:ph type="sldImg"/>
          </p:nvPr>
        </p:nvSpPr>
        <p:spPr bwMode="auto"/>
      </p:sp>
      <p:sp>
        <p:nvSpPr>
          <p:cNvPr id="1440153816" name="Notes Placeholder 2"/>
          <p:cNvSpPr>
            <a:spLocks noGrp="1"/>
          </p:cNvSpPr>
          <p:nvPr>
            <p:ph type="body" idx="1"/>
          </p:nvPr>
        </p:nvSpPr>
        <p:spPr bwMode="auto"/>
        <p:txBody>
          <a:bodyPr/>
          <a:lstStyle/>
          <a:p>
            <a:pPr>
              <a:defRPr/>
            </a:pPr>
            <a:endParaRPr/>
          </a:p>
        </p:txBody>
      </p:sp>
      <p:sp>
        <p:nvSpPr>
          <p:cNvPr id="1682555441" name="Slide Number Placeholder 3"/>
          <p:cNvSpPr>
            <a:spLocks noGrp="1"/>
          </p:cNvSpPr>
          <p:nvPr>
            <p:ph type="sldNum" sz="quarter" idx="10"/>
          </p:nvPr>
        </p:nvSpPr>
        <p:spPr bwMode="auto"/>
        <p:txBody>
          <a:bodyPr/>
          <a:lstStyle/>
          <a:p>
            <a:pPr>
              <a:defRPr/>
            </a:pPr>
            <a:fld id="{82EC451A-0168-5998-FE7E-6B0633410CB5}" type="slidenum">
              <a:rPr/>
              <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797474" name="Slide Image Placeholder 1"/>
          <p:cNvSpPr>
            <a:spLocks noChangeAspect="1" noGrp="1" noRot="1"/>
          </p:cNvSpPr>
          <p:nvPr>
            <p:ph type="sldImg"/>
          </p:nvPr>
        </p:nvSpPr>
        <p:spPr bwMode="auto"/>
      </p:sp>
      <p:sp>
        <p:nvSpPr>
          <p:cNvPr id="1920859199" name="Notes Placeholder 2"/>
          <p:cNvSpPr>
            <a:spLocks noGrp="1"/>
          </p:cNvSpPr>
          <p:nvPr>
            <p:ph type="body" idx="1"/>
          </p:nvPr>
        </p:nvSpPr>
        <p:spPr bwMode="auto"/>
        <p:txBody>
          <a:bodyPr/>
          <a:lstStyle/>
          <a:p>
            <a:pPr>
              <a:defRPr/>
            </a:pPr>
            <a:endParaRPr/>
          </a:p>
        </p:txBody>
      </p:sp>
      <p:sp>
        <p:nvSpPr>
          <p:cNvPr id="1218487582" name="Slide Number Placeholder 3"/>
          <p:cNvSpPr>
            <a:spLocks noGrp="1"/>
          </p:cNvSpPr>
          <p:nvPr>
            <p:ph type="sldNum" sz="quarter" idx="10"/>
          </p:nvPr>
        </p:nvSpPr>
        <p:spPr bwMode="auto"/>
        <p:txBody>
          <a:bodyPr/>
          <a:lstStyle/>
          <a:p>
            <a:pPr>
              <a:defRPr/>
            </a:pPr>
            <a:fld id="{75FCCCA1-04DB-E6CE-E5C4-4256E1EC3F79}" type="slidenum">
              <a:rPr/>
              <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7072513" name="Slide Image Placeholder 1"/>
          <p:cNvSpPr>
            <a:spLocks noChangeAspect="1" noGrp="1" noRot="1"/>
          </p:cNvSpPr>
          <p:nvPr>
            <p:ph type="sldImg"/>
          </p:nvPr>
        </p:nvSpPr>
        <p:spPr bwMode="auto"/>
      </p:sp>
      <p:sp>
        <p:nvSpPr>
          <p:cNvPr id="1196868332" name="Notes Placeholder 2"/>
          <p:cNvSpPr>
            <a:spLocks noGrp="1"/>
          </p:cNvSpPr>
          <p:nvPr>
            <p:ph type="body" idx="1"/>
          </p:nvPr>
        </p:nvSpPr>
        <p:spPr bwMode="auto"/>
        <p:txBody>
          <a:bodyPr/>
          <a:lstStyle/>
          <a:p>
            <a:pPr>
              <a:defRPr/>
            </a:pPr>
            <a:endParaRPr/>
          </a:p>
        </p:txBody>
      </p:sp>
      <p:sp>
        <p:nvSpPr>
          <p:cNvPr id="489356318" name="Slide Number Placeholder 3"/>
          <p:cNvSpPr>
            <a:spLocks noGrp="1"/>
          </p:cNvSpPr>
          <p:nvPr>
            <p:ph type="sldNum" sz="quarter" idx="10"/>
          </p:nvPr>
        </p:nvSpPr>
        <p:spPr bwMode="auto"/>
        <p:txBody>
          <a:bodyPr/>
          <a:lstStyle/>
          <a:p>
            <a:pPr>
              <a:defRPr/>
            </a:pPr>
            <a:fld id="{80A229DD-D5FF-254B-DF64-C5EA347728A7}" type="slidenum">
              <a:rPr/>
              <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434012231"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151914569"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50749570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9064080" name="Footer Placeholder 4"/>
          <p:cNvSpPr>
            <a:spLocks noGrp="1"/>
          </p:cNvSpPr>
          <p:nvPr>
            <p:ph type="ftr" sz="quarter" idx="11"/>
          </p:nvPr>
        </p:nvSpPr>
        <p:spPr bwMode="auto"/>
        <p:txBody>
          <a:bodyPr/>
          <a:lstStyle/>
          <a:p>
            <a:pPr>
              <a:defRPr/>
            </a:pPr>
            <a:endParaRPr lang="en-US"/>
          </a:p>
        </p:txBody>
      </p:sp>
      <p:sp>
        <p:nvSpPr>
          <p:cNvPr id="448745178"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208025237" name="Title 1"/>
          <p:cNvSpPr>
            <a:spLocks noGrp="1"/>
          </p:cNvSpPr>
          <p:nvPr>
            <p:ph type="title"/>
          </p:nvPr>
        </p:nvSpPr>
        <p:spPr bwMode="auto"/>
        <p:txBody>
          <a:bodyPr/>
          <a:lstStyle/>
          <a:p>
            <a:pPr>
              <a:defRPr/>
            </a:pPr>
            <a:r>
              <a:rPr lang="en-US"/>
              <a:t>Click to edit Master title style</a:t>
            </a:r>
            <a:endParaRPr lang="en-US"/>
          </a:p>
        </p:txBody>
      </p:sp>
      <p:sp>
        <p:nvSpPr>
          <p:cNvPr id="77545275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72524030"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29252071" name="Footer Placeholder 4"/>
          <p:cNvSpPr>
            <a:spLocks noGrp="1"/>
          </p:cNvSpPr>
          <p:nvPr>
            <p:ph type="ftr" sz="quarter" idx="11"/>
          </p:nvPr>
        </p:nvSpPr>
        <p:spPr bwMode="auto"/>
        <p:txBody>
          <a:bodyPr/>
          <a:lstStyle/>
          <a:p>
            <a:pPr>
              <a:defRPr/>
            </a:pPr>
            <a:endParaRPr lang="en-US"/>
          </a:p>
        </p:txBody>
      </p:sp>
      <p:sp>
        <p:nvSpPr>
          <p:cNvPr id="31649468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550848304"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1662682895"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30929119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16677121" name="Footer Placeholder 4"/>
          <p:cNvSpPr>
            <a:spLocks noGrp="1"/>
          </p:cNvSpPr>
          <p:nvPr>
            <p:ph type="ftr" sz="quarter" idx="11"/>
          </p:nvPr>
        </p:nvSpPr>
        <p:spPr bwMode="auto"/>
        <p:txBody>
          <a:bodyPr/>
          <a:lstStyle/>
          <a:p>
            <a:pPr>
              <a:defRPr/>
            </a:pPr>
            <a:endParaRPr lang="en-US"/>
          </a:p>
        </p:txBody>
      </p:sp>
      <p:sp>
        <p:nvSpPr>
          <p:cNvPr id="647930611"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802052270" name="Title 1"/>
          <p:cNvSpPr>
            <a:spLocks noGrp="1"/>
          </p:cNvSpPr>
          <p:nvPr>
            <p:ph type="title"/>
          </p:nvPr>
        </p:nvSpPr>
        <p:spPr bwMode="auto"/>
        <p:txBody>
          <a:bodyPr/>
          <a:lstStyle/>
          <a:p>
            <a:pPr>
              <a:defRPr/>
            </a:pPr>
            <a:r>
              <a:rPr lang="en-US"/>
              <a:t>Click to edit Master title style</a:t>
            </a:r>
            <a:endParaRPr lang="en-US"/>
          </a:p>
        </p:txBody>
      </p:sp>
      <p:sp>
        <p:nvSpPr>
          <p:cNvPr id="68030170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4833298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8399296"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44927447" name="Footer Placeholder 5"/>
          <p:cNvSpPr>
            <a:spLocks noGrp="1"/>
          </p:cNvSpPr>
          <p:nvPr>
            <p:ph type="ftr" sz="quarter" idx="11"/>
          </p:nvPr>
        </p:nvSpPr>
        <p:spPr bwMode="auto"/>
        <p:txBody>
          <a:bodyPr/>
          <a:lstStyle/>
          <a:p>
            <a:pPr>
              <a:defRPr/>
            </a:pPr>
            <a:endParaRPr lang="en-US"/>
          </a:p>
        </p:txBody>
      </p:sp>
      <p:sp>
        <p:nvSpPr>
          <p:cNvPr id="204734671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659494795"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88196326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82293859"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56826878"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80629443"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87960751"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72777601" name="Footer Placeholder 7"/>
          <p:cNvSpPr>
            <a:spLocks noGrp="1"/>
          </p:cNvSpPr>
          <p:nvPr>
            <p:ph type="ftr" sz="quarter" idx="11"/>
          </p:nvPr>
        </p:nvSpPr>
        <p:spPr bwMode="auto"/>
        <p:txBody>
          <a:bodyPr/>
          <a:lstStyle/>
          <a:p>
            <a:pPr>
              <a:defRPr/>
            </a:pPr>
            <a:endParaRPr lang="en-US"/>
          </a:p>
        </p:txBody>
      </p:sp>
      <p:sp>
        <p:nvSpPr>
          <p:cNvPr id="226134090"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26996218" name="Title 1"/>
          <p:cNvSpPr>
            <a:spLocks noGrp="1"/>
          </p:cNvSpPr>
          <p:nvPr>
            <p:ph type="title"/>
          </p:nvPr>
        </p:nvSpPr>
        <p:spPr bwMode="auto"/>
        <p:txBody>
          <a:bodyPr/>
          <a:lstStyle/>
          <a:p>
            <a:pPr>
              <a:defRPr/>
            </a:pPr>
            <a:r>
              <a:rPr lang="en-US"/>
              <a:t>Click to edit Master title style</a:t>
            </a:r>
            <a:endParaRPr lang="en-US"/>
          </a:p>
        </p:txBody>
      </p:sp>
      <p:sp>
        <p:nvSpPr>
          <p:cNvPr id="1483117413"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406399579" name="Footer Placeholder 3"/>
          <p:cNvSpPr>
            <a:spLocks noGrp="1"/>
          </p:cNvSpPr>
          <p:nvPr>
            <p:ph type="ftr" sz="quarter" idx="11"/>
          </p:nvPr>
        </p:nvSpPr>
        <p:spPr bwMode="auto"/>
        <p:txBody>
          <a:bodyPr/>
          <a:lstStyle/>
          <a:p>
            <a:pPr>
              <a:defRPr/>
            </a:pPr>
            <a:endParaRPr lang="en-US"/>
          </a:p>
        </p:txBody>
      </p:sp>
      <p:sp>
        <p:nvSpPr>
          <p:cNvPr id="1430513999"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073014016"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90089583" name="Footer Placeholder 2"/>
          <p:cNvSpPr>
            <a:spLocks noGrp="1"/>
          </p:cNvSpPr>
          <p:nvPr>
            <p:ph type="ftr" sz="quarter" idx="11"/>
          </p:nvPr>
        </p:nvSpPr>
        <p:spPr bwMode="auto"/>
        <p:txBody>
          <a:bodyPr/>
          <a:lstStyle/>
          <a:p>
            <a:pPr>
              <a:defRPr/>
            </a:pPr>
            <a:endParaRPr lang="en-US"/>
          </a:p>
        </p:txBody>
      </p:sp>
      <p:sp>
        <p:nvSpPr>
          <p:cNvPr id="1619118340"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41219754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471917766"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05629683"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234955807"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88544406" name="Footer Placeholder 5"/>
          <p:cNvSpPr>
            <a:spLocks noGrp="1"/>
          </p:cNvSpPr>
          <p:nvPr>
            <p:ph type="ftr" sz="quarter" idx="11"/>
          </p:nvPr>
        </p:nvSpPr>
        <p:spPr bwMode="auto"/>
        <p:txBody>
          <a:bodyPr/>
          <a:lstStyle/>
          <a:p>
            <a:pPr>
              <a:defRPr/>
            </a:pPr>
            <a:endParaRPr lang="en-US"/>
          </a:p>
        </p:txBody>
      </p:sp>
      <p:sp>
        <p:nvSpPr>
          <p:cNvPr id="756103786"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79307346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665684061"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1169806175"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684644214"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319188390" name="Footer Placeholder 5"/>
          <p:cNvSpPr>
            <a:spLocks noGrp="1"/>
          </p:cNvSpPr>
          <p:nvPr>
            <p:ph type="ftr" sz="quarter" idx="11"/>
          </p:nvPr>
        </p:nvSpPr>
        <p:spPr bwMode="auto"/>
        <p:txBody>
          <a:bodyPr/>
          <a:lstStyle/>
          <a:p>
            <a:pPr>
              <a:defRPr/>
            </a:pPr>
            <a:endParaRPr lang="en-US"/>
          </a:p>
        </p:txBody>
      </p:sp>
      <p:sp>
        <p:nvSpPr>
          <p:cNvPr id="133749154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936036465" name="Title 1"/>
          <p:cNvSpPr>
            <a:spLocks noGrp="1"/>
          </p:cNvSpPr>
          <p:nvPr>
            <p:ph type="title"/>
          </p:nvPr>
        </p:nvSpPr>
        <p:spPr bwMode="auto"/>
        <p:txBody>
          <a:bodyPr/>
          <a:lstStyle/>
          <a:p>
            <a:pPr>
              <a:defRPr/>
            </a:pPr>
            <a:r>
              <a:rPr lang="en-US"/>
              <a:t>Click to edit Master title style</a:t>
            </a:r>
            <a:endParaRPr lang="en-US"/>
          </a:p>
        </p:txBody>
      </p:sp>
      <p:sp>
        <p:nvSpPr>
          <p:cNvPr id="1608545615"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5156830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212848884" name="Footer Placeholder 4"/>
          <p:cNvSpPr>
            <a:spLocks noGrp="1"/>
          </p:cNvSpPr>
          <p:nvPr>
            <p:ph type="ftr" sz="quarter" idx="11"/>
          </p:nvPr>
        </p:nvSpPr>
        <p:spPr bwMode="auto"/>
        <p:txBody>
          <a:bodyPr/>
          <a:lstStyle/>
          <a:p>
            <a:pPr>
              <a:defRPr/>
            </a:pPr>
            <a:endParaRPr lang="en-US"/>
          </a:p>
        </p:txBody>
      </p:sp>
      <p:sp>
        <p:nvSpPr>
          <p:cNvPr id="167184847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554682609"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1612358660"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2212925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70170280" name="Footer Placeholder 4"/>
          <p:cNvSpPr>
            <a:spLocks noGrp="1"/>
          </p:cNvSpPr>
          <p:nvPr>
            <p:ph type="ftr" sz="quarter" idx="11"/>
          </p:nvPr>
        </p:nvSpPr>
        <p:spPr bwMode="auto"/>
        <p:txBody>
          <a:bodyPr/>
          <a:lstStyle/>
          <a:p>
            <a:pPr>
              <a:defRPr/>
            </a:pPr>
            <a:endParaRPr lang="en-US"/>
          </a:p>
        </p:txBody>
      </p:sp>
      <p:sp>
        <p:nvSpPr>
          <p:cNvPr id="991499975"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634000150"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984633628"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3260570"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95257325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47826785"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6.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8.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59.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2.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3.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6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65.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66.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67.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8.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69.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0.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71.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p:nvSpPr>
          <p:cNvPr id="239117410" name="Rectangle 7"/>
          <p:cNvSpPr/>
          <p:nvPr/>
        </p:nvSpPr>
        <p:spPr bwMode="auto">
          <a:xfrm>
            <a:off x="2595339" y="198443"/>
            <a:ext cx="1396890" cy="38132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1387892" name="TextBox 5"/>
          <p:cNvSpPr txBox="1"/>
          <p:nvPr/>
        </p:nvSpPr>
        <p:spPr bwMode="auto">
          <a:xfrm>
            <a:off x="2591523" y="188417"/>
            <a:ext cx="2347353" cy="442319"/>
          </a:xfrm>
          <a:prstGeom prst="rect">
            <a:avLst/>
          </a:prstGeom>
          <a:noFill/>
        </p:spPr>
        <p:txBody>
          <a:bodyPr wrap="square" lIns="91440" tIns="45720" rIns="91440" bIns="45720" rtlCol="0" anchor="t">
            <a:spAutoFit/>
          </a:bodyPr>
          <a:lstStyle/>
          <a:p>
            <a:pPr>
              <a:defRPr/>
            </a:pPr>
            <a:r>
              <a:rPr sz="2300" b="1" lang="en-US">
                <a:latin typeface="Roboto"/>
              </a:rPr>
              <a:t>密文</a:t>
            </a:r>
            <a:endParaRPr lang="en-US" sz="2300"/>
          </a:p>
        </p:txBody>
      </p:sp>
      <p:sp>
        <p:nvSpPr>
          <p:cNvPr id="542659239" name="Rectangle 13"/>
          <p:cNvSpPr/>
          <p:nvPr/>
        </p:nvSpPr>
        <p:spPr bwMode="auto">
          <a:xfrm>
            <a:off x="7747107" y="158272"/>
            <a:ext cx="1739305" cy="46166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06029660" name="TextBox 11"/>
          <p:cNvSpPr txBox="1"/>
          <p:nvPr/>
        </p:nvSpPr>
        <p:spPr bwMode="auto">
          <a:xfrm>
            <a:off x="7764696" y="178324"/>
            <a:ext cx="2593914" cy="442319"/>
          </a:xfrm>
          <a:prstGeom prst="rect">
            <a:avLst/>
          </a:prstGeom>
          <a:noFill/>
        </p:spPr>
        <p:txBody>
          <a:bodyPr wrap="square" lIns="91440" tIns="45720" rIns="91440" bIns="45720" anchor="t">
            <a:spAutoFit/>
          </a:bodyPr>
          <a:lstStyle/>
          <a:p>
            <a:pPr>
              <a:defRPr/>
            </a:pPr>
            <a:r>
              <a:rPr sz="2300" b="1" lang="en-US">
                <a:latin typeface="Roboto"/>
              </a:rPr>
              <a:t>密文</a:t>
            </a:r>
            <a:endParaRPr/>
          </a:p>
        </p:txBody>
      </p:sp>
      <p:sp>
        <p:nvSpPr>
          <p:cNvPr id="515311746" name="Rectangle 17"/>
          <p:cNvSpPr/>
          <p:nvPr/>
        </p:nvSpPr>
        <p:spPr bwMode="auto">
          <a:xfrm>
            <a:off x="8766243" y="2968881"/>
            <a:ext cx="1257075" cy="43053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87331779" name="Rectangle 18"/>
          <p:cNvSpPr/>
          <p:nvPr/>
        </p:nvSpPr>
        <p:spPr bwMode="auto">
          <a:xfrm>
            <a:off x="4918718" y="1681878"/>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2035916910" name="TextBox 14"/>
          <p:cNvSpPr txBox="1"/>
          <p:nvPr/>
        </p:nvSpPr>
        <p:spPr bwMode="auto">
          <a:xfrm>
            <a:off x="8766243" y="2957805"/>
            <a:ext cx="1954436" cy="442319"/>
          </a:xfrm>
          <a:prstGeom prst="rect">
            <a:avLst/>
          </a:prstGeom>
          <a:noFill/>
        </p:spPr>
        <p:txBody>
          <a:bodyPr wrap="square" lIns="91440" tIns="45720" rIns="91440" bIns="45720" rtlCol="0" anchor="t">
            <a:spAutoFit/>
          </a:bodyPr>
          <a:lstStyle/>
          <a:p>
            <a:pPr>
              <a:defRPr/>
            </a:pPr>
            <a:r>
              <a:rPr sz="2300" lang="en-US">
                <a:latin typeface="Roboto"/>
              </a:rPr>
              <a:t>发送</a:t>
            </a:r>
            <a:endParaRPr/>
          </a:p>
        </p:txBody>
      </p:sp>
      <p:sp>
        <p:nvSpPr>
          <p:cNvPr id="1682539440" name="TextBox 19"/>
          <p:cNvSpPr txBox="1"/>
          <p:nvPr/>
        </p:nvSpPr>
        <p:spPr bwMode="auto">
          <a:xfrm>
            <a:off x="4410180" y="1713858"/>
            <a:ext cx="2628336" cy="1143359"/>
          </a:xfrm>
          <a:prstGeom prst="rect">
            <a:avLst/>
          </a:prstGeom>
          <a:noFill/>
        </p:spPr>
        <p:txBody>
          <a:bodyPr wrap="square" lIns="91440" tIns="45720" rIns="91440" bIns="45720" rtlCol="0" anchor="t">
            <a:spAutoFit/>
          </a:bodyPr>
          <a:lstStyle/>
          <a:p>
            <a:pPr algn="ctr">
              <a:defRPr/>
            </a:pPr>
            <a:r>
              <a:rPr sz="2300" lang="en-US">
                <a:latin typeface="Roboto"/>
              </a:rPr>
              <a:t>加密</a:t>
            </a:r>
            <a:endParaRPr/>
          </a:p>
          <a:p>
            <a:pPr algn="ctr"/>
            <a:r>
              <a:rPr sz="2300" lang="en-US">
                <a:latin typeface="Roboto"/>
              </a:rPr>
              <a:t>使用公共</a:t>
            </a:r>
          </a:p>
          <a:p>
            <a:pPr algn="ctr"/>
            <a:r>
              <a:rPr sz="2300" lang="en-US">
                <a:latin typeface="Roboto"/>
              </a:rPr>
              <a:t>密钥加密</a:t>
            </a:r>
          </a:p>
        </p:txBody>
      </p:sp>
      <p:sp>
        <p:nvSpPr>
          <p:cNvPr id="698934102" name="Rectangle 21"/>
          <p:cNvSpPr/>
          <p:nvPr/>
        </p:nvSpPr>
        <p:spPr bwMode="auto">
          <a:xfrm>
            <a:off x="4918718" y="5620284"/>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898941771" name="TextBox 22"/>
          <p:cNvSpPr txBox="1"/>
          <p:nvPr/>
        </p:nvSpPr>
        <p:spPr bwMode="auto">
          <a:xfrm>
            <a:off x="4520468" y="5592105"/>
            <a:ext cx="2407757" cy="1143359"/>
          </a:xfrm>
          <a:prstGeom prst="rect">
            <a:avLst/>
          </a:prstGeom>
          <a:noFill/>
        </p:spPr>
        <p:txBody>
          <a:bodyPr wrap="square" lIns="91440" tIns="45720" rIns="91440" bIns="45720" rtlCol="0" anchor="t">
            <a:spAutoFit/>
          </a:bodyPr>
          <a:lstStyle/>
          <a:p>
            <a:pPr algn="ctr">
              <a:defRPr/>
            </a:pPr>
            <a:r>
              <a:rPr sz="2300" lang="en-US">
                <a:latin typeface="Roboto"/>
              </a:rPr>
              <a:t>解密</a:t>
            </a:r>
            <a:endParaRPr/>
          </a:p>
          <a:p>
            <a:pPr algn="ctr"/>
            <a:r>
              <a:rPr sz="2300" lang="en-US">
                <a:latin typeface="Roboto"/>
              </a:rPr>
              <a:t>用私人</a:t>
            </a:r>
          </a:p>
          <a:p>
            <a:pPr algn="ctr"/>
            <a:r>
              <a:rPr sz="2300" lang="en-US">
                <a:latin typeface="Roboto"/>
              </a:rPr>
              <a:t>解密</a:t>
            </a:r>
          </a:p>
        </p:txBody>
      </p:sp>
      <p:pic>
        <p:nvPicPr>
          <p:cNvPr id="502438407" name=""/>
          <p:cNvPicPr>
            <a:picLocks noChangeAspect="1"/>
          </p:cNvPicPr>
          <p:nvPr/>
        </p:nvPicPr>
        <p:blipFill>
          <a:blip r:embed="rId3"/>
          <a:stretch/>
        </p:blipFill>
        <p:spPr bwMode="auto">
          <a:xfrm flipH="0" flipV="0">
            <a:off x="1958999" y="21166"/>
            <a:ext cx="8392871" cy="6714297"/>
          </a:xfrm>
          <a:prstGeom prst="rect">
            <a:avLst/>
          </a:prstGeom>
        </p:spPr>
      </p:pic>
      <p:sp>
        <p:nvSpPr>
          <p:cNvPr id="1429071587" name=""/>
          <p:cNvSpPr/>
          <p:nvPr/>
        </p:nvSpPr>
        <p:spPr bwMode="auto">
          <a:xfrm flipH="0" flipV="0">
            <a:off x="2722070" y="203655"/>
            <a:ext cx="1398607" cy="44610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761093492" name=""/>
          <p:cNvSpPr txBox="1"/>
          <p:nvPr/>
        </p:nvSpPr>
        <p:spPr bwMode="auto">
          <a:xfrm flipH="0" flipV="0">
            <a:off x="1535541" y="203654"/>
            <a:ext cx="343178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密文</a:t>
            </a:r>
            <a:endParaRPr sz="2200" b="1">
              <a:latin typeface="IBM Plex Sans"/>
              <a:cs typeface="IBM Plex Sans"/>
            </a:endParaRPr>
          </a:p>
        </p:txBody>
      </p:sp>
      <p:sp>
        <p:nvSpPr>
          <p:cNvPr id="1969521309" name=""/>
          <p:cNvSpPr/>
          <p:nvPr/>
        </p:nvSpPr>
        <p:spPr bwMode="auto">
          <a:xfrm flipH="0" flipV="0">
            <a:off x="7827161" y="198442"/>
            <a:ext cx="2037394"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1385861" name=""/>
          <p:cNvSpPr/>
          <p:nvPr/>
        </p:nvSpPr>
        <p:spPr bwMode="auto">
          <a:xfrm flipH="0" flipV="0">
            <a:off x="8721165" y="2325560"/>
            <a:ext cx="1999512" cy="136537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3531871" name=""/>
          <p:cNvSpPr/>
          <p:nvPr/>
        </p:nvSpPr>
        <p:spPr bwMode="auto">
          <a:xfrm flipH="0" flipV="0">
            <a:off x="4938876" y="1490804"/>
            <a:ext cx="1645997" cy="16695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525520898" name=""/>
          <p:cNvSpPr/>
          <p:nvPr/>
        </p:nvSpPr>
        <p:spPr bwMode="auto">
          <a:xfrm flipH="0" flipV="0">
            <a:off x="4966245" y="5441911"/>
            <a:ext cx="1645996" cy="129355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756478981" name=""/>
          <p:cNvSpPr/>
          <p:nvPr/>
        </p:nvSpPr>
        <p:spPr bwMode="auto">
          <a:xfrm flipH="0" flipV="0">
            <a:off x="2722070" y="1044697"/>
            <a:ext cx="1688109"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30921611" name=""/>
          <p:cNvSpPr txBox="1"/>
          <p:nvPr/>
        </p:nvSpPr>
        <p:spPr bwMode="auto">
          <a:xfrm flipH="0" flipV="0">
            <a:off x="2853086" y="1033244"/>
            <a:ext cx="1139142" cy="45756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2400">
                <a:latin typeface="IBM Plex Sans"/>
              </a:rPr>
              <a:t>比特币</a:t>
            </a:r>
            <a:endParaRPr sz="2400">
              <a:latin typeface="IBM Plex Sans"/>
              <a:cs typeface="IBM Plex Sans"/>
            </a:endParaRPr>
          </a:p>
        </p:txBody>
      </p:sp>
      <p:sp>
        <p:nvSpPr>
          <p:cNvPr id="276313897" name=""/>
          <p:cNvSpPr txBox="1"/>
          <p:nvPr/>
        </p:nvSpPr>
        <p:spPr bwMode="auto">
          <a:xfrm flipH="0" flipV="0">
            <a:off x="7187931" y="203654"/>
            <a:ext cx="3239579"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密文</a:t>
            </a:r>
            <a:endParaRPr sz="2200" b="1">
              <a:latin typeface="IBM Plex Sans"/>
              <a:cs typeface="IBM Plex Sans"/>
            </a:endParaRPr>
          </a:p>
        </p:txBody>
      </p:sp>
      <p:sp>
        <p:nvSpPr>
          <p:cNvPr id="1415171345" name=""/>
          <p:cNvSpPr txBox="1"/>
          <p:nvPr/>
        </p:nvSpPr>
        <p:spPr bwMode="auto">
          <a:xfrm flipH="0" flipV="0">
            <a:off x="8807720" y="2794709"/>
            <a:ext cx="319356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200" b="0">
                <a:latin typeface="IBM Plex Sans"/>
              </a:rPr>
              <a:t>发送</a:t>
            </a:r>
            <a:endParaRPr sz="2200" b="0">
              <a:latin typeface="IBM Plex Sans"/>
              <a:cs typeface="IBM Plex Sans"/>
            </a:endParaRPr>
          </a:p>
        </p:txBody>
      </p:sp>
      <p:sp>
        <p:nvSpPr>
          <p:cNvPr id="2060365003" name=""/>
          <p:cNvSpPr txBox="1"/>
          <p:nvPr/>
        </p:nvSpPr>
        <p:spPr bwMode="auto">
          <a:xfrm flipH="0" flipV="0">
            <a:off x="4938875" y="1639891"/>
            <a:ext cx="1592180"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a:latin typeface="IBM Plex Sans"/>
              </a:rPr>
              <a:t>使用公开密钥加密 </a:t>
            </a:r>
            <a:r>
              <a:rPr sz="1400" b="0">
                <a:latin typeface="IBM Plex Sans"/>
              </a:rPr>
              <a:t/>
            </a:r>
            <a:endParaRPr sz="1400" b="0">
              <a:latin typeface="IBM Plex Sans"/>
              <a:ea typeface="IBM Plex Sans"/>
              <a:cs typeface="IBM Plex Sans"/>
            </a:endParaRPr>
          </a:p>
        </p:txBody>
      </p:sp>
      <p:sp>
        <p:nvSpPr>
          <p:cNvPr id="564805446" name=""/>
          <p:cNvSpPr txBox="1"/>
          <p:nvPr/>
        </p:nvSpPr>
        <p:spPr bwMode="auto">
          <a:xfrm flipH="0" flipV="0">
            <a:off x="3765199" y="5680215"/>
            <a:ext cx="5043240"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使用私人密钥解密 </a:t>
            </a:r>
            <a:r>
              <a:rPr sz="1600" b="0">
                <a:latin typeface="IBM Plex Sans"/>
              </a:rPr>
              <a:t/>
            </a:r>
            <a:endParaRPr sz="1600" b="0">
              <a:latin typeface="IBM Plex Sans"/>
              <a:ea typeface="IBM Plex Sans"/>
              <a:cs typeface="IBM Plex Sans"/>
            </a:endParaRPr>
          </a:p>
        </p:txBody>
      </p:sp>
      <p:sp>
        <p:nvSpPr>
          <p:cNvPr id="2117423457" name=""/>
          <p:cNvSpPr/>
          <p:nvPr/>
        </p:nvSpPr>
        <p:spPr bwMode="auto">
          <a:xfrm flipH="0" flipV="0">
            <a:off x="2720786" y="1056150"/>
            <a:ext cx="1688108"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1861164775" name=""/>
          <p:cNvSpPr txBox="1"/>
          <p:nvPr/>
        </p:nvSpPr>
        <p:spPr bwMode="auto">
          <a:xfrm flipH="0" flipV="0">
            <a:off x="1853931" y="1044696"/>
            <a:ext cx="2138452"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比特币</a:t>
            </a:r>
            <a:endParaRPr sz="2400">
              <a:latin typeface="IBM Plex Sans"/>
              <a:cs typeface="IBM Plex Sans"/>
            </a:endParaRPr>
          </a:p>
        </p:txBody>
      </p:sp>
      <p:sp>
        <p:nvSpPr>
          <p:cNvPr id="1486006633" name=""/>
          <p:cNvSpPr txBox="1"/>
          <p:nvPr/>
        </p:nvSpPr>
        <p:spPr bwMode="auto">
          <a:xfrm flipH="0" flipV="0">
            <a:off x="2006330" y="4863123"/>
            <a:ext cx="2138812" cy="457560"/>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比特币</a:t>
            </a:r>
            <a:endParaRPr sz="2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38095972" name=""/>
          <p:cNvPicPr>
            <a:picLocks noChangeAspect="1"/>
          </p:cNvPicPr>
          <p:nvPr/>
        </p:nvPicPr>
        <p:blipFill>
          <a:blip r:embed="rId3"/>
          <a:stretch/>
        </p:blipFill>
        <p:spPr bwMode="auto">
          <a:xfrm flipH="0" flipV="0">
            <a:off x="2564651" y="15362"/>
            <a:ext cx="7062695" cy="6827270"/>
          </a:xfrm>
          <a:prstGeom prst="rect">
            <a:avLst/>
          </a:prstGeom>
        </p:spPr>
      </p:pic>
      <p:sp>
        <p:nvSpPr>
          <p:cNvPr id="618278120" name=""/>
          <p:cNvSpPr/>
          <p:nvPr/>
        </p:nvSpPr>
        <p:spPr bwMode="auto">
          <a:xfrm flipH="0" flipV="0">
            <a:off x="6940687" y="215079"/>
            <a:ext cx="2186448" cy="43015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577510310" name=""/>
          <p:cNvSpPr/>
          <p:nvPr/>
        </p:nvSpPr>
        <p:spPr bwMode="auto">
          <a:xfrm flipH="0" flipV="0">
            <a:off x="8154516" y="2881839"/>
            <a:ext cx="2444482" cy="5010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24416130" name=""/>
          <p:cNvSpPr/>
          <p:nvPr/>
        </p:nvSpPr>
        <p:spPr bwMode="auto">
          <a:xfrm flipH="0" flipV="0">
            <a:off x="4486317" y="5688146"/>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63204435" name=""/>
          <p:cNvSpPr/>
          <p:nvPr/>
        </p:nvSpPr>
        <p:spPr bwMode="auto">
          <a:xfrm flipH="0" flipV="0">
            <a:off x="4533302" y="1541392"/>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17404936" name=""/>
          <p:cNvSpPr/>
          <p:nvPr/>
        </p:nvSpPr>
        <p:spPr bwMode="auto">
          <a:xfrm flipH="0" flipV="0">
            <a:off x="2751531" y="5082559"/>
            <a:ext cx="1614461" cy="40279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74341121" name=""/>
          <p:cNvSpPr/>
          <p:nvPr/>
        </p:nvSpPr>
        <p:spPr bwMode="auto">
          <a:xfrm flipH="0" flipV="0">
            <a:off x="2736169" y="215079"/>
            <a:ext cx="1321209" cy="430161"/>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28966252" name=""/>
          <p:cNvSpPr txBox="1"/>
          <p:nvPr/>
        </p:nvSpPr>
        <p:spPr bwMode="auto">
          <a:xfrm flipH="0" flipV="0">
            <a:off x="1784658" y="215078"/>
            <a:ext cx="310969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留言</a:t>
            </a:r>
            <a:endParaRPr sz="2000" b="1">
              <a:latin typeface="IBM Plex Sans"/>
              <a:cs typeface="IBM Plex Sans"/>
            </a:endParaRPr>
          </a:p>
        </p:txBody>
      </p:sp>
      <p:sp>
        <p:nvSpPr>
          <p:cNvPr id="1134818737" name=""/>
          <p:cNvSpPr txBox="1"/>
          <p:nvPr/>
        </p:nvSpPr>
        <p:spPr bwMode="auto">
          <a:xfrm flipH="0" flipV="0">
            <a:off x="6893522" y="215078"/>
            <a:ext cx="273490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签名</a:t>
            </a:r>
            <a:endParaRPr sz="2000" b="1">
              <a:latin typeface="IBM Plex Sans"/>
              <a:cs typeface="IBM Plex Sans"/>
            </a:endParaRPr>
          </a:p>
        </p:txBody>
      </p:sp>
      <p:sp>
        <p:nvSpPr>
          <p:cNvPr id="2021760122" name=""/>
          <p:cNvSpPr txBox="1"/>
          <p:nvPr/>
        </p:nvSpPr>
        <p:spPr bwMode="auto">
          <a:xfrm flipH="0" flipV="0">
            <a:off x="8202903" y="2986308"/>
            <a:ext cx="3194065"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a:latin typeface="IBM Plex Sans"/>
              </a:rPr>
              <a:t>发送</a:t>
            </a:r>
            <a:endParaRPr sz="2000" b="0">
              <a:latin typeface="IBM Plex Sans"/>
              <a:cs typeface="IBM Plex Sans"/>
            </a:endParaRPr>
          </a:p>
        </p:txBody>
      </p:sp>
      <p:sp>
        <p:nvSpPr>
          <p:cNvPr id="1091897644" name=""/>
          <p:cNvSpPr txBox="1"/>
          <p:nvPr/>
        </p:nvSpPr>
        <p:spPr bwMode="auto">
          <a:xfrm flipH="0" flipV="0">
            <a:off x="2113704" y="5088755"/>
            <a:ext cx="1956099"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000" b="0">
                <a:latin typeface="IBM Plex Sans"/>
              </a:rPr>
              <a:t>好的</a:t>
            </a:r>
            <a:endParaRPr sz="2000" b="0">
              <a:latin typeface="IBM Plex Sans"/>
              <a:cs typeface="IBM Plex Sans"/>
            </a:endParaRPr>
          </a:p>
        </p:txBody>
      </p:sp>
      <p:sp>
        <p:nvSpPr>
          <p:cNvPr id="1632395688" name=""/>
          <p:cNvSpPr txBox="1"/>
          <p:nvPr/>
        </p:nvSpPr>
        <p:spPr bwMode="auto">
          <a:xfrm flipH="0" flipV="0">
            <a:off x="3896720" y="1539360"/>
            <a:ext cx="2662335"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使用私人密钥签名 </a:t>
            </a:r>
            <a:r>
              <a:rPr sz="1600" b="0">
                <a:latin typeface="IBM Plex Sans"/>
              </a:rPr>
              <a:t/>
            </a:r>
            <a:endParaRPr sz="1600" b="0">
              <a:latin typeface="IBM Plex Sans"/>
              <a:cs typeface="IBM Plex Sans"/>
            </a:endParaRPr>
          </a:p>
          <a:p>
            <a:pPr algn="ctr"/>
          </a:p>
        </p:txBody>
      </p:sp>
      <p:sp>
        <p:nvSpPr>
          <p:cNvPr id="1469490840" name=""/>
          <p:cNvSpPr txBox="1"/>
          <p:nvPr/>
        </p:nvSpPr>
        <p:spPr bwMode="auto">
          <a:xfrm flipH="0" flipV="0">
            <a:off x="3621937" y="5686113"/>
            <a:ext cx="3015771"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使用公开密钥验证 </a:t>
            </a:r>
            <a:r>
              <a:rPr sz="1600" b="0">
                <a:latin typeface="IBM Plex Sans"/>
              </a:rPr>
              <a:t/>
            </a:r>
            <a:endParaRPr sz="1600" b="0">
              <a:latin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50526696" name=""/>
          <p:cNvPicPr>
            <a:picLocks noChangeAspect="1"/>
          </p:cNvPicPr>
          <p:nvPr/>
        </p:nvPicPr>
        <p:blipFill>
          <a:blip r:embed="rId3"/>
          <a:stretch/>
        </p:blipFill>
        <p:spPr bwMode="auto">
          <a:xfrm>
            <a:off x="3238499" y="666749"/>
            <a:ext cx="5715000" cy="5524499"/>
          </a:xfrm>
          <a:prstGeom prst="rect">
            <a:avLst/>
          </a:prstGeom>
        </p:spPr>
      </p:pic>
      <p:pic>
        <p:nvPicPr>
          <p:cNvPr id="1775366303" name=""/>
          <p:cNvPicPr>
            <a:picLocks noChangeAspect="1"/>
          </p:cNvPicPr>
          <p:nvPr/>
        </p:nvPicPr>
        <p:blipFill>
          <a:blip r:embed="rId4"/>
          <a:stretch/>
        </p:blipFill>
        <p:spPr bwMode="auto">
          <a:xfrm>
            <a:off x="3352799" y="0"/>
            <a:ext cx="5486399"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279581" name=""/>
          <p:cNvPicPr>
            <a:picLocks noChangeAspect="1"/>
          </p:cNvPicPr>
          <p:nvPr/>
        </p:nvPicPr>
        <p:blipFill>
          <a:blip r:embed="rId3"/>
          <a:stretch/>
        </p:blipFill>
        <p:spPr bwMode="auto">
          <a:xfrm>
            <a:off x="2286000" y="757237"/>
            <a:ext cx="7619999" cy="53435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1969355696" name=""/>
          <p:cNvPicPr>
            <a:picLocks noChangeAspect="1"/>
          </p:cNvPicPr>
          <p:nvPr/>
        </p:nvPicPr>
        <p:blipFill>
          <a:blip r:embed="rId3"/>
          <a:stretch/>
        </p:blipFill>
        <p:spPr bwMode="auto">
          <a:xfrm flipH="0" flipV="0">
            <a:off x="3072283" y="280392"/>
            <a:ext cx="6047431" cy="5745059"/>
          </a:xfrm>
          <a:prstGeom prst="rect">
            <a:avLst/>
          </a:prstGeom>
        </p:spPr>
      </p:pic>
      <p:sp>
        <p:nvSpPr>
          <p:cNvPr id="958143399" name=""/>
          <p:cNvSpPr/>
          <p:nvPr/>
        </p:nvSpPr>
        <p:spPr bwMode="auto">
          <a:xfrm flipH="0" flipV="0">
            <a:off x="5929808" y="864541"/>
            <a:ext cx="1149753" cy="30094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40051190" name=""/>
          <p:cNvSpPr txBox="1"/>
          <p:nvPr/>
        </p:nvSpPr>
        <p:spPr bwMode="auto">
          <a:xfrm flipH="0" flipV="0">
            <a:off x="6796666" y="2878666"/>
            <a:ext cx="682858"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endParaRPr>
              <a:latin typeface="IBM Plex Sans"/>
              <a:cs typeface="IBM Plex Sans"/>
            </a:endParaRPr>
          </a:p>
        </p:txBody>
      </p:sp>
      <p:sp>
        <p:nvSpPr>
          <p:cNvPr id="72791010" name=""/>
          <p:cNvSpPr txBox="1"/>
          <p:nvPr/>
        </p:nvSpPr>
        <p:spPr bwMode="auto">
          <a:xfrm flipH="0" flipV="0">
            <a:off x="6183477" y="2710450"/>
            <a:ext cx="1257937"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200">
                <a:latin typeface="IBM Plex Sans"/>
              </a:rPr>
              <a:t>发送</a:t>
            </a:r>
            <a:endParaRPr sz="1200">
              <a:latin typeface="IBM Plex Sans"/>
              <a:cs typeface="IBM Plex Sans"/>
            </a:endParaRPr>
          </a:p>
        </p:txBody>
      </p:sp>
      <p:sp>
        <p:nvSpPr>
          <p:cNvPr id="1709900016" name=""/>
          <p:cNvSpPr txBox="1"/>
          <p:nvPr/>
        </p:nvSpPr>
        <p:spPr bwMode="auto">
          <a:xfrm flipH="0" flipV="0">
            <a:off x="5812687" y="877671"/>
            <a:ext cx="1035944"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发送</a:t>
            </a:r>
            <a:endParaRPr sz="1200">
              <a:latin typeface="IBM Plex Sans"/>
              <a:cs typeface="IBM Plex Sans"/>
            </a:endParaRPr>
          </a:p>
        </p:txBody>
      </p:sp>
      <p:sp>
        <p:nvSpPr>
          <p:cNvPr id="626557778" name=""/>
          <p:cNvSpPr txBox="1"/>
          <p:nvPr/>
        </p:nvSpPr>
        <p:spPr bwMode="auto">
          <a:xfrm flipH="0" flipV="0">
            <a:off x="8510588" y="2710090"/>
            <a:ext cx="2124381"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200">
                <a:latin typeface="IBM Plex Sans"/>
              </a:rPr>
              <a:t>学分</a:t>
            </a:r>
            <a:endParaRPr sz="1200">
              <a:latin typeface="IBM Plex Sans"/>
              <a:cs typeface="IBM Plex Sans"/>
            </a:endParaRPr>
          </a:p>
        </p:txBody>
      </p:sp>
      <p:sp>
        <p:nvSpPr>
          <p:cNvPr id="566308975" name=""/>
          <p:cNvSpPr txBox="1"/>
          <p:nvPr/>
        </p:nvSpPr>
        <p:spPr bwMode="auto">
          <a:xfrm flipH="0" flipV="0">
            <a:off x="2629117" y="5192732"/>
            <a:ext cx="2642102"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银行 1</a:t>
            </a:r>
            <a:endParaRPr sz="2600" b="1">
              <a:latin typeface="IBM Plex Sans"/>
              <a:cs typeface="IBM Plex Sans"/>
            </a:endParaRPr>
          </a:p>
        </p:txBody>
      </p:sp>
      <p:sp>
        <p:nvSpPr>
          <p:cNvPr id="466514468" name=""/>
          <p:cNvSpPr txBox="1"/>
          <p:nvPr/>
        </p:nvSpPr>
        <p:spPr bwMode="auto">
          <a:xfrm flipH="0" flipV="0">
            <a:off x="7185916" y="5192732"/>
            <a:ext cx="2326650"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银行 2</a:t>
            </a:r>
            <a:endParaRPr sz="2600" b="1">
              <a:latin typeface="IBM Plex Sans"/>
              <a:cs typeface="IBM Plex Sans"/>
            </a:endParaRPr>
          </a:p>
        </p:txBody>
      </p:sp>
      <p:sp>
        <p:nvSpPr>
          <p:cNvPr id="1355621069" name=""/>
          <p:cNvSpPr/>
          <p:nvPr/>
        </p:nvSpPr>
        <p:spPr bwMode="auto">
          <a:xfrm rot="0" flipH="0" flipV="0">
            <a:off x="5097499" y="5572125"/>
            <a:ext cx="2524124" cy="746124"/>
          </a:xfrm>
          <a:prstGeom prst="rect">
            <a:avLst/>
          </a:prstGeom>
          <a:solidFill>
            <a:schemeClr val="bg1"/>
          </a:solidFill>
          <a:ln w="12699"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40523157" name=""/>
          <p:cNvSpPr txBox="1"/>
          <p:nvPr/>
        </p:nvSpPr>
        <p:spPr bwMode="auto">
          <a:xfrm flipH="0" flipV="0">
            <a:off x="4651612" y="5680770"/>
            <a:ext cx="3216127" cy="9452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花票记录 </a:t>
            </a:r>
            <a:r>
              <a:rPr sz="1400">
                <a:latin typeface="IBM Plex Sans"/>
              </a:rPr>
              <a:t/>
            </a:r>
            <a:endParaRPr sz="1400">
              <a:latin typeface="IBM Plex Sans"/>
              <a:ea typeface="IBM Plex Sans"/>
              <a:cs typeface="IBM Plex Sans"/>
            </a:endParaRPr>
          </a:p>
          <a:p>
            <a:pPr algn="ct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05315131" name=""/>
          <p:cNvPicPr>
            <a:picLocks noChangeAspect="1"/>
          </p:cNvPicPr>
          <p:nvPr/>
        </p:nvPicPr>
        <p:blipFill>
          <a:blip r:embed="rId3"/>
          <a:stretch/>
        </p:blipFill>
        <p:spPr bwMode="auto">
          <a:xfrm flipH="0" flipV="0">
            <a:off x="3694739" y="970372"/>
            <a:ext cx="4802518" cy="49172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19884987" name=""/>
          <p:cNvPicPr>
            <a:picLocks noChangeAspect="1"/>
          </p:cNvPicPr>
          <p:nvPr/>
        </p:nvPicPr>
        <p:blipFill>
          <a:blip r:embed="rId3"/>
          <a:stretch/>
        </p:blipFill>
        <p:spPr bwMode="auto">
          <a:xfrm>
            <a:off x="1571625" y="581024"/>
            <a:ext cx="9048749" cy="5695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415751" name=""/>
          <p:cNvPicPr>
            <a:picLocks noChangeAspect="1"/>
          </p:cNvPicPr>
          <p:nvPr/>
        </p:nvPicPr>
        <p:blipFill>
          <a:blip r:embed="rId3"/>
          <a:stretch/>
        </p:blipFill>
        <p:spPr bwMode="auto">
          <a:xfrm flipH="0" flipV="0">
            <a:off x="704845" y="733421"/>
            <a:ext cx="10782307" cy="53911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42637588" name=""/>
          <p:cNvPicPr>
            <a:picLocks noChangeAspect="1"/>
          </p:cNvPicPr>
          <p:nvPr/>
        </p:nvPicPr>
        <p:blipFill>
          <a:blip r:embed="rId3"/>
          <a:stretch/>
        </p:blipFill>
        <p:spPr bwMode="auto">
          <a:xfrm flipH="0" flipV="0">
            <a:off x="1334474" y="33756"/>
            <a:ext cx="9523045" cy="67904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81991235" name=""/>
          <p:cNvPicPr>
            <a:picLocks noChangeAspect="1"/>
          </p:cNvPicPr>
          <p:nvPr/>
        </p:nvPicPr>
        <p:blipFill>
          <a:blip r:embed="rId3"/>
          <a:stretch/>
        </p:blipFill>
        <p:spPr bwMode="auto">
          <a:xfrm flipH="0" flipV="0">
            <a:off x="2880246" y="2390769"/>
            <a:ext cx="6431504" cy="207645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34118267" name=""/>
          <p:cNvPicPr>
            <a:picLocks noChangeAspect="1"/>
          </p:cNvPicPr>
          <p:nvPr/>
        </p:nvPicPr>
        <p:blipFill>
          <a:blip r:embed="rId3"/>
          <a:stretch/>
        </p:blipFill>
        <p:spPr bwMode="auto">
          <a:xfrm flipH="0" flipV="0">
            <a:off x="2241416" y="620661"/>
            <a:ext cx="7709163" cy="561667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49992560" name=""/>
          <p:cNvPicPr>
            <a:picLocks noChangeAspect="1"/>
          </p:cNvPicPr>
          <p:nvPr/>
        </p:nvPicPr>
        <p:blipFill>
          <a:blip r:embed="rId3"/>
          <a:srcRect l="0" t="0" r="0" b="16973"/>
          <a:stretch/>
        </p:blipFill>
        <p:spPr bwMode="auto">
          <a:xfrm flipH="0" flipV="0">
            <a:off x="1563274" y="159770"/>
            <a:ext cx="9065446" cy="5428633"/>
          </a:xfrm>
          <a:prstGeom prst="rect">
            <a:avLst/>
          </a:prstGeom>
        </p:spPr>
      </p:pic>
      <p:sp>
        <p:nvSpPr>
          <p:cNvPr id="1056831080" name=""/>
          <p:cNvSpPr/>
          <p:nvPr/>
        </p:nvSpPr>
        <p:spPr bwMode="auto">
          <a:xfrm flipH="0" flipV="0">
            <a:off x="2991824"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61749794" name=""/>
          <p:cNvSpPr/>
          <p:nvPr/>
        </p:nvSpPr>
        <p:spPr bwMode="auto">
          <a:xfrm flipH="0" flipV="0">
            <a:off x="5698727"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0698139" name=""/>
          <p:cNvSpPr/>
          <p:nvPr/>
        </p:nvSpPr>
        <p:spPr bwMode="auto">
          <a:xfrm flipH="0" flipV="0">
            <a:off x="8424329"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97094744" name=""/>
          <p:cNvSpPr/>
          <p:nvPr/>
        </p:nvSpPr>
        <p:spPr bwMode="auto">
          <a:xfrm flipH="0" flipV="0">
            <a:off x="2962949" y="5357154"/>
            <a:ext cx="762300" cy="28539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153823412" name=""/>
          <p:cNvSpPr/>
          <p:nvPr/>
        </p:nvSpPr>
        <p:spPr bwMode="auto">
          <a:xfrm flipH="0" flipV="0">
            <a:off x="3677625" y="4867453"/>
            <a:ext cx="647698" cy="2286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2108527031" name=""/>
          <p:cNvSpPr txBox="1"/>
          <p:nvPr/>
        </p:nvSpPr>
        <p:spPr bwMode="auto">
          <a:xfrm flipH="0" flipV="0">
            <a:off x="7346907" y="5801943"/>
            <a:ext cx="408383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a:latin typeface="IBM Plex Sans"/>
              </a:rPr>
              <a:t>分布式网络。</a:t>
            </a:r>
            <a:endParaRPr sz="2200">
              <a:latin typeface="IBM Plex Sans"/>
              <a:cs typeface="IBM Plex Sans"/>
            </a:endParaRPr>
          </a:p>
        </p:txBody>
      </p:sp>
      <p:sp>
        <p:nvSpPr>
          <p:cNvPr id="794602628" name=""/>
          <p:cNvSpPr txBox="1"/>
          <p:nvPr/>
        </p:nvSpPr>
        <p:spPr bwMode="auto">
          <a:xfrm flipH="0" flipV="0">
            <a:off x="2925666" y="5337383"/>
            <a:ext cx="144844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车站</a:t>
            </a:r>
            <a:endParaRPr sz="1400">
              <a:latin typeface="IBM Plex Sans"/>
              <a:cs typeface="IBM Plex Sans"/>
            </a:endParaRPr>
          </a:p>
        </p:txBody>
      </p:sp>
      <p:sp>
        <p:nvSpPr>
          <p:cNvPr id="1833248220" name=""/>
          <p:cNvSpPr txBox="1"/>
          <p:nvPr/>
        </p:nvSpPr>
        <p:spPr bwMode="auto">
          <a:xfrm flipH="0" flipV="0">
            <a:off x="3677625" y="4829175"/>
            <a:ext cx="1183282"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链接</a:t>
            </a:r>
            <a:endParaRPr sz="1400">
              <a:latin typeface="IBM Plex Sans"/>
              <a:ea typeface="IBM Plex Sans"/>
              <a:cs typeface="IBM Plex Sans"/>
            </a:endParaRPr>
          </a:p>
        </p:txBody>
      </p:sp>
      <p:sp>
        <p:nvSpPr>
          <p:cNvPr id="1083863093" name=""/>
          <p:cNvSpPr/>
          <p:nvPr/>
        </p:nvSpPr>
        <p:spPr bwMode="auto">
          <a:xfrm flipH="0" flipV="0">
            <a:off x="3458550" y="4867453"/>
            <a:ext cx="266699"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980293751" name=""/>
          <p:cNvSpPr/>
          <p:nvPr/>
        </p:nvSpPr>
        <p:spPr bwMode="auto">
          <a:xfrm rot="2286170" flipH="0" flipV="0">
            <a:off x="2724120" y="5303120"/>
            <a:ext cx="266698"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827644842" name=""/>
          <p:cNvSpPr txBox="1"/>
          <p:nvPr/>
        </p:nvSpPr>
        <p:spPr bwMode="auto">
          <a:xfrm rot="0" flipH="0" flipV="0">
            <a:off x="1533582" y="5801943"/>
            <a:ext cx="276348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集中化</a:t>
            </a:r>
            <a:endParaRPr sz="2200">
              <a:latin typeface="IBM Plex Sans"/>
              <a:cs typeface="IBM Plex Sans"/>
            </a:endParaRPr>
          </a:p>
        </p:txBody>
      </p:sp>
      <p:sp>
        <p:nvSpPr>
          <p:cNvPr id="414344841" name=""/>
          <p:cNvSpPr txBox="1"/>
          <p:nvPr/>
        </p:nvSpPr>
        <p:spPr bwMode="auto">
          <a:xfrm rot="0" flipH="0" flipV="0">
            <a:off x="4494953" y="5801943"/>
            <a:ext cx="285195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分散式</a:t>
            </a:r>
            <a:endParaRPr sz="22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96692171" name=""/>
          <p:cNvPicPr>
            <a:picLocks noChangeAspect="1"/>
          </p:cNvPicPr>
          <p:nvPr/>
        </p:nvPicPr>
        <p:blipFill>
          <a:blip r:embed="rId3"/>
          <a:stretch/>
        </p:blipFill>
        <p:spPr bwMode="auto">
          <a:xfrm flipH="0" flipV="0">
            <a:off x="772880" y="323847"/>
            <a:ext cx="10646236" cy="6210302"/>
          </a:xfrm>
          <a:prstGeom prst="rect">
            <a:avLst/>
          </a:prstGeom>
        </p:spPr>
      </p:pic>
      <p:sp>
        <p:nvSpPr>
          <p:cNvPr id="1604701722" name=""/>
          <p:cNvSpPr/>
          <p:nvPr/>
        </p:nvSpPr>
        <p:spPr bwMode="auto">
          <a:xfrm flipH="0" flipV="0">
            <a:off x="1651400" y="495479"/>
            <a:ext cx="2266949"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585018793" name=""/>
          <p:cNvSpPr/>
          <p:nvPr/>
        </p:nvSpPr>
        <p:spPr bwMode="auto">
          <a:xfrm flipH="0" flipV="0">
            <a:off x="4562474" y="495479"/>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78221400" name=""/>
          <p:cNvSpPr/>
          <p:nvPr/>
        </p:nvSpPr>
        <p:spPr bwMode="auto">
          <a:xfrm flipH="0" flipV="0">
            <a:off x="2784875"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17931922" name=""/>
          <p:cNvSpPr/>
          <p:nvPr/>
        </p:nvSpPr>
        <p:spPr bwMode="auto">
          <a:xfrm flipH="0" flipV="0">
            <a:off x="7886698"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2047620786" name=""/>
          <p:cNvSpPr txBox="1"/>
          <p:nvPr/>
        </p:nvSpPr>
        <p:spPr bwMode="auto">
          <a:xfrm flipH="0" flipV="0">
            <a:off x="1651399" y="571500"/>
            <a:ext cx="1586266"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800">
                <a:latin typeface="IBM Plex Sans"/>
              </a:rPr>
              <a:t>忠诚的将军</a:t>
            </a:r>
            <a:endParaRPr sz="1800">
              <a:latin typeface="IBM Plex Sans"/>
              <a:cs typeface="IBM Plex Sans"/>
            </a:endParaRPr>
          </a:p>
        </p:txBody>
      </p:sp>
      <p:sp>
        <p:nvSpPr>
          <p:cNvPr id="1951448218" name=""/>
          <p:cNvSpPr txBox="1"/>
          <p:nvPr/>
        </p:nvSpPr>
        <p:spPr bwMode="auto">
          <a:xfrm flipH="0" flipV="0">
            <a:off x="4562473" y="571500"/>
            <a:ext cx="2021121"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800">
                <a:solidFill>
                  <a:srgbClr val="8A8A8A"/>
                </a:solidFill>
                <a:latin typeface="IBM Plex Sans"/>
              </a:rPr>
              <a:t>叛徒</a:t>
            </a:r>
            <a:endParaRPr sz="1800">
              <a:solidFill>
                <a:srgbClr val="8A8A8A"/>
              </a:solidFill>
              <a:latin typeface="IBM Plex Sans"/>
              <a:cs typeface="IBM Plex Sans"/>
            </a:endParaRPr>
          </a:p>
        </p:txBody>
      </p:sp>
      <p:sp>
        <p:nvSpPr>
          <p:cNvPr id="1415045215" name=""/>
          <p:cNvSpPr txBox="1"/>
          <p:nvPr/>
        </p:nvSpPr>
        <p:spPr bwMode="auto">
          <a:xfrm flipH="0" flipV="0">
            <a:off x="2131022" y="5857513"/>
            <a:ext cx="3378125"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失败</a:t>
            </a:r>
            <a:endParaRPr sz="2600" b="1">
              <a:latin typeface="IBM Plex Sans"/>
              <a:cs typeface="IBM Plex Sans"/>
            </a:endParaRPr>
          </a:p>
        </p:txBody>
      </p:sp>
      <p:sp>
        <p:nvSpPr>
          <p:cNvPr id="1155593188" name=""/>
          <p:cNvSpPr txBox="1"/>
          <p:nvPr/>
        </p:nvSpPr>
        <p:spPr bwMode="auto">
          <a:xfrm flipH="0" flipV="0">
            <a:off x="6780954" y="5857513"/>
            <a:ext cx="3785102"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胜利</a:t>
            </a:r>
            <a:endParaRPr sz="26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8684526" name=""/>
          <p:cNvPicPr>
            <a:picLocks noChangeAspect="1"/>
          </p:cNvPicPr>
          <p:nvPr/>
        </p:nvPicPr>
        <p:blipFill>
          <a:blip r:embed="rId3"/>
          <a:stretch/>
        </p:blipFill>
        <p:spPr bwMode="auto">
          <a:xfrm>
            <a:off x="1338262" y="538162"/>
            <a:ext cx="9515475" cy="5781674"/>
          </a:xfrm>
          <a:prstGeom prst="rect">
            <a:avLst/>
          </a:prstGeom>
        </p:spPr>
      </p:pic>
      <p:sp>
        <p:nvSpPr>
          <p:cNvPr id="1435555748" name=""/>
          <p:cNvSpPr/>
          <p:nvPr/>
        </p:nvSpPr>
        <p:spPr bwMode="auto">
          <a:xfrm flipH="0" flipV="0">
            <a:off x="7200124" y="1254124"/>
            <a:ext cx="3017836" cy="317498"/>
          </a:xfrm>
          <a:prstGeom prst="rect">
            <a:avLst/>
          </a:prstGeom>
          <a:solidFill>
            <a:srgbClr val="FDE9D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855654714" name=""/>
          <p:cNvSpPr/>
          <p:nvPr/>
        </p:nvSpPr>
        <p:spPr bwMode="auto">
          <a:xfrm flipH="0" flipV="0">
            <a:off x="4048937" y="436562"/>
            <a:ext cx="4476749" cy="5715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39019711" name=""/>
          <p:cNvSpPr/>
          <p:nvPr/>
        </p:nvSpPr>
        <p:spPr bwMode="auto">
          <a:xfrm flipH="0" flipV="0">
            <a:off x="1620062" y="2016124"/>
            <a:ext cx="571500" cy="515937"/>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362170388" name=""/>
          <p:cNvSpPr/>
          <p:nvPr/>
        </p:nvSpPr>
        <p:spPr bwMode="auto">
          <a:xfrm flipH="0" flipV="0">
            <a:off x="1486711" y="5200650"/>
            <a:ext cx="571500" cy="515936"/>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1166664" name=""/>
          <p:cNvSpPr/>
          <p:nvPr/>
        </p:nvSpPr>
        <p:spPr bwMode="auto">
          <a:xfrm flipH="0" flipV="0">
            <a:off x="2366187" y="1738312"/>
            <a:ext cx="1627187" cy="2222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375027" name=""/>
          <p:cNvSpPr/>
          <p:nvPr/>
        </p:nvSpPr>
        <p:spPr bwMode="auto">
          <a:xfrm flipH="0" flipV="0">
            <a:off x="4255312" y="3833812"/>
            <a:ext cx="1817687"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2142" name=""/>
          <p:cNvSpPr/>
          <p:nvPr/>
        </p:nvSpPr>
        <p:spPr bwMode="auto">
          <a:xfrm flipH="0" flipV="0">
            <a:off x="9406749" y="3040062"/>
            <a:ext cx="1904999" cy="89693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45983159" name=""/>
          <p:cNvSpPr/>
          <p:nvPr/>
        </p:nvSpPr>
        <p:spPr bwMode="auto">
          <a:xfrm flipH="0" flipV="0">
            <a:off x="6446062" y="3603624"/>
            <a:ext cx="1690687" cy="4921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11734" name=""/>
          <p:cNvSpPr/>
          <p:nvPr/>
        </p:nvSpPr>
        <p:spPr bwMode="auto">
          <a:xfrm flipH="0" flipV="0">
            <a:off x="2866249" y="6095999"/>
            <a:ext cx="1674812" cy="373062"/>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32067337" name=""/>
          <p:cNvSpPr txBox="1"/>
          <p:nvPr/>
        </p:nvSpPr>
        <p:spPr bwMode="auto">
          <a:xfrm flipH="0" flipV="0">
            <a:off x="2366185" y="436560"/>
            <a:ext cx="7427207"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800" b="1">
                <a:solidFill>
                  <a:srgbClr val="850009"/>
                </a:solidFill>
                <a:latin typeface="IBM Plex Sans"/>
              </a:rPr>
              <a:t>可信时间戳</a:t>
            </a:r>
            <a:endParaRPr sz="2800" b="1">
              <a:solidFill>
                <a:srgbClr val="850009"/>
              </a:solidFill>
              <a:latin typeface="IBM Plex Sans"/>
              <a:cs typeface="IBM Plex Sans"/>
            </a:endParaRPr>
          </a:p>
        </p:txBody>
      </p:sp>
      <p:sp>
        <p:nvSpPr>
          <p:cNvPr id="666728493" name=""/>
          <p:cNvSpPr txBox="1"/>
          <p:nvPr/>
        </p:nvSpPr>
        <p:spPr bwMode="auto">
          <a:xfrm flipH="0" flipV="0">
            <a:off x="2267924" y="1640939"/>
            <a:ext cx="1726168" cy="244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计算哈希值</a:t>
            </a:r>
            <a:endParaRPr sz="1000">
              <a:latin typeface="IBM Plex Sans"/>
              <a:cs typeface="IBM Plex Sans"/>
            </a:endParaRPr>
          </a:p>
        </p:txBody>
      </p:sp>
      <p:sp>
        <p:nvSpPr>
          <p:cNvPr id="386261133" name=""/>
          <p:cNvSpPr txBox="1"/>
          <p:nvPr/>
        </p:nvSpPr>
        <p:spPr bwMode="auto">
          <a:xfrm flipH="0" flipV="0">
            <a:off x="4998760" y="1701120"/>
            <a:ext cx="2052513" cy="2594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将散列发送至 TSA</a:t>
            </a:r>
            <a:endParaRPr sz="1100">
              <a:latin typeface="IBM Plex Sans"/>
              <a:cs typeface="IBM Plex Sans"/>
            </a:endParaRPr>
          </a:p>
        </p:txBody>
      </p:sp>
      <p:sp>
        <p:nvSpPr>
          <p:cNvPr id="1826628945" name=""/>
          <p:cNvSpPr txBox="1"/>
          <p:nvPr/>
        </p:nvSpPr>
        <p:spPr bwMode="auto">
          <a:xfrm flipH="0" flipV="0">
            <a:off x="1486710" y="1254123"/>
            <a:ext cx="2973763" cy="30515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公司内部</a:t>
            </a:r>
            <a:endParaRPr sz="1400">
              <a:latin typeface="IBM Plex Sans"/>
              <a:cs typeface="IBM Plex Sans"/>
            </a:endParaRPr>
          </a:p>
        </p:txBody>
      </p:sp>
      <p:sp>
        <p:nvSpPr>
          <p:cNvPr id="1513745464" name=""/>
          <p:cNvSpPr txBox="1"/>
          <p:nvPr/>
        </p:nvSpPr>
        <p:spPr bwMode="auto">
          <a:xfrm flipH="0" flipV="0">
            <a:off x="1486710" y="2179838"/>
            <a:ext cx="706650"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数据</a:t>
            </a:r>
            <a:endParaRPr sz="1000">
              <a:latin typeface="IBM Plex Sans"/>
              <a:ea typeface="IBM Plex Sans"/>
              <a:cs typeface="IBM Plex Sans"/>
            </a:endParaRPr>
          </a:p>
          <a:p>
            <a:pPr/>
          </a:p>
        </p:txBody>
      </p:sp>
      <p:sp>
        <p:nvSpPr>
          <p:cNvPr id="11887285" name=""/>
          <p:cNvSpPr txBox="1"/>
          <p:nvPr/>
        </p:nvSpPr>
        <p:spPr bwMode="auto">
          <a:xfrm flipH="0" flipV="0">
            <a:off x="1411649" y="5311773"/>
            <a:ext cx="644081"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数据</a:t>
            </a:r>
            <a:endParaRPr sz="1000">
              <a:latin typeface="IBM Plex Sans"/>
              <a:ea typeface="IBM Plex Sans"/>
              <a:cs typeface="IBM Plex Sans"/>
            </a:endParaRPr>
          </a:p>
          <a:p>
            <a:pPr algn="ctr"/>
          </a:p>
        </p:txBody>
      </p:sp>
      <p:sp>
        <p:nvSpPr>
          <p:cNvPr id="1458164772" name=""/>
          <p:cNvSpPr txBox="1"/>
          <p:nvPr/>
        </p:nvSpPr>
        <p:spPr bwMode="auto">
          <a:xfrm flipH="0" flipV="0">
            <a:off x="1486710" y="6129950"/>
            <a:ext cx="4211293"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一起存放</a:t>
            </a:r>
            <a:endParaRPr sz="1400">
              <a:latin typeface="IBM Plex Sans"/>
              <a:cs typeface="IBM Plex Sans"/>
            </a:endParaRPr>
          </a:p>
        </p:txBody>
      </p:sp>
      <p:sp>
        <p:nvSpPr>
          <p:cNvPr id="413664644" name=""/>
          <p:cNvSpPr txBox="1"/>
          <p:nvPr/>
        </p:nvSpPr>
        <p:spPr bwMode="auto">
          <a:xfrm flipH="0" flipV="0">
            <a:off x="3756939" y="4095747"/>
            <a:ext cx="2268077" cy="5947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已签名的时间戳和哈希值将返回给请求者 </a:t>
            </a:r>
            <a:r>
              <a:rPr sz="1100">
                <a:latin typeface="IBM Plex Sans"/>
              </a:rPr>
              <a:t/>
            </a:r>
            <a:endParaRPr sz="1100">
              <a:latin typeface="IBM Plex Sans"/>
              <a:cs typeface="IBM Plex Sans"/>
            </a:endParaRPr>
          </a:p>
        </p:txBody>
      </p:sp>
      <p:sp>
        <p:nvSpPr>
          <p:cNvPr id="1988364204" name=""/>
          <p:cNvSpPr txBox="1"/>
          <p:nvPr/>
        </p:nvSpPr>
        <p:spPr bwMode="auto">
          <a:xfrm flipH="0" flipV="0">
            <a:off x="8468534" y="2027259"/>
            <a:ext cx="1968051"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时间戳</a:t>
            </a:r>
            <a:endParaRPr sz="1400">
              <a:latin typeface="IBM Plex Sans"/>
              <a:cs typeface="IBM Plex Sans"/>
            </a:endParaRPr>
          </a:p>
        </p:txBody>
      </p:sp>
      <p:sp>
        <p:nvSpPr>
          <p:cNvPr id="1417755538" name=""/>
          <p:cNvSpPr txBox="1"/>
          <p:nvPr/>
        </p:nvSpPr>
        <p:spPr bwMode="auto">
          <a:xfrm flipH="0" flipV="0">
            <a:off x="7051275" y="1254123"/>
            <a:ext cx="3384592" cy="27467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时间戳管理局（TSA）</a:t>
            </a:r>
            <a:endParaRPr sz="1200">
              <a:latin typeface="IBM Plex Sans"/>
              <a:cs typeface="IBM Plex Sans"/>
            </a:endParaRPr>
          </a:p>
        </p:txBody>
      </p:sp>
      <p:sp>
        <p:nvSpPr>
          <p:cNvPr id="686659638" name=""/>
          <p:cNvSpPr txBox="1"/>
          <p:nvPr/>
        </p:nvSpPr>
        <p:spPr bwMode="auto">
          <a:xfrm flipH="0" flipV="0">
            <a:off x="7051272" y="2568211"/>
            <a:ext cx="2171596" cy="2594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计算哈希值</a:t>
            </a:r>
            <a:endParaRPr sz="1100">
              <a:latin typeface="IBM Plex Sans"/>
              <a:cs typeface="IBM Plex Sans"/>
            </a:endParaRPr>
          </a:p>
        </p:txBody>
      </p:sp>
      <p:sp>
        <p:nvSpPr>
          <p:cNvPr id="1042183151" name=""/>
          <p:cNvSpPr txBox="1"/>
          <p:nvPr/>
        </p:nvSpPr>
        <p:spPr bwMode="auto">
          <a:xfrm flipH="0" flipV="0">
            <a:off x="9406748" y="3131637"/>
            <a:ext cx="2334618" cy="7623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这是哈希值与时间戳连接的数字签名 </a:t>
            </a:r>
            <a:r>
              <a:rPr sz="1100">
                <a:latin typeface="IBM Plex Sans"/>
              </a:rPr>
              <a:t/>
            </a:r>
            <a:endParaRPr sz="1100">
              <a:latin typeface="IBM Plex Sans"/>
              <a:cs typeface="IBM Plex Sans"/>
            </a:endParaRPr>
          </a:p>
          <a:p>
            <a:pPr algn="ctr"/>
          </a:p>
        </p:txBody>
      </p:sp>
      <p:sp>
        <p:nvSpPr>
          <p:cNvPr id="1856247728" name=""/>
          <p:cNvSpPr txBox="1"/>
          <p:nvPr/>
        </p:nvSpPr>
        <p:spPr bwMode="auto">
          <a:xfrm flipH="0" flipV="0">
            <a:off x="6446061" y="3699144"/>
            <a:ext cx="1616558" cy="39659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000">
                <a:latin typeface="IBM Plex Sans"/>
              </a:rPr>
              <a:t>应用 TSA </a:t>
            </a:r>
            <a:r>
              <a:rPr sz="1000">
                <a:latin typeface="IBM Plex Sans"/>
              </a:rPr>
              <a:t>的私人密钥</a:t>
            </a:r>
            <a:endParaRPr sz="1000">
              <a:latin typeface="IBM Plex Sans"/>
              <a:cs typeface="IBM Plex Sans"/>
            </a:endParaRPr>
          </a:p>
        </p:txBody>
      </p:sp>
      <p:sp>
        <p:nvSpPr>
          <p:cNvPr id="1631696941" name=""/>
          <p:cNvSpPr txBox="1"/>
          <p:nvPr/>
        </p:nvSpPr>
        <p:spPr bwMode="auto">
          <a:xfrm flipH="0" flipV="0">
            <a:off x="9743962" y="4516295"/>
            <a:ext cx="1996686"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时间戳</a:t>
            </a:r>
            <a:endParaRPr sz="1400">
              <a:latin typeface="IBM Plex Sans"/>
              <a:cs typeface="IBM Plex Sans"/>
            </a:endParaRPr>
          </a:p>
        </p:txBody>
      </p:sp>
      <p:sp>
        <p:nvSpPr>
          <p:cNvPr id="2133654291" name=""/>
          <p:cNvSpPr txBox="1"/>
          <p:nvPr/>
        </p:nvSpPr>
        <p:spPr bwMode="auto">
          <a:xfrm flipH="0" flipV="0">
            <a:off x="4814896" y="5306036"/>
            <a:ext cx="2069344"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时间戳</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65012937" name=""/>
          <p:cNvPicPr>
            <a:picLocks noChangeAspect="1"/>
          </p:cNvPicPr>
          <p:nvPr/>
        </p:nvPicPr>
        <p:blipFill>
          <a:blip r:embed="rId3"/>
          <a:stretch/>
        </p:blipFill>
        <p:spPr bwMode="auto">
          <a:xfrm flipH="0" flipV="0">
            <a:off x="4361473" y="1099778"/>
            <a:ext cx="3469050" cy="46584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39477945" name=""/>
          <p:cNvPicPr>
            <a:picLocks noChangeAspect="1"/>
          </p:cNvPicPr>
          <p:nvPr/>
        </p:nvPicPr>
        <p:blipFill>
          <a:blip r:embed="rId3"/>
          <a:stretch/>
        </p:blipFill>
        <p:spPr bwMode="auto">
          <a:xfrm flipH="0" flipV="0">
            <a:off x="1142998" y="2438399"/>
            <a:ext cx="9905999" cy="1981199"/>
          </a:xfrm>
          <a:prstGeom prst="rect">
            <a:avLst/>
          </a:prstGeom>
        </p:spPr>
      </p:pic>
      <p:sp>
        <p:nvSpPr>
          <p:cNvPr id="659609761" name=""/>
          <p:cNvSpPr/>
          <p:nvPr/>
        </p:nvSpPr>
        <p:spPr bwMode="auto">
          <a:xfrm flipH="0" flipV="0">
            <a:off x="1437994" y="2703967"/>
            <a:ext cx="2628900"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04420992" name=""/>
          <p:cNvSpPr txBox="1"/>
          <p:nvPr/>
        </p:nvSpPr>
        <p:spPr bwMode="auto">
          <a:xfrm flipH="0" flipV="0">
            <a:off x="1458298" y="2788560"/>
            <a:ext cx="5401395"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3600" b="1">
                <a:latin typeface="IBM Plex Sans"/>
              </a:rPr>
              <a:t>参考资料</a:t>
            </a:r>
            <a:endParaRPr sz="100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46580494" name=""/>
          <p:cNvPicPr>
            <a:picLocks noChangeAspect="1"/>
          </p:cNvPicPr>
          <p:nvPr/>
        </p:nvPicPr>
        <p:blipFill>
          <a:blip r:embed="rId3"/>
          <a:stretch/>
        </p:blipFill>
        <p:spPr bwMode="auto">
          <a:xfrm flipH="0" flipV="0">
            <a:off x="1656823" y="1009648"/>
            <a:ext cx="8878350" cy="48387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40777128" name=""/>
          <p:cNvPicPr>
            <a:picLocks noChangeAspect="1"/>
          </p:cNvPicPr>
          <p:nvPr/>
        </p:nvPicPr>
        <p:blipFill>
          <a:blip r:embed="rId3"/>
          <a:stretch/>
        </p:blipFill>
        <p:spPr bwMode="auto">
          <a:xfrm flipH="0" flipV="0">
            <a:off x="2096474" y="282956"/>
            <a:ext cx="7999047" cy="62920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265030" name=""/>
          <p:cNvPicPr>
            <a:picLocks noChangeAspect="1"/>
          </p:cNvPicPr>
          <p:nvPr/>
        </p:nvPicPr>
        <p:blipFill>
          <a:blip r:embed="rId3"/>
          <a:stretch/>
        </p:blipFill>
        <p:spPr bwMode="auto">
          <a:xfrm flipH="0" flipV="0">
            <a:off x="3418497" y="751498"/>
            <a:ext cx="5355001" cy="535500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03422597" name=""/>
          <p:cNvPicPr>
            <a:picLocks noChangeAspect="1"/>
          </p:cNvPicPr>
          <p:nvPr/>
        </p:nvPicPr>
        <p:blipFill>
          <a:blip r:embed="rId3"/>
          <a:stretch/>
        </p:blipFill>
        <p:spPr bwMode="auto">
          <a:xfrm flipH="0" flipV="0">
            <a:off x="4237647" y="956958"/>
            <a:ext cx="3716701" cy="49440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52813179" name=""/>
          <p:cNvPicPr>
            <a:picLocks noChangeAspect="1"/>
          </p:cNvPicPr>
          <p:nvPr/>
        </p:nvPicPr>
        <p:blipFill>
          <a:blip r:embed="rId3"/>
          <a:stretch/>
        </p:blipFill>
        <p:spPr bwMode="auto">
          <a:xfrm flipH="0" flipV="0">
            <a:off x="1696424" y="90192"/>
            <a:ext cx="8782049" cy="66646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24021545" name=""/>
          <p:cNvPicPr>
            <a:picLocks noChangeAspect="1"/>
          </p:cNvPicPr>
          <p:nvPr/>
        </p:nvPicPr>
        <p:blipFill>
          <a:blip r:embed="rId3"/>
          <a:stretch/>
        </p:blipFill>
        <p:spPr bwMode="auto">
          <a:xfrm flipH="0" flipV="0">
            <a:off x="3656621" y="989621"/>
            <a:ext cx="4878752" cy="48787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20464501" name=""/>
          <p:cNvPicPr>
            <a:picLocks noChangeAspect="1"/>
          </p:cNvPicPr>
          <p:nvPr/>
        </p:nvPicPr>
        <p:blipFill>
          <a:blip r:embed="rId3"/>
          <a:stretch/>
        </p:blipFill>
        <p:spPr bwMode="auto">
          <a:xfrm flipH="0" flipV="0">
            <a:off x="3581399" y="914399"/>
            <a:ext cx="5029196" cy="50291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37248353" name=""/>
          <p:cNvPicPr>
            <a:picLocks noChangeAspect="1"/>
          </p:cNvPicPr>
          <p:nvPr/>
        </p:nvPicPr>
        <p:blipFill>
          <a:blip r:embed="rId3"/>
          <a:stretch/>
        </p:blipFill>
        <p:spPr bwMode="auto">
          <a:xfrm>
            <a:off x="3443906" y="0"/>
            <a:ext cx="5304184"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93169742" name=""/>
          <p:cNvPicPr>
            <a:picLocks noChangeAspect="1"/>
          </p:cNvPicPr>
          <p:nvPr/>
        </p:nvPicPr>
        <p:blipFill>
          <a:blip r:embed="rId3"/>
          <a:stretch/>
        </p:blipFill>
        <p:spPr bwMode="auto">
          <a:xfrm flipH="0" flipV="0">
            <a:off x="2411049" y="619124"/>
            <a:ext cx="7369898" cy="56197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95377865" name=""/>
          <p:cNvPicPr>
            <a:picLocks noChangeAspect="1"/>
          </p:cNvPicPr>
          <p:nvPr/>
        </p:nvPicPr>
        <p:blipFill>
          <a:blip r:embed="rId3"/>
          <a:stretch/>
        </p:blipFill>
        <p:spPr bwMode="auto">
          <a:xfrm flipH="0" flipV="0">
            <a:off x="1069060" y="609600"/>
            <a:ext cx="9925305" cy="5200646"/>
          </a:xfrm>
          <a:prstGeom prst="rect">
            <a:avLst/>
          </a:prstGeom>
          <a:ln w="6349">
            <a:solidFill>
              <a:schemeClr val="accent1">
                <a:lumMod val="50196"/>
              </a:schemeClr>
            </a:solidFill>
            <a:prstDash val="solid"/>
          </a:ln>
        </p:spPr>
      </p:pic>
      <p:sp>
        <p:nvSpPr>
          <p:cNvPr id="812837255" name=""/>
          <p:cNvSpPr txBox="1"/>
          <p:nvPr/>
        </p:nvSpPr>
        <p:spPr bwMode="auto">
          <a:xfrm rot="0" flipH="0" flipV="0">
            <a:off x="2755485" y="5941694"/>
            <a:ext cx="7268309"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i="1">
                <a:latin typeface="IBM Plex Sans"/>
              </a:rPr>
              <a:t>中本聪的页面 - </a:t>
            </a:r>
            <a:r>
              <a:rPr sz="1400" b="0" i="1" lang="fr-FR">
                <a:latin typeface="IBM Plex Sans"/>
              </a:rPr>
              <a:t>从未收到任何礼物</a:t>
            </a:r>
            <a:endParaRPr sz="2800" b="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90356153" name=""/>
          <p:cNvPicPr>
            <a:picLocks noChangeAspect="1"/>
          </p:cNvPicPr>
          <p:nvPr/>
        </p:nvPicPr>
        <p:blipFill>
          <a:blip r:embed="rId3"/>
          <a:stretch/>
        </p:blipFill>
        <p:spPr bwMode="auto">
          <a:xfrm flipH="0" flipV="0">
            <a:off x="3980473" y="1313473"/>
            <a:ext cx="4231050" cy="42310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06743524" name=""/>
          <p:cNvPicPr>
            <a:picLocks noChangeAspect="1"/>
          </p:cNvPicPr>
          <p:nvPr/>
        </p:nvPicPr>
        <p:blipFill>
          <a:blip r:embed="rId3"/>
          <a:stretch/>
        </p:blipFill>
        <p:spPr bwMode="auto">
          <a:xfrm flipH="0" flipV="0">
            <a:off x="2570771" y="786831"/>
            <a:ext cx="7050451" cy="52843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31644631" name=""/>
          <p:cNvPicPr>
            <a:picLocks noChangeAspect="1"/>
          </p:cNvPicPr>
          <p:nvPr/>
        </p:nvPicPr>
        <p:blipFill>
          <a:blip r:embed="rId3"/>
          <a:stretch/>
        </p:blipFill>
        <p:spPr bwMode="auto">
          <a:xfrm flipH="0" flipV="0">
            <a:off x="1441575" y="1009649"/>
            <a:ext cx="9308848" cy="4838697"/>
          </a:xfrm>
          <a:prstGeom prst="rect">
            <a:avLst/>
          </a:prstGeom>
        </p:spPr>
      </p:pic>
      <p:sp>
        <p:nvSpPr>
          <p:cNvPr id="342911670" name=""/>
          <p:cNvSpPr txBox="1"/>
          <p:nvPr/>
        </p:nvSpPr>
        <p:spPr bwMode="auto">
          <a:xfrm flipH="0" flipV="0">
            <a:off x="1933203" y="5985901"/>
            <a:ext cx="7863998"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1">
                <a:latin typeface="IBM Plex Sans"/>
              </a:rPr>
              <a:t>比特币论坛</a:t>
            </a:r>
            <a:endParaRPr sz="14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59069393" name=""/>
          <p:cNvPicPr>
            <a:picLocks noChangeAspect="1"/>
          </p:cNvPicPr>
          <p:nvPr/>
        </p:nvPicPr>
        <p:blipFill>
          <a:blip r:embed="rId3"/>
          <a:stretch/>
        </p:blipFill>
        <p:spPr bwMode="auto">
          <a:xfrm flipH="0" flipV="0">
            <a:off x="3066071" y="399071"/>
            <a:ext cx="6059853" cy="60598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32540410" name=""/>
          <p:cNvPicPr>
            <a:picLocks noChangeAspect="1"/>
          </p:cNvPicPr>
          <p:nvPr/>
        </p:nvPicPr>
        <p:blipFill>
          <a:blip r:embed="rId3"/>
          <a:stretch/>
        </p:blipFill>
        <p:spPr bwMode="auto">
          <a:xfrm flipH="0" flipV="0">
            <a:off x="4247172" y="302892"/>
            <a:ext cx="3697651" cy="625221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17286389" name=""/>
          <p:cNvPicPr>
            <a:picLocks noChangeAspect="1"/>
          </p:cNvPicPr>
          <p:nvPr/>
        </p:nvPicPr>
        <p:blipFill>
          <a:blip r:embed="rId3"/>
          <a:stretch/>
        </p:blipFill>
        <p:spPr bwMode="auto">
          <a:xfrm flipH="0" flipV="0">
            <a:off x="3928577" y="1277935"/>
            <a:ext cx="4334842" cy="430212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57864823" name=""/>
          <p:cNvPicPr>
            <a:picLocks noChangeAspect="1"/>
          </p:cNvPicPr>
          <p:nvPr/>
        </p:nvPicPr>
        <p:blipFill>
          <a:blip r:embed="rId3"/>
          <a:stretch/>
        </p:blipFill>
        <p:spPr bwMode="auto">
          <a:xfrm flipH="0" flipV="0">
            <a:off x="245088" y="457199"/>
            <a:ext cx="11701821" cy="59435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2298888" name=""/>
          <p:cNvPicPr>
            <a:picLocks noChangeAspect="1"/>
          </p:cNvPicPr>
          <p:nvPr/>
        </p:nvPicPr>
        <p:blipFill>
          <a:blip r:embed="rId3"/>
          <a:stretch/>
        </p:blipFill>
        <p:spPr bwMode="auto">
          <a:xfrm flipH="0" flipV="0">
            <a:off x="3854301" y="2631219"/>
            <a:ext cx="4483395" cy="15955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68273817" name=""/>
          <p:cNvPicPr>
            <a:picLocks noChangeAspect="1"/>
          </p:cNvPicPr>
          <p:nvPr/>
        </p:nvPicPr>
        <p:blipFill>
          <a:blip r:embed="rId3"/>
          <a:stretch/>
        </p:blipFill>
        <p:spPr bwMode="auto">
          <a:xfrm flipH="0" flipV="0">
            <a:off x="4380521" y="445294"/>
            <a:ext cx="3430952" cy="596740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2559532" name=""/>
          <p:cNvPicPr>
            <a:picLocks noChangeAspect="1"/>
          </p:cNvPicPr>
          <p:nvPr/>
        </p:nvPicPr>
        <p:blipFill>
          <a:blip r:embed="rId3"/>
          <a:stretch/>
        </p:blipFill>
        <p:spPr bwMode="auto">
          <a:xfrm flipH="0" flipV="0">
            <a:off x="3075598" y="471305"/>
            <a:ext cx="6040800" cy="59153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97214529" name=""/>
          <p:cNvPicPr>
            <a:picLocks noChangeAspect="1"/>
          </p:cNvPicPr>
          <p:nvPr/>
        </p:nvPicPr>
        <p:blipFill>
          <a:blip r:embed="rId3"/>
          <a:stretch/>
        </p:blipFill>
        <p:spPr bwMode="auto">
          <a:xfrm flipH="0" flipV="0">
            <a:off x="103797" y="1431598"/>
            <a:ext cx="11984401" cy="3994799"/>
          </a:xfrm>
          <a:prstGeom prst="rect">
            <a:avLst/>
          </a:prstGeom>
        </p:spPr>
      </p:pic>
      <p:sp>
        <p:nvSpPr>
          <p:cNvPr id="136547751" name=""/>
          <p:cNvSpPr/>
          <p:nvPr/>
        </p:nvSpPr>
        <p:spPr bwMode="auto">
          <a:xfrm flipH="0" flipV="0">
            <a:off x="3420449" y="1381124"/>
            <a:ext cx="6781799" cy="409574"/>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80372163" name=""/>
          <p:cNvSpPr txBox="1"/>
          <p:nvPr/>
        </p:nvSpPr>
        <p:spPr bwMode="auto">
          <a:xfrm flipH="0" flipV="0">
            <a:off x="572474" y="1155371"/>
            <a:ext cx="1118306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帕托希区块和反转时间戳（区块编号/ExtraNonce）</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38849796" name=""/>
          <p:cNvPicPr>
            <a:picLocks noChangeAspect="1"/>
          </p:cNvPicPr>
          <p:nvPr/>
        </p:nvPicPr>
        <p:blipFill>
          <a:blip r:embed="rId3"/>
          <a:stretch/>
        </p:blipFill>
        <p:spPr bwMode="auto">
          <a:xfrm flipH="0" flipV="0">
            <a:off x="761999" y="228600"/>
            <a:ext cx="10667998" cy="6400800"/>
          </a:xfrm>
          <a:prstGeom prst="rect">
            <a:avLst/>
          </a:prstGeom>
        </p:spPr>
      </p:pic>
      <p:sp>
        <p:nvSpPr>
          <p:cNvPr id="1446829500" name=""/>
          <p:cNvSpPr/>
          <p:nvPr/>
        </p:nvSpPr>
        <p:spPr bwMode="auto">
          <a:xfrm flipH="0" flipV="0">
            <a:off x="3963375" y="419099"/>
            <a:ext cx="6353174" cy="2762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99163990" name=""/>
          <p:cNvSpPr/>
          <p:nvPr/>
        </p:nvSpPr>
        <p:spPr bwMode="auto">
          <a:xfrm flipH="0" flipV="0">
            <a:off x="848699" y="1847849"/>
            <a:ext cx="276224" cy="2543175"/>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067220978" name=""/>
          <p:cNvSpPr txBox="1"/>
          <p:nvPr/>
        </p:nvSpPr>
        <p:spPr bwMode="auto">
          <a:xfrm flipH="0" flipV="0">
            <a:off x="1439249" y="228599"/>
            <a:ext cx="10582993"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估计中本聪在网络中的比例</a:t>
            </a:r>
            <a:endParaRPr sz="1600">
              <a:latin typeface="IBM Plex Sans"/>
              <a:cs typeface="IBM Plex Sans"/>
            </a:endParaRPr>
          </a:p>
        </p:txBody>
      </p:sp>
      <p:sp>
        <p:nvSpPr>
          <p:cNvPr id="36166462" name=""/>
          <p:cNvSpPr txBox="1"/>
          <p:nvPr/>
        </p:nvSpPr>
        <p:spPr bwMode="auto">
          <a:xfrm rot="16199969" flipH="0" flipV="0">
            <a:off x="-21773" y="2867636"/>
            <a:ext cx="1988233"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网络百分比</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48874058" name=""/>
          <p:cNvPicPr>
            <a:picLocks noChangeAspect="1"/>
          </p:cNvPicPr>
          <p:nvPr/>
        </p:nvPicPr>
        <p:blipFill>
          <a:blip r:embed="rId3"/>
          <a:stretch/>
        </p:blipFill>
        <p:spPr bwMode="auto">
          <a:xfrm flipH="0" flipV="0">
            <a:off x="665771" y="170863"/>
            <a:ext cx="10860453" cy="6516272"/>
          </a:xfrm>
          <a:prstGeom prst="rect">
            <a:avLst/>
          </a:prstGeom>
        </p:spPr>
      </p:pic>
      <p:sp>
        <p:nvSpPr>
          <p:cNvPr id="1513896667" name=""/>
          <p:cNvSpPr/>
          <p:nvPr/>
        </p:nvSpPr>
        <p:spPr bwMode="auto">
          <a:xfrm flipH="0" flipV="0">
            <a:off x="745567" y="2441863"/>
            <a:ext cx="329045" cy="12036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90721780" name=""/>
          <p:cNvSpPr/>
          <p:nvPr/>
        </p:nvSpPr>
        <p:spPr bwMode="auto">
          <a:xfrm flipH="0" flipV="0">
            <a:off x="4877775" y="333374"/>
            <a:ext cx="4610099" cy="3047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46389776" name=""/>
          <p:cNvSpPr/>
          <p:nvPr/>
        </p:nvSpPr>
        <p:spPr bwMode="auto">
          <a:xfrm flipH="0" flipV="0">
            <a:off x="4925399" y="6095999"/>
            <a:ext cx="1571625" cy="4381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54449911" name=""/>
          <p:cNvSpPr/>
          <p:nvPr/>
        </p:nvSpPr>
        <p:spPr bwMode="auto">
          <a:xfrm flipH="0" flipV="0">
            <a:off x="6811349" y="6095999"/>
            <a:ext cx="1571625" cy="43814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70840435" name=""/>
          <p:cNvSpPr txBox="1"/>
          <p:nvPr/>
        </p:nvSpPr>
        <p:spPr bwMode="auto">
          <a:xfrm flipH="0" flipV="0">
            <a:off x="1639274" y="170862"/>
            <a:ext cx="9582868"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估计中本聪的哈希率 </a:t>
            </a:r>
            <a:r>
              <a:rPr sz="1800">
                <a:latin typeface="IBM Plex Sans"/>
              </a:rPr>
              <a:t/>
            </a:r>
            <a:endParaRPr sz="2000">
              <a:latin typeface="IBM Plex Sans"/>
              <a:cs typeface="IBM Plex Sans"/>
            </a:endParaRPr>
          </a:p>
        </p:txBody>
      </p:sp>
      <p:sp>
        <p:nvSpPr>
          <p:cNvPr id="992520675" name=""/>
          <p:cNvSpPr txBox="1"/>
          <p:nvPr/>
        </p:nvSpPr>
        <p:spPr bwMode="auto">
          <a:xfrm rot="16199969" flipH="0" flipV="0">
            <a:off x="433819" y="2876295"/>
            <a:ext cx="912028"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哈希率</a:t>
            </a:r>
            <a:endParaRPr sz="1400">
              <a:latin typeface="IBM Plex Sans"/>
              <a:cs typeface="IBM Plex Sans"/>
            </a:endParaRPr>
          </a:p>
        </p:txBody>
      </p:sp>
      <p:sp>
        <p:nvSpPr>
          <p:cNvPr id="410757163" name=""/>
          <p:cNvSpPr txBox="1"/>
          <p:nvPr/>
        </p:nvSpPr>
        <p:spPr bwMode="auto">
          <a:xfrm flipH="0" flipV="0">
            <a:off x="4925398" y="6095998"/>
            <a:ext cx="1351535"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日平均哈希率</a:t>
            </a:r>
            <a:endParaRPr sz="900">
              <a:latin typeface="IBM Plex Sans"/>
              <a:cs typeface="IBM Plex Sans"/>
            </a:endParaRPr>
          </a:p>
        </p:txBody>
      </p:sp>
      <p:sp>
        <p:nvSpPr>
          <p:cNvPr id="641046973" name=""/>
          <p:cNvSpPr txBox="1"/>
          <p:nvPr/>
        </p:nvSpPr>
        <p:spPr bwMode="auto">
          <a:xfrm flipH="0" flipV="0">
            <a:off x="6932529" y="6095997"/>
            <a:ext cx="2127800"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线性哈希率模型</a:t>
            </a:r>
            <a:endParaRPr sz="9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40727786" name=""/>
          <p:cNvPicPr>
            <a:picLocks noChangeAspect="1"/>
          </p:cNvPicPr>
          <p:nvPr/>
        </p:nvPicPr>
        <p:blipFill>
          <a:blip r:embed="rId3"/>
          <a:stretch/>
        </p:blipFill>
        <p:spPr bwMode="auto">
          <a:xfrm flipH="0" flipV="0">
            <a:off x="2999396" y="804024"/>
            <a:ext cx="6193201" cy="5249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79218067" name=""/>
          <p:cNvPicPr>
            <a:picLocks noChangeAspect="1"/>
          </p:cNvPicPr>
          <p:nvPr/>
        </p:nvPicPr>
        <p:blipFill>
          <a:blip r:embed="rId3"/>
          <a:stretch/>
        </p:blipFill>
        <p:spPr bwMode="auto">
          <a:xfrm flipH="0" flipV="0">
            <a:off x="1839299" y="591199"/>
            <a:ext cx="8513397" cy="56755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60765851" name=""/>
          <p:cNvPicPr>
            <a:picLocks noChangeAspect="1"/>
          </p:cNvPicPr>
          <p:nvPr/>
        </p:nvPicPr>
        <p:blipFill>
          <a:blip r:embed="rId3"/>
          <a:stretch/>
        </p:blipFill>
        <p:spPr bwMode="auto">
          <a:xfrm flipH="0" flipV="0">
            <a:off x="3820499" y="388166"/>
            <a:ext cx="4550995" cy="60816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85999250" name=""/>
          <p:cNvPicPr>
            <a:picLocks noChangeAspect="1"/>
          </p:cNvPicPr>
          <p:nvPr/>
        </p:nvPicPr>
        <p:blipFill>
          <a:blip r:embed="rId3"/>
          <a:stretch/>
        </p:blipFill>
        <p:spPr bwMode="auto">
          <a:xfrm flipH="0" flipV="0">
            <a:off x="2603550" y="2314574"/>
            <a:ext cx="6984897" cy="22288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06998247" name=""/>
          <p:cNvPicPr>
            <a:picLocks noChangeAspect="1"/>
          </p:cNvPicPr>
          <p:nvPr/>
        </p:nvPicPr>
        <p:blipFill>
          <a:blip r:embed="rId3"/>
          <a:stretch/>
        </p:blipFill>
        <p:spPr bwMode="auto">
          <a:xfrm flipH="0" flipV="0">
            <a:off x="3066072" y="971013"/>
            <a:ext cx="6059851" cy="491596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61344134" name=""/>
          <p:cNvPicPr>
            <a:picLocks noChangeAspect="1"/>
          </p:cNvPicPr>
          <p:nvPr/>
        </p:nvPicPr>
        <p:blipFill>
          <a:blip r:embed="rId3"/>
          <a:stretch/>
        </p:blipFill>
        <p:spPr bwMode="auto">
          <a:xfrm flipH="0" flipV="0">
            <a:off x="398251" y="1543043"/>
            <a:ext cx="11395487" cy="37719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81097339" name=""/>
          <p:cNvPicPr>
            <a:picLocks noChangeAspect="1"/>
          </p:cNvPicPr>
          <p:nvPr/>
        </p:nvPicPr>
        <p:blipFill>
          <a:blip r:embed="rId3"/>
          <a:stretch/>
        </p:blipFill>
        <p:spPr bwMode="auto">
          <a:xfrm flipH="0" flipV="0">
            <a:off x="2730498" y="904874"/>
            <a:ext cx="6730999" cy="50482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49710203" name=""/>
          <p:cNvPicPr>
            <a:picLocks noChangeAspect="1"/>
          </p:cNvPicPr>
          <p:nvPr/>
        </p:nvPicPr>
        <p:blipFill>
          <a:blip r:embed="rId3"/>
          <a:stretch/>
        </p:blipFill>
        <p:spPr bwMode="auto">
          <a:xfrm flipH="0" flipV="0">
            <a:off x="685608" y="1971674"/>
            <a:ext cx="10820781" cy="29146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33984400" name=""/>
          <p:cNvPicPr>
            <a:picLocks noChangeAspect="1"/>
          </p:cNvPicPr>
          <p:nvPr/>
        </p:nvPicPr>
        <p:blipFill>
          <a:blip r:embed="rId3"/>
          <a:stretch/>
        </p:blipFill>
        <p:spPr bwMode="auto">
          <a:xfrm flipH="0" flipV="0">
            <a:off x="473441" y="1504949"/>
            <a:ext cx="11245114" cy="38480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548448" name=""/>
          <p:cNvPicPr>
            <a:picLocks noChangeAspect="1"/>
          </p:cNvPicPr>
          <p:nvPr/>
        </p:nvPicPr>
        <p:blipFill>
          <a:blip r:embed="rId3"/>
          <a:stretch/>
        </p:blipFill>
        <p:spPr bwMode="auto">
          <a:xfrm flipH="0" flipV="0">
            <a:off x="13129" y="38099"/>
            <a:ext cx="12165738" cy="6781798"/>
          </a:xfrm>
          <a:prstGeom prst="rect">
            <a:avLst/>
          </a:prstGeom>
        </p:spPr>
      </p:pic>
      <p:sp>
        <p:nvSpPr>
          <p:cNvPr id="323316966" name=""/>
          <p:cNvSpPr/>
          <p:nvPr/>
        </p:nvSpPr>
        <p:spPr bwMode="auto">
          <a:xfrm flipH="0" flipV="0">
            <a:off x="20024" y="2952749"/>
            <a:ext cx="209549" cy="15620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88304490" name=""/>
          <p:cNvSpPr/>
          <p:nvPr/>
        </p:nvSpPr>
        <p:spPr bwMode="auto">
          <a:xfrm flipH="0" flipV="0">
            <a:off x="6039824" y="6610349"/>
            <a:ext cx="1514474" cy="1904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37384418" name=""/>
          <p:cNvSpPr txBox="1"/>
          <p:nvPr/>
        </p:nvSpPr>
        <p:spPr bwMode="auto">
          <a:xfrm rot="16199969" flipH="0" flipV="0">
            <a:off x="-275045" y="3247818"/>
            <a:ext cx="834339"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ExtraNonce</a:t>
            </a:r>
            <a:endParaRPr sz="1000" b="0" i="1">
              <a:solidFill>
                <a:schemeClr val="tx1"/>
              </a:solidFill>
              <a:latin typeface="IBM Plex Sans"/>
              <a:cs typeface="IBM Plex Sans"/>
            </a:endParaRPr>
          </a:p>
        </p:txBody>
      </p:sp>
      <p:sp>
        <p:nvSpPr>
          <p:cNvPr id="1453161468" name=""/>
          <p:cNvSpPr txBox="1"/>
          <p:nvPr/>
        </p:nvSpPr>
        <p:spPr bwMode="auto">
          <a:xfrm flipH="0" flipV="0">
            <a:off x="6039822" y="6583498"/>
            <a:ext cx="445977"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日期</a:t>
            </a:r>
            <a:endParaRPr sz="10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3008502" name=""/>
          <p:cNvPicPr>
            <a:picLocks noChangeAspect="1"/>
          </p:cNvPicPr>
          <p:nvPr/>
        </p:nvPicPr>
        <p:blipFill>
          <a:blip r:embed="rId3"/>
          <a:stretch/>
        </p:blipFill>
        <p:spPr bwMode="auto">
          <a:xfrm flipH="0" flipV="0">
            <a:off x="3376657" y="866774"/>
            <a:ext cx="5438683" cy="51244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6602942" name=""/>
          <p:cNvPicPr>
            <a:picLocks noChangeAspect="1"/>
          </p:cNvPicPr>
          <p:nvPr/>
        </p:nvPicPr>
        <p:blipFill>
          <a:blip r:embed="rId3"/>
          <a:stretch/>
        </p:blipFill>
        <p:spPr bwMode="auto">
          <a:xfrm flipH="0" flipV="0">
            <a:off x="2415321" y="2457449"/>
            <a:ext cx="7361353" cy="19430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93715016" name=""/>
          <p:cNvPicPr>
            <a:picLocks noChangeAspect="1"/>
          </p:cNvPicPr>
          <p:nvPr/>
        </p:nvPicPr>
        <p:blipFill>
          <a:blip r:embed="rId3"/>
          <a:stretch/>
        </p:blipFill>
        <p:spPr bwMode="auto">
          <a:xfrm flipH="0" flipV="0">
            <a:off x="647379" y="1543048"/>
            <a:ext cx="10897241" cy="2571747"/>
          </a:xfrm>
          <a:prstGeom prst="rect">
            <a:avLst/>
          </a:prstGeom>
          <a:ln w="6349">
            <a:solidFill>
              <a:schemeClr val="accent1">
                <a:lumMod val="50196"/>
              </a:schemeClr>
            </a:solidFill>
            <a:prstDash val="solid"/>
          </a:ln>
        </p:spPr>
      </p:pic>
      <p:sp>
        <p:nvSpPr>
          <p:cNvPr id="641417221" name=""/>
          <p:cNvSpPr txBox="1"/>
          <p:nvPr/>
        </p:nvSpPr>
        <p:spPr bwMode="auto">
          <a:xfrm rot="0" flipH="0" flipV="0">
            <a:off x="782023" y="4581703"/>
            <a:ext cx="2861100"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1" i="0" u="none" lang="en-US">
                <a:solidFill>
                  <a:srgbClr val="2D2593"/>
                </a:solidFill>
                <a:latin typeface="IBM Plex Sans"/>
              </a:rPr>
              <a:t>"文章：你了解比特币吗？" </a:t>
            </a:r>
            <a:r>
              <a:rPr sz="1600" b="0" i="0" u="none" lang="en-US">
                <a:solidFill>
                  <a:schemeClr val="tx1"/>
                </a:solidFill>
                <a:latin typeface="IBM Plex Sans"/>
              </a:rPr>
              <a:t/>
            </a:r>
            <a:endParaRPr sz="1600" b="0">
              <a:solidFill>
                <a:schemeClr val="tx1"/>
              </a:solidFill>
              <a:latin typeface="IBM Plex Sans"/>
              <a:cs typeface="IBM Plex Sans"/>
            </a:endParaRPr>
          </a:p>
        </p:txBody>
      </p:sp>
      <p:sp>
        <p:nvSpPr>
          <p:cNvPr id="1755272410" name=""/>
          <p:cNvSpPr txBox="1"/>
          <p:nvPr/>
        </p:nvSpPr>
        <p:spPr bwMode="auto">
          <a:xfrm rot="0" flipH="0" flipV="0">
            <a:off x="3640603" y="4515029"/>
            <a:ext cx="7907255"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200" b="0" i="0" u="none" lang="en-US">
                <a:solidFill>
                  <a:schemeClr val="tx1"/>
                </a:solidFill>
                <a:latin typeface="IBM Plex Sans"/>
              </a:rPr>
              <a:t>比特币是 2009 年由中本聪设计的一种电子货币。这种货币因其完全去中心化的点对点性质和对基本加密概念的巧妙运用而从其他电子货币中脱颖而出。它依赖于用 C++ 编写的软件，并根据 MIT 开源许可证发布。</a:t>
            </a:r>
            <a:endParaRPr sz="1000" b="0" i="0" u="none" strike="noStrike" cap="none" spc="0">
              <a:solidFill>
                <a:schemeClr val="tx1"/>
              </a:solidFill>
              <a:latin typeface="IBM Plex Sans"/>
              <a:cs typeface="IBM Plex Sans"/>
            </a:endParaRPr>
          </a:p>
          <a:p>
            <a:pPr algn="l"/>
          </a:p>
          <a:p>
            <a:pPr algn="l"/>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7314482" name=""/>
          <p:cNvPicPr>
            <a:picLocks noChangeAspect="1"/>
          </p:cNvPicPr>
          <p:nvPr/>
        </p:nvPicPr>
        <p:blipFill>
          <a:blip r:embed="rId3"/>
          <a:stretch/>
        </p:blipFill>
        <p:spPr bwMode="auto">
          <a:xfrm flipH="0" flipV="0">
            <a:off x="2694596" y="1174051"/>
            <a:ext cx="6802802" cy="450989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83458884" name=""/>
          <p:cNvPicPr>
            <a:picLocks noChangeAspect="1"/>
          </p:cNvPicPr>
          <p:nvPr/>
        </p:nvPicPr>
        <p:blipFill>
          <a:blip r:embed="rId3"/>
          <a:stretch/>
        </p:blipFill>
        <p:spPr bwMode="auto">
          <a:xfrm flipH="0" flipV="0">
            <a:off x="385159" y="1162049"/>
            <a:ext cx="11421678" cy="4533898"/>
          </a:xfrm>
          <a:prstGeom prst="rect">
            <a:avLst/>
          </a:prstGeom>
        </p:spPr>
      </p:pic>
      <p:sp>
        <p:nvSpPr>
          <p:cNvPr id="564352030" name=""/>
          <p:cNvSpPr txBox="1"/>
          <p:nvPr/>
        </p:nvSpPr>
        <p:spPr bwMode="auto">
          <a:xfrm rot="0" flipH="0" flipV="0">
            <a:off x="2896574" y="5886449"/>
            <a:ext cx="697409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i="1" u="none" lang="en-US">
                <a:solidFill>
                  <a:schemeClr val="tx1"/>
                </a:solidFill>
                <a:latin typeface="IBM Plex Sans"/>
              </a:rPr>
              <a:t>机器崛起的比特币</a:t>
            </a:r>
            <a:endParaRPr sz="16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8543452" name=""/>
          <p:cNvPicPr>
            <a:picLocks noChangeAspect="1"/>
          </p:cNvPicPr>
          <p:nvPr/>
        </p:nvPicPr>
        <p:blipFill>
          <a:blip r:embed="rId3"/>
          <a:stretch/>
        </p:blipFill>
        <p:spPr bwMode="auto">
          <a:xfrm>
            <a:off x="4190999" y="1523999"/>
            <a:ext cx="3809999" cy="3809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6817777" name=""/>
          <p:cNvPicPr>
            <a:picLocks noChangeAspect="1"/>
          </p:cNvPicPr>
          <p:nvPr/>
        </p:nvPicPr>
        <p:blipFill>
          <a:blip r:embed="rId3"/>
          <a:stretch/>
        </p:blipFill>
        <p:spPr bwMode="auto">
          <a:xfrm>
            <a:off x="4876799" y="2209799"/>
            <a:ext cx="2438399" cy="24383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68926644" name=""/>
          <p:cNvPicPr>
            <a:picLocks noChangeAspect="1"/>
          </p:cNvPicPr>
          <p:nvPr/>
        </p:nvPicPr>
        <p:blipFill>
          <a:blip r:embed="rId3"/>
          <a:stretch/>
        </p:blipFill>
        <p:spPr bwMode="auto">
          <a:xfrm flipH="0" flipV="0">
            <a:off x="1799641" y="514350"/>
            <a:ext cx="8592714"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70845565" name=""/>
          <p:cNvPicPr>
            <a:picLocks noChangeAspect="1"/>
          </p:cNvPicPr>
          <p:nvPr/>
        </p:nvPicPr>
        <p:blipFill>
          <a:blip r:embed="rId3"/>
          <a:stretch/>
        </p:blipFill>
        <p:spPr bwMode="auto">
          <a:xfrm flipH="0" flipV="0">
            <a:off x="2044819" y="2943224"/>
            <a:ext cx="8102357" cy="9715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82293856" name=""/>
          <p:cNvPicPr>
            <a:picLocks noChangeAspect="1"/>
          </p:cNvPicPr>
          <p:nvPr/>
        </p:nvPicPr>
        <p:blipFill>
          <a:blip r:embed="rId3"/>
          <a:stretch/>
        </p:blipFill>
        <p:spPr bwMode="auto">
          <a:xfrm flipH="0" flipV="0">
            <a:off x="5018698" y="932560"/>
            <a:ext cx="2154600" cy="499287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3596265" name=""/>
          <p:cNvPicPr>
            <a:picLocks noChangeAspect="1"/>
          </p:cNvPicPr>
          <p:nvPr/>
        </p:nvPicPr>
        <p:blipFill>
          <a:blip r:embed="rId3"/>
          <a:stretch/>
        </p:blipFill>
        <p:spPr bwMode="auto">
          <a:xfrm flipH="0" flipV="0">
            <a:off x="3706353" y="1133474"/>
            <a:ext cx="4779291" cy="45910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96321143" name=""/>
          <p:cNvPicPr>
            <a:picLocks noChangeAspect="1"/>
          </p:cNvPicPr>
          <p:nvPr/>
        </p:nvPicPr>
        <p:blipFill>
          <a:blip r:embed="rId3"/>
          <a:stretch/>
        </p:blipFill>
        <p:spPr bwMode="auto">
          <a:xfrm flipH="0" flipV="0">
            <a:off x="348438" y="771524"/>
            <a:ext cx="11495120" cy="5314946"/>
          </a:xfrm>
          <a:prstGeom prst="rect">
            <a:avLst/>
          </a:prstGeom>
          <a:ln w="6349">
            <a:solidFill>
              <a:schemeClr val="accent1">
                <a:lumMod val="50196"/>
              </a:schemeClr>
            </a:solidFill>
            <a:prstDash val="solid"/>
          </a:ln>
        </p:spPr>
      </p:pic>
      <p:sp>
        <p:nvSpPr>
          <p:cNvPr id="859389808" name=""/>
          <p:cNvSpPr/>
          <p:nvPr/>
        </p:nvSpPr>
        <p:spPr bwMode="auto">
          <a:xfrm flipH="0" flipV="0">
            <a:off x="439123" y="5567948"/>
            <a:ext cx="11363323" cy="51851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52414351" name=""/>
          <p:cNvPicPr>
            <a:picLocks noChangeAspect="1"/>
          </p:cNvPicPr>
          <p:nvPr/>
        </p:nvPicPr>
        <p:blipFill>
          <a:blip r:embed="rId3"/>
          <a:stretch/>
        </p:blipFill>
        <p:spPr bwMode="auto">
          <a:xfrm flipH="0" flipV="0">
            <a:off x="1258827" y="485774"/>
            <a:ext cx="9674340" cy="58864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7213768" name=""/>
          <p:cNvPicPr>
            <a:picLocks noChangeAspect="1"/>
          </p:cNvPicPr>
          <p:nvPr/>
        </p:nvPicPr>
        <p:blipFill>
          <a:blip r:embed="rId3"/>
          <a:stretch/>
        </p:blipFill>
        <p:spPr bwMode="auto">
          <a:xfrm flipH="0" flipV="0">
            <a:off x="1225144" y="66674"/>
            <a:ext cx="9741706" cy="672464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7074737" name=""/>
          <p:cNvPicPr>
            <a:picLocks noChangeAspect="1"/>
          </p:cNvPicPr>
          <p:nvPr/>
        </p:nvPicPr>
        <p:blipFill>
          <a:blip r:embed="rId3"/>
          <a:stretch/>
        </p:blipFill>
        <p:spPr bwMode="auto">
          <a:xfrm flipH="0" flipV="0">
            <a:off x="898724" y="400049"/>
            <a:ext cx="10394548" cy="60578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59502717" name=""/>
          <p:cNvPicPr>
            <a:picLocks noChangeAspect="1"/>
          </p:cNvPicPr>
          <p:nvPr/>
        </p:nvPicPr>
        <p:blipFill>
          <a:blip r:embed="rId3"/>
          <a:stretch/>
        </p:blipFill>
        <p:spPr bwMode="auto">
          <a:xfrm flipH="0" flipV="0">
            <a:off x="91529" y="628650"/>
            <a:ext cx="12008937" cy="56006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86387210" name=""/>
          <p:cNvPicPr>
            <a:picLocks noChangeAspect="1"/>
          </p:cNvPicPr>
          <p:nvPr/>
        </p:nvPicPr>
        <p:blipFill>
          <a:blip r:embed="rId3"/>
          <a:stretch/>
        </p:blipFill>
        <p:spPr bwMode="auto">
          <a:xfrm flipH="0" flipV="0">
            <a:off x="684822" y="389722"/>
            <a:ext cx="10822351" cy="60785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0027598" name=""/>
          <p:cNvPicPr>
            <a:picLocks noChangeAspect="1"/>
          </p:cNvPicPr>
          <p:nvPr/>
        </p:nvPicPr>
        <p:blipFill>
          <a:blip r:embed="rId3"/>
          <a:stretch/>
        </p:blipFill>
        <p:spPr bwMode="auto">
          <a:xfrm flipH="0" flipV="0">
            <a:off x="922065" y="514349"/>
            <a:ext cx="10347867"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3194802" name=""/>
          <p:cNvPicPr>
            <a:picLocks noChangeAspect="1"/>
          </p:cNvPicPr>
          <p:nvPr/>
        </p:nvPicPr>
        <p:blipFill>
          <a:blip r:embed="rId3"/>
          <a:stretch/>
        </p:blipFill>
        <p:spPr bwMode="auto">
          <a:xfrm flipH="0" flipV="0">
            <a:off x="3132748" y="771007"/>
            <a:ext cx="5926500" cy="53159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19601163" name=""/>
          <p:cNvPicPr>
            <a:picLocks noChangeAspect="1"/>
          </p:cNvPicPr>
          <p:nvPr/>
        </p:nvPicPr>
        <p:blipFill>
          <a:blip r:embed="rId3"/>
          <a:stretch/>
        </p:blipFill>
        <p:spPr bwMode="auto">
          <a:xfrm flipH="0" flipV="0">
            <a:off x="3980472" y="608297"/>
            <a:ext cx="4231051" cy="56414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82725908" name=""/>
          <p:cNvPicPr>
            <a:picLocks noChangeAspect="1"/>
          </p:cNvPicPr>
          <p:nvPr/>
        </p:nvPicPr>
        <p:blipFill>
          <a:blip r:embed="rId3"/>
          <a:stretch/>
        </p:blipFill>
        <p:spPr bwMode="auto">
          <a:xfrm flipH="0" flipV="0">
            <a:off x="1028698" y="895349"/>
            <a:ext cx="10134599" cy="5067299"/>
          </a:xfrm>
          <a:prstGeom prst="rect">
            <a:avLst/>
          </a:prstGeom>
        </p:spPr>
      </p:pic>
      <p:sp>
        <p:nvSpPr>
          <p:cNvPr id="493737358" name=""/>
          <p:cNvSpPr/>
          <p:nvPr/>
        </p:nvSpPr>
        <p:spPr bwMode="auto">
          <a:xfrm flipH="0" flipV="0">
            <a:off x="1229699" y="1790699"/>
            <a:ext cx="371475" cy="31241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20085475" name=""/>
          <p:cNvSpPr txBox="1"/>
          <p:nvPr/>
        </p:nvSpPr>
        <p:spPr bwMode="auto">
          <a:xfrm rot="16199969" flipH="0" flipV="0">
            <a:off x="-1385529" y="3289162"/>
            <a:ext cx="4829895"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以美元计价的比特币价格</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ONLYOFFICE/9.0.4.50</Application>
  <PresentationFormat>On-screen Show (4:3)</PresentationFormat>
  <Paragraphs>0</Paragraphs>
  <Slides>70</Slides>
  <Notes>70</Notes>
  <HiddenSlides>0</HiddenSlides>
  <MMClips>2</MMClips>
  <ScaleCrop>0</ScaleCrop>
  <HeadingPairs>
    <vt:vector size="4" baseType="variant">
      <vt:variant>
        <vt:lpstr>Theme</vt:lpstr>
      </vt:variant>
      <vt:variant>
        <vt:i4>1</vt:i4>
      </vt:variant>
      <vt:variant>
        <vt:lpstr>Slide Titles</vt:lpstr>
      </vt:variant>
      <vt:variant>
        <vt:i4>70</vt:i4>
      </vt:variant>
    </vt:vector>
  </HeadingPairs>
  <TitlesOfParts>
    <vt:vector size="7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MariJ</cp:lastModifiedBy>
  <cp:revision>31</cp:revision>
  <dcterms:modified xsi:type="dcterms:W3CDTF">2025-10-15T15:09:23Z</dcterms:modified>
</cp:coreProperties>
</file>