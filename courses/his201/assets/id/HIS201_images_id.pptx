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74"/>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Lst>
  <p:sldSz cx="12192000" cy="6858000"/>
  <p:notesSz cx="6858000" cy="9144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tableStyles" Target="tableStyles.xml"/><Relationship Id="rId7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3908905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2099481301"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963331614"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994229746"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1305234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035077115"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80978870" name="Slide Image Placeholder 1"/>
          <p:cNvSpPr>
            <a:spLocks noChangeAspect="1" noGrp="1" noRot="1"/>
          </p:cNvSpPr>
          <p:nvPr>
            <p:ph type="sldImg"/>
          </p:nvPr>
        </p:nvSpPr>
        <p:spPr bwMode="auto">
          <a:xfrm>
            <a:off x="685800" y="1143000"/>
            <a:ext cx="5486400" cy="3086100"/>
          </a:xfrm>
        </p:spPr>
      </p:sp>
      <p:sp>
        <p:nvSpPr>
          <p:cNvPr id="1641754055" name="Notes Placeholder 2"/>
          <p:cNvSpPr>
            <a:spLocks noGrp="1"/>
          </p:cNvSpPr>
          <p:nvPr>
            <p:ph type="body" idx="1"/>
          </p:nvPr>
        </p:nvSpPr>
        <p:spPr bwMode="auto"/>
        <p:txBody>
          <a:bodyPr/>
          <a:lstStyle/>
          <a:p>
            <a:pPr>
              <a:defRPr/>
            </a:pPr>
            <a:endParaRPr lang="en-US">
              <a:latin typeface="Arial"/>
              <a:cs typeface="Arial"/>
            </a:endParaRPr>
          </a:p>
        </p:txBody>
      </p:sp>
      <p:sp>
        <p:nvSpPr>
          <p:cNvPr id="1848915755" name="Slide Number Placeholder 3"/>
          <p:cNvSpPr>
            <a:spLocks noGrp="1"/>
          </p:cNvSpPr>
          <p:nvPr>
            <p:ph type="sldNum" sz="quarter" idx="10"/>
          </p:nvPr>
        </p:nvSpPr>
        <p:spPr bwMode="auto"/>
        <p:txBody>
          <a:bodyPr/>
          <a:lstStyle/>
          <a:p>
            <a:pPr>
              <a:defRPr/>
            </a:pPr>
            <a:fld id="{2E6999B8-B6B4-4561-A3CD-BBCDAB9FC9D9}"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7407030" name="Slide Image Placeholder 1"/>
          <p:cNvSpPr>
            <a:spLocks noChangeAspect="1" noGrp="1" noRot="1"/>
          </p:cNvSpPr>
          <p:nvPr>
            <p:ph type="sldImg"/>
          </p:nvPr>
        </p:nvSpPr>
        <p:spPr bwMode="auto"/>
      </p:sp>
      <p:sp>
        <p:nvSpPr>
          <p:cNvPr id="1844566913" name="Notes Placeholder 2"/>
          <p:cNvSpPr>
            <a:spLocks noGrp="1"/>
          </p:cNvSpPr>
          <p:nvPr>
            <p:ph type="body" idx="1"/>
          </p:nvPr>
        </p:nvSpPr>
        <p:spPr bwMode="auto"/>
        <p:txBody>
          <a:bodyPr/>
          <a:lstStyle/>
          <a:p>
            <a:pPr>
              <a:defRPr/>
            </a:pPr>
            <a:endParaRPr/>
          </a:p>
        </p:txBody>
      </p:sp>
      <p:sp>
        <p:nvSpPr>
          <p:cNvPr id="411870703" name="Slide Number Placeholder 3"/>
          <p:cNvSpPr>
            <a:spLocks noGrp="1"/>
          </p:cNvSpPr>
          <p:nvPr>
            <p:ph type="sldNum" sz="quarter" idx="10"/>
          </p:nvPr>
        </p:nvSpPr>
        <p:spPr bwMode="auto"/>
        <p:txBody>
          <a:bodyPr/>
          <a:lstStyle/>
          <a:p>
            <a:pPr>
              <a:defRPr/>
            </a:pPr>
            <a:fld id="{20E55648-ADE2-965E-0F87-0ABB71C754BC}"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8987884" name="Slide Image Placeholder 1"/>
          <p:cNvSpPr>
            <a:spLocks noChangeAspect="1" noGrp="1" noRot="1"/>
          </p:cNvSpPr>
          <p:nvPr>
            <p:ph type="sldImg"/>
          </p:nvPr>
        </p:nvSpPr>
        <p:spPr bwMode="auto"/>
      </p:sp>
      <p:sp>
        <p:nvSpPr>
          <p:cNvPr id="2018659221" name="Notes Placeholder 2"/>
          <p:cNvSpPr>
            <a:spLocks noGrp="1"/>
          </p:cNvSpPr>
          <p:nvPr>
            <p:ph type="body" idx="1"/>
          </p:nvPr>
        </p:nvSpPr>
        <p:spPr bwMode="auto"/>
        <p:txBody>
          <a:bodyPr/>
          <a:lstStyle/>
          <a:p>
            <a:pPr>
              <a:defRPr/>
            </a:pPr>
            <a:endParaRPr/>
          </a:p>
        </p:txBody>
      </p:sp>
      <p:sp>
        <p:nvSpPr>
          <p:cNvPr id="1759670535" name="Slide Number Placeholder 3"/>
          <p:cNvSpPr>
            <a:spLocks noGrp="1"/>
          </p:cNvSpPr>
          <p:nvPr>
            <p:ph type="sldNum" sz="quarter" idx="10"/>
          </p:nvPr>
        </p:nvSpPr>
        <p:spPr bwMode="auto"/>
        <p:txBody>
          <a:bodyPr/>
          <a:lstStyle/>
          <a:p>
            <a:pPr>
              <a:defRPr/>
            </a:pPr>
            <a:fld id="{32473744-944F-EBDB-D1E6-8F1CC5CEBD97}"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89782411" name="Slide Image Placeholder 1"/>
          <p:cNvSpPr>
            <a:spLocks noChangeAspect="1" noGrp="1" noRot="1"/>
          </p:cNvSpPr>
          <p:nvPr>
            <p:ph type="sldImg"/>
          </p:nvPr>
        </p:nvSpPr>
        <p:spPr bwMode="auto"/>
      </p:sp>
      <p:sp>
        <p:nvSpPr>
          <p:cNvPr id="1798231463" name="Notes Placeholder 2"/>
          <p:cNvSpPr>
            <a:spLocks noGrp="1"/>
          </p:cNvSpPr>
          <p:nvPr>
            <p:ph type="body" idx="1"/>
          </p:nvPr>
        </p:nvSpPr>
        <p:spPr bwMode="auto"/>
        <p:txBody>
          <a:bodyPr/>
          <a:lstStyle/>
          <a:p>
            <a:pPr>
              <a:defRPr/>
            </a:pPr>
            <a:endParaRPr/>
          </a:p>
        </p:txBody>
      </p:sp>
      <p:sp>
        <p:nvSpPr>
          <p:cNvPr id="1807947334" name="Slide Number Placeholder 3"/>
          <p:cNvSpPr>
            <a:spLocks noGrp="1"/>
          </p:cNvSpPr>
          <p:nvPr>
            <p:ph type="sldNum" sz="quarter" idx="10"/>
          </p:nvPr>
        </p:nvSpPr>
        <p:spPr bwMode="auto"/>
        <p:txBody>
          <a:bodyPr/>
          <a:lstStyle/>
          <a:p>
            <a:pPr>
              <a:defRPr/>
            </a:pPr>
            <a:fld id="{C78696C0-5062-29DC-8A0D-0B5FE66196AF}"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4146331" name="Slide Image Placeholder 1"/>
          <p:cNvSpPr>
            <a:spLocks noChangeAspect="1" noGrp="1" noRot="1"/>
          </p:cNvSpPr>
          <p:nvPr>
            <p:ph type="sldImg"/>
          </p:nvPr>
        </p:nvSpPr>
        <p:spPr bwMode="auto"/>
      </p:sp>
      <p:sp>
        <p:nvSpPr>
          <p:cNvPr id="496666805" name="Notes Placeholder 2"/>
          <p:cNvSpPr>
            <a:spLocks noGrp="1"/>
          </p:cNvSpPr>
          <p:nvPr>
            <p:ph type="body" idx="1"/>
          </p:nvPr>
        </p:nvSpPr>
        <p:spPr bwMode="auto"/>
        <p:txBody>
          <a:bodyPr/>
          <a:lstStyle/>
          <a:p>
            <a:pPr>
              <a:defRPr/>
            </a:pPr>
            <a:endParaRPr/>
          </a:p>
        </p:txBody>
      </p:sp>
      <p:sp>
        <p:nvSpPr>
          <p:cNvPr id="624653920" name="Slide Number Placeholder 3"/>
          <p:cNvSpPr>
            <a:spLocks noGrp="1"/>
          </p:cNvSpPr>
          <p:nvPr>
            <p:ph type="sldNum" sz="quarter" idx="10"/>
          </p:nvPr>
        </p:nvSpPr>
        <p:spPr bwMode="auto"/>
        <p:txBody>
          <a:bodyPr/>
          <a:lstStyle/>
          <a:p>
            <a:pPr>
              <a:defRPr/>
            </a:pPr>
            <a:fld id="{6EBD0134-888A-C41F-C6A9-E9CB0DCD8F79}"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27538199" name="Slide Image Placeholder 1"/>
          <p:cNvSpPr>
            <a:spLocks noChangeAspect="1" noGrp="1" noRot="1"/>
          </p:cNvSpPr>
          <p:nvPr>
            <p:ph type="sldImg"/>
          </p:nvPr>
        </p:nvSpPr>
        <p:spPr bwMode="auto"/>
      </p:sp>
      <p:sp>
        <p:nvSpPr>
          <p:cNvPr id="192852020" name="Notes Placeholder 2"/>
          <p:cNvSpPr>
            <a:spLocks noGrp="1"/>
          </p:cNvSpPr>
          <p:nvPr>
            <p:ph type="body" idx="1"/>
          </p:nvPr>
        </p:nvSpPr>
        <p:spPr bwMode="auto"/>
        <p:txBody>
          <a:bodyPr/>
          <a:lstStyle/>
          <a:p>
            <a:pPr>
              <a:defRPr/>
            </a:pPr>
            <a:endParaRPr/>
          </a:p>
        </p:txBody>
      </p:sp>
      <p:sp>
        <p:nvSpPr>
          <p:cNvPr id="243591323" name="Slide Number Placeholder 3"/>
          <p:cNvSpPr>
            <a:spLocks noGrp="1"/>
          </p:cNvSpPr>
          <p:nvPr>
            <p:ph type="sldNum" sz="quarter" idx="10"/>
          </p:nvPr>
        </p:nvSpPr>
        <p:spPr bwMode="auto"/>
        <p:txBody>
          <a:bodyPr/>
          <a:lstStyle/>
          <a:p>
            <a:pPr>
              <a:defRPr/>
            </a:pPr>
            <a:fld id="{B727A960-E66B-BEB9-512F-51F73B38A5C2}"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5259919" name="Slide Image Placeholder 1"/>
          <p:cNvSpPr>
            <a:spLocks noChangeAspect="1" noGrp="1" noRot="1"/>
          </p:cNvSpPr>
          <p:nvPr>
            <p:ph type="sldImg"/>
          </p:nvPr>
        </p:nvSpPr>
        <p:spPr bwMode="auto"/>
      </p:sp>
      <p:sp>
        <p:nvSpPr>
          <p:cNvPr id="595947963" name="Notes Placeholder 2"/>
          <p:cNvSpPr>
            <a:spLocks noGrp="1"/>
          </p:cNvSpPr>
          <p:nvPr>
            <p:ph type="body" idx="1"/>
          </p:nvPr>
        </p:nvSpPr>
        <p:spPr bwMode="auto"/>
        <p:txBody>
          <a:bodyPr/>
          <a:lstStyle/>
          <a:p>
            <a:pPr>
              <a:defRPr/>
            </a:pPr>
            <a:endParaRPr/>
          </a:p>
        </p:txBody>
      </p:sp>
      <p:sp>
        <p:nvSpPr>
          <p:cNvPr id="780479728" name="Slide Number Placeholder 3"/>
          <p:cNvSpPr>
            <a:spLocks noGrp="1"/>
          </p:cNvSpPr>
          <p:nvPr>
            <p:ph type="sldNum" sz="quarter" idx="10"/>
          </p:nvPr>
        </p:nvSpPr>
        <p:spPr bwMode="auto"/>
        <p:txBody>
          <a:bodyPr/>
          <a:lstStyle/>
          <a:p>
            <a:pPr>
              <a:defRPr/>
            </a:pPr>
            <a:fld id="{CC3624B9-90B4-A423-2B5E-5454F908F41F}"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2594588" name="Slide Image Placeholder 1"/>
          <p:cNvSpPr>
            <a:spLocks noChangeAspect="1" noGrp="1" noRot="1"/>
          </p:cNvSpPr>
          <p:nvPr>
            <p:ph type="sldImg"/>
          </p:nvPr>
        </p:nvSpPr>
        <p:spPr bwMode="auto"/>
      </p:sp>
      <p:sp>
        <p:nvSpPr>
          <p:cNvPr id="763954667" name="Notes Placeholder 2"/>
          <p:cNvSpPr>
            <a:spLocks noGrp="1"/>
          </p:cNvSpPr>
          <p:nvPr>
            <p:ph type="body" idx="1"/>
          </p:nvPr>
        </p:nvSpPr>
        <p:spPr bwMode="auto"/>
        <p:txBody>
          <a:bodyPr/>
          <a:lstStyle/>
          <a:p>
            <a:pPr>
              <a:defRPr/>
            </a:pPr>
            <a:endParaRPr/>
          </a:p>
        </p:txBody>
      </p:sp>
      <p:sp>
        <p:nvSpPr>
          <p:cNvPr id="584211226" name="Slide Number Placeholder 3"/>
          <p:cNvSpPr>
            <a:spLocks noGrp="1"/>
          </p:cNvSpPr>
          <p:nvPr>
            <p:ph type="sldNum" sz="quarter" idx="10"/>
          </p:nvPr>
        </p:nvSpPr>
        <p:spPr bwMode="auto"/>
        <p:txBody>
          <a:bodyPr/>
          <a:lstStyle/>
          <a:p>
            <a:pPr>
              <a:defRPr/>
            </a:pPr>
            <a:fld id="{055C4064-3EE6-A2BF-51F2-AEF85998A4A7}"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02613138" name="Slide Image Placeholder 1"/>
          <p:cNvSpPr>
            <a:spLocks noChangeAspect="1" noGrp="1" noRot="1"/>
          </p:cNvSpPr>
          <p:nvPr>
            <p:ph type="sldImg"/>
          </p:nvPr>
        </p:nvSpPr>
        <p:spPr bwMode="auto"/>
      </p:sp>
      <p:sp>
        <p:nvSpPr>
          <p:cNvPr id="873603887" name="Notes Placeholder 2"/>
          <p:cNvSpPr>
            <a:spLocks noGrp="1"/>
          </p:cNvSpPr>
          <p:nvPr>
            <p:ph type="body" idx="1"/>
          </p:nvPr>
        </p:nvSpPr>
        <p:spPr bwMode="auto"/>
        <p:txBody>
          <a:bodyPr/>
          <a:lstStyle/>
          <a:p>
            <a:pPr>
              <a:defRPr/>
            </a:pPr>
            <a:endParaRPr/>
          </a:p>
        </p:txBody>
      </p:sp>
      <p:sp>
        <p:nvSpPr>
          <p:cNvPr id="1625884384" name="Slide Number Placeholder 3"/>
          <p:cNvSpPr>
            <a:spLocks noGrp="1"/>
          </p:cNvSpPr>
          <p:nvPr>
            <p:ph type="sldNum" sz="quarter" idx="10"/>
          </p:nvPr>
        </p:nvSpPr>
        <p:spPr bwMode="auto"/>
        <p:txBody>
          <a:bodyPr/>
          <a:lstStyle/>
          <a:p>
            <a:pPr>
              <a:defRPr/>
            </a:pPr>
            <a:fld id="{A0C163AE-044F-883A-A57C-12F3E3EFBFFD}"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56136006" name="Slide Image Placeholder 1"/>
          <p:cNvSpPr>
            <a:spLocks noChangeAspect="1" noGrp="1" noRot="1"/>
          </p:cNvSpPr>
          <p:nvPr>
            <p:ph type="sldImg"/>
          </p:nvPr>
        </p:nvSpPr>
        <p:spPr bwMode="auto"/>
      </p:sp>
      <p:sp>
        <p:nvSpPr>
          <p:cNvPr id="1553163881" name="Notes Placeholder 2"/>
          <p:cNvSpPr>
            <a:spLocks noGrp="1"/>
          </p:cNvSpPr>
          <p:nvPr>
            <p:ph type="body" idx="1"/>
          </p:nvPr>
        </p:nvSpPr>
        <p:spPr bwMode="auto"/>
        <p:txBody>
          <a:bodyPr/>
          <a:lstStyle/>
          <a:p>
            <a:pPr>
              <a:defRPr/>
            </a:pPr>
            <a:endParaRPr/>
          </a:p>
        </p:txBody>
      </p:sp>
      <p:sp>
        <p:nvSpPr>
          <p:cNvPr id="364745476" name="Slide Number Placeholder 3"/>
          <p:cNvSpPr>
            <a:spLocks noGrp="1"/>
          </p:cNvSpPr>
          <p:nvPr>
            <p:ph type="sldNum" sz="quarter" idx="10"/>
          </p:nvPr>
        </p:nvSpPr>
        <p:spPr bwMode="auto"/>
        <p:txBody>
          <a:bodyPr/>
          <a:lstStyle/>
          <a:p>
            <a:pPr>
              <a:defRPr/>
            </a:pPr>
            <a:fld id="{9792455D-49EB-FB3F-3A5D-A54B84B95ECD}"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15008026" name="Slide Image Placeholder 1"/>
          <p:cNvSpPr>
            <a:spLocks noChangeAspect="1" noGrp="1" noRot="1"/>
          </p:cNvSpPr>
          <p:nvPr>
            <p:ph type="sldImg"/>
          </p:nvPr>
        </p:nvSpPr>
        <p:spPr bwMode="auto"/>
      </p:sp>
      <p:sp>
        <p:nvSpPr>
          <p:cNvPr id="420960998" name="Notes Placeholder 2"/>
          <p:cNvSpPr>
            <a:spLocks noGrp="1"/>
          </p:cNvSpPr>
          <p:nvPr>
            <p:ph type="body" idx="1"/>
          </p:nvPr>
        </p:nvSpPr>
        <p:spPr bwMode="auto"/>
        <p:txBody>
          <a:bodyPr/>
          <a:lstStyle/>
          <a:p>
            <a:pPr>
              <a:defRPr/>
            </a:pPr>
            <a:endParaRPr/>
          </a:p>
        </p:txBody>
      </p:sp>
      <p:sp>
        <p:nvSpPr>
          <p:cNvPr id="649144516" name="Slide Number Placeholder 3"/>
          <p:cNvSpPr>
            <a:spLocks noGrp="1"/>
          </p:cNvSpPr>
          <p:nvPr>
            <p:ph type="sldNum" sz="quarter" idx="10"/>
          </p:nvPr>
        </p:nvSpPr>
        <p:spPr bwMode="auto"/>
        <p:txBody>
          <a:bodyPr/>
          <a:lstStyle/>
          <a:p>
            <a:pPr>
              <a:defRPr/>
            </a:pPr>
            <a:fld id="{B8631968-6248-63BE-F4DC-BD5ECB85DA35}"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14447952" name="Slide Image Placeholder 1"/>
          <p:cNvSpPr>
            <a:spLocks noChangeAspect="1" noGrp="1" noRot="1"/>
          </p:cNvSpPr>
          <p:nvPr>
            <p:ph type="sldImg"/>
          </p:nvPr>
        </p:nvSpPr>
        <p:spPr bwMode="auto"/>
      </p:sp>
      <p:sp>
        <p:nvSpPr>
          <p:cNvPr id="1126210712" name="Notes Placeholder 2"/>
          <p:cNvSpPr>
            <a:spLocks noGrp="1"/>
          </p:cNvSpPr>
          <p:nvPr>
            <p:ph type="body" idx="1"/>
          </p:nvPr>
        </p:nvSpPr>
        <p:spPr bwMode="auto"/>
        <p:txBody>
          <a:bodyPr/>
          <a:lstStyle/>
          <a:p>
            <a:pPr>
              <a:defRPr/>
            </a:pPr>
            <a:endParaRPr/>
          </a:p>
        </p:txBody>
      </p:sp>
      <p:sp>
        <p:nvSpPr>
          <p:cNvPr id="894183102" name="Slide Number Placeholder 3"/>
          <p:cNvSpPr>
            <a:spLocks noGrp="1"/>
          </p:cNvSpPr>
          <p:nvPr>
            <p:ph type="sldNum" sz="quarter" idx="10"/>
          </p:nvPr>
        </p:nvSpPr>
        <p:spPr bwMode="auto"/>
        <p:txBody>
          <a:bodyPr/>
          <a:lstStyle/>
          <a:p>
            <a:pPr>
              <a:defRPr/>
            </a:pPr>
            <a:fld id="{E8E812B2-1B68-B1DC-1870-D4D85F9024BA}"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9272012" name="Slide Image Placeholder 1"/>
          <p:cNvSpPr>
            <a:spLocks noChangeAspect="1" noGrp="1" noRot="1"/>
          </p:cNvSpPr>
          <p:nvPr>
            <p:ph type="sldImg"/>
          </p:nvPr>
        </p:nvSpPr>
        <p:spPr bwMode="auto"/>
      </p:sp>
      <p:sp>
        <p:nvSpPr>
          <p:cNvPr id="335077920" name="Notes Placeholder 2"/>
          <p:cNvSpPr>
            <a:spLocks noGrp="1"/>
          </p:cNvSpPr>
          <p:nvPr>
            <p:ph type="body" idx="1"/>
          </p:nvPr>
        </p:nvSpPr>
        <p:spPr bwMode="auto"/>
        <p:txBody>
          <a:bodyPr/>
          <a:lstStyle/>
          <a:p>
            <a:pPr>
              <a:defRPr/>
            </a:pPr>
            <a:endParaRPr/>
          </a:p>
        </p:txBody>
      </p:sp>
      <p:sp>
        <p:nvSpPr>
          <p:cNvPr id="2136816195" name="Slide Number Placeholder 3"/>
          <p:cNvSpPr>
            <a:spLocks noGrp="1"/>
          </p:cNvSpPr>
          <p:nvPr>
            <p:ph type="sldNum" sz="quarter" idx="10"/>
          </p:nvPr>
        </p:nvSpPr>
        <p:spPr bwMode="auto"/>
        <p:txBody>
          <a:bodyPr/>
          <a:lstStyle/>
          <a:p>
            <a:pPr>
              <a:defRPr/>
            </a:pPr>
            <a:fld id="{95745C4F-2678-59E7-2ECA-A500A97CE2C3}"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37330709" name="Slide Image Placeholder 1"/>
          <p:cNvSpPr>
            <a:spLocks noChangeAspect="1" noGrp="1" noRot="1"/>
          </p:cNvSpPr>
          <p:nvPr>
            <p:ph type="sldImg"/>
          </p:nvPr>
        </p:nvSpPr>
        <p:spPr bwMode="auto"/>
      </p:sp>
      <p:sp>
        <p:nvSpPr>
          <p:cNvPr id="2104528450" name="Notes Placeholder 2"/>
          <p:cNvSpPr>
            <a:spLocks noGrp="1"/>
          </p:cNvSpPr>
          <p:nvPr>
            <p:ph type="body" idx="1"/>
          </p:nvPr>
        </p:nvSpPr>
        <p:spPr bwMode="auto"/>
        <p:txBody>
          <a:bodyPr/>
          <a:lstStyle/>
          <a:p>
            <a:pPr>
              <a:defRPr/>
            </a:pPr>
            <a:endParaRPr/>
          </a:p>
        </p:txBody>
      </p:sp>
      <p:sp>
        <p:nvSpPr>
          <p:cNvPr id="813489393" name="Slide Number Placeholder 3"/>
          <p:cNvSpPr>
            <a:spLocks noGrp="1"/>
          </p:cNvSpPr>
          <p:nvPr>
            <p:ph type="sldNum" sz="quarter" idx="10"/>
          </p:nvPr>
        </p:nvSpPr>
        <p:spPr bwMode="auto"/>
        <p:txBody>
          <a:bodyPr/>
          <a:lstStyle/>
          <a:p>
            <a:pPr>
              <a:defRPr/>
            </a:pPr>
            <a:fld id="{237134FC-422C-A81C-D2A9-89C9D8EAEF68}"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5696982" name="Slide Image Placeholder 1"/>
          <p:cNvSpPr>
            <a:spLocks noChangeAspect="1" noGrp="1" noRot="1"/>
          </p:cNvSpPr>
          <p:nvPr>
            <p:ph type="sldImg"/>
          </p:nvPr>
        </p:nvSpPr>
        <p:spPr bwMode="auto"/>
      </p:sp>
      <p:sp>
        <p:nvSpPr>
          <p:cNvPr id="547440255" name="Notes Placeholder 2"/>
          <p:cNvSpPr>
            <a:spLocks noGrp="1"/>
          </p:cNvSpPr>
          <p:nvPr>
            <p:ph type="body" idx="1"/>
          </p:nvPr>
        </p:nvSpPr>
        <p:spPr bwMode="auto"/>
        <p:txBody>
          <a:bodyPr/>
          <a:lstStyle/>
          <a:p>
            <a:pPr>
              <a:defRPr/>
            </a:pPr>
            <a:endParaRPr/>
          </a:p>
        </p:txBody>
      </p:sp>
      <p:sp>
        <p:nvSpPr>
          <p:cNvPr id="1071877374" name="Slide Number Placeholder 3"/>
          <p:cNvSpPr>
            <a:spLocks noGrp="1"/>
          </p:cNvSpPr>
          <p:nvPr>
            <p:ph type="sldNum" sz="quarter" idx="10"/>
          </p:nvPr>
        </p:nvSpPr>
        <p:spPr bwMode="auto"/>
        <p:txBody>
          <a:bodyPr/>
          <a:lstStyle/>
          <a:p>
            <a:pPr>
              <a:defRPr/>
            </a:pPr>
            <a:fld id="{3414A156-7A59-A123-F75C-E447D5D47851}"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1736343" name="Slide Image Placeholder 1"/>
          <p:cNvSpPr>
            <a:spLocks noChangeAspect="1" noGrp="1" noRot="1"/>
          </p:cNvSpPr>
          <p:nvPr>
            <p:ph type="sldImg"/>
          </p:nvPr>
        </p:nvSpPr>
        <p:spPr bwMode="auto"/>
      </p:sp>
      <p:sp>
        <p:nvSpPr>
          <p:cNvPr id="794855136" name="Notes Placeholder 2"/>
          <p:cNvSpPr>
            <a:spLocks noGrp="1"/>
          </p:cNvSpPr>
          <p:nvPr>
            <p:ph type="body" idx="1"/>
          </p:nvPr>
        </p:nvSpPr>
        <p:spPr bwMode="auto"/>
        <p:txBody>
          <a:bodyPr/>
          <a:lstStyle/>
          <a:p>
            <a:pPr>
              <a:defRPr/>
            </a:pPr>
            <a:endParaRPr/>
          </a:p>
        </p:txBody>
      </p:sp>
      <p:sp>
        <p:nvSpPr>
          <p:cNvPr id="1525224499" name="Slide Number Placeholder 3"/>
          <p:cNvSpPr>
            <a:spLocks noGrp="1"/>
          </p:cNvSpPr>
          <p:nvPr>
            <p:ph type="sldNum" sz="quarter" idx="10"/>
          </p:nvPr>
        </p:nvSpPr>
        <p:spPr bwMode="auto"/>
        <p:txBody>
          <a:bodyPr/>
          <a:lstStyle/>
          <a:p>
            <a:pPr>
              <a:defRPr/>
            </a:pPr>
            <a:fld id="{C374181E-3D75-015A-BF9A-A1811885AE16}"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1133491" name="Slide Image Placeholder 1"/>
          <p:cNvSpPr>
            <a:spLocks noChangeAspect="1" noGrp="1" noRot="1"/>
          </p:cNvSpPr>
          <p:nvPr>
            <p:ph type="sldImg"/>
          </p:nvPr>
        </p:nvSpPr>
        <p:spPr bwMode="auto"/>
      </p:sp>
      <p:sp>
        <p:nvSpPr>
          <p:cNvPr id="489355366" name="Notes Placeholder 2"/>
          <p:cNvSpPr>
            <a:spLocks noGrp="1"/>
          </p:cNvSpPr>
          <p:nvPr>
            <p:ph type="body" idx="1"/>
          </p:nvPr>
        </p:nvSpPr>
        <p:spPr bwMode="auto"/>
        <p:txBody>
          <a:bodyPr/>
          <a:lstStyle/>
          <a:p>
            <a:pPr>
              <a:defRPr/>
            </a:pPr>
            <a:endParaRPr/>
          </a:p>
        </p:txBody>
      </p:sp>
      <p:sp>
        <p:nvSpPr>
          <p:cNvPr id="1965503353" name="Slide Number Placeholder 3"/>
          <p:cNvSpPr>
            <a:spLocks noGrp="1"/>
          </p:cNvSpPr>
          <p:nvPr>
            <p:ph type="sldNum" sz="quarter" idx="10"/>
          </p:nvPr>
        </p:nvSpPr>
        <p:spPr bwMode="auto"/>
        <p:txBody>
          <a:bodyPr/>
          <a:lstStyle/>
          <a:p>
            <a:pPr>
              <a:defRPr/>
            </a:pPr>
            <a:fld id="{20162975-0B87-124D-F4CF-CC0D059DED38}"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2461059" name="Slide Image Placeholder 1"/>
          <p:cNvSpPr>
            <a:spLocks noChangeAspect="1" noGrp="1" noRot="1"/>
          </p:cNvSpPr>
          <p:nvPr>
            <p:ph type="sldImg"/>
          </p:nvPr>
        </p:nvSpPr>
        <p:spPr bwMode="auto"/>
      </p:sp>
      <p:sp>
        <p:nvSpPr>
          <p:cNvPr id="2010807350" name="Notes Placeholder 2"/>
          <p:cNvSpPr>
            <a:spLocks noGrp="1"/>
          </p:cNvSpPr>
          <p:nvPr>
            <p:ph type="body" idx="1"/>
          </p:nvPr>
        </p:nvSpPr>
        <p:spPr bwMode="auto"/>
        <p:txBody>
          <a:bodyPr/>
          <a:lstStyle/>
          <a:p>
            <a:pPr>
              <a:defRPr/>
            </a:pPr>
            <a:endParaRPr/>
          </a:p>
        </p:txBody>
      </p:sp>
      <p:sp>
        <p:nvSpPr>
          <p:cNvPr id="1131638784" name="Slide Number Placeholder 3"/>
          <p:cNvSpPr>
            <a:spLocks noGrp="1"/>
          </p:cNvSpPr>
          <p:nvPr>
            <p:ph type="sldNum" sz="quarter" idx="10"/>
          </p:nvPr>
        </p:nvSpPr>
        <p:spPr bwMode="auto"/>
        <p:txBody>
          <a:bodyPr/>
          <a:lstStyle/>
          <a:p>
            <a:pPr>
              <a:defRPr/>
            </a:pPr>
            <a:fld id="{DF710F28-E052-173C-41D9-DD6C9335DF6F}"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9187352" name="Slide Image Placeholder 1"/>
          <p:cNvSpPr>
            <a:spLocks noChangeAspect="1" noGrp="1" noRot="1"/>
          </p:cNvSpPr>
          <p:nvPr>
            <p:ph type="sldImg"/>
          </p:nvPr>
        </p:nvSpPr>
        <p:spPr bwMode="auto"/>
      </p:sp>
      <p:sp>
        <p:nvSpPr>
          <p:cNvPr id="1443043441" name="Notes Placeholder 2"/>
          <p:cNvSpPr>
            <a:spLocks noGrp="1"/>
          </p:cNvSpPr>
          <p:nvPr>
            <p:ph type="body" idx="1"/>
          </p:nvPr>
        </p:nvSpPr>
        <p:spPr bwMode="auto"/>
        <p:txBody>
          <a:bodyPr/>
          <a:lstStyle/>
          <a:p>
            <a:pPr>
              <a:defRPr/>
            </a:pPr>
            <a:endParaRPr/>
          </a:p>
        </p:txBody>
      </p:sp>
      <p:sp>
        <p:nvSpPr>
          <p:cNvPr id="1821177459" name="Slide Number Placeholder 3"/>
          <p:cNvSpPr>
            <a:spLocks noGrp="1"/>
          </p:cNvSpPr>
          <p:nvPr>
            <p:ph type="sldNum" sz="quarter" idx="10"/>
          </p:nvPr>
        </p:nvSpPr>
        <p:spPr bwMode="auto"/>
        <p:txBody>
          <a:bodyPr/>
          <a:lstStyle/>
          <a:p>
            <a:pPr>
              <a:defRPr/>
            </a:pPr>
            <a:fld id="{3D9DB6D7-1DAB-B1E0-82BB-0703661D710D}"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0223096" name="Slide Image Placeholder 1"/>
          <p:cNvSpPr>
            <a:spLocks noChangeAspect="1" noGrp="1" noRot="1"/>
          </p:cNvSpPr>
          <p:nvPr>
            <p:ph type="sldImg"/>
          </p:nvPr>
        </p:nvSpPr>
        <p:spPr bwMode="auto"/>
      </p:sp>
      <p:sp>
        <p:nvSpPr>
          <p:cNvPr id="166868795" name="Notes Placeholder 2"/>
          <p:cNvSpPr>
            <a:spLocks noGrp="1"/>
          </p:cNvSpPr>
          <p:nvPr>
            <p:ph type="body" idx="1"/>
          </p:nvPr>
        </p:nvSpPr>
        <p:spPr bwMode="auto"/>
        <p:txBody>
          <a:bodyPr/>
          <a:lstStyle/>
          <a:p>
            <a:pPr>
              <a:defRPr/>
            </a:pPr>
            <a:endParaRPr/>
          </a:p>
        </p:txBody>
      </p:sp>
      <p:sp>
        <p:nvSpPr>
          <p:cNvPr id="2065007204" name="Slide Number Placeholder 3"/>
          <p:cNvSpPr>
            <a:spLocks noGrp="1"/>
          </p:cNvSpPr>
          <p:nvPr>
            <p:ph type="sldNum" sz="quarter" idx="10"/>
          </p:nvPr>
        </p:nvSpPr>
        <p:spPr bwMode="auto"/>
        <p:txBody>
          <a:bodyPr/>
          <a:lstStyle/>
          <a:p>
            <a:pPr>
              <a:defRPr/>
            </a:pPr>
            <a:fld id="{399B5EB9-CEEA-9BBB-ADE0-7D8A93C8FCBD}"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4279831" name="Slide Image Placeholder 1"/>
          <p:cNvSpPr>
            <a:spLocks noChangeAspect="1" noGrp="1" noRot="1"/>
          </p:cNvSpPr>
          <p:nvPr>
            <p:ph type="sldImg"/>
          </p:nvPr>
        </p:nvSpPr>
        <p:spPr bwMode="auto"/>
      </p:sp>
      <p:sp>
        <p:nvSpPr>
          <p:cNvPr id="1385849402" name="Notes Placeholder 2"/>
          <p:cNvSpPr>
            <a:spLocks noGrp="1"/>
          </p:cNvSpPr>
          <p:nvPr>
            <p:ph type="body" idx="1"/>
          </p:nvPr>
        </p:nvSpPr>
        <p:spPr bwMode="auto"/>
        <p:txBody>
          <a:bodyPr/>
          <a:lstStyle/>
          <a:p>
            <a:pPr>
              <a:defRPr/>
            </a:pPr>
            <a:endParaRPr/>
          </a:p>
        </p:txBody>
      </p:sp>
      <p:sp>
        <p:nvSpPr>
          <p:cNvPr id="283048007" name="Slide Number Placeholder 3"/>
          <p:cNvSpPr>
            <a:spLocks noGrp="1"/>
          </p:cNvSpPr>
          <p:nvPr>
            <p:ph type="sldNum" sz="quarter" idx="10"/>
          </p:nvPr>
        </p:nvSpPr>
        <p:spPr bwMode="auto"/>
        <p:txBody>
          <a:bodyPr/>
          <a:lstStyle/>
          <a:p>
            <a:pPr>
              <a:defRPr/>
            </a:pPr>
            <a:fld id="{1E258580-6B33-FA3E-7D01-D92051217F84}"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99435849" name="Slide Image Placeholder 1"/>
          <p:cNvSpPr>
            <a:spLocks noChangeAspect="1" noGrp="1" noRot="1"/>
          </p:cNvSpPr>
          <p:nvPr>
            <p:ph type="sldImg"/>
          </p:nvPr>
        </p:nvSpPr>
        <p:spPr bwMode="auto"/>
      </p:sp>
      <p:sp>
        <p:nvSpPr>
          <p:cNvPr id="1831028955" name="Notes Placeholder 2"/>
          <p:cNvSpPr>
            <a:spLocks noGrp="1"/>
          </p:cNvSpPr>
          <p:nvPr>
            <p:ph type="body" idx="1"/>
          </p:nvPr>
        </p:nvSpPr>
        <p:spPr bwMode="auto"/>
        <p:txBody>
          <a:bodyPr/>
          <a:lstStyle/>
          <a:p>
            <a:pPr>
              <a:defRPr/>
            </a:pPr>
            <a:endParaRPr/>
          </a:p>
        </p:txBody>
      </p:sp>
      <p:sp>
        <p:nvSpPr>
          <p:cNvPr id="1622506081" name="Slide Number Placeholder 3"/>
          <p:cNvSpPr>
            <a:spLocks noGrp="1"/>
          </p:cNvSpPr>
          <p:nvPr>
            <p:ph type="sldNum" sz="quarter" idx="10"/>
          </p:nvPr>
        </p:nvSpPr>
        <p:spPr bwMode="auto"/>
        <p:txBody>
          <a:bodyPr/>
          <a:lstStyle/>
          <a:p>
            <a:pPr>
              <a:defRPr/>
            </a:pPr>
            <a:fld id="{2AF64CBA-39A3-330E-222D-8DFBAC3EAED1}"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1694685" name="Slide Image Placeholder 1"/>
          <p:cNvSpPr>
            <a:spLocks noChangeAspect="1" noGrp="1" noRot="1"/>
          </p:cNvSpPr>
          <p:nvPr>
            <p:ph type="sldImg"/>
          </p:nvPr>
        </p:nvSpPr>
        <p:spPr bwMode="auto"/>
      </p:sp>
      <p:sp>
        <p:nvSpPr>
          <p:cNvPr id="828245654" name="Notes Placeholder 2"/>
          <p:cNvSpPr>
            <a:spLocks noGrp="1"/>
          </p:cNvSpPr>
          <p:nvPr>
            <p:ph type="body" idx="1"/>
          </p:nvPr>
        </p:nvSpPr>
        <p:spPr bwMode="auto"/>
        <p:txBody>
          <a:bodyPr/>
          <a:lstStyle/>
          <a:p>
            <a:pPr>
              <a:defRPr/>
            </a:pPr>
            <a:endParaRPr/>
          </a:p>
        </p:txBody>
      </p:sp>
      <p:sp>
        <p:nvSpPr>
          <p:cNvPr id="320978408" name="Slide Number Placeholder 3"/>
          <p:cNvSpPr>
            <a:spLocks noGrp="1"/>
          </p:cNvSpPr>
          <p:nvPr>
            <p:ph type="sldNum" sz="quarter" idx="10"/>
          </p:nvPr>
        </p:nvSpPr>
        <p:spPr bwMode="auto"/>
        <p:txBody>
          <a:bodyPr/>
          <a:lstStyle/>
          <a:p>
            <a:pPr>
              <a:defRPr/>
            </a:pPr>
            <a:fld id="{C45E4D4C-FF23-C312-3909-D43C2034481A}"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0857520" name="Slide Image Placeholder 1"/>
          <p:cNvSpPr>
            <a:spLocks noChangeAspect="1" noGrp="1" noRot="1"/>
          </p:cNvSpPr>
          <p:nvPr>
            <p:ph type="sldImg"/>
          </p:nvPr>
        </p:nvSpPr>
        <p:spPr bwMode="auto"/>
      </p:sp>
      <p:sp>
        <p:nvSpPr>
          <p:cNvPr id="2045309764" name="Notes Placeholder 2"/>
          <p:cNvSpPr>
            <a:spLocks noGrp="1"/>
          </p:cNvSpPr>
          <p:nvPr>
            <p:ph type="body" idx="1"/>
          </p:nvPr>
        </p:nvSpPr>
        <p:spPr bwMode="auto"/>
        <p:txBody>
          <a:bodyPr/>
          <a:lstStyle/>
          <a:p>
            <a:pPr>
              <a:defRPr/>
            </a:pPr>
            <a:endParaRPr/>
          </a:p>
        </p:txBody>
      </p:sp>
      <p:sp>
        <p:nvSpPr>
          <p:cNvPr id="334900570" name="Slide Number Placeholder 3"/>
          <p:cNvSpPr>
            <a:spLocks noGrp="1"/>
          </p:cNvSpPr>
          <p:nvPr>
            <p:ph type="sldNum" sz="quarter" idx="10"/>
          </p:nvPr>
        </p:nvSpPr>
        <p:spPr bwMode="auto"/>
        <p:txBody>
          <a:bodyPr/>
          <a:lstStyle/>
          <a:p>
            <a:pPr>
              <a:defRPr/>
            </a:pPr>
            <a:fld id="{5E9D0093-CEF7-4F7C-3917-F404DA844F27}"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9364900" name="Slide Image Placeholder 1"/>
          <p:cNvSpPr>
            <a:spLocks noChangeAspect="1" noGrp="1" noRot="1"/>
          </p:cNvSpPr>
          <p:nvPr>
            <p:ph type="sldImg"/>
          </p:nvPr>
        </p:nvSpPr>
        <p:spPr bwMode="auto"/>
      </p:sp>
      <p:sp>
        <p:nvSpPr>
          <p:cNvPr id="101303473" name="Notes Placeholder 2"/>
          <p:cNvSpPr>
            <a:spLocks noGrp="1"/>
          </p:cNvSpPr>
          <p:nvPr>
            <p:ph type="body" idx="1"/>
          </p:nvPr>
        </p:nvSpPr>
        <p:spPr bwMode="auto"/>
        <p:txBody>
          <a:bodyPr/>
          <a:lstStyle/>
          <a:p>
            <a:pPr>
              <a:defRPr/>
            </a:pPr>
            <a:endParaRPr/>
          </a:p>
        </p:txBody>
      </p:sp>
      <p:sp>
        <p:nvSpPr>
          <p:cNvPr id="1870131968" name="Slide Number Placeholder 3"/>
          <p:cNvSpPr>
            <a:spLocks noGrp="1"/>
          </p:cNvSpPr>
          <p:nvPr>
            <p:ph type="sldNum" sz="quarter" idx="10"/>
          </p:nvPr>
        </p:nvSpPr>
        <p:spPr bwMode="auto"/>
        <p:txBody>
          <a:bodyPr/>
          <a:lstStyle/>
          <a:p>
            <a:pPr>
              <a:defRPr/>
            </a:pPr>
            <a:fld id="{5FE2612B-5475-F079-D6D8-D27530AECA99}"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4112419" name="Slide Image Placeholder 1"/>
          <p:cNvSpPr>
            <a:spLocks noChangeAspect="1" noGrp="1" noRot="1"/>
          </p:cNvSpPr>
          <p:nvPr>
            <p:ph type="sldImg"/>
          </p:nvPr>
        </p:nvSpPr>
        <p:spPr bwMode="auto"/>
      </p:sp>
      <p:sp>
        <p:nvSpPr>
          <p:cNvPr id="1041400984" name="Notes Placeholder 2"/>
          <p:cNvSpPr>
            <a:spLocks noGrp="1"/>
          </p:cNvSpPr>
          <p:nvPr>
            <p:ph type="body" idx="1"/>
          </p:nvPr>
        </p:nvSpPr>
        <p:spPr bwMode="auto"/>
        <p:txBody>
          <a:bodyPr/>
          <a:lstStyle/>
          <a:p>
            <a:pPr>
              <a:defRPr/>
            </a:pPr>
            <a:endParaRPr/>
          </a:p>
        </p:txBody>
      </p:sp>
      <p:sp>
        <p:nvSpPr>
          <p:cNvPr id="1353170894" name="Slide Number Placeholder 3"/>
          <p:cNvSpPr>
            <a:spLocks noGrp="1"/>
          </p:cNvSpPr>
          <p:nvPr>
            <p:ph type="sldNum" sz="quarter" idx="10"/>
          </p:nvPr>
        </p:nvSpPr>
        <p:spPr bwMode="auto"/>
        <p:txBody>
          <a:bodyPr/>
          <a:lstStyle/>
          <a:p>
            <a:pPr>
              <a:defRPr/>
            </a:pPr>
            <a:fld id="{BD3A8570-D5E3-A3DA-E9BE-4E59B47DCD31}"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88301177" name="Slide Image Placeholder 1"/>
          <p:cNvSpPr>
            <a:spLocks noChangeAspect="1" noGrp="1" noRot="1"/>
          </p:cNvSpPr>
          <p:nvPr>
            <p:ph type="sldImg"/>
          </p:nvPr>
        </p:nvSpPr>
        <p:spPr bwMode="auto"/>
      </p:sp>
      <p:sp>
        <p:nvSpPr>
          <p:cNvPr id="1241559198" name="Notes Placeholder 2"/>
          <p:cNvSpPr>
            <a:spLocks noGrp="1"/>
          </p:cNvSpPr>
          <p:nvPr>
            <p:ph type="body" idx="1"/>
          </p:nvPr>
        </p:nvSpPr>
        <p:spPr bwMode="auto"/>
        <p:txBody>
          <a:bodyPr/>
          <a:lstStyle/>
          <a:p>
            <a:pPr>
              <a:defRPr/>
            </a:pPr>
            <a:endParaRPr/>
          </a:p>
        </p:txBody>
      </p:sp>
      <p:sp>
        <p:nvSpPr>
          <p:cNvPr id="126578646" name="Slide Number Placeholder 3"/>
          <p:cNvSpPr>
            <a:spLocks noGrp="1"/>
          </p:cNvSpPr>
          <p:nvPr>
            <p:ph type="sldNum" sz="quarter" idx="10"/>
          </p:nvPr>
        </p:nvSpPr>
        <p:spPr bwMode="auto"/>
        <p:txBody>
          <a:bodyPr/>
          <a:lstStyle/>
          <a:p>
            <a:pPr>
              <a:defRPr/>
            </a:pPr>
            <a:fld id="{602157EF-C9F3-24D9-B1A1-FB4AB3408235}"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4212009" name="Slide Image Placeholder 1"/>
          <p:cNvSpPr>
            <a:spLocks noChangeAspect="1" noGrp="1" noRot="1"/>
          </p:cNvSpPr>
          <p:nvPr>
            <p:ph type="sldImg"/>
          </p:nvPr>
        </p:nvSpPr>
        <p:spPr bwMode="auto"/>
      </p:sp>
      <p:sp>
        <p:nvSpPr>
          <p:cNvPr id="931118386" name="Notes Placeholder 2"/>
          <p:cNvSpPr>
            <a:spLocks noGrp="1"/>
          </p:cNvSpPr>
          <p:nvPr>
            <p:ph type="body" idx="1"/>
          </p:nvPr>
        </p:nvSpPr>
        <p:spPr bwMode="auto"/>
        <p:txBody>
          <a:bodyPr/>
          <a:lstStyle/>
          <a:p>
            <a:pPr>
              <a:defRPr/>
            </a:pPr>
            <a:endParaRPr/>
          </a:p>
        </p:txBody>
      </p:sp>
      <p:sp>
        <p:nvSpPr>
          <p:cNvPr id="289538646" name="Slide Number Placeholder 3"/>
          <p:cNvSpPr>
            <a:spLocks noGrp="1"/>
          </p:cNvSpPr>
          <p:nvPr>
            <p:ph type="sldNum" sz="quarter" idx="10"/>
          </p:nvPr>
        </p:nvSpPr>
        <p:spPr bwMode="auto"/>
        <p:txBody>
          <a:bodyPr/>
          <a:lstStyle/>
          <a:p>
            <a:pPr>
              <a:defRPr/>
            </a:pPr>
            <a:fld id="{08873EC8-14A0-3A00-0EAE-6D6F91E8567D}"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0532495" name="Slide Image Placeholder 1"/>
          <p:cNvSpPr>
            <a:spLocks noChangeAspect="1" noGrp="1" noRot="1"/>
          </p:cNvSpPr>
          <p:nvPr>
            <p:ph type="sldImg"/>
          </p:nvPr>
        </p:nvSpPr>
        <p:spPr bwMode="auto"/>
      </p:sp>
      <p:sp>
        <p:nvSpPr>
          <p:cNvPr id="1892047684" name="Notes Placeholder 2"/>
          <p:cNvSpPr>
            <a:spLocks noGrp="1"/>
          </p:cNvSpPr>
          <p:nvPr>
            <p:ph type="body" idx="1"/>
          </p:nvPr>
        </p:nvSpPr>
        <p:spPr bwMode="auto"/>
        <p:txBody>
          <a:bodyPr/>
          <a:lstStyle/>
          <a:p>
            <a:pPr>
              <a:defRPr/>
            </a:pPr>
            <a:endParaRPr/>
          </a:p>
        </p:txBody>
      </p:sp>
      <p:sp>
        <p:nvSpPr>
          <p:cNvPr id="2054808403" name="Slide Number Placeholder 3"/>
          <p:cNvSpPr>
            <a:spLocks noGrp="1"/>
          </p:cNvSpPr>
          <p:nvPr>
            <p:ph type="sldNum" sz="quarter" idx="10"/>
          </p:nvPr>
        </p:nvSpPr>
        <p:spPr bwMode="auto"/>
        <p:txBody>
          <a:bodyPr/>
          <a:lstStyle/>
          <a:p>
            <a:pPr>
              <a:defRPr/>
            </a:pPr>
            <a:fld id="{41797A96-85C7-DC3D-4197-A7799D4D93EE}"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3006188" name="Slide Image Placeholder 1"/>
          <p:cNvSpPr>
            <a:spLocks noChangeAspect="1" noGrp="1" noRot="1"/>
          </p:cNvSpPr>
          <p:nvPr>
            <p:ph type="sldImg"/>
          </p:nvPr>
        </p:nvSpPr>
        <p:spPr bwMode="auto"/>
      </p:sp>
      <p:sp>
        <p:nvSpPr>
          <p:cNvPr id="607947487" name="Notes Placeholder 2"/>
          <p:cNvSpPr>
            <a:spLocks noGrp="1"/>
          </p:cNvSpPr>
          <p:nvPr>
            <p:ph type="body" idx="1"/>
          </p:nvPr>
        </p:nvSpPr>
        <p:spPr bwMode="auto"/>
        <p:txBody>
          <a:bodyPr/>
          <a:lstStyle/>
          <a:p>
            <a:pPr>
              <a:defRPr/>
            </a:pPr>
            <a:endParaRPr/>
          </a:p>
        </p:txBody>
      </p:sp>
      <p:sp>
        <p:nvSpPr>
          <p:cNvPr id="569048169" name="Slide Number Placeholder 3"/>
          <p:cNvSpPr>
            <a:spLocks noGrp="1"/>
          </p:cNvSpPr>
          <p:nvPr>
            <p:ph type="sldNum" sz="quarter" idx="10"/>
          </p:nvPr>
        </p:nvSpPr>
        <p:spPr bwMode="auto"/>
        <p:txBody>
          <a:bodyPr/>
          <a:lstStyle/>
          <a:p>
            <a:pPr>
              <a:defRPr/>
            </a:pPr>
            <a:fld id="{CC2A5D2C-5EB6-3EFE-448A-6E5A57BBB571}"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773330" name="Slide Image Placeholder 1"/>
          <p:cNvSpPr>
            <a:spLocks noChangeAspect="1" noGrp="1" noRot="1"/>
          </p:cNvSpPr>
          <p:nvPr>
            <p:ph type="sldImg"/>
          </p:nvPr>
        </p:nvSpPr>
        <p:spPr bwMode="auto"/>
      </p:sp>
      <p:sp>
        <p:nvSpPr>
          <p:cNvPr id="751484777" name="Notes Placeholder 2"/>
          <p:cNvSpPr>
            <a:spLocks noGrp="1"/>
          </p:cNvSpPr>
          <p:nvPr>
            <p:ph type="body" idx="1"/>
          </p:nvPr>
        </p:nvSpPr>
        <p:spPr bwMode="auto"/>
        <p:txBody>
          <a:bodyPr/>
          <a:lstStyle/>
          <a:p>
            <a:pPr>
              <a:defRPr/>
            </a:pPr>
            <a:endParaRPr/>
          </a:p>
        </p:txBody>
      </p:sp>
      <p:sp>
        <p:nvSpPr>
          <p:cNvPr id="333931644" name="Slide Number Placeholder 3"/>
          <p:cNvSpPr>
            <a:spLocks noGrp="1"/>
          </p:cNvSpPr>
          <p:nvPr>
            <p:ph type="sldNum" sz="quarter" idx="10"/>
          </p:nvPr>
        </p:nvSpPr>
        <p:spPr bwMode="auto"/>
        <p:txBody>
          <a:bodyPr/>
          <a:lstStyle/>
          <a:p>
            <a:pPr>
              <a:defRPr/>
            </a:pPr>
            <a:fld id="{DB8107A1-9B68-E9FB-7790-E654E75FDF56}"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3524060" name="Slide Image Placeholder 1"/>
          <p:cNvSpPr>
            <a:spLocks noChangeAspect="1" noGrp="1" noRot="1"/>
          </p:cNvSpPr>
          <p:nvPr>
            <p:ph type="sldImg"/>
          </p:nvPr>
        </p:nvSpPr>
        <p:spPr bwMode="auto"/>
      </p:sp>
      <p:sp>
        <p:nvSpPr>
          <p:cNvPr id="561103873" name="Notes Placeholder 2"/>
          <p:cNvSpPr>
            <a:spLocks noGrp="1"/>
          </p:cNvSpPr>
          <p:nvPr>
            <p:ph type="body" idx="1"/>
          </p:nvPr>
        </p:nvSpPr>
        <p:spPr bwMode="auto"/>
        <p:txBody>
          <a:bodyPr/>
          <a:lstStyle/>
          <a:p>
            <a:pPr>
              <a:defRPr/>
            </a:pPr>
            <a:endParaRPr/>
          </a:p>
        </p:txBody>
      </p:sp>
      <p:sp>
        <p:nvSpPr>
          <p:cNvPr id="862025842" name="Slide Number Placeholder 3"/>
          <p:cNvSpPr>
            <a:spLocks noGrp="1"/>
          </p:cNvSpPr>
          <p:nvPr>
            <p:ph type="sldNum" sz="quarter" idx="10"/>
          </p:nvPr>
        </p:nvSpPr>
        <p:spPr bwMode="auto"/>
        <p:txBody>
          <a:bodyPr/>
          <a:lstStyle/>
          <a:p>
            <a:pPr>
              <a:defRPr/>
            </a:pPr>
            <a:fld id="{D5FF372D-B465-F965-BBAE-99202805F678}"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8986045" name="Slide Image Placeholder 1"/>
          <p:cNvSpPr>
            <a:spLocks noChangeAspect="1" noGrp="1" noRot="1"/>
          </p:cNvSpPr>
          <p:nvPr>
            <p:ph type="sldImg"/>
          </p:nvPr>
        </p:nvSpPr>
        <p:spPr bwMode="auto"/>
      </p:sp>
      <p:sp>
        <p:nvSpPr>
          <p:cNvPr id="1839909371" name="Notes Placeholder 2"/>
          <p:cNvSpPr>
            <a:spLocks noGrp="1"/>
          </p:cNvSpPr>
          <p:nvPr>
            <p:ph type="body" idx="1"/>
          </p:nvPr>
        </p:nvSpPr>
        <p:spPr bwMode="auto"/>
        <p:txBody>
          <a:bodyPr/>
          <a:lstStyle/>
          <a:p>
            <a:pPr>
              <a:defRPr/>
            </a:pPr>
            <a:endParaRPr/>
          </a:p>
        </p:txBody>
      </p:sp>
      <p:sp>
        <p:nvSpPr>
          <p:cNvPr id="831631823" name="Slide Number Placeholder 3"/>
          <p:cNvSpPr>
            <a:spLocks noGrp="1"/>
          </p:cNvSpPr>
          <p:nvPr>
            <p:ph type="sldNum" sz="quarter" idx="10"/>
          </p:nvPr>
        </p:nvSpPr>
        <p:spPr bwMode="auto"/>
        <p:txBody>
          <a:bodyPr/>
          <a:lstStyle/>
          <a:p>
            <a:pPr>
              <a:defRPr/>
            </a:pPr>
            <a:fld id="{227F4C2D-6E5E-C875-C976-C6D55F6BE674}" type="slidenum">
              <a:rPr/>
              <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9666848" name="Slide Image Placeholder 1"/>
          <p:cNvSpPr>
            <a:spLocks noChangeAspect="1" noGrp="1" noRot="1"/>
          </p:cNvSpPr>
          <p:nvPr>
            <p:ph type="sldImg"/>
          </p:nvPr>
        </p:nvSpPr>
        <p:spPr bwMode="auto"/>
      </p:sp>
      <p:sp>
        <p:nvSpPr>
          <p:cNvPr id="1249428426" name="Notes Placeholder 2"/>
          <p:cNvSpPr>
            <a:spLocks noGrp="1"/>
          </p:cNvSpPr>
          <p:nvPr>
            <p:ph type="body" idx="1"/>
          </p:nvPr>
        </p:nvSpPr>
        <p:spPr bwMode="auto"/>
        <p:txBody>
          <a:bodyPr/>
          <a:lstStyle/>
          <a:p>
            <a:pPr>
              <a:defRPr/>
            </a:pPr>
            <a:endParaRPr/>
          </a:p>
        </p:txBody>
      </p:sp>
      <p:sp>
        <p:nvSpPr>
          <p:cNvPr id="1941384023" name="Slide Number Placeholder 3"/>
          <p:cNvSpPr>
            <a:spLocks noGrp="1"/>
          </p:cNvSpPr>
          <p:nvPr>
            <p:ph type="sldNum" sz="quarter" idx="10"/>
          </p:nvPr>
        </p:nvSpPr>
        <p:spPr bwMode="auto"/>
        <p:txBody>
          <a:bodyPr/>
          <a:lstStyle/>
          <a:p>
            <a:pPr>
              <a:defRPr/>
            </a:pPr>
            <a:fld id="{6346F0F7-F334-E342-5F02-944A3495C4A0}" type="slidenum">
              <a:rPr/>
              <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73563950" name="Slide Image Placeholder 1"/>
          <p:cNvSpPr>
            <a:spLocks noChangeAspect="1" noGrp="1" noRot="1"/>
          </p:cNvSpPr>
          <p:nvPr>
            <p:ph type="sldImg"/>
          </p:nvPr>
        </p:nvSpPr>
        <p:spPr bwMode="auto"/>
      </p:sp>
      <p:sp>
        <p:nvSpPr>
          <p:cNvPr id="336348415" name="Notes Placeholder 2"/>
          <p:cNvSpPr>
            <a:spLocks noGrp="1"/>
          </p:cNvSpPr>
          <p:nvPr>
            <p:ph type="body" idx="1"/>
          </p:nvPr>
        </p:nvSpPr>
        <p:spPr bwMode="auto"/>
        <p:txBody>
          <a:bodyPr/>
          <a:lstStyle/>
          <a:p>
            <a:pPr>
              <a:defRPr/>
            </a:pPr>
            <a:endParaRPr/>
          </a:p>
        </p:txBody>
      </p:sp>
      <p:sp>
        <p:nvSpPr>
          <p:cNvPr id="86871942" name="Slide Number Placeholder 3"/>
          <p:cNvSpPr>
            <a:spLocks noGrp="1"/>
          </p:cNvSpPr>
          <p:nvPr>
            <p:ph type="sldNum" sz="quarter" idx="10"/>
          </p:nvPr>
        </p:nvSpPr>
        <p:spPr bwMode="auto"/>
        <p:txBody>
          <a:bodyPr/>
          <a:lstStyle/>
          <a:p>
            <a:pPr>
              <a:defRPr/>
            </a:pPr>
            <a:fld id="{8E37FDAD-1320-454A-0438-600C450795B3}" type="slidenum">
              <a:rPr/>
              <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1752041" name="Slide Image Placeholder 1"/>
          <p:cNvSpPr>
            <a:spLocks noChangeAspect="1" noGrp="1" noRot="1"/>
          </p:cNvSpPr>
          <p:nvPr>
            <p:ph type="sldImg"/>
          </p:nvPr>
        </p:nvSpPr>
        <p:spPr bwMode="auto"/>
      </p:sp>
      <p:sp>
        <p:nvSpPr>
          <p:cNvPr id="1858225098" name="Notes Placeholder 2"/>
          <p:cNvSpPr>
            <a:spLocks noGrp="1"/>
          </p:cNvSpPr>
          <p:nvPr>
            <p:ph type="body" idx="1"/>
          </p:nvPr>
        </p:nvSpPr>
        <p:spPr bwMode="auto"/>
        <p:txBody>
          <a:bodyPr/>
          <a:lstStyle/>
          <a:p>
            <a:pPr>
              <a:defRPr/>
            </a:pPr>
            <a:endParaRPr/>
          </a:p>
        </p:txBody>
      </p:sp>
      <p:sp>
        <p:nvSpPr>
          <p:cNvPr id="2105295868" name="Slide Number Placeholder 3"/>
          <p:cNvSpPr>
            <a:spLocks noGrp="1"/>
          </p:cNvSpPr>
          <p:nvPr>
            <p:ph type="sldNum" sz="quarter" idx="10"/>
          </p:nvPr>
        </p:nvSpPr>
        <p:spPr bwMode="auto"/>
        <p:txBody>
          <a:bodyPr/>
          <a:lstStyle/>
          <a:p>
            <a:pPr>
              <a:defRPr/>
            </a:pPr>
            <a:fld id="{9D1E0814-FA3A-798F-7BCC-928878DD25B2}" type="slidenum">
              <a:rPr/>
              <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4798954" name="Slide Image Placeholder 1"/>
          <p:cNvSpPr>
            <a:spLocks noChangeAspect="1" noGrp="1" noRot="1"/>
          </p:cNvSpPr>
          <p:nvPr>
            <p:ph type="sldImg"/>
          </p:nvPr>
        </p:nvSpPr>
        <p:spPr bwMode="auto"/>
      </p:sp>
      <p:sp>
        <p:nvSpPr>
          <p:cNvPr id="1391577240" name="Notes Placeholder 2"/>
          <p:cNvSpPr>
            <a:spLocks noGrp="1"/>
          </p:cNvSpPr>
          <p:nvPr>
            <p:ph type="body" idx="1"/>
          </p:nvPr>
        </p:nvSpPr>
        <p:spPr bwMode="auto"/>
        <p:txBody>
          <a:bodyPr/>
          <a:lstStyle/>
          <a:p>
            <a:pPr>
              <a:defRPr/>
            </a:pPr>
            <a:endParaRPr/>
          </a:p>
        </p:txBody>
      </p:sp>
      <p:sp>
        <p:nvSpPr>
          <p:cNvPr id="670757981" name="Slide Number Placeholder 3"/>
          <p:cNvSpPr>
            <a:spLocks noGrp="1"/>
          </p:cNvSpPr>
          <p:nvPr>
            <p:ph type="sldNum" sz="quarter" idx="10"/>
          </p:nvPr>
        </p:nvSpPr>
        <p:spPr bwMode="auto"/>
        <p:txBody>
          <a:bodyPr/>
          <a:lstStyle/>
          <a:p>
            <a:pPr>
              <a:defRPr/>
            </a:pPr>
            <a:fld id="{7447F0D3-1DEA-F745-1E09-B7FA6BF8E5C4}" type="slidenum">
              <a:rPr/>
              <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25503257" name="Slide Image Placeholder 1"/>
          <p:cNvSpPr>
            <a:spLocks noChangeAspect="1" noGrp="1" noRot="1"/>
          </p:cNvSpPr>
          <p:nvPr>
            <p:ph type="sldImg"/>
          </p:nvPr>
        </p:nvSpPr>
        <p:spPr bwMode="auto"/>
      </p:sp>
      <p:sp>
        <p:nvSpPr>
          <p:cNvPr id="1987191552" name="Notes Placeholder 2"/>
          <p:cNvSpPr>
            <a:spLocks noGrp="1"/>
          </p:cNvSpPr>
          <p:nvPr>
            <p:ph type="body" idx="1"/>
          </p:nvPr>
        </p:nvSpPr>
        <p:spPr bwMode="auto"/>
        <p:txBody>
          <a:bodyPr/>
          <a:lstStyle/>
          <a:p>
            <a:pPr>
              <a:defRPr/>
            </a:pPr>
            <a:endParaRPr/>
          </a:p>
        </p:txBody>
      </p:sp>
      <p:sp>
        <p:nvSpPr>
          <p:cNvPr id="559924327" name="Slide Number Placeholder 3"/>
          <p:cNvSpPr>
            <a:spLocks noGrp="1"/>
          </p:cNvSpPr>
          <p:nvPr>
            <p:ph type="sldNum" sz="quarter" idx="10"/>
          </p:nvPr>
        </p:nvSpPr>
        <p:spPr bwMode="auto"/>
        <p:txBody>
          <a:bodyPr/>
          <a:lstStyle/>
          <a:p>
            <a:pPr>
              <a:defRPr/>
            </a:pPr>
            <a:fld id="{ADF4C0AE-E38D-DC6B-C68A-AA49F3CF55AB}" type="slidenum">
              <a:rPr/>
              <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3795575" name="Slide Image Placeholder 1"/>
          <p:cNvSpPr>
            <a:spLocks noChangeAspect="1" noGrp="1" noRot="1"/>
          </p:cNvSpPr>
          <p:nvPr>
            <p:ph type="sldImg"/>
          </p:nvPr>
        </p:nvSpPr>
        <p:spPr bwMode="auto"/>
      </p:sp>
      <p:sp>
        <p:nvSpPr>
          <p:cNvPr id="1137586927" name="Notes Placeholder 2"/>
          <p:cNvSpPr>
            <a:spLocks noGrp="1"/>
          </p:cNvSpPr>
          <p:nvPr>
            <p:ph type="body" idx="1"/>
          </p:nvPr>
        </p:nvSpPr>
        <p:spPr bwMode="auto"/>
        <p:txBody>
          <a:bodyPr/>
          <a:lstStyle/>
          <a:p>
            <a:pPr>
              <a:defRPr/>
            </a:pPr>
            <a:endParaRPr/>
          </a:p>
        </p:txBody>
      </p:sp>
      <p:sp>
        <p:nvSpPr>
          <p:cNvPr id="290801278" name="Slide Number Placeholder 3"/>
          <p:cNvSpPr>
            <a:spLocks noGrp="1"/>
          </p:cNvSpPr>
          <p:nvPr>
            <p:ph type="sldNum" sz="quarter" idx="10"/>
          </p:nvPr>
        </p:nvSpPr>
        <p:spPr bwMode="auto"/>
        <p:txBody>
          <a:bodyPr/>
          <a:lstStyle/>
          <a:p>
            <a:pPr>
              <a:defRPr/>
            </a:pPr>
            <a:fld id="{DC887B64-E028-2AA4-2F68-CBA8265516E3}" type="slidenum">
              <a:rPr/>
              <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8122898" name="Slide Image Placeholder 1"/>
          <p:cNvSpPr>
            <a:spLocks noChangeAspect="1" noGrp="1" noRot="1"/>
          </p:cNvSpPr>
          <p:nvPr>
            <p:ph type="sldImg"/>
          </p:nvPr>
        </p:nvSpPr>
        <p:spPr bwMode="auto"/>
      </p:sp>
      <p:sp>
        <p:nvSpPr>
          <p:cNvPr id="1604117914" name="Notes Placeholder 2"/>
          <p:cNvSpPr>
            <a:spLocks noGrp="1"/>
          </p:cNvSpPr>
          <p:nvPr>
            <p:ph type="body" idx="1"/>
          </p:nvPr>
        </p:nvSpPr>
        <p:spPr bwMode="auto"/>
        <p:txBody>
          <a:bodyPr/>
          <a:lstStyle/>
          <a:p>
            <a:pPr>
              <a:defRPr/>
            </a:pPr>
            <a:endParaRPr/>
          </a:p>
        </p:txBody>
      </p:sp>
      <p:sp>
        <p:nvSpPr>
          <p:cNvPr id="202540270" name="Slide Number Placeholder 3"/>
          <p:cNvSpPr>
            <a:spLocks noGrp="1"/>
          </p:cNvSpPr>
          <p:nvPr>
            <p:ph type="sldNum" sz="quarter" idx="10"/>
          </p:nvPr>
        </p:nvSpPr>
        <p:spPr bwMode="auto"/>
        <p:txBody>
          <a:bodyPr/>
          <a:lstStyle/>
          <a:p>
            <a:pPr>
              <a:defRPr/>
            </a:pPr>
            <a:fld id="{1F0CF1FC-3401-5F66-1687-747F5BB6F5D1}" type="slidenum">
              <a:rPr/>
              <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602016" name="Slide Image Placeholder 1"/>
          <p:cNvSpPr>
            <a:spLocks noChangeAspect="1" noGrp="1" noRot="1"/>
          </p:cNvSpPr>
          <p:nvPr>
            <p:ph type="sldImg"/>
          </p:nvPr>
        </p:nvSpPr>
        <p:spPr bwMode="auto"/>
      </p:sp>
      <p:sp>
        <p:nvSpPr>
          <p:cNvPr id="1912528284" name="Notes Placeholder 2"/>
          <p:cNvSpPr>
            <a:spLocks noGrp="1"/>
          </p:cNvSpPr>
          <p:nvPr>
            <p:ph type="body" idx="1"/>
          </p:nvPr>
        </p:nvSpPr>
        <p:spPr bwMode="auto"/>
        <p:txBody>
          <a:bodyPr/>
          <a:lstStyle/>
          <a:p>
            <a:pPr>
              <a:defRPr/>
            </a:pPr>
            <a:endParaRPr/>
          </a:p>
        </p:txBody>
      </p:sp>
      <p:sp>
        <p:nvSpPr>
          <p:cNvPr id="1479331460" name="Slide Number Placeholder 3"/>
          <p:cNvSpPr>
            <a:spLocks noGrp="1"/>
          </p:cNvSpPr>
          <p:nvPr>
            <p:ph type="sldNum" sz="quarter" idx="10"/>
          </p:nvPr>
        </p:nvSpPr>
        <p:spPr bwMode="auto"/>
        <p:txBody>
          <a:bodyPr/>
          <a:lstStyle/>
          <a:p>
            <a:pPr>
              <a:defRPr/>
            </a:pPr>
            <a:fld id="{E820E706-D256-E63B-0C75-706309155F93}" type="slidenum">
              <a:rPr/>
              <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3868034" name="Slide Image Placeholder 1"/>
          <p:cNvSpPr>
            <a:spLocks noChangeAspect="1" noGrp="1" noRot="1"/>
          </p:cNvSpPr>
          <p:nvPr>
            <p:ph type="sldImg"/>
          </p:nvPr>
        </p:nvSpPr>
        <p:spPr bwMode="auto"/>
      </p:sp>
      <p:sp>
        <p:nvSpPr>
          <p:cNvPr id="1739115466" name="Notes Placeholder 2"/>
          <p:cNvSpPr>
            <a:spLocks noGrp="1"/>
          </p:cNvSpPr>
          <p:nvPr>
            <p:ph type="body" idx="1"/>
          </p:nvPr>
        </p:nvSpPr>
        <p:spPr bwMode="auto"/>
        <p:txBody>
          <a:bodyPr/>
          <a:lstStyle/>
          <a:p>
            <a:pPr>
              <a:defRPr/>
            </a:pPr>
            <a:endParaRPr/>
          </a:p>
        </p:txBody>
      </p:sp>
      <p:sp>
        <p:nvSpPr>
          <p:cNvPr id="1324796588" name="Slide Number Placeholder 3"/>
          <p:cNvSpPr>
            <a:spLocks noGrp="1"/>
          </p:cNvSpPr>
          <p:nvPr>
            <p:ph type="sldNum" sz="quarter" idx="10"/>
          </p:nvPr>
        </p:nvSpPr>
        <p:spPr bwMode="auto"/>
        <p:txBody>
          <a:bodyPr/>
          <a:lstStyle/>
          <a:p>
            <a:pPr>
              <a:defRPr/>
            </a:pPr>
            <a:fld id="{61B1688A-4A24-A9DE-E8D5-11EF2820979B}" type="slidenum">
              <a:rPr/>
              <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79866307" name="Slide Image Placeholder 1"/>
          <p:cNvSpPr>
            <a:spLocks noChangeAspect="1" noGrp="1" noRot="1"/>
          </p:cNvSpPr>
          <p:nvPr>
            <p:ph type="sldImg"/>
          </p:nvPr>
        </p:nvSpPr>
        <p:spPr bwMode="auto"/>
      </p:sp>
      <p:sp>
        <p:nvSpPr>
          <p:cNvPr id="1347903847" name="Notes Placeholder 2"/>
          <p:cNvSpPr>
            <a:spLocks noGrp="1"/>
          </p:cNvSpPr>
          <p:nvPr>
            <p:ph type="body" idx="1"/>
          </p:nvPr>
        </p:nvSpPr>
        <p:spPr bwMode="auto"/>
        <p:txBody>
          <a:bodyPr/>
          <a:lstStyle/>
          <a:p>
            <a:pPr>
              <a:defRPr/>
            </a:pPr>
            <a:endParaRPr/>
          </a:p>
        </p:txBody>
      </p:sp>
      <p:sp>
        <p:nvSpPr>
          <p:cNvPr id="1832316256" name="Slide Number Placeholder 3"/>
          <p:cNvSpPr>
            <a:spLocks noGrp="1"/>
          </p:cNvSpPr>
          <p:nvPr>
            <p:ph type="sldNum" sz="quarter" idx="10"/>
          </p:nvPr>
        </p:nvSpPr>
        <p:spPr bwMode="auto"/>
        <p:txBody>
          <a:bodyPr/>
          <a:lstStyle/>
          <a:p>
            <a:pPr>
              <a:defRPr/>
            </a:pPr>
            <a:fld id="{5AF96F47-3D75-628A-7225-3D6D257E195E}" type="slidenum">
              <a:rPr/>
              <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0139818" name="Slide Image Placeholder 1"/>
          <p:cNvSpPr>
            <a:spLocks noChangeAspect="1" noGrp="1" noRot="1"/>
          </p:cNvSpPr>
          <p:nvPr>
            <p:ph type="sldImg"/>
          </p:nvPr>
        </p:nvSpPr>
        <p:spPr bwMode="auto"/>
      </p:sp>
      <p:sp>
        <p:nvSpPr>
          <p:cNvPr id="1804584657" name="Notes Placeholder 2"/>
          <p:cNvSpPr>
            <a:spLocks noGrp="1"/>
          </p:cNvSpPr>
          <p:nvPr>
            <p:ph type="body" idx="1"/>
          </p:nvPr>
        </p:nvSpPr>
        <p:spPr bwMode="auto"/>
        <p:txBody>
          <a:bodyPr/>
          <a:lstStyle/>
          <a:p>
            <a:pPr>
              <a:defRPr/>
            </a:pPr>
            <a:endParaRPr/>
          </a:p>
        </p:txBody>
      </p:sp>
      <p:sp>
        <p:nvSpPr>
          <p:cNvPr id="725758124" name="Slide Number Placeholder 3"/>
          <p:cNvSpPr>
            <a:spLocks noGrp="1"/>
          </p:cNvSpPr>
          <p:nvPr>
            <p:ph type="sldNum" sz="quarter" idx="10"/>
          </p:nvPr>
        </p:nvSpPr>
        <p:spPr bwMode="auto"/>
        <p:txBody>
          <a:bodyPr/>
          <a:lstStyle/>
          <a:p>
            <a:pPr>
              <a:defRPr/>
            </a:pPr>
            <a:fld id="{F75ABE1E-764B-F425-3391-598B8B461FDD}" type="slidenum">
              <a:rPr/>
              <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35263591" name="Slide Image Placeholder 1"/>
          <p:cNvSpPr>
            <a:spLocks noChangeAspect="1" noGrp="1" noRot="1"/>
          </p:cNvSpPr>
          <p:nvPr>
            <p:ph type="sldImg"/>
          </p:nvPr>
        </p:nvSpPr>
        <p:spPr bwMode="auto"/>
      </p:sp>
      <p:sp>
        <p:nvSpPr>
          <p:cNvPr id="1534749562" name="Notes Placeholder 2"/>
          <p:cNvSpPr>
            <a:spLocks noGrp="1"/>
          </p:cNvSpPr>
          <p:nvPr>
            <p:ph type="body" idx="1"/>
          </p:nvPr>
        </p:nvSpPr>
        <p:spPr bwMode="auto"/>
        <p:txBody>
          <a:bodyPr/>
          <a:lstStyle/>
          <a:p>
            <a:pPr>
              <a:defRPr/>
            </a:pPr>
            <a:endParaRPr/>
          </a:p>
        </p:txBody>
      </p:sp>
      <p:sp>
        <p:nvSpPr>
          <p:cNvPr id="456460880" name="Slide Number Placeholder 3"/>
          <p:cNvSpPr>
            <a:spLocks noGrp="1"/>
          </p:cNvSpPr>
          <p:nvPr>
            <p:ph type="sldNum" sz="quarter" idx="10"/>
          </p:nvPr>
        </p:nvSpPr>
        <p:spPr bwMode="auto"/>
        <p:txBody>
          <a:bodyPr/>
          <a:lstStyle/>
          <a:p>
            <a:pPr>
              <a:defRPr/>
            </a:pPr>
            <a:fld id="{AA8DE568-97B0-9929-DEC1-7CBD6BC5D270}" type="slidenum">
              <a:rPr/>
              <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47354528" name="Slide Image Placeholder 1"/>
          <p:cNvSpPr>
            <a:spLocks noChangeAspect="1" noGrp="1" noRot="1"/>
          </p:cNvSpPr>
          <p:nvPr>
            <p:ph type="sldImg"/>
          </p:nvPr>
        </p:nvSpPr>
        <p:spPr bwMode="auto"/>
      </p:sp>
      <p:sp>
        <p:nvSpPr>
          <p:cNvPr id="761127963" name="Notes Placeholder 2"/>
          <p:cNvSpPr>
            <a:spLocks noGrp="1"/>
          </p:cNvSpPr>
          <p:nvPr>
            <p:ph type="body" idx="1"/>
          </p:nvPr>
        </p:nvSpPr>
        <p:spPr bwMode="auto"/>
        <p:txBody>
          <a:bodyPr/>
          <a:lstStyle/>
          <a:p>
            <a:pPr>
              <a:defRPr/>
            </a:pPr>
            <a:endParaRPr/>
          </a:p>
        </p:txBody>
      </p:sp>
      <p:sp>
        <p:nvSpPr>
          <p:cNvPr id="891800603" name="Slide Number Placeholder 3"/>
          <p:cNvSpPr>
            <a:spLocks noGrp="1"/>
          </p:cNvSpPr>
          <p:nvPr>
            <p:ph type="sldNum" sz="quarter" idx="10"/>
          </p:nvPr>
        </p:nvSpPr>
        <p:spPr bwMode="auto"/>
        <p:txBody>
          <a:bodyPr/>
          <a:lstStyle/>
          <a:p>
            <a:pPr>
              <a:defRPr/>
            </a:pPr>
            <a:fld id="{67D6FF70-89BB-82B1-17DA-D1DCA74758D8}" type="slidenum">
              <a:rPr/>
              <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0254202" name="Slide Image Placeholder 1"/>
          <p:cNvSpPr>
            <a:spLocks noChangeAspect="1" noGrp="1" noRot="1"/>
          </p:cNvSpPr>
          <p:nvPr>
            <p:ph type="sldImg"/>
          </p:nvPr>
        </p:nvSpPr>
        <p:spPr bwMode="auto"/>
      </p:sp>
      <p:sp>
        <p:nvSpPr>
          <p:cNvPr id="1656889660" name="Notes Placeholder 2"/>
          <p:cNvSpPr>
            <a:spLocks noGrp="1"/>
          </p:cNvSpPr>
          <p:nvPr>
            <p:ph type="body" idx="1"/>
          </p:nvPr>
        </p:nvSpPr>
        <p:spPr bwMode="auto"/>
        <p:txBody>
          <a:bodyPr/>
          <a:lstStyle/>
          <a:p>
            <a:pPr>
              <a:defRPr/>
            </a:pPr>
            <a:endParaRPr/>
          </a:p>
        </p:txBody>
      </p:sp>
      <p:sp>
        <p:nvSpPr>
          <p:cNvPr id="1496904130" name="Slide Number Placeholder 3"/>
          <p:cNvSpPr>
            <a:spLocks noGrp="1"/>
          </p:cNvSpPr>
          <p:nvPr>
            <p:ph type="sldNum" sz="quarter" idx="10"/>
          </p:nvPr>
        </p:nvSpPr>
        <p:spPr bwMode="auto"/>
        <p:txBody>
          <a:bodyPr/>
          <a:lstStyle/>
          <a:p>
            <a:pPr>
              <a:defRPr/>
            </a:pPr>
            <a:fld id="{D3D1B874-9CC0-4429-5FF7-FC67A3C3FD72}" type="slidenum">
              <a:rPr/>
              <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17642627" name="Slide Image Placeholder 1"/>
          <p:cNvSpPr>
            <a:spLocks noChangeAspect="1" noGrp="1" noRot="1"/>
          </p:cNvSpPr>
          <p:nvPr>
            <p:ph type="sldImg"/>
          </p:nvPr>
        </p:nvSpPr>
        <p:spPr bwMode="auto"/>
      </p:sp>
      <p:sp>
        <p:nvSpPr>
          <p:cNvPr id="511396513" name="Notes Placeholder 2"/>
          <p:cNvSpPr>
            <a:spLocks noGrp="1"/>
          </p:cNvSpPr>
          <p:nvPr>
            <p:ph type="body" idx="1"/>
          </p:nvPr>
        </p:nvSpPr>
        <p:spPr bwMode="auto"/>
        <p:txBody>
          <a:bodyPr/>
          <a:lstStyle/>
          <a:p>
            <a:pPr>
              <a:defRPr/>
            </a:pPr>
            <a:endParaRPr/>
          </a:p>
        </p:txBody>
      </p:sp>
      <p:sp>
        <p:nvSpPr>
          <p:cNvPr id="219031650" name="Slide Number Placeholder 3"/>
          <p:cNvSpPr>
            <a:spLocks noGrp="1"/>
          </p:cNvSpPr>
          <p:nvPr>
            <p:ph type="sldNum" sz="quarter" idx="10"/>
          </p:nvPr>
        </p:nvSpPr>
        <p:spPr bwMode="auto"/>
        <p:txBody>
          <a:bodyPr/>
          <a:lstStyle/>
          <a:p>
            <a:pPr>
              <a:defRPr/>
            </a:pPr>
            <a:fld id="{C65434F9-E3D3-DB90-E93A-1D223BF901B0}" type="slidenum">
              <a:rPr/>
              <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7939734" name="Slide Image Placeholder 1"/>
          <p:cNvSpPr>
            <a:spLocks noChangeAspect="1" noGrp="1" noRot="1"/>
          </p:cNvSpPr>
          <p:nvPr>
            <p:ph type="sldImg"/>
          </p:nvPr>
        </p:nvSpPr>
        <p:spPr bwMode="auto"/>
      </p:sp>
      <p:sp>
        <p:nvSpPr>
          <p:cNvPr id="1957360403" name="Notes Placeholder 2"/>
          <p:cNvSpPr>
            <a:spLocks noGrp="1"/>
          </p:cNvSpPr>
          <p:nvPr>
            <p:ph type="body" idx="1"/>
          </p:nvPr>
        </p:nvSpPr>
        <p:spPr bwMode="auto"/>
        <p:txBody>
          <a:bodyPr/>
          <a:lstStyle/>
          <a:p>
            <a:pPr>
              <a:defRPr/>
            </a:pPr>
            <a:endParaRPr/>
          </a:p>
        </p:txBody>
      </p:sp>
      <p:sp>
        <p:nvSpPr>
          <p:cNvPr id="1118774055" name="Slide Number Placeholder 3"/>
          <p:cNvSpPr>
            <a:spLocks noGrp="1"/>
          </p:cNvSpPr>
          <p:nvPr>
            <p:ph type="sldNum" sz="quarter" idx="10"/>
          </p:nvPr>
        </p:nvSpPr>
        <p:spPr bwMode="auto"/>
        <p:txBody>
          <a:bodyPr/>
          <a:lstStyle/>
          <a:p>
            <a:pPr>
              <a:defRPr/>
            </a:pPr>
            <a:fld id="{5D6F7208-4509-16B4-8EF9-ADC2C49B49EF}" type="slidenum">
              <a:rPr/>
              <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16834477" name="Slide Image Placeholder 1"/>
          <p:cNvSpPr>
            <a:spLocks noChangeAspect="1" noGrp="1" noRot="1"/>
          </p:cNvSpPr>
          <p:nvPr>
            <p:ph type="sldImg"/>
          </p:nvPr>
        </p:nvSpPr>
        <p:spPr bwMode="auto"/>
      </p:sp>
      <p:sp>
        <p:nvSpPr>
          <p:cNvPr id="1109965242" name="Notes Placeholder 2"/>
          <p:cNvSpPr>
            <a:spLocks noGrp="1"/>
          </p:cNvSpPr>
          <p:nvPr>
            <p:ph type="body" idx="1"/>
          </p:nvPr>
        </p:nvSpPr>
        <p:spPr bwMode="auto"/>
        <p:txBody>
          <a:bodyPr/>
          <a:lstStyle/>
          <a:p>
            <a:pPr>
              <a:defRPr/>
            </a:pPr>
            <a:endParaRPr/>
          </a:p>
        </p:txBody>
      </p:sp>
      <p:sp>
        <p:nvSpPr>
          <p:cNvPr id="276781704" name="Slide Number Placeholder 3"/>
          <p:cNvSpPr>
            <a:spLocks noGrp="1"/>
          </p:cNvSpPr>
          <p:nvPr>
            <p:ph type="sldNum" sz="quarter" idx="10"/>
          </p:nvPr>
        </p:nvSpPr>
        <p:spPr bwMode="auto"/>
        <p:txBody>
          <a:bodyPr/>
          <a:lstStyle/>
          <a:p>
            <a:pPr>
              <a:defRPr/>
            </a:pPr>
            <a:fld id="{01A26031-1666-FFA0-1343-10117A0A8A1E}" type="slidenum">
              <a:rPr/>
              <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5795523" name="Slide Image Placeholder 1"/>
          <p:cNvSpPr>
            <a:spLocks noChangeAspect="1" noGrp="1" noRot="1"/>
          </p:cNvSpPr>
          <p:nvPr>
            <p:ph type="sldImg"/>
          </p:nvPr>
        </p:nvSpPr>
        <p:spPr bwMode="auto"/>
      </p:sp>
      <p:sp>
        <p:nvSpPr>
          <p:cNvPr id="625480591" name="Notes Placeholder 2"/>
          <p:cNvSpPr>
            <a:spLocks noGrp="1"/>
          </p:cNvSpPr>
          <p:nvPr>
            <p:ph type="body" idx="1"/>
          </p:nvPr>
        </p:nvSpPr>
        <p:spPr bwMode="auto"/>
        <p:txBody>
          <a:bodyPr/>
          <a:lstStyle/>
          <a:p>
            <a:pPr>
              <a:defRPr/>
            </a:pPr>
            <a:endParaRPr/>
          </a:p>
        </p:txBody>
      </p:sp>
      <p:sp>
        <p:nvSpPr>
          <p:cNvPr id="1948794253" name="Slide Number Placeholder 3"/>
          <p:cNvSpPr>
            <a:spLocks noGrp="1"/>
          </p:cNvSpPr>
          <p:nvPr>
            <p:ph type="sldNum" sz="quarter" idx="10"/>
          </p:nvPr>
        </p:nvSpPr>
        <p:spPr bwMode="auto"/>
        <p:txBody>
          <a:bodyPr/>
          <a:lstStyle/>
          <a:p>
            <a:pPr>
              <a:defRPr/>
            </a:pPr>
            <a:fld id="{67F023A4-E3E3-6195-88ED-53EC821D2997}" type="slidenum">
              <a:rPr/>
              <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9622150" name="Slide Image Placeholder 1"/>
          <p:cNvSpPr>
            <a:spLocks noChangeAspect="1" noGrp="1" noRot="1"/>
          </p:cNvSpPr>
          <p:nvPr>
            <p:ph type="sldImg"/>
          </p:nvPr>
        </p:nvSpPr>
        <p:spPr bwMode="auto"/>
      </p:sp>
      <p:sp>
        <p:nvSpPr>
          <p:cNvPr id="740247287" name="Notes Placeholder 2"/>
          <p:cNvSpPr>
            <a:spLocks noGrp="1"/>
          </p:cNvSpPr>
          <p:nvPr>
            <p:ph type="body" idx="1"/>
          </p:nvPr>
        </p:nvSpPr>
        <p:spPr bwMode="auto"/>
        <p:txBody>
          <a:bodyPr/>
          <a:lstStyle/>
          <a:p>
            <a:pPr>
              <a:defRPr/>
            </a:pPr>
            <a:endParaRPr/>
          </a:p>
        </p:txBody>
      </p:sp>
      <p:sp>
        <p:nvSpPr>
          <p:cNvPr id="278391773" name="Slide Number Placeholder 3"/>
          <p:cNvSpPr>
            <a:spLocks noGrp="1"/>
          </p:cNvSpPr>
          <p:nvPr>
            <p:ph type="sldNum" sz="quarter" idx="10"/>
          </p:nvPr>
        </p:nvSpPr>
        <p:spPr bwMode="auto"/>
        <p:txBody>
          <a:bodyPr/>
          <a:lstStyle/>
          <a:p>
            <a:pPr>
              <a:defRPr/>
            </a:pPr>
            <a:fld id="{14C3DA3E-F2DA-2C64-8E0F-319E878795B9}" type="slidenum">
              <a:rPr/>
              <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5422049" name="Slide Image Placeholder 1"/>
          <p:cNvSpPr>
            <a:spLocks noChangeAspect="1" noGrp="1" noRot="1"/>
          </p:cNvSpPr>
          <p:nvPr>
            <p:ph type="sldImg"/>
          </p:nvPr>
        </p:nvSpPr>
        <p:spPr bwMode="auto"/>
      </p:sp>
      <p:sp>
        <p:nvSpPr>
          <p:cNvPr id="356464489" name="Notes Placeholder 2"/>
          <p:cNvSpPr>
            <a:spLocks noGrp="1"/>
          </p:cNvSpPr>
          <p:nvPr>
            <p:ph type="body" idx="1"/>
          </p:nvPr>
        </p:nvSpPr>
        <p:spPr bwMode="auto"/>
        <p:txBody>
          <a:bodyPr/>
          <a:lstStyle/>
          <a:p>
            <a:pPr>
              <a:defRPr/>
            </a:pPr>
            <a:endParaRPr/>
          </a:p>
        </p:txBody>
      </p:sp>
      <p:sp>
        <p:nvSpPr>
          <p:cNvPr id="1246232195" name="Slide Number Placeholder 3"/>
          <p:cNvSpPr>
            <a:spLocks noGrp="1"/>
          </p:cNvSpPr>
          <p:nvPr>
            <p:ph type="sldNum" sz="quarter" idx="10"/>
          </p:nvPr>
        </p:nvSpPr>
        <p:spPr bwMode="auto"/>
        <p:txBody>
          <a:bodyPr/>
          <a:lstStyle/>
          <a:p>
            <a:pPr>
              <a:defRPr/>
            </a:pPr>
            <a:fld id="{CB466F95-1D03-2B53-5C37-61A286478723}" type="slidenum">
              <a:rPr/>
              <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4479592" name="Slide Image Placeholder 1"/>
          <p:cNvSpPr>
            <a:spLocks noChangeAspect="1" noGrp="1" noRot="1"/>
          </p:cNvSpPr>
          <p:nvPr>
            <p:ph type="sldImg"/>
          </p:nvPr>
        </p:nvSpPr>
        <p:spPr bwMode="auto"/>
      </p:sp>
      <p:sp>
        <p:nvSpPr>
          <p:cNvPr id="783295339" name="Notes Placeholder 2"/>
          <p:cNvSpPr>
            <a:spLocks noGrp="1"/>
          </p:cNvSpPr>
          <p:nvPr>
            <p:ph type="body" idx="1"/>
          </p:nvPr>
        </p:nvSpPr>
        <p:spPr bwMode="auto"/>
        <p:txBody>
          <a:bodyPr/>
          <a:lstStyle/>
          <a:p>
            <a:pPr>
              <a:defRPr/>
            </a:pPr>
            <a:endParaRPr/>
          </a:p>
        </p:txBody>
      </p:sp>
      <p:sp>
        <p:nvSpPr>
          <p:cNvPr id="1084225759" name="Slide Number Placeholder 3"/>
          <p:cNvSpPr>
            <a:spLocks noGrp="1"/>
          </p:cNvSpPr>
          <p:nvPr>
            <p:ph type="sldNum" sz="quarter" idx="10"/>
          </p:nvPr>
        </p:nvSpPr>
        <p:spPr bwMode="auto"/>
        <p:txBody>
          <a:bodyPr/>
          <a:lstStyle/>
          <a:p>
            <a:pPr>
              <a:defRPr/>
            </a:pPr>
            <a:fld id="{AC0A40C7-AB34-D7E9-E511-577CCB0FD391}" type="slidenum">
              <a:rPr/>
              <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21766811" name="Slide Image Placeholder 1"/>
          <p:cNvSpPr>
            <a:spLocks noChangeAspect="1" noGrp="1" noRot="1"/>
          </p:cNvSpPr>
          <p:nvPr>
            <p:ph type="sldImg"/>
          </p:nvPr>
        </p:nvSpPr>
        <p:spPr bwMode="auto"/>
      </p:sp>
      <p:sp>
        <p:nvSpPr>
          <p:cNvPr id="1815805737" name="Notes Placeholder 2"/>
          <p:cNvSpPr>
            <a:spLocks noGrp="1"/>
          </p:cNvSpPr>
          <p:nvPr>
            <p:ph type="body" idx="1"/>
          </p:nvPr>
        </p:nvSpPr>
        <p:spPr bwMode="auto"/>
        <p:txBody>
          <a:bodyPr/>
          <a:lstStyle/>
          <a:p>
            <a:pPr>
              <a:defRPr/>
            </a:pPr>
            <a:endParaRPr/>
          </a:p>
        </p:txBody>
      </p:sp>
      <p:sp>
        <p:nvSpPr>
          <p:cNvPr id="235529095" name="Slide Number Placeholder 3"/>
          <p:cNvSpPr>
            <a:spLocks noGrp="1"/>
          </p:cNvSpPr>
          <p:nvPr>
            <p:ph type="sldNum" sz="quarter" idx="10"/>
          </p:nvPr>
        </p:nvSpPr>
        <p:spPr bwMode="auto"/>
        <p:txBody>
          <a:bodyPr/>
          <a:lstStyle/>
          <a:p>
            <a:pPr>
              <a:defRPr/>
            </a:pPr>
            <a:fld id="{D89237B5-1CB3-7EDD-7250-D1A1602C7E93}" type="slidenum">
              <a:rPr/>
              <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5448411" name="Slide Image Placeholder 1"/>
          <p:cNvSpPr>
            <a:spLocks noChangeAspect="1" noGrp="1" noRot="1"/>
          </p:cNvSpPr>
          <p:nvPr>
            <p:ph type="sldImg"/>
          </p:nvPr>
        </p:nvSpPr>
        <p:spPr bwMode="auto"/>
      </p:sp>
      <p:sp>
        <p:nvSpPr>
          <p:cNvPr id="1239057448" name="Notes Placeholder 2"/>
          <p:cNvSpPr>
            <a:spLocks noGrp="1"/>
          </p:cNvSpPr>
          <p:nvPr>
            <p:ph type="body" idx="1"/>
          </p:nvPr>
        </p:nvSpPr>
        <p:spPr bwMode="auto"/>
        <p:txBody>
          <a:bodyPr/>
          <a:lstStyle/>
          <a:p>
            <a:pPr>
              <a:defRPr/>
            </a:pPr>
            <a:endParaRPr/>
          </a:p>
        </p:txBody>
      </p:sp>
      <p:sp>
        <p:nvSpPr>
          <p:cNvPr id="204967566" name="Slide Number Placeholder 3"/>
          <p:cNvSpPr>
            <a:spLocks noGrp="1"/>
          </p:cNvSpPr>
          <p:nvPr>
            <p:ph type="sldNum" sz="quarter" idx="10"/>
          </p:nvPr>
        </p:nvSpPr>
        <p:spPr bwMode="auto"/>
        <p:txBody>
          <a:bodyPr/>
          <a:lstStyle/>
          <a:p>
            <a:pPr>
              <a:defRPr/>
            </a:pPr>
            <a:fld id="{6A382380-19A7-A1A0-EEAC-E3B9E43D5E6F}" type="slidenum">
              <a:rPr/>
              <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9902783" name="Slide Image Placeholder 1"/>
          <p:cNvSpPr>
            <a:spLocks noChangeAspect="1" noGrp="1" noRot="1"/>
          </p:cNvSpPr>
          <p:nvPr>
            <p:ph type="sldImg"/>
          </p:nvPr>
        </p:nvSpPr>
        <p:spPr bwMode="auto"/>
      </p:sp>
      <p:sp>
        <p:nvSpPr>
          <p:cNvPr id="29311879" name="Notes Placeholder 2"/>
          <p:cNvSpPr>
            <a:spLocks noGrp="1"/>
          </p:cNvSpPr>
          <p:nvPr>
            <p:ph type="body" idx="1"/>
          </p:nvPr>
        </p:nvSpPr>
        <p:spPr bwMode="auto"/>
        <p:txBody>
          <a:bodyPr/>
          <a:lstStyle/>
          <a:p>
            <a:pPr>
              <a:defRPr/>
            </a:pPr>
            <a:endParaRPr/>
          </a:p>
        </p:txBody>
      </p:sp>
      <p:sp>
        <p:nvSpPr>
          <p:cNvPr id="949617625" name="Slide Number Placeholder 3"/>
          <p:cNvSpPr>
            <a:spLocks noGrp="1"/>
          </p:cNvSpPr>
          <p:nvPr>
            <p:ph type="sldNum" sz="quarter" idx="10"/>
          </p:nvPr>
        </p:nvSpPr>
        <p:spPr bwMode="auto"/>
        <p:txBody>
          <a:bodyPr/>
          <a:lstStyle/>
          <a:p>
            <a:pPr>
              <a:defRPr/>
            </a:pPr>
            <a:fld id="{2A7702FD-7905-BDC6-4203-F59B61CEB9B8}" type="slidenum">
              <a:rPr/>
              <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30908105" name="Slide Image Placeholder 1"/>
          <p:cNvSpPr>
            <a:spLocks noChangeAspect="1" noGrp="1" noRot="1"/>
          </p:cNvSpPr>
          <p:nvPr>
            <p:ph type="sldImg"/>
          </p:nvPr>
        </p:nvSpPr>
        <p:spPr bwMode="auto"/>
      </p:sp>
      <p:sp>
        <p:nvSpPr>
          <p:cNvPr id="107099537" name="Notes Placeholder 2"/>
          <p:cNvSpPr>
            <a:spLocks noGrp="1"/>
          </p:cNvSpPr>
          <p:nvPr>
            <p:ph type="body" idx="1"/>
          </p:nvPr>
        </p:nvSpPr>
        <p:spPr bwMode="auto"/>
        <p:txBody>
          <a:bodyPr/>
          <a:lstStyle/>
          <a:p>
            <a:pPr>
              <a:defRPr/>
            </a:pPr>
            <a:endParaRPr/>
          </a:p>
        </p:txBody>
      </p:sp>
      <p:sp>
        <p:nvSpPr>
          <p:cNvPr id="880910517" name="Slide Number Placeholder 3"/>
          <p:cNvSpPr>
            <a:spLocks noGrp="1"/>
          </p:cNvSpPr>
          <p:nvPr>
            <p:ph type="sldNum" sz="quarter" idx="10"/>
          </p:nvPr>
        </p:nvSpPr>
        <p:spPr bwMode="auto"/>
        <p:txBody>
          <a:bodyPr/>
          <a:lstStyle/>
          <a:p>
            <a:pPr>
              <a:defRPr/>
            </a:pPr>
            <a:fld id="{C729BA4D-F7B8-24AB-4D7A-E413A5FFAA82}" type="slidenum">
              <a:rPr/>
              <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9281538" name="Slide Image Placeholder 1"/>
          <p:cNvSpPr>
            <a:spLocks noChangeAspect="1" noGrp="1" noRot="1"/>
          </p:cNvSpPr>
          <p:nvPr>
            <p:ph type="sldImg"/>
          </p:nvPr>
        </p:nvSpPr>
        <p:spPr bwMode="auto"/>
      </p:sp>
      <p:sp>
        <p:nvSpPr>
          <p:cNvPr id="829870333" name="Notes Placeholder 2"/>
          <p:cNvSpPr>
            <a:spLocks noGrp="1"/>
          </p:cNvSpPr>
          <p:nvPr>
            <p:ph type="body" idx="1"/>
          </p:nvPr>
        </p:nvSpPr>
        <p:spPr bwMode="auto"/>
        <p:txBody>
          <a:bodyPr/>
          <a:lstStyle/>
          <a:p>
            <a:pPr>
              <a:defRPr/>
            </a:pPr>
            <a:endParaRPr/>
          </a:p>
        </p:txBody>
      </p:sp>
      <p:sp>
        <p:nvSpPr>
          <p:cNvPr id="1627807772" name="Slide Number Placeholder 3"/>
          <p:cNvSpPr>
            <a:spLocks noGrp="1"/>
          </p:cNvSpPr>
          <p:nvPr>
            <p:ph type="sldNum" sz="quarter" idx="10"/>
          </p:nvPr>
        </p:nvSpPr>
        <p:spPr bwMode="auto"/>
        <p:txBody>
          <a:bodyPr/>
          <a:lstStyle/>
          <a:p>
            <a:pPr>
              <a:defRPr/>
            </a:pPr>
            <a:fld id="{BE4927C6-D97B-436B-C8A7-AFE8CEC3A683}" type="slidenum">
              <a:rPr/>
              <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6324387" name="Slide Image Placeholder 1"/>
          <p:cNvSpPr>
            <a:spLocks noChangeAspect="1" noGrp="1" noRot="1"/>
          </p:cNvSpPr>
          <p:nvPr>
            <p:ph type="sldImg"/>
          </p:nvPr>
        </p:nvSpPr>
        <p:spPr bwMode="auto"/>
      </p:sp>
      <p:sp>
        <p:nvSpPr>
          <p:cNvPr id="399627715" name="Notes Placeholder 2"/>
          <p:cNvSpPr>
            <a:spLocks noGrp="1"/>
          </p:cNvSpPr>
          <p:nvPr>
            <p:ph type="body" idx="1"/>
          </p:nvPr>
        </p:nvSpPr>
        <p:spPr bwMode="auto"/>
        <p:txBody>
          <a:bodyPr/>
          <a:lstStyle/>
          <a:p>
            <a:pPr>
              <a:defRPr/>
            </a:pPr>
            <a:endParaRPr/>
          </a:p>
        </p:txBody>
      </p:sp>
      <p:sp>
        <p:nvSpPr>
          <p:cNvPr id="684634988" name="Slide Number Placeholder 3"/>
          <p:cNvSpPr>
            <a:spLocks noGrp="1"/>
          </p:cNvSpPr>
          <p:nvPr>
            <p:ph type="sldNum" sz="quarter" idx="10"/>
          </p:nvPr>
        </p:nvSpPr>
        <p:spPr bwMode="auto"/>
        <p:txBody>
          <a:bodyPr/>
          <a:lstStyle/>
          <a:p>
            <a:pPr>
              <a:defRPr/>
            </a:pPr>
            <a:fld id="{154E0709-468D-4CCD-4EDF-4432F5A849A0}" type="slidenum">
              <a:rPr/>
              <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4677275" name="Slide Image Placeholder 1"/>
          <p:cNvSpPr>
            <a:spLocks noChangeAspect="1" noGrp="1" noRot="1"/>
          </p:cNvSpPr>
          <p:nvPr>
            <p:ph type="sldImg"/>
          </p:nvPr>
        </p:nvSpPr>
        <p:spPr bwMode="auto"/>
      </p:sp>
      <p:sp>
        <p:nvSpPr>
          <p:cNvPr id="1300619260" name="Notes Placeholder 2"/>
          <p:cNvSpPr>
            <a:spLocks noGrp="1"/>
          </p:cNvSpPr>
          <p:nvPr>
            <p:ph type="body" idx="1"/>
          </p:nvPr>
        </p:nvSpPr>
        <p:spPr bwMode="auto"/>
        <p:txBody>
          <a:bodyPr/>
          <a:lstStyle/>
          <a:p>
            <a:pPr>
              <a:defRPr/>
            </a:pPr>
            <a:endParaRPr/>
          </a:p>
        </p:txBody>
      </p:sp>
      <p:sp>
        <p:nvSpPr>
          <p:cNvPr id="1633749029" name="Slide Number Placeholder 3"/>
          <p:cNvSpPr>
            <a:spLocks noGrp="1"/>
          </p:cNvSpPr>
          <p:nvPr>
            <p:ph type="sldNum" sz="quarter" idx="10"/>
          </p:nvPr>
        </p:nvSpPr>
        <p:spPr bwMode="auto"/>
        <p:txBody>
          <a:bodyPr/>
          <a:lstStyle/>
          <a:p>
            <a:pPr>
              <a:defRPr/>
            </a:pPr>
            <a:fld id="{9D58AC18-380E-66F2-7AE2-BD7F602DECD9}" type="slidenum">
              <a:rPr/>
              <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17537935" name="Slide Image Placeholder 1"/>
          <p:cNvSpPr>
            <a:spLocks noChangeAspect="1" noGrp="1" noRot="1"/>
          </p:cNvSpPr>
          <p:nvPr>
            <p:ph type="sldImg"/>
          </p:nvPr>
        </p:nvSpPr>
        <p:spPr bwMode="auto"/>
      </p:sp>
      <p:sp>
        <p:nvSpPr>
          <p:cNvPr id="1943896651" name="Notes Placeholder 2"/>
          <p:cNvSpPr>
            <a:spLocks noGrp="1"/>
          </p:cNvSpPr>
          <p:nvPr>
            <p:ph type="body" idx="1"/>
          </p:nvPr>
        </p:nvSpPr>
        <p:spPr bwMode="auto"/>
        <p:txBody>
          <a:bodyPr/>
          <a:lstStyle/>
          <a:p>
            <a:pPr>
              <a:defRPr/>
            </a:pPr>
            <a:endParaRPr/>
          </a:p>
        </p:txBody>
      </p:sp>
      <p:sp>
        <p:nvSpPr>
          <p:cNvPr id="1617124105" name="Slide Number Placeholder 3"/>
          <p:cNvSpPr>
            <a:spLocks noGrp="1"/>
          </p:cNvSpPr>
          <p:nvPr>
            <p:ph type="sldNum" sz="quarter" idx="10"/>
          </p:nvPr>
        </p:nvSpPr>
        <p:spPr bwMode="auto"/>
        <p:txBody>
          <a:bodyPr/>
          <a:lstStyle/>
          <a:p>
            <a:pPr>
              <a:defRPr/>
            </a:pPr>
            <a:fld id="{44934705-0AD6-963A-C353-5FAF7821E48E}" type="slidenum">
              <a:rPr/>
              <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77597955" name="Slide Image Placeholder 1"/>
          <p:cNvSpPr>
            <a:spLocks noChangeAspect="1" noGrp="1" noRot="1"/>
          </p:cNvSpPr>
          <p:nvPr>
            <p:ph type="sldImg"/>
          </p:nvPr>
        </p:nvSpPr>
        <p:spPr bwMode="auto"/>
      </p:sp>
      <p:sp>
        <p:nvSpPr>
          <p:cNvPr id="1905233829" name="Notes Placeholder 2"/>
          <p:cNvSpPr>
            <a:spLocks noGrp="1"/>
          </p:cNvSpPr>
          <p:nvPr>
            <p:ph type="body" idx="1"/>
          </p:nvPr>
        </p:nvSpPr>
        <p:spPr bwMode="auto"/>
        <p:txBody>
          <a:bodyPr/>
          <a:lstStyle/>
          <a:p>
            <a:pPr>
              <a:defRPr/>
            </a:pPr>
            <a:endParaRPr/>
          </a:p>
        </p:txBody>
      </p:sp>
      <p:sp>
        <p:nvSpPr>
          <p:cNvPr id="1716180609" name="Slide Number Placeholder 3"/>
          <p:cNvSpPr>
            <a:spLocks noGrp="1"/>
          </p:cNvSpPr>
          <p:nvPr>
            <p:ph type="sldNum" sz="quarter" idx="10"/>
          </p:nvPr>
        </p:nvSpPr>
        <p:spPr bwMode="auto"/>
        <p:txBody>
          <a:bodyPr/>
          <a:lstStyle/>
          <a:p>
            <a:pPr>
              <a:defRPr/>
            </a:pPr>
            <a:fld id="{A62C122E-C38D-8339-6097-2ED6C91C0541}" type="slidenum">
              <a:rPr/>
              <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3552713" name="Slide Image Placeholder 1"/>
          <p:cNvSpPr>
            <a:spLocks noChangeAspect="1" noGrp="1" noRot="1"/>
          </p:cNvSpPr>
          <p:nvPr>
            <p:ph type="sldImg"/>
          </p:nvPr>
        </p:nvSpPr>
        <p:spPr bwMode="auto"/>
      </p:sp>
      <p:sp>
        <p:nvSpPr>
          <p:cNvPr id="1780203352" name="Notes Placeholder 2"/>
          <p:cNvSpPr>
            <a:spLocks noGrp="1"/>
          </p:cNvSpPr>
          <p:nvPr>
            <p:ph type="body" idx="1"/>
          </p:nvPr>
        </p:nvSpPr>
        <p:spPr bwMode="auto"/>
        <p:txBody>
          <a:bodyPr/>
          <a:lstStyle/>
          <a:p>
            <a:pPr>
              <a:defRPr/>
            </a:pPr>
            <a:endParaRPr/>
          </a:p>
        </p:txBody>
      </p:sp>
      <p:sp>
        <p:nvSpPr>
          <p:cNvPr id="1224509775" name="Slide Number Placeholder 3"/>
          <p:cNvSpPr>
            <a:spLocks noGrp="1"/>
          </p:cNvSpPr>
          <p:nvPr>
            <p:ph type="sldNum" sz="quarter" idx="10"/>
          </p:nvPr>
        </p:nvSpPr>
        <p:spPr bwMode="auto"/>
        <p:txBody>
          <a:bodyPr/>
          <a:lstStyle/>
          <a:p>
            <a:pPr>
              <a:defRPr/>
            </a:pPr>
            <a:fld id="{73BB0AA0-5CF8-9B70-D3B9-41D789235083}" type="slidenum">
              <a:rPr/>
              <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7780361" name="Slide Image Placeholder 1"/>
          <p:cNvSpPr>
            <a:spLocks noChangeAspect="1" noGrp="1" noRot="1"/>
          </p:cNvSpPr>
          <p:nvPr>
            <p:ph type="sldImg"/>
          </p:nvPr>
        </p:nvSpPr>
        <p:spPr bwMode="auto"/>
      </p:sp>
      <p:sp>
        <p:nvSpPr>
          <p:cNvPr id="1079466640" name="Notes Placeholder 2"/>
          <p:cNvSpPr>
            <a:spLocks noGrp="1"/>
          </p:cNvSpPr>
          <p:nvPr>
            <p:ph type="body" idx="1"/>
          </p:nvPr>
        </p:nvSpPr>
        <p:spPr bwMode="auto"/>
        <p:txBody>
          <a:bodyPr/>
          <a:lstStyle/>
          <a:p>
            <a:pPr>
              <a:defRPr/>
            </a:pPr>
            <a:endParaRPr/>
          </a:p>
        </p:txBody>
      </p:sp>
      <p:sp>
        <p:nvSpPr>
          <p:cNvPr id="408675091" name="Slide Number Placeholder 3"/>
          <p:cNvSpPr>
            <a:spLocks noGrp="1"/>
          </p:cNvSpPr>
          <p:nvPr>
            <p:ph type="sldNum" sz="quarter" idx="10"/>
          </p:nvPr>
        </p:nvSpPr>
        <p:spPr bwMode="auto"/>
        <p:txBody>
          <a:bodyPr/>
          <a:lstStyle/>
          <a:p>
            <a:pPr>
              <a:defRPr/>
            </a:pPr>
            <a:fld id="{9042AC1A-8DA1-B652-2027-74938292C62E}" type="slidenum">
              <a:rPr/>
              <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1027749" name="Slide Image Placeholder 1"/>
          <p:cNvSpPr>
            <a:spLocks noChangeAspect="1" noGrp="1" noRot="1"/>
          </p:cNvSpPr>
          <p:nvPr>
            <p:ph type="sldImg"/>
          </p:nvPr>
        </p:nvSpPr>
        <p:spPr bwMode="auto"/>
      </p:sp>
      <p:sp>
        <p:nvSpPr>
          <p:cNvPr id="1971464053" name="Notes Placeholder 2"/>
          <p:cNvSpPr>
            <a:spLocks noGrp="1"/>
          </p:cNvSpPr>
          <p:nvPr>
            <p:ph type="body" idx="1"/>
          </p:nvPr>
        </p:nvSpPr>
        <p:spPr bwMode="auto"/>
        <p:txBody>
          <a:bodyPr/>
          <a:lstStyle/>
          <a:p>
            <a:pPr>
              <a:defRPr/>
            </a:pPr>
            <a:endParaRPr/>
          </a:p>
        </p:txBody>
      </p:sp>
      <p:sp>
        <p:nvSpPr>
          <p:cNvPr id="2004494988" name="Slide Number Placeholder 3"/>
          <p:cNvSpPr>
            <a:spLocks noGrp="1"/>
          </p:cNvSpPr>
          <p:nvPr>
            <p:ph type="sldNum" sz="quarter" idx="10"/>
          </p:nvPr>
        </p:nvSpPr>
        <p:spPr bwMode="auto"/>
        <p:txBody>
          <a:bodyPr/>
          <a:lstStyle/>
          <a:p>
            <a:pPr>
              <a:defRPr/>
            </a:pPr>
            <a:fld id="{BDBFD0CD-9953-DAB9-1629-83C76D32C9CF}" type="slidenum">
              <a:rPr/>
              <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658885" name="Slide Image Placeholder 1"/>
          <p:cNvSpPr>
            <a:spLocks noChangeAspect="1" noGrp="1" noRot="1"/>
          </p:cNvSpPr>
          <p:nvPr>
            <p:ph type="sldImg"/>
          </p:nvPr>
        </p:nvSpPr>
        <p:spPr bwMode="auto"/>
      </p:sp>
      <p:sp>
        <p:nvSpPr>
          <p:cNvPr id="176358956" name="Notes Placeholder 2"/>
          <p:cNvSpPr>
            <a:spLocks noGrp="1"/>
          </p:cNvSpPr>
          <p:nvPr>
            <p:ph type="body" idx="1"/>
          </p:nvPr>
        </p:nvSpPr>
        <p:spPr bwMode="auto"/>
        <p:txBody>
          <a:bodyPr/>
          <a:lstStyle/>
          <a:p>
            <a:pPr>
              <a:defRPr/>
            </a:pPr>
            <a:endParaRPr/>
          </a:p>
        </p:txBody>
      </p:sp>
      <p:sp>
        <p:nvSpPr>
          <p:cNvPr id="1982408783" name="Slide Number Placeholder 3"/>
          <p:cNvSpPr>
            <a:spLocks noGrp="1"/>
          </p:cNvSpPr>
          <p:nvPr>
            <p:ph type="sldNum" sz="quarter" idx="10"/>
          </p:nvPr>
        </p:nvSpPr>
        <p:spPr bwMode="auto"/>
        <p:txBody>
          <a:bodyPr/>
          <a:lstStyle/>
          <a:p>
            <a:pPr>
              <a:defRPr/>
            </a:pPr>
            <a:fld id="{953E527E-84B9-F204-CCC6-BF4670AEB241}" type="slidenum">
              <a:rPr/>
              <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08288620" name="Slide Image Placeholder 1"/>
          <p:cNvSpPr>
            <a:spLocks noChangeAspect="1" noGrp="1" noRot="1"/>
          </p:cNvSpPr>
          <p:nvPr>
            <p:ph type="sldImg"/>
          </p:nvPr>
        </p:nvSpPr>
        <p:spPr bwMode="auto"/>
      </p:sp>
      <p:sp>
        <p:nvSpPr>
          <p:cNvPr id="1440153816" name="Notes Placeholder 2"/>
          <p:cNvSpPr>
            <a:spLocks noGrp="1"/>
          </p:cNvSpPr>
          <p:nvPr>
            <p:ph type="body" idx="1"/>
          </p:nvPr>
        </p:nvSpPr>
        <p:spPr bwMode="auto"/>
        <p:txBody>
          <a:bodyPr/>
          <a:lstStyle/>
          <a:p>
            <a:pPr>
              <a:defRPr/>
            </a:pPr>
            <a:endParaRPr/>
          </a:p>
        </p:txBody>
      </p:sp>
      <p:sp>
        <p:nvSpPr>
          <p:cNvPr id="1682555441" name="Slide Number Placeholder 3"/>
          <p:cNvSpPr>
            <a:spLocks noGrp="1"/>
          </p:cNvSpPr>
          <p:nvPr>
            <p:ph type="sldNum" sz="quarter" idx="10"/>
          </p:nvPr>
        </p:nvSpPr>
        <p:spPr bwMode="auto"/>
        <p:txBody>
          <a:bodyPr/>
          <a:lstStyle/>
          <a:p>
            <a:pPr>
              <a:defRPr/>
            </a:pPr>
            <a:fld id="{82EC451A-0168-5998-FE7E-6B0633410CB5}" type="slidenum">
              <a:rPr/>
              <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7797474" name="Slide Image Placeholder 1"/>
          <p:cNvSpPr>
            <a:spLocks noChangeAspect="1" noGrp="1" noRot="1"/>
          </p:cNvSpPr>
          <p:nvPr>
            <p:ph type="sldImg"/>
          </p:nvPr>
        </p:nvSpPr>
        <p:spPr bwMode="auto"/>
      </p:sp>
      <p:sp>
        <p:nvSpPr>
          <p:cNvPr id="1920859199" name="Notes Placeholder 2"/>
          <p:cNvSpPr>
            <a:spLocks noGrp="1"/>
          </p:cNvSpPr>
          <p:nvPr>
            <p:ph type="body" idx="1"/>
          </p:nvPr>
        </p:nvSpPr>
        <p:spPr bwMode="auto"/>
        <p:txBody>
          <a:bodyPr/>
          <a:lstStyle/>
          <a:p>
            <a:pPr>
              <a:defRPr/>
            </a:pPr>
            <a:endParaRPr/>
          </a:p>
        </p:txBody>
      </p:sp>
      <p:sp>
        <p:nvSpPr>
          <p:cNvPr id="1218487582" name="Slide Number Placeholder 3"/>
          <p:cNvSpPr>
            <a:spLocks noGrp="1"/>
          </p:cNvSpPr>
          <p:nvPr>
            <p:ph type="sldNum" sz="quarter" idx="10"/>
          </p:nvPr>
        </p:nvSpPr>
        <p:spPr bwMode="auto"/>
        <p:txBody>
          <a:bodyPr/>
          <a:lstStyle/>
          <a:p>
            <a:pPr>
              <a:defRPr/>
            </a:pPr>
            <a:fld id="{75FCCCA1-04DB-E6CE-E5C4-4256E1EC3F79}" type="slidenum">
              <a:rPr/>
              <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7072513" name="Slide Image Placeholder 1"/>
          <p:cNvSpPr>
            <a:spLocks noChangeAspect="1" noGrp="1" noRot="1"/>
          </p:cNvSpPr>
          <p:nvPr>
            <p:ph type="sldImg"/>
          </p:nvPr>
        </p:nvSpPr>
        <p:spPr bwMode="auto"/>
      </p:sp>
      <p:sp>
        <p:nvSpPr>
          <p:cNvPr id="1196868332" name="Notes Placeholder 2"/>
          <p:cNvSpPr>
            <a:spLocks noGrp="1"/>
          </p:cNvSpPr>
          <p:nvPr>
            <p:ph type="body" idx="1"/>
          </p:nvPr>
        </p:nvSpPr>
        <p:spPr bwMode="auto"/>
        <p:txBody>
          <a:bodyPr/>
          <a:lstStyle/>
          <a:p>
            <a:pPr>
              <a:defRPr/>
            </a:pPr>
            <a:endParaRPr/>
          </a:p>
        </p:txBody>
      </p:sp>
      <p:sp>
        <p:nvSpPr>
          <p:cNvPr id="489356318" name="Slide Number Placeholder 3"/>
          <p:cNvSpPr>
            <a:spLocks noGrp="1"/>
          </p:cNvSpPr>
          <p:nvPr>
            <p:ph type="sldNum" sz="quarter" idx="10"/>
          </p:nvPr>
        </p:nvSpPr>
        <p:spPr bwMode="auto"/>
        <p:txBody>
          <a:bodyPr/>
          <a:lstStyle/>
          <a:p>
            <a:pPr>
              <a:defRPr/>
            </a:pPr>
            <a:fld id="{80A229DD-D5FF-254B-DF64-C5EA347728A7}" type="slidenum">
              <a:rPr/>
              <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434012231"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en-US"/>
          </a:p>
        </p:txBody>
      </p:sp>
      <p:sp>
        <p:nvSpPr>
          <p:cNvPr id="151914569"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US"/>
          </a:p>
        </p:txBody>
      </p:sp>
      <p:sp>
        <p:nvSpPr>
          <p:cNvPr id="507495707"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59064080" name="Footer Placeholder 4"/>
          <p:cNvSpPr>
            <a:spLocks noGrp="1"/>
          </p:cNvSpPr>
          <p:nvPr>
            <p:ph type="ftr" sz="quarter" idx="11"/>
          </p:nvPr>
        </p:nvSpPr>
        <p:spPr bwMode="auto"/>
        <p:txBody>
          <a:bodyPr/>
          <a:lstStyle/>
          <a:p>
            <a:pPr>
              <a:defRPr/>
            </a:pPr>
            <a:endParaRPr lang="en-US"/>
          </a:p>
        </p:txBody>
      </p:sp>
      <p:sp>
        <p:nvSpPr>
          <p:cNvPr id="448745178"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208025237" name="Title 1"/>
          <p:cNvSpPr>
            <a:spLocks noGrp="1"/>
          </p:cNvSpPr>
          <p:nvPr>
            <p:ph type="title"/>
          </p:nvPr>
        </p:nvSpPr>
        <p:spPr bwMode="auto"/>
        <p:txBody>
          <a:bodyPr/>
          <a:lstStyle/>
          <a:p>
            <a:pPr>
              <a:defRPr/>
            </a:pPr>
            <a:r>
              <a:rPr lang="en-US"/>
              <a:t>Click to edit Master title style</a:t>
            </a:r>
            <a:endParaRPr lang="en-US"/>
          </a:p>
        </p:txBody>
      </p:sp>
      <p:sp>
        <p:nvSpPr>
          <p:cNvPr id="775452756"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72524030"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529252071" name="Footer Placeholder 4"/>
          <p:cNvSpPr>
            <a:spLocks noGrp="1"/>
          </p:cNvSpPr>
          <p:nvPr>
            <p:ph type="ftr" sz="quarter" idx="11"/>
          </p:nvPr>
        </p:nvSpPr>
        <p:spPr bwMode="auto"/>
        <p:txBody>
          <a:bodyPr/>
          <a:lstStyle/>
          <a:p>
            <a:pPr>
              <a:defRPr/>
            </a:pPr>
            <a:endParaRPr lang="en-US"/>
          </a:p>
        </p:txBody>
      </p:sp>
      <p:sp>
        <p:nvSpPr>
          <p:cNvPr id="316494689"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550848304"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US"/>
          </a:p>
        </p:txBody>
      </p:sp>
      <p:sp>
        <p:nvSpPr>
          <p:cNvPr id="1662682895"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309291197"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516677121" name="Footer Placeholder 4"/>
          <p:cNvSpPr>
            <a:spLocks noGrp="1"/>
          </p:cNvSpPr>
          <p:nvPr>
            <p:ph type="ftr" sz="quarter" idx="11"/>
          </p:nvPr>
        </p:nvSpPr>
        <p:spPr bwMode="auto"/>
        <p:txBody>
          <a:bodyPr/>
          <a:lstStyle/>
          <a:p>
            <a:pPr>
              <a:defRPr/>
            </a:pPr>
            <a:endParaRPr lang="en-US"/>
          </a:p>
        </p:txBody>
      </p:sp>
      <p:sp>
        <p:nvSpPr>
          <p:cNvPr id="647930611"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802052270" name="Title 1"/>
          <p:cNvSpPr>
            <a:spLocks noGrp="1"/>
          </p:cNvSpPr>
          <p:nvPr>
            <p:ph type="title"/>
          </p:nvPr>
        </p:nvSpPr>
        <p:spPr bwMode="auto"/>
        <p:txBody>
          <a:bodyPr/>
          <a:lstStyle/>
          <a:p>
            <a:pPr>
              <a:defRPr/>
            </a:pPr>
            <a:r>
              <a:rPr lang="en-US"/>
              <a:t>Click to edit Master title style</a:t>
            </a:r>
            <a:endParaRPr lang="en-US"/>
          </a:p>
        </p:txBody>
      </p:sp>
      <p:sp>
        <p:nvSpPr>
          <p:cNvPr id="680301703"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48332984"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18399296"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44927447" name="Footer Placeholder 5"/>
          <p:cNvSpPr>
            <a:spLocks noGrp="1"/>
          </p:cNvSpPr>
          <p:nvPr>
            <p:ph type="ftr" sz="quarter" idx="11"/>
          </p:nvPr>
        </p:nvSpPr>
        <p:spPr bwMode="auto"/>
        <p:txBody>
          <a:bodyPr/>
          <a:lstStyle/>
          <a:p>
            <a:pPr>
              <a:defRPr/>
            </a:pPr>
            <a:endParaRPr lang="en-US"/>
          </a:p>
        </p:txBody>
      </p:sp>
      <p:sp>
        <p:nvSpPr>
          <p:cNvPr id="2047346718"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659494795"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US"/>
          </a:p>
        </p:txBody>
      </p:sp>
      <p:sp>
        <p:nvSpPr>
          <p:cNvPr id="881963263"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582293859"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56826878"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780629443"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87960751" name="Date Placeholder 6"/>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072777601" name="Footer Placeholder 7"/>
          <p:cNvSpPr>
            <a:spLocks noGrp="1"/>
          </p:cNvSpPr>
          <p:nvPr>
            <p:ph type="ftr" sz="quarter" idx="11"/>
          </p:nvPr>
        </p:nvSpPr>
        <p:spPr bwMode="auto"/>
        <p:txBody>
          <a:bodyPr/>
          <a:lstStyle/>
          <a:p>
            <a:pPr>
              <a:defRPr/>
            </a:pPr>
            <a:endParaRPr lang="en-US"/>
          </a:p>
        </p:txBody>
      </p:sp>
      <p:sp>
        <p:nvSpPr>
          <p:cNvPr id="226134090"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126996218" name="Title 1"/>
          <p:cNvSpPr>
            <a:spLocks noGrp="1"/>
          </p:cNvSpPr>
          <p:nvPr>
            <p:ph type="title"/>
          </p:nvPr>
        </p:nvSpPr>
        <p:spPr bwMode="auto"/>
        <p:txBody>
          <a:bodyPr/>
          <a:lstStyle/>
          <a:p>
            <a:pPr>
              <a:defRPr/>
            </a:pPr>
            <a:r>
              <a:rPr lang="en-US"/>
              <a:t>Click to edit Master title style</a:t>
            </a:r>
            <a:endParaRPr lang="en-US"/>
          </a:p>
        </p:txBody>
      </p:sp>
      <p:sp>
        <p:nvSpPr>
          <p:cNvPr id="1483117413" name="Date Placeholder 2"/>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406399579" name="Footer Placeholder 3"/>
          <p:cNvSpPr>
            <a:spLocks noGrp="1"/>
          </p:cNvSpPr>
          <p:nvPr>
            <p:ph type="ftr" sz="quarter" idx="11"/>
          </p:nvPr>
        </p:nvSpPr>
        <p:spPr bwMode="auto"/>
        <p:txBody>
          <a:bodyPr/>
          <a:lstStyle/>
          <a:p>
            <a:pPr>
              <a:defRPr/>
            </a:pPr>
            <a:endParaRPr lang="en-US"/>
          </a:p>
        </p:txBody>
      </p:sp>
      <p:sp>
        <p:nvSpPr>
          <p:cNvPr id="1430513999"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2073014016" name="Date Placeholder 1"/>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990089583" name="Footer Placeholder 2"/>
          <p:cNvSpPr>
            <a:spLocks noGrp="1"/>
          </p:cNvSpPr>
          <p:nvPr>
            <p:ph type="ftr" sz="quarter" idx="11"/>
          </p:nvPr>
        </p:nvSpPr>
        <p:spPr bwMode="auto"/>
        <p:txBody>
          <a:bodyPr/>
          <a:lstStyle/>
          <a:p>
            <a:pPr>
              <a:defRPr/>
            </a:pPr>
            <a:endParaRPr lang="en-US"/>
          </a:p>
        </p:txBody>
      </p:sp>
      <p:sp>
        <p:nvSpPr>
          <p:cNvPr id="1619118340"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41219754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471917766"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05629683"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234955807"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988544406" name="Footer Placeholder 5"/>
          <p:cNvSpPr>
            <a:spLocks noGrp="1"/>
          </p:cNvSpPr>
          <p:nvPr>
            <p:ph type="ftr" sz="quarter" idx="11"/>
          </p:nvPr>
        </p:nvSpPr>
        <p:spPr bwMode="auto"/>
        <p:txBody>
          <a:bodyPr/>
          <a:lstStyle/>
          <a:p>
            <a:pPr>
              <a:defRPr/>
            </a:pPr>
            <a:endParaRPr lang="en-US"/>
          </a:p>
        </p:txBody>
      </p:sp>
      <p:sp>
        <p:nvSpPr>
          <p:cNvPr id="756103786"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79307346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665684061" name="Picture Placeholder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1169806175"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684644214"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319188390" name="Footer Placeholder 5"/>
          <p:cNvSpPr>
            <a:spLocks noGrp="1"/>
          </p:cNvSpPr>
          <p:nvPr>
            <p:ph type="ftr" sz="quarter" idx="11"/>
          </p:nvPr>
        </p:nvSpPr>
        <p:spPr bwMode="auto"/>
        <p:txBody>
          <a:bodyPr/>
          <a:lstStyle/>
          <a:p>
            <a:pPr>
              <a:defRPr/>
            </a:pPr>
            <a:endParaRPr lang="en-US"/>
          </a:p>
        </p:txBody>
      </p:sp>
      <p:sp>
        <p:nvSpPr>
          <p:cNvPr id="1337491548"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936036465" name="Title 1"/>
          <p:cNvSpPr>
            <a:spLocks noGrp="1"/>
          </p:cNvSpPr>
          <p:nvPr>
            <p:ph type="title"/>
          </p:nvPr>
        </p:nvSpPr>
        <p:spPr bwMode="auto"/>
        <p:txBody>
          <a:bodyPr/>
          <a:lstStyle/>
          <a:p>
            <a:pPr>
              <a:defRPr/>
            </a:pPr>
            <a:r>
              <a:rPr lang="en-US"/>
              <a:t>Click to edit Master title style</a:t>
            </a:r>
            <a:endParaRPr lang="en-US"/>
          </a:p>
        </p:txBody>
      </p:sp>
      <p:sp>
        <p:nvSpPr>
          <p:cNvPr id="1608545615"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5156830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212848884" name="Footer Placeholder 4"/>
          <p:cNvSpPr>
            <a:spLocks noGrp="1"/>
          </p:cNvSpPr>
          <p:nvPr>
            <p:ph type="ftr" sz="quarter" idx="11"/>
          </p:nvPr>
        </p:nvSpPr>
        <p:spPr bwMode="auto"/>
        <p:txBody>
          <a:bodyPr/>
          <a:lstStyle/>
          <a:p>
            <a:pPr>
              <a:defRPr/>
            </a:pPr>
            <a:endParaRPr lang="en-US"/>
          </a:p>
        </p:txBody>
      </p:sp>
      <p:sp>
        <p:nvSpPr>
          <p:cNvPr id="1671848474"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554682609"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US"/>
          </a:p>
        </p:txBody>
      </p:sp>
      <p:sp>
        <p:nvSpPr>
          <p:cNvPr id="1612358660"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2212925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70170280" name="Footer Placeholder 4"/>
          <p:cNvSpPr>
            <a:spLocks noGrp="1"/>
          </p:cNvSpPr>
          <p:nvPr>
            <p:ph type="ftr" sz="quarter" idx="11"/>
          </p:nvPr>
        </p:nvSpPr>
        <p:spPr bwMode="auto"/>
        <p:txBody>
          <a:bodyPr/>
          <a:lstStyle/>
          <a:p>
            <a:pPr>
              <a:defRPr/>
            </a:pPr>
            <a:endParaRPr lang="en-US"/>
          </a:p>
        </p:txBody>
      </p:sp>
      <p:sp>
        <p:nvSpPr>
          <p:cNvPr id="991499975"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634000150"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984633628"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13260570"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30.10.2013</a:t>
            </a:fld>
            <a:endParaRPr lang="en-US"/>
          </a:p>
        </p:txBody>
      </p:sp>
      <p:sp>
        <p:nvSpPr>
          <p:cNvPr id="952573259"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547826785"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3.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7.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8.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3.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4.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5.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6.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7.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8.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9.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50.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5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52.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53.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54.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55.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56.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57.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58.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59.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60.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6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62.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63.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64.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65.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66.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67.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68.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69.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70.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71.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sp>
        <p:nvSpPr>
          <p:cNvPr id="239117410" name="Rectangle 7"/>
          <p:cNvSpPr/>
          <p:nvPr/>
        </p:nvSpPr>
        <p:spPr bwMode="auto">
          <a:xfrm>
            <a:off x="2595339" y="198443"/>
            <a:ext cx="1396890" cy="38132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1387892" name="TextBox 5"/>
          <p:cNvSpPr txBox="1"/>
          <p:nvPr/>
        </p:nvSpPr>
        <p:spPr bwMode="auto">
          <a:xfrm>
            <a:off x="2591523" y="188417"/>
            <a:ext cx="2347353" cy="442319"/>
          </a:xfrm>
          <a:prstGeom prst="rect">
            <a:avLst/>
          </a:prstGeom>
          <a:noFill/>
        </p:spPr>
        <p:txBody>
          <a:bodyPr wrap="square" lIns="91440" tIns="45720" rIns="91440" bIns="45720" rtlCol="0" anchor="t">
            <a:spAutoFit/>
          </a:bodyPr>
          <a:lstStyle/>
          <a:p>
            <a:pPr>
              <a:defRPr/>
            </a:pPr>
            <a:r>
              <a:rPr sz="2300" b="1" lang="en-US">
                <a:latin typeface="Roboto"/>
              </a:rPr>
              <a:t>Cleartext</a:t>
            </a:r>
            <a:endParaRPr lang="en-US" sz="2300"/>
          </a:p>
        </p:txBody>
      </p:sp>
      <p:sp>
        <p:nvSpPr>
          <p:cNvPr id="542659239" name="Rectangle 13"/>
          <p:cNvSpPr/>
          <p:nvPr/>
        </p:nvSpPr>
        <p:spPr bwMode="auto">
          <a:xfrm>
            <a:off x="7747107" y="158272"/>
            <a:ext cx="1739305" cy="46166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06029660" name="TextBox 11"/>
          <p:cNvSpPr txBox="1"/>
          <p:nvPr/>
        </p:nvSpPr>
        <p:spPr bwMode="auto">
          <a:xfrm>
            <a:off x="7764696" y="178324"/>
            <a:ext cx="2593914" cy="442319"/>
          </a:xfrm>
          <a:prstGeom prst="rect">
            <a:avLst/>
          </a:prstGeom>
          <a:noFill/>
        </p:spPr>
        <p:txBody>
          <a:bodyPr wrap="square" lIns="91440" tIns="45720" rIns="91440" bIns="45720" anchor="t">
            <a:spAutoFit/>
          </a:bodyPr>
          <a:lstStyle/>
          <a:p>
            <a:pPr>
              <a:defRPr/>
            </a:pPr>
            <a:r>
              <a:rPr sz="2300" b="1" lang="en-US">
                <a:latin typeface="Roboto"/>
              </a:rPr>
              <a:t>Ciphertext</a:t>
            </a:r>
            <a:endParaRPr/>
          </a:p>
        </p:txBody>
      </p:sp>
      <p:sp>
        <p:nvSpPr>
          <p:cNvPr id="515311746" name="Rectangle 17"/>
          <p:cNvSpPr/>
          <p:nvPr/>
        </p:nvSpPr>
        <p:spPr bwMode="auto">
          <a:xfrm>
            <a:off x="8766243" y="2968881"/>
            <a:ext cx="1257075" cy="43053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87331779" name="Rectangle 18"/>
          <p:cNvSpPr/>
          <p:nvPr/>
        </p:nvSpPr>
        <p:spPr bwMode="auto">
          <a:xfrm>
            <a:off x="4918718" y="1681878"/>
            <a:ext cx="1610899" cy="114397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sp>
        <p:nvSpPr>
          <p:cNvPr id="2035916910" name="TextBox 14"/>
          <p:cNvSpPr txBox="1"/>
          <p:nvPr/>
        </p:nvSpPr>
        <p:spPr bwMode="auto">
          <a:xfrm>
            <a:off x="8766243" y="2957805"/>
            <a:ext cx="1954436" cy="442319"/>
          </a:xfrm>
          <a:prstGeom prst="rect">
            <a:avLst/>
          </a:prstGeom>
          <a:noFill/>
        </p:spPr>
        <p:txBody>
          <a:bodyPr wrap="square" lIns="91440" tIns="45720" rIns="91440" bIns="45720" rtlCol="0" anchor="t">
            <a:spAutoFit/>
          </a:bodyPr>
          <a:lstStyle/>
          <a:p>
            <a:pPr>
              <a:defRPr/>
            </a:pPr>
            <a:r>
              <a:rPr sz="2300" lang="en-US">
                <a:latin typeface="Roboto"/>
              </a:rPr>
              <a:t>Mengirim</a:t>
            </a:r>
            <a:endParaRPr/>
          </a:p>
        </p:txBody>
      </p:sp>
      <p:sp>
        <p:nvSpPr>
          <p:cNvPr id="1682539440" name="TextBox 19"/>
          <p:cNvSpPr txBox="1"/>
          <p:nvPr/>
        </p:nvSpPr>
        <p:spPr bwMode="auto">
          <a:xfrm>
            <a:off x="4410180" y="1713858"/>
            <a:ext cx="2628336" cy="1143359"/>
          </a:xfrm>
          <a:prstGeom prst="rect">
            <a:avLst/>
          </a:prstGeom>
          <a:noFill/>
        </p:spPr>
        <p:txBody>
          <a:bodyPr wrap="square" lIns="91440" tIns="45720" rIns="91440" bIns="45720" rtlCol="0" anchor="t">
            <a:spAutoFit/>
          </a:bodyPr>
          <a:lstStyle/>
          <a:p>
            <a:pPr algn="ctr">
              <a:defRPr/>
            </a:pPr>
            <a:r>
              <a:rPr sz="2300" lang="en-US">
                <a:latin typeface="Roboto"/>
              </a:rPr>
              <a:t>Enkripsi</a:t>
            </a:r>
            <a:endParaRPr/>
          </a:p>
          <a:p>
            <a:pPr algn="ctr"/>
            <a:r>
              <a:rPr sz="2300" lang="en-US">
                <a:latin typeface="Roboto"/>
              </a:rPr>
              <a:t>dengan publik</a:t>
            </a:r>
          </a:p>
          <a:p>
            <a:pPr algn="ctr"/>
            <a:r>
              <a:rPr sz="2300" lang="en-US">
                <a:latin typeface="Roboto"/>
              </a:rPr>
              <a:t>kunci</a:t>
            </a:r>
          </a:p>
        </p:txBody>
      </p:sp>
      <p:sp>
        <p:nvSpPr>
          <p:cNvPr id="698934102" name="Rectangle 21"/>
          <p:cNvSpPr/>
          <p:nvPr/>
        </p:nvSpPr>
        <p:spPr bwMode="auto">
          <a:xfrm>
            <a:off x="4918718" y="5620284"/>
            <a:ext cx="1610899" cy="114397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sp>
        <p:nvSpPr>
          <p:cNvPr id="898941771" name="TextBox 22"/>
          <p:cNvSpPr txBox="1"/>
          <p:nvPr/>
        </p:nvSpPr>
        <p:spPr bwMode="auto">
          <a:xfrm>
            <a:off x="4520468" y="5592105"/>
            <a:ext cx="2407757" cy="1143359"/>
          </a:xfrm>
          <a:prstGeom prst="rect">
            <a:avLst/>
          </a:prstGeom>
          <a:noFill/>
        </p:spPr>
        <p:txBody>
          <a:bodyPr wrap="square" lIns="91440" tIns="45720" rIns="91440" bIns="45720" rtlCol="0" anchor="t">
            <a:spAutoFit/>
          </a:bodyPr>
          <a:lstStyle/>
          <a:p>
            <a:pPr algn="ctr">
              <a:defRPr/>
            </a:pPr>
            <a:r>
              <a:rPr sz="2300" lang="en-US">
                <a:latin typeface="Roboto"/>
              </a:rPr>
              <a:t>Dekripsi</a:t>
            </a:r>
            <a:endParaRPr/>
          </a:p>
          <a:p>
            <a:pPr algn="ctr"/>
            <a:r>
              <a:rPr sz="2300" lang="en-US">
                <a:latin typeface="Roboto"/>
              </a:rPr>
              <a:t>dengan pribadi</a:t>
            </a:r>
          </a:p>
          <a:p>
            <a:pPr algn="ctr"/>
            <a:r>
              <a:rPr sz="2300" lang="en-US">
                <a:latin typeface="Roboto"/>
              </a:rPr>
              <a:t>kunci</a:t>
            </a:r>
          </a:p>
        </p:txBody>
      </p:sp>
      <p:pic>
        <p:nvPicPr>
          <p:cNvPr id="502438407" name=""/>
          <p:cNvPicPr>
            <a:picLocks noChangeAspect="1"/>
          </p:cNvPicPr>
          <p:nvPr/>
        </p:nvPicPr>
        <p:blipFill>
          <a:blip r:embed="rId3"/>
          <a:stretch/>
        </p:blipFill>
        <p:spPr bwMode="auto">
          <a:xfrm flipH="0" flipV="0">
            <a:off x="1958999" y="21166"/>
            <a:ext cx="8392871" cy="6714297"/>
          </a:xfrm>
          <a:prstGeom prst="rect">
            <a:avLst/>
          </a:prstGeom>
        </p:spPr>
      </p:pic>
      <p:sp>
        <p:nvSpPr>
          <p:cNvPr id="1429071587" name=""/>
          <p:cNvSpPr/>
          <p:nvPr/>
        </p:nvSpPr>
        <p:spPr bwMode="auto">
          <a:xfrm flipH="0" flipV="0">
            <a:off x="2722070" y="203655"/>
            <a:ext cx="1398607" cy="446107"/>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761093492" name=""/>
          <p:cNvSpPr txBox="1"/>
          <p:nvPr/>
        </p:nvSpPr>
        <p:spPr bwMode="auto">
          <a:xfrm flipH="0" flipV="0">
            <a:off x="1535541" y="203654"/>
            <a:ext cx="3431783"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b="1">
                <a:latin typeface="IBM Plex Sans"/>
              </a:rPr>
              <a:t>Cleartext</a:t>
            </a:r>
            <a:endParaRPr sz="2200" b="1">
              <a:latin typeface="IBM Plex Sans"/>
              <a:cs typeface="IBM Plex Sans"/>
            </a:endParaRPr>
          </a:p>
        </p:txBody>
      </p:sp>
      <p:sp>
        <p:nvSpPr>
          <p:cNvPr id="1969521309" name=""/>
          <p:cNvSpPr/>
          <p:nvPr/>
        </p:nvSpPr>
        <p:spPr bwMode="auto">
          <a:xfrm flipH="0" flipV="0">
            <a:off x="7827161" y="198442"/>
            <a:ext cx="2037394" cy="44610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091385861" name=""/>
          <p:cNvSpPr/>
          <p:nvPr/>
        </p:nvSpPr>
        <p:spPr bwMode="auto">
          <a:xfrm flipH="0" flipV="0">
            <a:off x="8721165" y="2325560"/>
            <a:ext cx="1999512" cy="136537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093531871" name=""/>
          <p:cNvSpPr/>
          <p:nvPr/>
        </p:nvSpPr>
        <p:spPr bwMode="auto">
          <a:xfrm flipH="0" flipV="0">
            <a:off x="4938876" y="1490804"/>
            <a:ext cx="1645997" cy="1669513"/>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525520898" name=""/>
          <p:cNvSpPr/>
          <p:nvPr/>
        </p:nvSpPr>
        <p:spPr bwMode="auto">
          <a:xfrm flipH="0" flipV="0">
            <a:off x="4966245" y="5441911"/>
            <a:ext cx="1645996" cy="129355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756478981" name=""/>
          <p:cNvSpPr/>
          <p:nvPr/>
        </p:nvSpPr>
        <p:spPr bwMode="auto">
          <a:xfrm flipH="0" flipV="0">
            <a:off x="2722070" y="1044697"/>
            <a:ext cx="1688109" cy="44610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solidFill>
                <a:schemeClr val="bg1"/>
              </a:solidFill>
            </a:endParaRPr>
          </a:p>
        </p:txBody>
      </p:sp>
      <p:sp>
        <p:nvSpPr>
          <p:cNvPr id="30921611" name=""/>
          <p:cNvSpPr txBox="1"/>
          <p:nvPr/>
        </p:nvSpPr>
        <p:spPr bwMode="auto">
          <a:xfrm flipH="0" flipV="0">
            <a:off x="2853086" y="1033244"/>
            <a:ext cx="1139142" cy="45756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2400">
                <a:latin typeface="IBM Plex Sans"/>
              </a:rPr>
              <a:t>Bitcoin</a:t>
            </a:r>
            <a:endParaRPr sz="2400">
              <a:latin typeface="IBM Plex Sans"/>
              <a:cs typeface="IBM Plex Sans"/>
            </a:endParaRPr>
          </a:p>
        </p:txBody>
      </p:sp>
      <p:sp>
        <p:nvSpPr>
          <p:cNvPr id="276313897" name=""/>
          <p:cNvSpPr txBox="1"/>
          <p:nvPr/>
        </p:nvSpPr>
        <p:spPr bwMode="auto">
          <a:xfrm flipH="0" flipV="0">
            <a:off x="7187931" y="203654"/>
            <a:ext cx="3239579"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b="1">
                <a:latin typeface="IBM Plex Sans"/>
              </a:rPr>
              <a:t>Ciphertext</a:t>
            </a:r>
            <a:endParaRPr sz="2200" b="1">
              <a:latin typeface="IBM Plex Sans"/>
              <a:cs typeface="IBM Plex Sans"/>
            </a:endParaRPr>
          </a:p>
        </p:txBody>
      </p:sp>
      <p:sp>
        <p:nvSpPr>
          <p:cNvPr id="1415171345" name=""/>
          <p:cNvSpPr txBox="1"/>
          <p:nvPr/>
        </p:nvSpPr>
        <p:spPr bwMode="auto">
          <a:xfrm flipH="0" flipV="0">
            <a:off x="8807720" y="2794709"/>
            <a:ext cx="3193567"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200" b="0">
                <a:latin typeface="IBM Plex Sans"/>
              </a:rPr>
              <a:t>Mengirim</a:t>
            </a:r>
            <a:endParaRPr sz="2200" b="0">
              <a:latin typeface="IBM Plex Sans"/>
              <a:cs typeface="IBM Plex Sans"/>
            </a:endParaRPr>
          </a:p>
        </p:txBody>
      </p:sp>
      <p:sp>
        <p:nvSpPr>
          <p:cNvPr id="2060365003" name=""/>
          <p:cNvSpPr txBox="1"/>
          <p:nvPr/>
        </p:nvSpPr>
        <p:spPr bwMode="auto">
          <a:xfrm flipH="0" flipV="0">
            <a:off x="4938875" y="1639891"/>
            <a:ext cx="1592180" cy="518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b="0">
                <a:latin typeface="IBM Plex Sans"/>
              </a:rPr>
              <a:t>Enkripsi </a:t>
            </a:r>
            <a:r>
              <a:rPr sz="1400" b="0" lang="fr-FR">
                <a:latin typeface="IBM Plex Sans"/>
              </a:rPr>
              <a:t>dengan </a:t>
            </a:r>
            <a:r>
              <a:rPr sz="1400" b="0">
                <a:latin typeface="IBM Plex Sans"/>
              </a:rPr>
              <a:t>kunci </a:t>
            </a:r>
            <a:r>
              <a:rPr sz="1400" b="0" lang="fr-FR">
                <a:latin typeface="IBM Plex Sans"/>
              </a:rPr>
              <a:t>publik </a:t>
            </a:r>
            <a:r>
              <a:rPr sz="1400" b="0">
                <a:latin typeface="IBM Plex Sans"/>
              </a:rPr>
              <a:t/>
            </a:r>
            <a:endParaRPr sz="1400" b="0">
              <a:latin typeface="IBM Plex Sans"/>
              <a:ea typeface="IBM Plex Sans"/>
              <a:cs typeface="IBM Plex Sans"/>
            </a:endParaRPr>
          </a:p>
        </p:txBody>
      </p:sp>
      <p:sp>
        <p:nvSpPr>
          <p:cNvPr id="564805446" name=""/>
          <p:cNvSpPr txBox="1"/>
          <p:nvPr/>
        </p:nvSpPr>
        <p:spPr bwMode="auto">
          <a:xfrm flipH="0" flipV="0">
            <a:off x="3765199" y="5680215"/>
            <a:ext cx="5043240"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a:latin typeface="IBM Plex Sans"/>
              </a:rPr>
              <a:t>Dekripsi </a:t>
            </a:r>
            <a:r>
              <a:rPr sz="1600" b="0" lang="fr-FR">
                <a:latin typeface="IBM Plex Sans"/>
              </a:rPr>
              <a:t>dengan </a:t>
            </a:r>
            <a:r>
              <a:rPr sz="1600" b="0">
                <a:latin typeface="IBM Plex Sans"/>
              </a:rPr>
              <a:t>kunci </a:t>
            </a:r>
            <a:r>
              <a:rPr sz="1600" b="0" lang="fr-FR">
                <a:latin typeface="IBM Plex Sans"/>
              </a:rPr>
              <a:t>pribadi </a:t>
            </a:r>
            <a:r>
              <a:rPr sz="1600" b="0">
                <a:latin typeface="IBM Plex Sans"/>
              </a:rPr>
              <a:t/>
            </a:r>
            <a:endParaRPr sz="1600" b="0">
              <a:latin typeface="IBM Plex Sans"/>
              <a:ea typeface="IBM Plex Sans"/>
              <a:cs typeface="IBM Plex Sans"/>
            </a:endParaRPr>
          </a:p>
        </p:txBody>
      </p:sp>
      <p:sp>
        <p:nvSpPr>
          <p:cNvPr id="2117423457" name=""/>
          <p:cNvSpPr/>
          <p:nvPr/>
        </p:nvSpPr>
        <p:spPr bwMode="auto">
          <a:xfrm flipH="0" flipV="0">
            <a:off x="2720786" y="1056150"/>
            <a:ext cx="1688108" cy="44610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solidFill>
                <a:schemeClr val="bg1"/>
              </a:solidFill>
            </a:endParaRPr>
          </a:p>
        </p:txBody>
      </p:sp>
      <p:sp>
        <p:nvSpPr>
          <p:cNvPr id="1861164775" name=""/>
          <p:cNvSpPr txBox="1"/>
          <p:nvPr/>
        </p:nvSpPr>
        <p:spPr bwMode="auto">
          <a:xfrm flipH="0" flipV="0">
            <a:off x="1853931" y="1044696"/>
            <a:ext cx="2138452" cy="4575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2400">
                <a:latin typeface="IBM Plex Sans"/>
              </a:rPr>
              <a:t>Bitcoin</a:t>
            </a:r>
            <a:endParaRPr sz="2400">
              <a:latin typeface="IBM Plex Sans"/>
              <a:cs typeface="IBM Plex Sans"/>
            </a:endParaRPr>
          </a:p>
        </p:txBody>
      </p:sp>
      <p:sp>
        <p:nvSpPr>
          <p:cNvPr id="1486006633" name=""/>
          <p:cNvSpPr txBox="1"/>
          <p:nvPr/>
        </p:nvSpPr>
        <p:spPr bwMode="auto">
          <a:xfrm flipH="0" flipV="0">
            <a:off x="2006330" y="4863123"/>
            <a:ext cx="2138812" cy="457560"/>
          </a:xfrm>
          <a:prstGeom prst="rect">
            <a:avLst/>
          </a:prstGeom>
          <a:solidFill>
            <a:schemeClr val="bg1"/>
          </a:solidFill>
        </p:spPr>
        <p:txBody>
          <a:bodyPr vertOverflow="overflow" horzOverflow="overflow" vert="horz" wrap="square" lIns="91440" tIns="45720" rIns="91440" bIns="45720" numCol="1" spcCol="0" rtlCol="0" fromWordArt="0" anchor="t" anchorCtr="0" forceAA="0" upright="0" compatLnSpc="0">
            <a:spAutoFit/>
          </a:bodyPr>
          <a:p>
            <a:pPr algn="r">
              <a:defRPr/>
            </a:pPr>
            <a:r>
              <a:rPr sz="2400">
                <a:latin typeface="IBM Plex Sans"/>
              </a:rPr>
              <a:t>Bitcoin</a:t>
            </a:r>
            <a:endParaRPr sz="24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38095972" name=""/>
          <p:cNvPicPr>
            <a:picLocks noChangeAspect="1"/>
          </p:cNvPicPr>
          <p:nvPr/>
        </p:nvPicPr>
        <p:blipFill>
          <a:blip r:embed="rId3"/>
          <a:stretch/>
        </p:blipFill>
        <p:spPr bwMode="auto">
          <a:xfrm flipH="0" flipV="0">
            <a:off x="2564651" y="15362"/>
            <a:ext cx="7062695" cy="6827270"/>
          </a:xfrm>
          <a:prstGeom prst="rect">
            <a:avLst/>
          </a:prstGeom>
        </p:spPr>
      </p:pic>
      <p:sp>
        <p:nvSpPr>
          <p:cNvPr id="618278120" name=""/>
          <p:cNvSpPr/>
          <p:nvPr/>
        </p:nvSpPr>
        <p:spPr bwMode="auto">
          <a:xfrm flipH="0" flipV="0">
            <a:off x="6940687" y="215079"/>
            <a:ext cx="2186448" cy="43015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577510310" name=""/>
          <p:cNvSpPr/>
          <p:nvPr/>
        </p:nvSpPr>
        <p:spPr bwMode="auto">
          <a:xfrm flipH="0" flipV="0">
            <a:off x="8154516" y="2881839"/>
            <a:ext cx="2444482" cy="50106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124416130" name=""/>
          <p:cNvSpPr/>
          <p:nvPr/>
        </p:nvSpPr>
        <p:spPr bwMode="auto">
          <a:xfrm flipH="0" flipV="0">
            <a:off x="4486317" y="5688146"/>
            <a:ext cx="1786852" cy="100416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163204435" name=""/>
          <p:cNvSpPr/>
          <p:nvPr/>
        </p:nvSpPr>
        <p:spPr bwMode="auto">
          <a:xfrm flipH="0" flipV="0">
            <a:off x="4533302" y="1541392"/>
            <a:ext cx="1786852" cy="100416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017404936" name=""/>
          <p:cNvSpPr/>
          <p:nvPr/>
        </p:nvSpPr>
        <p:spPr bwMode="auto">
          <a:xfrm flipH="0" flipV="0">
            <a:off x="2751531" y="5082559"/>
            <a:ext cx="1614461" cy="40279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74341121" name=""/>
          <p:cNvSpPr/>
          <p:nvPr/>
        </p:nvSpPr>
        <p:spPr bwMode="auto">
          <a:xfrm flipH="0" flipV="0">
            <a:off x="2736169" y="215079"/>
            <a:ext cx="1321209" cy="430161"/>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28966252" name=""/>
          <p:cNvSpPr txBox="1"/>
          <p:nvPr/>
        </p:nvSpPr>
        <p:spPr bwMode="auto">
          <a:xfrm flipH="0" flipV="0">
            <a:off x="1784658" y="215078"/>
            <a:ext cx="310969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000" b="1">
                <a:latin typeface="IBM Plex Sans"/>
              </a:rPr>
              <a:t>Pesan</a:t>
            </a:r>
            <a:endParaRPr sz="2000" b="1">
              <a:latin typeface="IBM Plex Sans"/>
              <a:cs typeface="IBM Plex Sans"/>
            </a:endParaRPr>
          </a:p>
        </p:txBody>
      </p:sp>
      <p:sp>
        <p:nvSpPr>
          <p:cNvPr id="1134818737" name=""/>
          <p:cNvSpPr txBox="1"/>
          <p:nvPr/>
        </p:nvSpPr>
        <p:spPr bwMode="auto">
          <a:xfrm flipH="0" flipV="0">
            <a:off x="6893522" y="215078"/>
            <a:ext cx="273490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000" b="1">
                <a:latin typeface="IBM Plex Sans"/>
              </a:rPr>
              <a:t>Tanda tangan</a:t>
            </a:r>
            <a:endParaRPr sz="2000" b="1">
              <a:latin typeface="IBM Plex Sans"/>
              <a:cs typeface="IBM Plex Sans"/>
            </a:endParaRPr>
          </a:p>
        </p:txBody>
      </p:sp>
      <p:sp>
        <p:nvSpPr>
          <p:cNvPr id="2021760122" name=""/>
          <p:cNvSpPr txBox="1"/>
          <p:nvPr/>
        </p:nvSpPr>
        <p:spPr bwMode="auto">
          <a:xfrm flipH="0" flipV="0">
            <a:off x="8202903" y="2986308"/>
            <a:ext cx="3194065"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0">
                <a:latin typeface="IBM Plex Sans"/>
              </a:rPr>
              <a:t>Mengirim</a:t>
            </a:r>
            <a:endParaRPr sz="2000" b="0">
              <a:latin typeface="IBM Plex Sans"/>
              <a:cs typeface="IBM Plex Sans"/>
            </a:endParaRPr>
          </a:p>
        </p:txBody>
      </p:sp>
      <p:sp>
        <p:nvSpPr>
          <p:cNvPr id="1091897644" name=""/>
          <p:cNvSpPr txBox="1"/>
          <p:nvPr/>
        </p:nvSpPr>
        <p:spPr bwMode="auto">
          <a:xfrm flipH="0" flipV="0">
            <a:off x="2113704" y="5088755"/>
            <a:ext cx="1956099"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2000" b="0">
                <a:latin typeface="IBM Plex Sans"/>
              </a:rPr>
              <a:t>BAIKLAH</a:t>
            </a:r>
            <a:endParaRPr sz="2000" b="0">
              <a:latin typeface="IBM Plex Sans"/>
              <a:cs typeface="IBM Plex Sans"/>
            </a:endParaRPr>
          </a:p>
        </p:txBody>
      </p:sp>
      <p:sp>
        <p:nvSpPr>
          <p:cNvPr id="1632395688" name=""/>
          <p:cNvSpPr txBox="1"/>
          <p:nvPr/>
        </p:nvSpPr>
        <p:spPr bwMode="auto">
          <a:xfrm flipH="0" flipV="0">
            <a:off x="3896720" y="1539360"/>
            <a:ext cx="2662335"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a:latin typeface="IBM Plex Sans"/>
              </a:rPr>
              <a:t>Menandatangani </a:t>
            </a:r>
            <a:r>
              <a:rPr sz="1600" b="0" lang="fr-FR">
                <a:latin typeface="IBM Plex Sans"/>
              </a:rPr>
              <a:t>dengan </a:t>
            </a:r>
            <a:r>
              <a:rPr sz="1600" b="0">
                <a:latin typeface="IBM Plex Sans"/>
              </a:rPr>
              <a:t>kunci </a:t>
            </a:r>
            <a:r>
              <a:rPr sz="1600" b="0" lang="fr-FR">
                <a:latin typeface="IBM Plex Sans"/>
              </a:rPr>
              <a:t>pribadi </a:t>
            </a:r>
            <a:r>
              <a:rPr sz="1600" b="0">
                <a:latin typeface="IBM Plex Sans"/>
              </a:rPr>
              <a:t/>
            </a:r>
            <a:endParaRPr sz="1600" b="0">
              <a:latin typeface="IBM Plex Sans"/>
              <a:cs typeface="IBM Plex Sans"/>
            </a:endParaRPr>
          </a:p>
          <a:p>
            <a:pPr algn="ctr"/>
          </a:p>
        </p:txBody>
      </p:sp>
      <p:sp>
        <p:nvSpPr>
          <p:cNvPr id="1469490840" name=""/>
          <p:cNvSpPr txBox="1"/>
          <p:nvPr/>
        </p:nvSpPr>
        <p:spPr bwMode="auto">
          <a:xfrm flipH="0" flipV="0">
            <a:off x="3621937" y="5686113"/>
            <a:ext cx="3015771"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a:latin typeface="IBM Plex Sans"/>
              </a:rPr>
              <a:t>Memverifikasi </a:t>
            </a:r>
            <a:r>
              <a:rPr sz="1600" b="0" lang="fr-FR">
                <a:latin typeface="IBM Plex Sans"/>
              </a:rPr>
              <a:t>dengan </a:t>
            </a:r>
            <a:r>
              <a:rPr sz="1600" b="0">
                <a:latin typeface="IBM Plex Sans"/>
              </a:rPr>
              <a:t>kunci </a:t>
            </a:r>
            <a:r>
              <a:rPr sz="1600" b="0" lang="fr-FR">
                <a:latin typeface="IBM Plex Sans"/>
              </a:rPr>
              <a:t>publik </a:t>
            </a:r>
            <a:r>
              <a:rPr sz="1600" b="0">
                <a:latin typeface="IBM Plex Sans"/>
              </a:rPr>
              <a:t/>
            </a:r>
            <a:endParaRPr sz="1600" b="0">
              <a:latin typeface="IBM Plex Sans"/>
              <a:cs typeface="IBM Plex Sans"/>
            </a:endParaRP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50526696" name=""/>
          <p:cNvPicPr>
            <a:picLocks noChangeAspect="1"/>
          </p:cNvPicPr>
          <p:nvPr/>
        </p:nvPicPr>
        <p:blipFill>
          <a:blip r:embed="rId3"/>
          <a:stretch/>
        </p:blipFill>
        <p:spPr bwMode="auto">
          <a:xfrm>
            <a:off x="3238499" y="666749"/>
            <a:ext cx="5715000" cy="5524499"/>
          </a:xfrm>
          <a:prstGeom prst="rect">
            <a:avLst/>
          </a:prstGeom>
        </p:spPr>
      </p:pic>
      <p:pic>
        <p:nvPicPr>
          <p:cNvPr id="1775366303" name=""/>
          <p:cNvPicPr>
            <a:picLocks noChangeAspect="1"/>
          </p:cNvPicPr>
          <p:nvPr/>
        </p:nvPicPr>
        <p:blipFill>
          <a:blip r:embed="rId4"/>
          <a:stretch/>
        </p:blipFill>
        <p:spPr bwMode="auto">
          <a:xfrm>
            <a:off x="3352799" y="0"/>
            <a:ext cx="5486399" cy="6857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279581" name=""/>
          <p:cNvPicPr>
            <a:picLocks noChangeAspect="1"/>
          </p:cNvPicPr>
          <p:nvPr/>
        </p:nvPicPr>
        <p:blipFill>
          <a:blip r:embed="rId3"/>
          <a:stretch/>
        </p:blipFill>
        <p:spPr bwMode="auto">
          <a:xfrm>
            <a:off x="2286000" y="757237"/>
            <a:ext cx="7619999" cy="53435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pic>
        <p:nvPicPr>
          <p:cNvPr id="1969355696" name=""/>
          <p:cNvPicPr>
            <a:picLocks noChangeAspect="1"/>
          </p:cNvPicPr>
          <p:nvPr/>
        </p:nvPicPr>
        <p:blipFill>
          <a:blip r:embed="rId3"/>
          <a:stretch/>
        </p:blipFill>
        <p:spPr bwMode="auto">
          <a:xfrm flipH="0" flipV="0">
            <a:off x="3072283" y="280392"/>
            <a:ext cx="6047431" cy="5745059"/>
          </a:xfrm>
          <a:prstGeom prst="rect">
            <a:avLst/>
          </a:prstGeom>
        </p:spPr>
      </p:pic>
      <p:sp>
        <p:nvSpPr>
          <p:cNvPr id="958143399" name=""/>
          <p:cNvSpPr/>
          <p:nvPr/>
        </p:nvSpPr>
        <p:spPr bwMode="auto">
          <a:xfrm flipH="0" flipV="0">
            <a:off x="5929808" y="864541"/>
            <a:ext cx="1149753" cy="30094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40051190" name=""/>
          <p:cNvSpPr txBox="1"/>
          <p:nvPr/>
        </p:nvSpPr>
        <p:spPr bwMode="auto">
          <a:xfrm flipH="0" flipV="0">
            <a:off x="6796666" y="2878666"/>
            <a:ext cx="682858" cy="36612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endParaRPr>
              <a:latin typeface="IBM Plex Sans"/>
              <a:cs typeface="IBM Plex Sans"/>
            </a:endParaRPr>
          </a:p>
        </p:txBody>
      </p:sp>
      <p:sp>
        <p:nvSpPr>
          <p:cNvPr id="72791010" name=""/>
          <p:cNvSpPr txBox="1"/>
          <p:nvPr/>
        </p:nvSpPr>
        <p:spPr bwMode="auto">
          <a:xfrm flipH="0" flipV="0">
            <a:off x="6183477" y="2710450"/>
            <a:ext cx="1257937" cy="27467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r">
              <a:defRPr/>
            </a:pPr>
            <a:r>
              <a:rPr sz="1200">
                <a:latin typeface="IBM Plex Sans"/>
              </a:rPr>
              <a:t>kirim</a:t>
            </a:r>
            <a:endParaRPr sz="1200">
              <a:latin typeface="IBM Plex Sans"/>
              <a:cs typeface="IBM Plex Sans"/>
            </a:endParaRPr>
          </a:p>
        </p:txBody>
      </p:sp>
      <p:sp>
        <p:nvSpPr>
          <p:cNvPr id="1709900016" name=""/>
          <p:cNvSpPr txBox="1"/>
          <p:nvPr/>
        </p:nvSpPr>
        <p:spPr bwMode="auto">
          <a:xfrm flipH="0" flipV="0">
            <a:off x="5812687" y="877671"/>
            <a:ext cx="1035944" cy="27467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200">
                <a:latin typeface="IBM Plex Sans"/>
              </a:rPr>
              <a:t>kirim</a:t>
            </a:r>
            <a:endParaRPr sz="1200">
              <a:latin typeface="IBM Plex Sans"/>
              <a:cs typeface="IBM Plex Sans"/>
            </a:endParaRPr>
          </a:p>
        </p:txBody>
      </p:sp>
      <p:sp>
        <p:nvSpPr>
          <p:cNvPr id="626557778" name=""/>
          <p:cNvSpPr txBox="1"/>
          <p:nvPr/>
        </p:nvSpPr>
        <p:spPr bwMode="auto">
          <a:xfrm flipH="0" flipV="0">
            <a:off x="8510588" y="2710090"/>
            <a:ext cx="2124381" cy="27467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200">
                <a:latin typeface="IBM Plex Sans"/>
              </a:rPr>
              <a:t>kredit</a:t>
            </a:r>
            <a:endParaRPr sz="1200">
              <a:latin typeface="IBM Plex Sans"/>
              <a:cs typeface="IBM Plex Sans"/>
            </a:endParaRPr>
          </a:p>
        </p:txBody>
      </p:sp>
      <p:sp>
        <p:nvSpPr>
          <p:cNvPr id="566308975" name=""/>
          <p:cNvSpPr txBox="1"/>
          <p:nvPr/>
        </p:nvSpPr>
        <p:spPr bwMode="auto">
          <a:xfrm flipH="0" flipV="0">
            <a:off x="2629117" y="5192732"/>
            <a:ext cx="2642102" cy="48803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Bank 1</a:t>
            </a:r>
            <a:endParaRPr sz="2600" b="1">
              <a:latin typeface="IBM Plex Sans"/>
              <a:cs typeface="IBM Plex Sans"/>
            </a:endParaRPr>
          </a:p>
        </p:txBody>
      </p:sp>
      <p:sp>
        <p:nvSpPr>
          <p:cNvPr id="466514468" name=""/>
          <p:cNvSpPr txBox="1"/>
          <p:nvPr/>
        </p:nvSpPr>
        <p:spPr bwMode="auto">
          <a:xfrm flipH="0" flipV="0">
            <a:off x="7185916" y="5192732"/>
            <a:ext cx="2326650" cy="48803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Bank 2</a:t>
            </a:r>
            <a:endParaRPr sz="2600" b="1">
              <a:latin typeface="IBM Plex Sans"/>
              <a:cs typeface="IBM Plex Sans"/>
            </a:endParaRPr>
          </a:p>
        </p:txBody>
      </p:sp>
      <p:sp>
        <p:nvSpPr>
          <p:cNvPr id="1355621069" name=""/>
          <p:cNvSpPr/>
          <p:nvPr/>
        </p:nvSpPr>
        <p:spPr bwMode="auto">
          <a:xfrm rot="0" flipH="0" flipV="0">
            <a:off x="5097499" y="5572125"/>
            <a:ext cx="2524124" cy="746124"/>
          </a:xfrm>
          <a:prstGeom prst="rect">
            <a:avLst/>
          </a:prstGeom>
          <a:solidFill>
            <a:schemeClr val="bg1"/>
          </a:solidFill>
          <a:ln w="12699"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40523157" name=""/>
          <p:cNvSpPr txBox="1"/>
          <p:nvPr/>
        </p:nvSpPr>
        <p:spPr bwMode="auto">
          <a:xfrm flipH="0" flipV="0">
            <a:off x="4651612" y="5680770"/>
            <a:ext cx="3216127" cy="945239"/>
          </a:xfrm>
          <a:prstGeom prst="rect">
            <a:avLst/>
          </a:prstGeom>
          <a:solidFill>
            <a:schemeClr val="bg1"/>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400">
                <a:latin typeface="IBM Plex Sans"/>
              </a:rPr>
              <a:t>catatan uang kertas </a:t>
            </a:r>
            <a:r>
              <a:rPr sz="1400">
                <a:latin typeface="IBM Plex Sans"/>
              </a:rPr>
              <a:t>yang dihabiskan</a:t>
            </a:r>
            <a:endParaRPr sz="1400">
              <a:latin typeface="IBM Plex Sans"/>
              <a:ea typeface="IBM Plex Sans"/>
              <a:cs typeface="IBM Plex Sans"/>
            </a:endParaRPr>
          </a:p>
          <a:p>
            <a:pPr algn="ct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05315131" name=""/>
          <p:cNvPicPr>
            <a:picLocks noChangeAspect="1"/>
          </p:cNvPicPr>
          <p:nvPr/>
        </p:nvPicPr>
        <p:blipFill>
          <a:blip r:embed="rId3"/>
          <a:stretch/>
        </p:blipFill>
        <p:spPr bwMode="auto">
          <a:xfrm flipH="0" flipV="0">
            <a:off x="3694739" y="970372"/>
            <a:ext cx="4802518" cy="49172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19884987" name=""/>
          <p:cNvPicPr>
            <a:picLocks noChangeAspect="1"/>
          </p:cNvPicPr>
          <p:nvPr/>
        </p:nvPicPr>
        <p:blipFill>
          <a:blip r:embed="rId3"/>
          <a:stretch/>
        </p:blipFill>
        <p:spPr bwMode="auto">
          <a:xfrm>
            <a:off x="1571625" y="581024"/>
            <a:ext cx="9048749" cy="56959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9415751" name=""/>
          <p:cNvPicPr>
            <a:picLocks noChangeAspect="1"/>
          </p:cNvPicPr>
          <p:nvPr/>
        </p:nvPicPr>
        <p:blipFill>
          <a:blip r:embed="rId3"/>
          <a:stretch/>
        </p:blipFill>
        <p:spPr bwMode="auto">
          <a:xfrm flipH="0" flipV="0">
            <a:off x="704845" y="733421"/>
            <a:ext cx="10782307" cy="539115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42637588" name=""/>
          <p:cNvPicPr>
            <a:picLocks noChangeAspect="1"/>
          </p:cNvPicPr>
          <p:nvPr/>
        </p:nvPicPr>
        <p:blipFill>
          <a:blip r:embed="rId3"/>
          <a:stretch/>
        </p:blipFill>
        <p:spPr bwMode="auto">
          <a:xfrm flipH="0" flipV="0">
            <a:off x="1334474" y="33756"/>
            <a:ext cx="9523045" cy="67904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81991235" name=""/>
          <p:cNvPicPr>
            <a:picLocks noChangeAspect="1"/>
          </p:cNvPicPr>
          <p:nvPr/>
        </p:nvPicPr>
        <p:blipFill>
          <a:blip r:embed="rId3"/>
          <a:stretch/>
        </p:blipFill>
        <p:spPr bwMode="auto">
          <a:xfrm flipH="0" flipV="0">
            <a:off x="2880246" y="2390769"/>
            <a:ext cx="6431504" cy="207645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34118267" name=""/>
          <p:cNvPicPr>
            <a:picLocks noChangeAspect="1"/>
          </p:cNvPicPr>
          <p:nvPr/>
        </p:nvPicPr>
        <p:blipFill>
          <a:blip r:embed="rId3"/>
          <a:stretch/>
        </p:blipFill>
        <p:spPr bwMode="auto">
          <a:xfrm flipH="0" flipV="0">
            <a:off x="2241416" y="620661"/>
            <a:ext cx="7709163" cy="561667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49992560" name=""/>
          <p:cNvPicPr>
            <a:picLocks noChangeAspect="1"/>
          </p:cNvPicPr>
          <p:nvPr/>
        </p:nvPicPr>
        <p:blipFill>
          <a:blip r:embed="rId3"/>
          <a:srcRect l="0" t="0" r="0" b="16973"/>
          <a:stretch/>
        </p:blipFill>
        <p:spPr bwMode="auto">
          <a:xfrm flipH="0" flipV="0">
            <a:off x="1563274" y="159770"/>
            <a:ext cx="9065446" cy="5428633"/>
          </a:xfrm>
          <a:prstGeom prst="rect">
            <a:avLst/>
          </a:prstGeom>
        </p:spPr>
      </p:pic>
      <p:sp>
        <p:nvSpPr>
          <p:cNvPr id="1056831080" name=""/>
          <p:cNvSpPr/>
          <p:nvPr/>
        </p:nvSpPr>
        <p:spPr bwMode="auto">
          <a:xfrm flipH="0" flipV="0">
            <a:off x="2991824" y="5600699"/>
            <a:ext cx="523874" cy="3619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61749794" name=""/>
          <p:cNvSpPr/>
          <p:nvPr/>
        </p:nvSpPr>
        <p:spPr bwMode="auto">
          <a:xfrm flipH="0" flipV="0">
            <a:off x="5698727" y="5600699"/>
            <a:ext cx="523874" cy="3619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370698139" name=""/>
          <p:cNvSpPr/>
          <p:nvPr/>
        </p:nvSpPr>
        <p:spPr bwMode="auto">
          <a:xfrm flipH="0" flipV="0">
            <a:off x="8424329" y="5600699"/>
            <a:ext cx="523874" cy="3619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97094744" name=""/>
          <p:cNvSpPr/>
          <p:nvPr/>
        </p:nvSpPr>
        <p:spPr bwMode="auto">
          <a:xfrm flipH="0" flipV="0">
            <a:off x="2962949" y="5357154"/>
            <a:ext cx="762300" cy="28539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sz="2200">
              <a:latin typeface="IBM Plex Sans"/>
              <a:cs typeface="IBM Plex Sans"/>
            </a:endParaRPr>
          </a:p>
        </p:txBody>
      </p:sp>
      <p:sp>
        <p:nvSpPr>
          <p:cNvPr id="153823412" name=""/>
          <p:cNvSpPr/>
          <p:nvPr/>
        </p:nvSpPr>
        <p:spPr bwMode="auto">
          <a:xfrm flipH="0" flipV="0">
            <a:off x="3677625" y="4867453"/>
            <a:ext cx="647698" cy="22860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sz="2200">
              <a:latin typeface="IBM Plex Sans"/>
              <a:cs typeface="IBM Plex Sans"/>
            </a:endParaRPr>
          </a:p>
        </p:txBody>
      </p:sp>
      <p:sp>
        <p:nvSpPr>
          <p:cNvPr id="2108527031" name=""/>
          <p:cNvSpPr txBox="1"/>
          <p:nvPr/>
        </p:nvSpPr>
        <p:spPr bwMode="auto">
          <a:xfrm flipH="0" flipV="0">
            <a:off x="7346907" y="5801943"/>
            <a:ext cx="4083833"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a:latin typeface="IBM Plex Sans"/>
              </a:rPr>
              <a:t>Jaringan terdistribusi.</a:t>
            </a:r>
            <a:endParaRPr sz="2200">
              <a:latin typeface="IBM Plex Sans"/>
              <a:cs typeface="IBM Plex Sans"/>
            </a:endParaRPr>
          </a:p>
        </p:txBody>
      </p:sp>
      <p:sp>
        <p:nvSpPr>
          <p:cNvPr id="794602628" name=""/>
          <p:cNvSpPr txBox="1"/>
          <p:nvPr/>
        </p:nvSpPr>
        <p:spPr bwMode="auto">
          <a:xfrm flipH="0" flipV="0">
            <a:off x="2925666" y="5337383"/>
            <a:ext cx="1448440"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latin typeface="IBM Plex Sans"/>
              </a:rPr>
              <a:t>Stasiun</a:t>
            </a:r>
            <a:endParaRPr sz="1400">
              <a:latin typeface="IBM Plex Sans"/>
              <a:cs typeface="IBM Plex Sans"/>
            </a:endParaRPr>
          </a:p>
        </p:txBody>
      </p:sp>
      <p:sp>
        <p:nvSpPr>
          <p:cNvPr id="1833248220" name=""/>
          <p:cNvSpPr txBox="1"/>
          <p:nvPr/>
        </p:nvSpPr>
        <p:spPr bwMode="auto">
          <a:xfrm flipH="0" flipV="0">
            <a:off x="3677625" y="4829175"/>
            <a:ext cx="1183282"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latin typeface="IBM Plex Sans"/>
              </a:rPr>
              <a:t>Tautan</a:t>
            </a:r>
            <a:endParaRPr sz="1400">
              <a:latin typeface="IBM Plex Sans"/>
              <a:ea typeface="IBM Plex Sans"/>
              <a:cs typeface="IBM Plex Sans"/>
            </a:endParaRPr>
          </a:p>
        </p:txBody>
      </p:sp>
      <p:sp>
        <p:nvSpPr>
          <p:cNvPr id="1083863093" name=""/>
          <p:cNvSpPr/>
          <p:nvPr/>
        </p:nvSpPr>
        <p:spPr bwMode="auto">
          <a:xfrm flipH="0" flipV="0">
            <a:off x="3458550" y="4867453"/>
            <a:ext cx="266699" cy="152579"/>
          </a:xfrm>
          <a:prstGeom prst="leftArrow">
            <a:avLst>
              <a:gd name="adj1" fmla="val 50000"/>
              <a:gd name="adj2" fmla="val 83333"/>
            </a:avLst>
          </a:prstGeom>
          <a:solidFill>
            <a:schemeClr val="tx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980293751" name=""/>
          <p:cNvSpPr/>
          <p:nvPr/>
        </p:nvSpPr>
        <p:spPr bwMode="auto">
          <a:xfrm rot="2286170" flipH="0" flipV="0">
            <a:off x="2724120" y="5303120"/>
            <a:ext cx="266698" cy="152579"/>
          </a:xfrm>
          <a:prstGeom prst="leftArrow">
            <a:avLst>
              <a:gd name="adj1" fmla="val 50000"/>
              <a:gd name="adj2" fmla="val 83333"/>
            </a:avLst>
          </a:prstGeom>
          <a:solidFill>
            <a:schemeClr val="tx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827644842" name=""/>
          <p:cNvSpPr txBox="1"/>
          <p:nvPr/>
        </p:nvSpPr>
        <p:spPr bwMode="auto">
          <a:xfrm rot="0" flipH="0" flipV="0">
            <a:off x="1533582" y="5801943"/>
            <a:ext cx="2763487"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lang="fr-FR">
                <a:latin typeface="IBM Plex Sans"/>
              </a:rPr>
              <a:t>Sentralisasi</a:t>
            </a:r>
            <a:endParaRPr sz="2200">
              <a:latin typeface="IBM Plex Sans"/>
              <a:cs typeface="IBM Plex Sans"/>
            </a:endParaRPr>
          </a:p>
        </p:txBody>
      </p:sp>
      <p:sp>
        <p:nvSpPr>
          <p:cNvPr id="414344841" name=""/>
          <p:cNvSpPr txBox="1"/>
          <p:nvPr/>
        </p:nvSpPr>
        <p:spPr bwMode="auto">
          <a:xfrm rot="0" flipH="0" flipV="0">
            <a:off x="4494953" y="5801943"/>
            <a:ext cx="2851953"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lang="fr-FR">
                <a:latin typeface="IBM Plex Sans"/>
              </a:rPr>
              <a:t>Terdesentralisasi</a:t>
            </a:r>
            <a:endParaRPr sz="22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96692171" name=""/>
          <p:cNvPicPr>
            <a:picLocks noChangeAspect="1"/>
          </p:cNvPicPr>
          <p:nvPr/>
        </p:nvPicPr>
        <p:blipFill>
          <a:blip r:embed="rId3"/>
          <a:stretch/>
        </p:blipFill>
        <p:spPr bwMode="auto">
          <a:xfrm flipH="0" flipV="0">
            <a:off x="772880" y="323847"/>
            <a:ext cx="10646236" cy="6210302"/>
          </a:xfrm>
          <a:prstGeom prst="rect">
            <a:avLst/>
          </a:prstGeom>
        </p:spPr>
      </p:pic>
      <p:sp>
        <p:nvSpPr>
          <p:cNvPr id="1604701722" name=""/>
          <p:cNvSpPr/>
          <p:nvPr/>
        </p:nvSpPr>
        <p:spPr bwMode="auto">
          <a:xfrm flipH="0" flipV="0">
            <a:off x="1651400" y="495479"/>
            <a:ext cx="2266949"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585018793" name=""/>
          <p:cNvSpPr/>
          <p:nvPr/>
        </p:nvSpPr>
        <p:spPr bwMode="auto">
          <a:xfrm flipH="0" flipV="0">
            <a:off x="4562474" y="495479"/>
            <a:ext cx="1714500"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078221400" name=""/>
          <p:cNvSpPr/>
          <p:nvPr/>
        </p:nvSpPr>
        <p:spPr bwMode="auto">
          <a:xfrm flipH="0" flipV="0">
            <a:off x="2784875" y="5857514"/>
            <a:ext cx="1714500"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217931922" name=""/>
          <p:cNvSpPr/>
          <p:nvPr/>
        </p:nvSpPr>
        <p:spPr bwMode="auto">
          <a:xfrm flipH="0" flipV="0">
            <a:off x="7886698" y="5857514"/>
            <a:ext cx="1714500"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2047620786" name=""/>
          <p:cNvSpPr txBox="1"/>
          <p:nvPr/>
        </p:nvSpPr>
        <p:spPr bwMode="auto">
          <a:xfrm flipH="0" flipV="0">
            <a:off x="1651399" y="571500"/>
            <a:ext cx="1586266" cy="36612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800">
                <a:latin typeface="IBM Plex Sans"/>
              </a:rPr>
              <a:t>Jenderal yang setia</a:t>
            </a:r>
            <a:endParaRPr sz="1800">
              <a:latin typeface="IBM Plex Sans"/>
              <a:cs typeface="IBM Plex Sans"/>
            </a:endParaRPr>
          </a:p>
        </p:txBody>
      </p:sp>
      <p:sp>
        <p:nvSpPr>
          <p:cNvPr id="1951448218" name=""/>
          <p:cNvSpPr txBox="1"/>
          <p:nvPr/>
        </p:nvSpPr>
        <p:spPr bwMode="auto">
          <a:xfrm flipH="0" flipV="0">
            <a:off x="4562473" y="571500"/>
            <a:ext cx="2021121" cy="3661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800">
                <a:solidFill>
                  <a:srgbClr val="8A8A8A"/>
                </a:solidFill>
                <a:latin typeface="IBM Plex Sans"/>
              </a:rPr>
              <a:t>Pengkhianat</a:t>
            </a:r>
            <a:endParaRPr sz="1800">
              <a:solidFill>
                <a:srgbClr val="8A8A8A"/>
              </a:solidFill>
              <a:latin typeface="IBM Plex Sans"/>
              <a:cs typeface="IBM Plex Sans"/>
            </a:endParaRPr>
          </a:p>
        </p:txBody>
      </p:sp>
      <p:sp>
        <p:nvSpPr>
          <p:cNvPr id="1415045215" name=""/>
          <p:cNvSpPr txBox="1"/>
          <p:nvPr/>
        </p:nvSpPr>
        <p:spPr bwMode="auto">
          <a:xfrm flipH="0" flipV="0">
            <a:off x="2131022" y="5857513"/>
            <a:ext cx="3378125" cy="4880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Kekalahan</a:t>
            </a:r>
            <a:endParaRPr sz="2600" b="1">
              <a:latin typeface="IBM Plex Sans"/>
              <a:cs typeface="IBM Plex Sans"/>
            </a:endParaRPr>
          </a:p>
        </p:txBody>
      </p:sp>
      <p:sp>
        <p:nvSpPr>
          <p:cNvPr id="1155593188" name=""/>
          <p:cNvSpPr txBox="1"/>
          <p:nvPr/>
        </p:nvSpPr>
        <p:spPr bwMode="auto">
          <a:xfrm flipH="0" flipV="0">
            <a:off x="6780954" y="5857513"/>
            <a:ext cx="3785102" cy="4880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Kemenangan</a:t>
            </a:r>
            <a:endParaRPr sz="2600" b="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8684526" name=""/>
          <p:cNvPicPr>
            <a:picLocks noChangeAspect="1"/>
          </p:cNvPicPr>
          <p:nvPr/>
        </p:nvPicPr>
        <p:blipFill>
          <a:blip r:embed="rId3"/>
          <a:stretch/>
        </p:blipFill>
        <p:spPr bwMode="auto">
          <a:xfrm>
            <a:off x="1338262" y="538162"/>
            <a:ext cx="9515475" cy="5781674"/>
          </a:xfrm>
          <a:prstGeom prst="rect">
            <a:avLst/>
          </a:prstGeom>
        </p:spPr>
      </p:pic>
      <p:sp>
        <p:nvSpPr>
          <p:cNvPr id="1435555748" name=""/>
          <p:cNvSpPr/>
          <p:nvPr/>
        </p:nvSpPr>
        <p:spPr bwMode="auto">
          <a:xfrm flipH="0" flipV="0">
            <a:off x="7200124" y="1254124"/>
            <a:ext cx="3017836" cy="317498"/>
          </a:xfrm>
          <a:prstGeom prst="rect">
            <a:avLst/>
          </a:prstGeom>
          <a:solidFill>
            <a:srgbClr val="FDE9D4"/>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855654714" name=""/>
          <p:cNvSpPr/>
          <p:nvPr/>
        </p:nvSpPr>
        <p:spPr bwMode="auto">
          <a:xfrm flipH="0" flipV="0">
            <a:off x="4048937" y="436562"/>
            <a:ext cx="4476749" cy="57150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39019711" name=""/>
          <p:cNvSpPr/>
          <p:nvPr/>
        </p:nvSpPr>
        <p:spPr bwMode="auto">
          <a:xfrm flipH="0" flipV="0">
            <a:off x="1620062" y="2016124"/>
            <a:ext cx="571500" cy="515937"/>
          </a:xfrm>
          <a:prstGeom prst="rect">
            <a:avLst/>
          </a:prstGeom>
          <a:solidFill>
            <a:srgbClr val="FEFF98"/>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362170388" name=""/>
          <p:cNvSpPr/>
          <p:nvPr/>
        </p:nvSpPr>
        <p:spPr bwMode="auto">
          <a:xfrm flipH="0" flipV="0">
            <a:off x="1486711" y="5200650"/>
            <a:ext cx="571500" cy="515936"/>
          </a:xfrm>
          <a:prstGeom prst="rect">
            <a:avLst/>
          </a:prstGeom>
          <a:solidFill>
            <a:srgbClr val="FEFF98"/>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21166664" name=""/>
          <p:cNvSpPr/>
          <p:nvPr/>
        </p:nvSpPr>
        <p:spPr bwMode="auto">
          <a:xfrm flipH="0" flipV="0">
            <a:off x="2366187" y="1738312"/>
            <a:ext cx="1627187" cy="2222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37375027" name=""/>
          <p:cNvSpPr/>
          <p:nvPr/>
        </p:nvSpPr>
        <p:spPr bwMode="auto">
          <a:xfrm flipH="0" flipV="0">
            <a:off x="4255312" y="3833812"/>
            <a:ext cx="1817687" cy="8096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99712142" name=""/>
          <p:cNvSpPr/>
          <p:nvPr/>
        </p:nvSpPr>
        <p:spPr bwMode="auto">
          <a:xfrm flipH="0" flipV="0">
            <a:off x="9406749" y="3040062"/>
            <a:ext cx="1904999" cy="896937"/>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45983159" name=""/>
          <p:cNvSpPr/>
          <p:nvPr/>
        </p:nvSpPr>
        <p:spPr bwMode="auto">
          <a:xfrm flipH="0" flipV="0">
            <a:off x="6446062" y="3603624"/>
            <a:ext cx="1690687" cy="4921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997111734" name=""/>
          <p:cNvSpPr/>
          <p:nvPr/>
        </p:nvSpPr>
        <p:spPr bwMode="auto">
          <a:xfrm flipH="0" flipV="0">
            <a:off x="2866249" y="6095999"/>
            <a:ext cx="1674812" cy="373062"/>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32067337" name=""/>
          <p:cNvSpPr txBox="1"/>
          <p:nvPr/>
        </p:nvSpPr>
        <p:spPr bwMode="auto">
          <a:xfrm flipH="0" flipV="0">
            <a:off x="2366185" y="436560"/>
            <a:ext cx="7427207" cy="518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800" b="1">
                <a:solidFill>
                  <a:srgbClr val="850009"/>
                </a:solidFill>
                <a:latin typeface="IBM Plex Sans"/>
              </a:rPr>
              <a:t>Cap waktu tepercaya</a:t>
            </a:r>
            <a:endParaRPr sz="2800" b="1">
              <a:solidFill>
                <a:srgbClr val="850009"/>
              </a:solidFill>
              <a:latin typeface="IBM Plex Sans"/>
              <a:cs typeface="IBM Plex Sans"/>
            </a:endParaRPr>
          </a:p>
        </p:txBody>
      </p:sp>
      <p:sp>
        <p:nvSpPr>
          <p:cNvPr id="666728493" name=""/>
          <p:cNvSpPr txBox="1"/>
          <p:nvPr/>
        </p:nvSpPr>
        <p:spPr bwMode="auto">
          <a:xfrm flipH="0" flipV="0">
            <a:off x="2267924" y="1640939"/>
            <a:ext cx="1726168" cy="244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000">
                <a:latin typeface="IBM Plex Sans"/>
              </a:rPr>
              <a:t>Hitung hash</a:t>
            </a:r>
            <a:endParaRPr sz="1000">
              <a:latin typeface="IBM Plex Sans"/>
              <a:cs typeface="IBM Plex Sans"/>
            </a:endParaRPr>
          </a:p>
        </p:txBody>
      </p:sp>
      <p:sp>
        <p:nvSpPr>
          <p:cNvPr id="386261133" name=""/>
          <p:cNvSpPr txBox="1"/>
          <p:nvPr/>
        </p:nvSpPr>
        <p:spPr bwMode="auto">
          <a:xfrm flipH="0" flipV="0">
            <a:off x="4998760" y="1701120"/>
            <a:ext cx="2052513" cy="25943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Kirim hash ke TSA</a:t>
            </a:r>
            <a:endParaRPr sz="1100">
              <a:latin typeface="IBM Plex Sans"/>
              <a:cs typeface="IBM Plex Sans"/>
            </a:endParaRPr>
          </a:p>
        </p:txBody>
      </p:sp>
      <p:sp>
        <p:nvSpPr>
          <p:cNvPr id="1826628945" name=""/>
          <p:cNvSpPr txBox="1"/>
          <p:nvPr/>
        </p:nvSpPr>
        <p:spPr bwMode="auto">
          <a:xfrm flipH="0" flipV="0">
            <a:off x="1486710" y="1254123"/>
            <a:ext cx="2973763" cy="305159"/>
          </a:xfrm>
          <a:prstGeom prst="rect">
            <a:avLst/>
          </a:prstGeom>
          <a:solidFill>
            <a:srgbClr val="FFCE9C"/>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400">
                <a:latin typeface="IBM Plex Sans"/>
              </a:rPr>
              <a:t>Di dalam perusahaan</a:t>
            </a:r>
            <a:endParaRPr sz="1400">
              <a:latin typeface="IBM Plex Sans"/>
              <a:cs typeface="IBM Plex Sans"/>
            </a:endParaRPr>
          </a:p>
        </p:txBody>
      </p:sp>
      <p:sp>
        <p:nvSpPr>
          <p:cNvPr id="1513745464" name=""/>
          <p:cNvSpPr txBox="1"/>
          <p:nvPr/>
        </p:nvSpPr>
        <p:spPr bwMode="auto">
          <a:xfrm flipH="0" flipV="0">
            <a:off x="1486710" y="2179838"/>
            <a:ext cx="706650" cy="39659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000">
                <a:latin typeface="IBM Plex Sans"/>
              </a:rPr>
              <a:t>Data</a:t>
            </a:r>
            <a:endParaRPr sz="1000">
              <a:latin typeface="IBM Plex Sans"/>
              <a:ea typeface="IBM Plex Sans"/>
              <a:cs typeface="IBM Plex Sans"/>
            </a:endParaRPr>
          </a:p>
          <a:p>
            <a:pPr/>
          </a:p>
        </p:txBody>
      </p:sp>
      <p:sp>
        <p:nvSpPr>
          <p:cNvPr id="11887285" name=""/>
          <p:cNvSpPr txBox="1"/>
          <p:nvPr/>
        </p:nvSpPr>
        <p:spPr bwMode="auto">
          <a:xfrm flipH="0" flipV="0">
            <a:off x="1411649" y="5311773"/>
            <a:ext cx="644081" cy="39659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000">
                <a:latin typeface="IBM Plex Sans"/>
              </a:rPr>
              <a:t>Data</a:t>
            </a:r>
            <a:endParaRPr sz="1000">
              <a:latin typeface="IBM Plex Sans"/>
              <a:ea typeface="IBM Plex Sans"/>
              <a:cs typeface="IBM Plex Sans"/>
            </a:endParaRPr>
          </a:p>
          <a:p>
            <a:pPr algn="ctr"/>
          </a:p>
        </p:txBody>
      </p:sp>
      <p:sp>
        <p:nvSpPr>
          <p:cNvPr id="1458164772" name=""/>
          <p:cNvSpPr txBox="1"/>
          <p:nvPr/>
        </p:nvSpPr>
        <p:spPr bwMode="auto">
          <a:xfrm flipH="0" flipV="0">
            <a:off x="1486710" y="6129950"/>
            <a:ext cx="4211293"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a:latin typeface="IBM Plex Sans"/>
              </a:rPr>
              <a:t>Simpan bersama</a:t>
            </a:r>
            <a:endParaRPr sz="1400">
              <a:latin typeface="IBM Plex Sans"/>
              <a:cs typeface="IBM Plex Sans"/>
            </a:endParaRPr>
          </a:p>
        </p:txBody>
      </p:sp>
      <p:sp>
        <p:nvSpPr>
          <p:cNvPr id="413664644" name=""/>
          <p:cNvSpPr txBox="1"/>
          <p:nvPr/>
        </p:nvSpPr>
        <p:spPr bwMode="auto">
          <a:xfrm flipH="0" flipV="0">
            <a:off x="3756939" y="4095747"/>
            <a:ext cx="2268077" cy="5947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Cap waktu dan </a:t>
            </a:r>
            <a:r>
              <a:rPr sz="1100">
                <a:latin typeface="IBM Plex Sans"/>
              </a:rPr>
              <a:t>hash yang ditandatangani </a:t>
            </a:r>
            <a:r>
              <a:rPr sz="1100">
                <a:latin typeface="IBM Plex Sans"/>
              </a:rPr>
              <a:t>dikembalikan ke pemohon</a:t>
            </a:r>
            <a:endParaRPr sz="1100">
              <a:latin typeface="IBM Plex Sans"/>
              <a:cs typeface="IBM Plex Sans"/>
            </a:endParaRPr>
          </a:p>
        </p:txBody>
      </p:sp>
      <p:sp>
        <p:nvSpPr>
          <p:cNvPr id="1988364204" name=""/>
          <p:cNvSpPr txBox="1"/>
          <p:nvPr/>
        </p:nvSpPr>
        <p:spPr bwMode="auto">
          <a:xfrm flipH="0" flipV="0">
            <a:off x="8468534" y="2027259"/>
            <a:ext cx="1968051" cy="30515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400">
                <a:latin typeface="IBM Plex Sans"/>
              </a:rPr>
              <a:t>Cap waktu</a:t>
            </a:r>
            <a:endParaRPr sz="1400">
              <a:latin typeface="IBM Plex Sans"/>
              <a:cs typeface="IBM Plex Sans"/>
            </a:endParaRPr>
          </a:p>
        </p:txBody>
      </p:sp>
      <p:sp>
        <p:nvSpPr>
          <p:cNvPr id="1417755538" name=""/>
          <p:cNvSpPr txBox="1"/>
          <p:nvPr/>
        </p:nvSpPr>
        <p:spPr bwMode="auto">
          <a:xfrm flipH="0" flipV="0">
            <a:off x="7051275" y="1254123"/>
            <a:ext cx="3384592" cy="274679"/>
          </a:xfrm>
          <a:prstGeom prst="rect">
            <a:avLst/>
          </a:prstGeom>
          <a:solidFill>
            <a:srgbClr val="FFCE9C"/>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200">
                <a:latin typeface="IBM Plex Sans"/>
              </a:rPr>
              <a:t>Otoritas Pencatatan Waktu (TSA)</a:t>
            </a:r>
            <a:endParaRPr sz="1200">
              <a:latin typeface="IBM Plex Sans"/>
              <a:cs typeface="IBM Plex Sans"/>
            </a:endParaRPr>
          </a:p>
        </p:txBody>
      </p:sp>
      <p:sp>
        <p:nvSpPr>
          <p:cNvPr id="686659638" name=""/>
          <p:cNvSpPr txBox="1"/>
          <p:nvPr/>
        </p:nvSpPr>
        <p:spPr bwMode="auto">
          <a:xfrm flipH="0" flipV="0">
            <a:off x="7051272" y="2568211"/>
            <a:ext cx="2171596" cy="259439"/>
          </a:xfrm>
          <a:prstGeom prst="rect">
            <a:avLst/>
          </a:prstGeom>
          <a:solidFill>
            <a:schemeClr val="bg1"/>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Hitung hash</a:t>
            </a:r>
            <a:endParaRPr sz="1100">
              <a:latin typeface="IBM Plex Sans"/>
              <a:cs typeface="IBM Plex Sans"/>
            </a:endParaRPr>
          </a:p>
        </p:txBody>
      </p:sp>
      <p:sp>
        <p:nvSpPr>
          <p:cNvPr id="1042183151" name=""/>
          <p:cNvSpPr txBox="1"/>
          <p:nvPr/>
        </p:nvSpPr>
        <p:spPr bwMode="auto">
          <a:xfrm flipH="0" flipV="0">
            <a:off x="9406748" y="3131637"/>
            <a:ext cx="2334618" cy="7623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Ini adalah </a:t>
            </a:r>
            <a:r>
              <a:rPr sz="1100" lang="fr-FR">
                <a:latin typeface="IBM Plex Sans"/>
              </a:rPr>
              <a:t>tanda tangan </a:t>
            </a:r>
            <a:r>
              <a:rPr sz="1100">
                <a:latin typeface="IBM Plex Sans"/>
              </a:rPr>
              <a:t>digital dari </a:t>
            </a:r>
            <a:r>
              <a:rPr sz="1100" lang="fr-FR">
                <a:latin typeface="IBM Plex Sans"/>
              </a:rPr>
              <a:t>hash yang </a:t>
            </a:r>
            <a:r>
              <a:rPr sz="1100">
                <a:latin typeface="IBM Plex Sans"/>
              </a:rPr>
              <a:t>digabungkan ke </a:t>
            </a:r>
            <a:r>
              <a:rPr sz="1100" lang="fr-FR">
                <a:latin typeface="IBM Plex Sans"/>
              </a:rPr>
              <a:t>cap </a:t>
            </a:r>
            <a:r>
              <a:rPr sz="1100">
                <a:latin typeface="IBM Plex Sans"/>
              </a:rPr>
              <a:t>waktu</a:t>
            </a:r>
            <a:endParaRPr sz="1100">
              <a:latin typeface="IBM Plex Sans"/>
              <a:cs typeface="IBM Plex Sans"/>
            </a:endParaRPr>
          </a:p>
          <a:p>
            <a:pPr algn="ctr"/>
          </a:p>
        </p:txBody>
      </p:sp>
      <p:sp>
        <p:nvSpPr>
          <p:cNvPr id="1856247728" name=""/>
          <p:cNvSpPr txBox="1"/>
          <p:nvPr/>
        </p:nvSpPr>
        <p:spPr bwMode="auto">
          <a:xfrm flipH="0" flipV="0">
            <a:off x="6446061" y="3699144"/>
            <a:ext cx="1616558" cy="39659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r">
              <a:defRPr/>
            </a:pPr>
            <a:r>
              <a:rPr sz="1000">
                <a:latin typeface="IBM Plex Sans"/>
              </a:rPr>
              <a:t>Menerapkan kunci </a:t>
            </a:r>
            <a:r>
              <a:rPr sz="1000">
                <a:latin typeface="IBM Plex Sans"/>
              </a:rPr>
              <a:t>pribadi TSA</a:t>
            </a:r>
            <a:endParaRPr sz="1000">
              <a:latin typeface="IBM Plex Sans"/>
              <a:cs typeface="IBM Plex Sans"/>
            </a:endParaRPr>
          </a:p>
        </p:txBody>
      </p:sp>
      <p:sp>
        <p:nvSpPr>
          <p:cNvPr id="1631696941" name=""/>
          <p:cNvSpPr txBox="1"/>
          <p:nvPr/>
        </p:nvSpPr>
        <p:spPr bwMode="auto">
          <a:xfrm flipH="0" flipV="0">
            <a:off x="9743962" y="4516295"/>
            <a:ext cx="1996686" cy="30515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400">
                <a:latin typeface="IBM Plex Sans"/>
              </a:rPr>
              <a:t>Cap waktu</a:t>
            </a:r>
            <a:endParaRPr sz="1400">
              <a:latin typeface="IBM Plex Sans"/>
              <a:cs typeface="IBM Plex Sans"/>
            </a:endParaRPr>
          </a:p>
        </p:txBody>
      </p:sp>
      <p:sp>
        <p:nvSpPr>
          <p:cNvPr id="2133654291" name=""/>
          <p:cNvSpPr txBox="1"/>
          <p:nvPr/>
        </p:nvSpPr>
        <p:spPr bwMode="auto">
          <a:xfrm flipH="0" flipV="0">
            <a:off x="4814896" y="5306036"/>
            <a:ext cx="2069344" cy="30515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400">
                <a:latin typeface="IBM Plex Sans"/>
              </a:rPr>
              <a:t>Cap waktu</a:t>
            </a:r>
            <a:endParaRPr sz="14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65012937" name=""/>
          <p:cNvPicPr>
            <a:picLocks noChangeAspect="1"/>
          </p:cNvPicPr>
          <p:nvPr/>
        </p:nvPicPr>
        <p:blipFill>
          <a:blip r:embed="rId3"/>
          <a:stretch/>
        </p:blipFill>
        <p:spPr bwMode="auto">
          <a:xfrm flipH="0" flipV="0">
            <a:off x="4361473" y="1099778"/>
            <a:ext cx="3469050" cy="465844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39477945" name=""/>
          <p:cNvPicPr>
            <a:picLocks noChangeAspect="1"/>
          </p:cNvPicPr>
          <p:nvPr/>
        </p:nvPicPr>
        <p:blipFill>
          <a:blip r:embed="rId3"/>
          <a:stretch/>
        </p:blipFill>
        <p:spPr bwMode="auto">
          <a:xfrm flipH="0" flipV="0">
            <a:off x="1142998" y="2438399"/>
            <a:ext cx="9905999" cy="1981199"/>
          </a:xfrm>
          <a:prstGeom prst="rect">
            <a:avLst/>
          </a:prstGeom>
        </p:spPr>
      </p:pic>
      <p:sp>
        <p:nvSpPr>
          <p:cNvPr id="659609761" name=""/>
          <p:cNvSpPr/>
          <p:nvPr/>
        </p:nvSpPr>
        <p:spPr bwMode="auto">
          <a:xfrm flipH="0" flipV="0">
            <a:off x="1437994" y="2703967"/>
            <a:ext cx="2628900" cy="8096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904420992" name=""/>
          <p:cNvSpPr txBox="1"/>
          <p:nvPr/>
        </p:nvSpPr>
        <p:spPr bwMode="auto">
          <a:xfrm flipH="0" flipV="0">
            <a:off x="1458298" y="2788560"/>
            <a:ext cx="5401395"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3600" b="1">
                <a:latin typeface="IBM Plex Sans"/>
              </a:rPr>
              <a:t>Referensi</a:t>
            </a:r>
            <a:endParaRPr sz="10000" b="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46580494" name=""/>
          <p:cNvPicPr>
            <a:picLocks noChangeAspect="1"/>
          </p:cNvPicPr>
          <p:nvPr/>
        </p:nvPicPr>
        <p:blipFill>
          <a:blip r:embed="rId3"/>
          <a:stretch/>
        </p:blipFill>
        <p:spPr bwMode="auto">
          <a:xfrm flipH="0" flipV="0">
            <a:off x="1656823" y="1009648"/>
            <a:ext cx="8878350" cy="48387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40777128" name=""/>
          <p:cNvPicPr>
            <a:picLocks noChangeAspect="1"/>
          </p:cNvPicPr>
          <p:nvPr/>
        </p:nvPicPr>
        <p:blipFill>
          <a:blip r:embed="rId3"/>
          <a:stretch/>
        </p:blipFill>
        <p:spPr bwMode="auto">
          <a:xfrm flipH="0" flipV="0">
            <a:off x="2096474" y="282956"/>
            <a:ext cx="7999047" cy="629208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9265030" name=""/>
          <p:cNvPicPr>
            <a:picLocks noChangeAspect="1"/>
          </p:cNvPicPr>
          <p:nvPr/>
        </p:nvPicPr>
        <p:blipFill>
          <a:blip r:embed="rId3"/>
          <a:stretch/>
        </p:blipFill>
        <p:spPr bwMode="auto">
          <a:xfrm flipH="0" flipV="0">
            <a:off x="3418497" y="751498"/>
            <a:ext cx="5355001" cy="535500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03422597" name=""/>
          <p:cNvPicPr>
            <a:picLocks noChangeAspect="1"/>
          </p:cNvPicPr>
          <p:nvPr/>
        </p:nvPicPr>
        <p:blipFill>
          <a:blip r:embed="rId3"/>
          <a:stretch/>
        </p:blipFill>
        <p:spPr bwMode="auto">
          <a:xfrm flipH="0" flipV="0">
            <a:off x="4237647" y="956958"/>
            <a:ext cx="3716701" cy="494407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52813179" name=""/>
          <p:cNvPicPr>
            <a:picLocks noChangeAspect="1"/>
          </p:cNvPicPr>
          <p:nvPr/>
        </p:nvPicPr>
        <p:blipFill>
          <a:blip r:embed="rId3"/>
          <a:stretch/>
        </p:blipFill>
        <p:spPr bwMode="auto">
          <a:xfrm flipH="0" flipV="0">
            <a:off x="1696424" y="90192"/>
            <a:ext cx="8782049" cy="666463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24021545" name=""/>
          <p:cNvPicPr>
            <a:picLocks noChangeAspect="1"/>
          </p:cNvPicPr>
          <p:nvPr/>
        </p:nvPicPr>
        <p:blipFill>
          <a:blip r:embed="rId3"/>
          <a:stretch/>
        </p:blipFill>
        <p:spPr bwMode="auto">
          <a:xfrm flipH="0" flipV="0">
            <a:off x="3656621" y="989621"/>
            <a:ext cx="4878752" cy="487875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20464501" name=""/>
          <p:cNvPicPr>
            <a:picLocks noChangeAspect="1"/>
          </p:cNvPicPr>
          <p:nvPr/>
        </p:nvPicPr>
        <p:blipFill>
          <a:blip r:embed="rId3"/>
          <a:stretch/>
        </p:blipFill>
        <p:spPr bwMode="auto">
          <a:xfrm flipH="0" flipV="0">
            <a:off x="3581399" y="914399"/>
            <a:ext cx="5029196" cy="50291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37248353" name=""/>
          <p:cNvPicPr>
            <a:picLocks noChangeAspect="1"/>
          </p:cNvPicPr>
          <p:nvPr/>
        </p:nvPicPr>
        <p:blipFill>
          <a:blip r:embed="rId3"/>
          <a:stretch/>
        </p:blipFill>
        <p:spPr bwMode="auto">
          <a:xfrm>
            <a:off x="3443906" y="0"/>
            <a:ext cx="5304184" cy="6857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93169742" name=""/>
          <p:cNvPicPr>
            <a:picLocks noChangeAspect="1"/>
          </p:cNvPicPr>
          <p:nvPr/>
        </p:nvPicPr>
        <p:blipFill>
          <a:blip r:embed="rId3"/>
          <a:stretch/>
        </p:blipFill>
        <p:spPr bwMode="auto">
          <a:xfrm flipH="0" flipV="0">
            <a:off x="2411049" y="619124"/>
            <a:ext cx="7369898" cy="56197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95377865" name=""/>
          <p:cNvPicPr>
            <a:picLocks noChangeAspect="1"/>
          </p:cNvPicPr>
          <p:nvPr/>
        </p:nvPicPr>
        <p:blipFill>
          <a:blip r:embed="rId3"/>
          <a:stretch/>
        </p:blipFill>
        <p:spPr bwMode="auto">
          <a:xfrm flipH="0" flipV="0">
            <a:off x="1069060" y="609600"/>
            <a:ext cx="9925305" cy="5200646"/>
          </a:xfrm>
          <a:prstGeom prst="rect">
            <a:avLst/>
          </a:prstGeom>
          <a:ln w="6349">
            <a:solidFill>
              <a:schemeClr val="accent1">
                <a:lumMod val="50196"/>
              </a:schemeClr>
            </a:solidFill>
            <a:prstDash val="solid"/>
          </a:ln>
        </p:spPr>
      </p:pic>
      <p:sp>
        <p:nvSpPr>
          <p:cNvPr id="812837255" name=""/>
          <p:cNvSpPr txBox="1"/>
          <p:nvPr/>
        </p:nvSpPr>
        <p:spPr bwMode="auto">
          <a:xfrm rot="0" flipH="0" flipV="0">
            <a:off x="2755485" y="5941694"/>
            <a:ext cx="7268309"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b="0" i="1">
                <a:latin typeface="IBM Plex Sans"/>
              </a:rPr>
              <a:t>Halaman Satoshi Nakamoto - Tidak </a:t>
            </a:r>
            <a:r>
              <a:rPr sz="1400" b="0" i="1" lang="fr-FR">
                <a:latin typeface="IBM Plex Sans"/>
              </a:rPr>
              <a:t>pernah menerima hadiah apa pun</a:t>
            </a:r>
            <a:endParaRPr sz="2800" b="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90356153" name=""/>
          <p:cNvPicPr>
            <a:picLocks noChangeAspect="1"/>
          </p:cNvPicPr>
          <p:nvPr/>
        </p:nvPicPr>
        <p:blipFill>
          <a:blip r:embed="rId3"/>
          <a:stretch/>
        </p:blipFill>
        <p:spPr bwMode="auto">
          <a:xfrm flipH="0" flipV="0">
            <a:off x="3980473" y="1313473"/>
            <a:ext cx="4231050" cy="42310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06743524" name=""/>
          <p:cNvPicPr>
            <a:picLocks noChangeAspect="1"/>
          </p:cNvPicPr>
          <p:nvPr/>
        </p:nvPicPr>
        <p:blipFill>
          <a:blip r:embed="rId3"/>
          <a:stretch/>
        </p:blipFill>
        <p:spPr bwMode="auto">
          <a:xfrm flipH="0" flipV="0">
            <a:off x="2570771" y="786831"/>
            <a:ext cx="7050451" cy="528433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31644631" name=""/>
          <p:cNvPicPr>
            <a:picLocks noChangeAspect="1"/>
          </p:cNvPicPr>
          <p:nvPr/>
        </p:nvPicPr>
        <p:blipFill>
          <a:blip r:embed="rId3"/>
          <a:stretch/>
        </p:blipFill>
        <p:spPr bwMode="auto">
          <a:xfrm flipH="0" flipV="0">
            <a:off x="1441575" y="1009649"/>
            <a:ext cx="9308848" cy="4838697"/>
          </a:xfrm>
          <a:prstGeom prst="rect">
            <a:avLst/>
          </a:prstGeom>
        </p:spPr>
      </p:pic>
      <p:sp>
        <p:nvSpPr>
          <p:cNvPr id="342911670" name=""/>
          <p:cNvSpPr txBox="1"/>
          <p:nvPr/>
        </p:nvSpPr>
        <p:spPr bwMode="auto">
          <a:xfrm flipH="0" flipV="0">
            <a:off x="1933203" y="5985901"/>
            <a:ext cx="7863998"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b="1">
                <a:latin typeface="IBM Plex Sans"/>
              </a:rPr>
              <a:t>Forum Bitcoin</a:t>
            </a:r>
            <a:endParaRPr sz="1400" b="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59069393" name=""/>
          <p:cNvPicPr>
            <a:picLocks noChangeAspect="1"/>
          </p:cNvPicPr>
          <p:nvPr/>
        </p:nvPicPr>
        <p:blipFill>
          <a:blip r:embed="rId3"/>
          <a:stretch/>
        </p:blipFill>
        <p:spPr bwMode="auto">
          <a:xfrm flipH="0" flipV="0">
            <a:off x="3066071" y="399071"/>
            <a:ext cx="6059853" cy="605985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32540410" name=""/>
          <p:cNvPicPr>
            <a:picLocks noChangeAspect="1"/>
          </p:cNvPicPr>
          <p:nvPr/>
        </p:nvPicPr>
        <p:blipFill>
          <a:blip r:embed="rId3"/>
          <a:stretch/>
        </p:blipFill>
        <p:spPr bwMode="auto">
          <a:xfrm flipH="0" flipV="0">
            <a:off x="4247172" y="302892"/>
            <a:ext cx="3697651" cy="625221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17286389" name=""/>
          <p:cNvPicPr>
            <a:picLocks noChangeAspect="1"/>
          </p:cNvPicPr>
          <p:nvPr/>
        </p:nvPicPr>
        <p:blipFill>
          <a:blip r:embed="rId3"/>
          <a:stretch/>
        </p:blipFill>
        <p:spPr bwMode="auto">
          <a:xfrm flipH="0" flipV="0">
            <a:off x="3928577" y="1277935"/>
            <a:ext cx="4334842" cy="430212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457864823" name=""/>
          <p:cNvPicPr>
            <a:picLocks noChangeAspect="1"/>
          </p:cNvPicPr>
          <p:nvPr/>
        </p:nvPicPr>
        <p:blipFill>
          <a:blip r:embed="rId3"/>
          <a:stretch/>
        </p:blipFill>
        <p:spPr bwMode="auto">
          <a:xfrm flipH="0" flipV="0">
            <a:off x="245088" y="457199"/>
            <a:ext cx="11701821" cy="594359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92298888" name=""/>
          <p:cNvPicPr>
            <a:picLocks noChangeAspect="1"/>
          </p:cNvPicPr>
          <p:nvPr/>
        </p:nvPicPr>
        <p:blipFill>
          <a:blip r:embed="rId3"/>
          <a:stretch/>
        </p:blipFill>
        <p:spPr bwMode="auto">
          <a:xfrm flipH="0" flipV="0">
            <a:off x="3854301" y="2631219"/>
            <a:ext cx="4483395" cy="159556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68273817" name=""/>
          <p:cNvPicPr>
            <a:picLocks noChangeAspect="1"/>
          </p:cNvPicPr>
          <p:nvPr/>
        </p:nvPicPr>
        <p:blipFill>
          <a:blip r:embed="rId3"/>
          <a:stretch/>
        </p:blipFill>
        <p:spPr bwMode="auto">
          <a:xfrm flipH="0" flipV="0">
            <a:off x="4380521" y="445294"/>
            <a:ext cx="3430952" cy="596740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2559532" name=""/>
          <p:cNvPicPr>
            <a:picLocks noChangeAspect="1"/>
          </p:cNvPicPr>
          <p:nvPr/>
        </p:nvPicPr>
        <p:blipFill>
          <a:blip r:embed="rId3"/>
          <a:stretch/>
        </p:blipFill>
        <p:spPr bwMode="auto">
          <a:xfrm flipH="0" flipV="0">
            <a:off x="3075598" y="471305"/>
            <a:ext cx="6040800" cy="59153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97214529" name=""/>
          <p:cNvPicPr>
            <a:picLocks noChangeAspect="1"/>
          </p:cNvPicPr>
          <p:nvPr/>
        </p:nvPicPr>
        <p:blipFill>
          <a:blip r:embed="rId3"/>
          <a:stretch/>
        </p:blipFill>
        <p:spPr bwMode="auto">
          <a:xfrm flipH="0" flipV="0">
            <a:off x="103797" y="1431598"/>
            <a:ext cx="11984401" cy="3994799"/>
          </a:xfrm>
          <a:prstGeom prst="rect">
            <a:avLst/>
          </a:prstGeom>
        </p:spPr>
      </p:pic>
      <p:sp>
        <p:nvSpPr>
          <p:cNvPr id="136547751" name=""/>
          <p:cNvSpPr/>
          <p:nvPr/>
        </p:nvSpPr>
        <p:spPr bwMode="auto">
          <a:xfrm flipH="0" flipV="0">
            <a:off x="3420449" y="1381124"/>
            <a:ext cx="6781799" cy="409574"/>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80372163" name=""/>
          <p:cNvSpPr txBox="1"/>
          <p:nvPr/>
        </p:nvSpPr>
        <p:spPr bwMode="auto">
          <a:xfrm flipH="0" flipV="0">
            <a:off x="572474" y="1155371"/>
            <a:ext cx="11183069"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a:latin typeface="IBM Plex Sans"/>
              </a:rPr>
              <a:t>Blok Patoshi &amp; Stempel Waktu Terbalik (Nomor Blok / EkstraNonce)</a:t>
            </a:r>
            <a:endParaRPr sz="18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38849796" name=""/>
          <p:cNvPicPr>
            <a:picLocks noChangeAspect="1"/>
          </p:cNvPicPr>
          <p:nvPr/>
        </p:nvPicPr>
        <p:blipFill>
          <a:blip r:embed="rId3"/>
          <a:stretch/>
        </p:blipFill>
        <p:spPr bwMode="auto">
          <a:xfrm flipH="0" flipV="0">
            <a:off x="761999" y="228600"/>
            <a:ext cx="10667998" cy="6400800"/>
          </a:xfrm>
          <a:prstGeom prst="rect">
            <a:avLst/>
          </a:prstGeom>
        </p:spPr>
      </p:pic>
      <p:sp>
        <p:nvSpPr>
          <p:cNvPr id="1446829500" name=""/>
          <p:cNvSpPr/>
          <p:nvPr/>
        </p:nvSpPr>
        <p:spPr bwMode="auto">
          <a:xfrm flipH="0" flipV="0">
            <a:off x="3963375" y="419099"/>
            <a:ext cx="6353174" cy="2762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299163990" name=""/>
          <p:cNvSpPr/>
          <p:nvPr/>
        </p:nvSpPr>
        <p:spPr bwMode="auto">
          <a:xfrm flipH="0" flipV="0">
            <a:off x="848699" y="1847849"/>
            <a:ext cx="276224" cy="2543175"/>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2067220978" name=""/>
          <p:cNvSpPr txBox="1"/>
          <p:nvPr/>
        </p:nvSpPr>
        <p:spPr bwMode="auto">
          <a:xfrm flipH="0" flipV="0">
            <a:off x="1439249" y="228599"/>
            <a:ext cx="10582993"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a:latin typeface="IBM Plex Sans"/>
              </a:rPr>
              <a:t>Perkiraan persentase Satoshi dalam jaringan</a:t>
            </a:r>
            <a:endParaRPr sz="1600">
              <a:latin typeface="IBM Plex Sans"/>
              <a:cs typeface="IBM Plex Sans"/>
            </a:endParaRPr>
          </a:p>
        </p:txBody>
      </p:sp>
      <p:sp>
        <p:nvSpPr>
          <p:cNvPr id="36166462" name=""/>
          <p:cNvSpPr txBox="1"/>
          <p:nvPr/>
        </p:nvSpPr>
        <p:spPr bwMode="auto">
          <a:xfrm rot="16199969" flipH="0" flipV="0">
            <a:off x="-21773" y="2867636"/>
            <a:ext cx="1988233" cy="3051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400">
                <a:latin typeface="IBM Plex Sans"/>
              </a:rPr>
              <a:t>Persentase jaringan</a:t>
            </a:r>
            <a:endParaRPr sz="14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48874058" name=""/>
          <p:cNvPicPr>
            <a:picLocks noChangeAspect="1"/>
          </p:cNvPicPr>
          <p:nvPr/>
        </p:nvPicPr>
        <p:blipFill>
          <a:blip r:embed="rId3"/>
          <a:stretch/>
        </p:blipFill>
        <p:spPr bwMode="auto">
          <a:xfrm flipH="0" flipV="0">
            <a:off x="665771" y="170863"/>
            <a:ext cx="10860453" cy="6516272"/>
          </a:xfrm>
          <a:prstGeom prst="rect">
            <a:avLst/>
          </a:prstGeom>
        </p:spPr>
      </p:pic>
      <p:sp>
        <p:nvSpPr>
          <p:cNvPr id="1513896667" name=""/>
          <p:cNvSpPr/>
          <p:nvPr/>
        </p:nvSpPr>
        <p:spPr bwMode="auto">
          <a:xfrm flipH="0" flipV="0">
            <a:off x="745567" y="2441863"/>
            <a:ext cx="329045" cy="1203613"/>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90721780" name=""/>
          <p:cNvSpPr/>
          <p:nvPr/>
        </p:nvSpPr>
        <p:spPr bwMode="auto">
          <a:xfrm flipH="0" flipV="0">
            <a:off x="4877775" y="333374"/>
            <a:ext cx="4610099" cy="3047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46389776" name=""/>
          <p:cNvSpPr/>
          <p:nvPr/>
        </p:nvSpPr>
        <p:spPr bwMode="auto">
          <a:xfrm flipH="0" flipV="0">
            <a:off x="4925399" y="6095999"/>
            <a:ext cx="1571625" cy="4381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54449911" name=""/>
          <p:cNvSpPr/>
          <p:nvPr/>
        </p:nvSpPr>
        <p:spPr bwMode="auto">
          <a:xfrm flipH="0" flipV="0">
            <a:off x="6811349" y="6095999"/>
            <a:ext cx="1571625" cy="43814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270840435" name=""/>
          <p:cNvSpPr txBox="1"/>
          <p:nvPr/>
        </p:nvSpPr>
        <p:spPr bwMode="auto">
          <a:xfrm flipH="0" flipV="0">
            <a:off x="1639274" y="170862"/>
            <a:ext cx="9582868" cy="3661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800">
                <a:latin typeface="IBM Plex Sans"/>
              </a:rPr>
              <a:t>Perkiraan nilai </a:t>
            </a:r>
            <a:r>
              <a:rPr sz="1800">
                <a:latin typeface="IBM Plex Sans"/>
              </a:rPr>
              <a:t>hash Satoshi</a:t>
            </a:r>
            <a:endParaRPr sz="2000">
              <a:latin typeface="IBM Plex Sans"/>
              <a:cs typeface="IBM Plex Sans"/>
            </a:endParaRPr>
          </a:p>
        </p:txBody>
      </p:sp>
      <p:sp>
        <p:nvSpPr>
          <p:cNvPr id="992520675" name=""/>
          <p:cNvSpPr txBox="1"/>
          <p:nvPr/>
        </p:nvSpPr>
        <p:spPr bwMode="auto">
          <a:xfrm rot="16199969" flipH="0" flipV="0">
            <a:off x="433819" y="2876295"/>
            <a:ext cx="912028" cy="3051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400">
                <a:latin typeface="IBM Plex Sans"/>
              </a:rPr>
              <a:t>Hashrate</a:t>
            </a:r>
            <a:endParaRPr sz="1400">
              <a:latin typeface="IBM Plex Sans"/>
              <a:cs typeface="IBM Plex Sans"/>
            </a:endParaRPr>
          </a:p>
        </p:txBody>
      </p:sp>
      <p:sp>
        <p:nvSpPr>
          <p:cNvPr id="410757163" name=""/>
          <p:cNvSpPr txBox="1"/>
          <p:nvPr/>
        </p:nvSpPr>
        <p:spPr bwMode="auto">
          <a:xfrm flipH="0" flipV="0">
            <a:off x="4925398" y="6095998"/>
            <a:ext cx="1351535" cy="2289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900">
                <a:latin typeface="IBM Plex Sans"/>
              </a:rPr>
              <a:t>Hashrate rata-rata harian</a:t>
            </a:r>
            <a:endParaRPr sz="900">
              <a:latin typeface="IBM Plex Sans"/>
              <a:cs typeface="IBM Plex Sans"/>
            </a:endParaRPr>
          </a:p>
        </p:txBody>
      </p:sp>
      <p:sp>
        <p:nvSpPr>
          <p:cNvPr id="641046973" name=""/>
          <p:cNvSpPr txBox="1"/>
          <p:nvPr/>
        </p:nvSpPr>
        <p:spPr bwMode="auto">
          <a:xfrm flipH="0" flipV="0">
            <a:off x="6932529" y="6095997"/>
            <a:ext cx="2127800" cy="2289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900">
                <a:latin typeface="IBM Plex Sans"/>
              </a:rPr>
              <a:t>Model laju hash linier</a:t>
            </a:r>
            <a:endParaRPr sz="9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40727786" name=""/>
          <p:cNvPicPr>
            <a:picLocks noChangeAspect="1"/>
          </p:cNvPicPr>
          <p:nvPr/>
        </p:nvPicPr>
        <p:blipFill>
          <a:blip r:embed="rId3"/>
          <a:stretch/>
        </p:blipFill>
        <p:spPr bwMode="auto">
          <a:xfrm flipH="0" flipV="0">
            <a:off x="2999396" y="804024"/>
            <a:ext cx="6193201" cy="52499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79218067" name=""/>
          <p:cNvPicPr>
            <a:picLocks noChangeAspect="1"/>
          </p:cNvPicPr>
          <p:nvPr/>
        </p:nvPicPr>
        <p:blipFill>
          <a:blip r:embed="rId3"/>
          <a:stretch/>
        </p:blipFill>
        <p:spPr bwMode="auto">
          <a:xfrm flipH="0" flipV="0">
            <a:off x="1839299" y="591199"/>
            <a:ext cx="8513397" cy="567559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60765851" name=""/>
          <p:cNvPicPr>
            <a:picLocks noChangeAspect="1"/>
          </p:cNvPicPr>
          <p:nvPr/>
        </p:nvPicPr>
        <p:blipFill>
          <a:blip r:embed="rId3"/>
          <a:stretch/>
        </p:blipFill>
        <p:spPr bwMode="auto">
          <a:xfrm flipH="0" flipV="0">
            <a:off x="3820499" y="388166"/>
            <a:ext cx="4550995" cy="608166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85999250" name=""/>
          <p:cNvPicPr>
            <a:picLocks noChangeAspect="1"/>
          </p:cNvPicPr>
          <p:nvPr/>
        </p:nvPicPr>
        <p:blipFill>
          <a:blip r:embed="rId3"/>
          <a:stretch/>
        </p:blipFill>
        <p:spPr bwMode="auto">
          <a:xfrm flipH="0" flipV="0">
            <a:off x="2603550" y="2314574"/>
            <a:ext cx="6984897" cy="22288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06998247" name=""/>
          <p:cNvPicPr>
            <a:picLocks noChangeAspect="1"/>
          </p:cNvPicPr>
          <p:nvPr/>
        </p:nvPicPr>
        <p:blipFill>
          <a:blip r:embed="rId3"/>
          <a:stretch/>
        </p:blipFill>
        <p:spPr bwMode="auto">
          <a:xfrm flipH="0" flipV="0">
            <a:off x="3066072" y="971013"/>
            <a:ext cx="6059851" cy="491596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61344134" name=""/>
          <p:cNvPicPr>
            <a:picLocks noChangeAspect="1"/>
          </p:cNvPicPr>
          <p:nvPr/>
        </p:nvPicPr>
        <p:blipFill>
          <a:blip r:embed="rId3"/>
          <a:stretch/>
        </p:blipFill>
        <p:spPr bwMode="auto">
          <a:xfrm flipH="0" flipV="0">
            <a:off x="398251" y="1543043"/>
            <a:ext cx="11395487" cy="377190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81097339" name=""/>
          <p:cNvPicPr>
            <a:picLocks noChangeAspect="1"/>
          </p:cNvPicPr>
          <p:nvPr/>
        </p:nvPicPr>
        <p:blipFill>
          <a:blip r:embed="rId3"/>
          <a:stretch/>
        </p:blipFill>
        <p:spPr bwMode="auto">
          <a:xfrm flipH="0" flipV="0">
            <a:off x="2730498" y="904874"/>
            <a:ext cx="6730999" cy="50482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49710203" name=""/>
          <p:cNvPicPr>
            <a:picLocks noChangeAspect="1"/>
          </p:cNvPicPr>
          <p:nvPr/>
        </p:nvPicPr>
        <p:blipFill>
          <a:blip r:embed="rId3"/>
          <a:stretch/>
        </p:blipFill>
        <p:spPr bwMode="auto">
          <a:xfrm flipH="0" flipV="0">
            <a:off x="685608" y="1971674"/>
            <a:ext cx="10820781" cy="29146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33984400" name=""/>
          <p:cNvPicPr>
            <a:picLocks noChangeAspect="1"/>
          </p:cNvPicPr>
          <p:nvPr/>
        </p:nvPicPr>
        <p:blipFill>
          <a:blip r:embed="rId3"/>
          <a:stretch/>
        </p:blipFill>
        <p:spPr bwMode="auto">
          <a:xfrm flipH="0" flipV="0">
            <a:off x="473441" y="1504949"/>
            <a:ext cx="11245114" cy="384809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6548448" name=""/>
          <p:cNvPicPr>
            <a:picLocks noChangeAspect="1"/>
          </p:cNvPicPr>
          <p:nvPr/>
        </p:nvPicPr>
        <p:blipFill>
          <a:blip r:embed="rId3"/>
          <a:stretch/>
        </p:blipFill>
        <p:spPr bwMode="auto">
          <a:xfrm flipH="0" flipV="0">
            <a:off x="13129" y="38099"/>
            <a:ext cx="12165738" cy="6781798"/>
          </a:xfrm>
          <a:prstGeom prst="rect">
            <a:avLst/>
          </a:prstGeom>
        </p:spPr>
      </p:pic>
      <p:sp>
        <p:nvSpPr>
          <p:cNvPr id="323316966" name=""/>
          <p:cNvSpPr/>
          <p:nvPr/>
        </p:nvSpPr>
        <p:spPr bwMode="auto">
          <a:xfrm flipH="0" flipV="0">
            <a:off x="20024" y="2952749"/>
            <a:ext cx="209549" cy="15620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88304490" name=""/>
          <p:cNvSpPr/>
          <p:nvPr/>
        </p:nvSpPr>
        <p:spPr bwMode="auto">
          <a:xfrm flipH="0" flipV="0">
            <a:off x="6039824" y="6610349"/>
            <a:ext cx="1514474" cy="1904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037384418" name=""/>
          <p:cNvSpPr txBox="1"/>
          <p:nvPr/>
        </p:nvSpPr>
        <p:spPr bwMode="auto">
          <a:xfrm rot="16199969" flipH="0" flipV="0">
            <a:off x="-275045" y="3247818"/>
            <a:ext cx="834339" cy="2441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000" b="0" i="1">
                <a:solidFill>
                  <a:schemeClr val="tx1"/>
                </a:solidFill>
                <a:latin typeface="IBM Plex Sans"/>
              </a:rPr>
              <a:t>ExtraNonce</a:t>
            </a:r>
            <a:endParaRPr sz="1000" b="0" i="1">
              <a:solidFill>
                <a:schemeClr val="tx1"/>
              </a:solidFill>
              <a:latin typeface="IBM Plex Sans"/>
              <a:cs typeface="IBM Plex Sans"/>
            </a:endParaRPr>
          </a:p>
        </p:txBody>
      </p:sp>
      <p:sp>
        <p:nvSpPr>
          <p:cNvPr id="1453161468" name=""/>
          <p:cNvSpPr txBox="1"/>
          <p:nvPr/>
        </p:nvSpPr>
        <p:spPr bwMode="auto">
          <a:xfrm flipH="0" flipV="0">
            <a:off x="6039822" y="6583498"/>
            <a:ext cx="445977" cy="2441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000" b="0" i="1">
                <a:solidFill>
                  <a:schemeClr val="tx1"/>
                </a:solidFill>
                <a:latin typeface="IBM Plex Sans"/>
              </a:rPr>
              <a:t>Tanggal</a:t>
            </a:r>
            <a:endParaRPr sz="1000" b="0" i="1">
              <a:solidFill>
                <a:schemeClr val="tx1"/>
              </a:solidFill>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83008502" name=""/>
          <p:cNvPicPr>
            <a:picLocks noChangeAspect="1"/>
          </p:cNvPicPr>
          <p:nvPr/>
        </p:nvPicPr>
        <p:blipFill>
          <a:blip r:embed="rId3"/>
          <a:stretch/>
        </p:blipFill>
        <p:spPr bwMode="auto">
          <a:xfrm flipH="0" flipV="0">
            <a:off x="3376657" y="866774"/>
            <a:ext cx="5438683" cy="51244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06602942" name=""/>
          <p:cNvPicPr>
            <a:picLocks noChangeAspect="1"/>
          </p:cNvPicPr>
          <p:nvPr/>
        </p:nvPicPr>
        <p:blipFill>
          <a:blip r:embed="rId3"/>
          <a:stretch/>
        </p:blipFill>
        <p:spPr bwMode="auto">
          <a:xfrm flipH="0" flipV="0">
            <a:off x="2415321" y="2457449"/>
            <a:ext cx="7361353" cy="19430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93715016" name=""/>
          <p:cNvPicPr>
            <a:picLocks noChangeAspect="1"/>
          </p:cNvPicPr>
          <p:nvPr/>
        </p:nvPicPr>
        <p:blipFill>
          <a:blip r:embed="rId3"/>
          <a:stretch/>
        </p:blipFill>
        <p:spPr bwMode="auto">
          <a:xfrm flipH="0" flipV="0">
            <a:off x="647379" y="1543048"/>
            <a:ext cx="10897241" cy="2571747"/>
          </a:xfrm>
          <a:prstGeom prst="rect">
            <a:avLst/>
          </a:prstGeom>
          <a:ln w="6349">
            <a:solidFill>
              <a:schemeClr val="accent1">
                <a:lumMod val="50196"/>
              </a:schemeClr>
            </a:solidFill>
            <a:prstDash val="solid"/>
          </a:ln>
        </p:spPr>
      </p:pic>
      <p:sp>
        <p:nvSpPr>
          <p:cNvPr id="641417221" name=""/>
          <p:cNvSpPr txBox="1"/>
          <p:nvPr/>
        </p:nvSpPr>
        <p:spPr bwMode="auto">
          <a:xfrm rot="0" flipH="0" flipV="0">
            <a:off x="782023" y="4581703"/>
            <a:ext cx="2861100"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1" i="0" u="none" lang="en-US">
                <a:solidFill>
                  <a:srgbClr val="2D2593"/>
                </a:solidFill>
                <a:latin typeface="IBM Plex Sans"/>
              </a:rPr>
              <a:t>"Artikel: Apakah Anda </a:t>
            </a:r>
            <a:r>
              <a:rPr sz="1600" b="0" i="0" u="none" lang="en-US">
                <a:solidFill>
                  <a:schemeClr val="tx1"/>
                </a:solidFill>
                <a:latin typeface="IBM Plex Sans"/>
              </a:rPr>
              <a:t>tahu tentang bitcoin?"</a:t>
            </a:r>
            <a:endParaRPr sz="1600" b="0">
              <a:solidFill>
                <a:schemeClr val="tx1"/>
              </a:solidFill>
              <a:latin typeface="IBM Plex Sans"/>
              <a:cs typeface="IBM Plex Sans"/>
            </a:endParaRPr>
          </a:p>
        </p:txBody>
      </p:sp>
      <p:sp>
        <p:nvSpPr>
          <p:cNvPr id="1755272410" name=""/>
          <p:cNvSpPr txBox="1"/>
          <p:nvPr/>
        </p:nvSpPr>
        <p:spPr bwMode="auto">
          <a:xfrm rot="0" flipH="0" flipV="0">
            <a:off x="3640603" y="4515029"/>
            <a:ext cx="7907255" cy="9452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200" b="0" i="0" u="none" lang="en-US">
                <a:solidFill>
                  <a:schemeClr val="tx1"/>
                </a:solidFill>
                <a:latin typeface="IBM Plex Sans"/>
              </a:rPr>
              <a:t>Bitcoin adalah mata uang elektronik yang dirancang pada tahun 2009 oleh seseorang bernama Satoshi Nakamoto. Mata uang ini berbeda dengan mata uang elektronik lainnya karena sifatnya yang terdesentralisasi secara penuh dan penggunaan konsep kriptografi dasar yang cerdas. Mata uang ini bergantung pada perangkat lunak yang ditulis dalam bahasa C++ dan diterbitkan di bawah lisensi sumber terbuka MIT.</a:t>
            </a:r>
            <a:endParaRPr sz="1000" b="0" i="0" u="none" strike="noStrike" cap="none" spc="0">
              <a:solidFill>
                <a:schemeClr val="tx1"/>
              </a:solidFill>
              <a:latin typeface="IBM Plex Sans"/>
              <a:cs typeface="IBM Plex Sans"/>
            </a:endParaRPr>
          </a:p>
          <a:p>
            <a:pPr algn="l"/>
          </a:p>
          <a:p>
            <a:pPr algn="l"/>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7314482" name=""/>
          <p:cNvPicPr>
            <a:picLocks noChangeAspect="1"/>
          </p:cNvPicPr>
          <p:nvPr/>
        </p:nvPicPr>
        <p:blipFill>
          <a:blip r:embed="rId3"/>
          <a:stretch/>
        </p:blipFill>
        <p:spPr bwMode="auto">
          <a:xfrm flipH="0" flipV="0">
            <a:off x="2694596" y="1174051"/>
            <a:ext cx="6802802" cy="450989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83458884" name=""/>
          <p:cNvPicPr>
            <a:picLocks noChangeAspect="1"/>
          </p:cNvPicPr>
          <p:nvPr/>
        </p:nvPicPr>
        <p:blipFill>
          <a:blip r:embed="rId3"/>
          <a:stretch/>
        </p:blipFill>
        <p:spPr bwMode="auto">
          <a:xfrm flipH="0" flipV="0">
            <a:off x="385159" y="1162049"/>
            <a:ext cx="11421678" cy="4533898"/>
          </a:xfrm>
          <a:prstGeom prst="rect">
            <a:avLst/>
          </a:prstGeom>
        </p:spPr>
      </p:pic>
      <p:sp>
        <p:nvSpPr>
          <p:cNvPr id="564352030" name=""/>
          <p:cNvSpPr txBox="1"/>
          <p:nvPr/>
        </p:nvSpPr>
        <p:spPr bwMode="auto">
          <a:xfrm rot="0" flipH="0" flipV="0">
            <a:off x="2896574" y="5886449"/>
            <a:ext cx="6974099"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i="1" u="none" lang="en-US">
                <a:solidFill>
                  <a:schemeClr val="tx1"/>
                </a:solidFill>
                <a:latin typeface="IBM Plex Sans"/>
              </a:rPr>
              <a:t>Bitcoin adalah kebangkitan mesin.</a:t>
            </a:r>
            <a:endParaRPr sz="1600" b="0" i="1">
              <a:solidFill>
                <a:schemeClr val="tx1"/>
              </a:solidFill>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88543452" name=""/>
          <p:cNvPicPr>
            <a:picLocks noChangeAspect="1"/>
          </p:cNvPicPr>
          <p:nvPr/>
        </p:nvPicPr>
        <p:blipFill>
          <a:blip r:embed="rId3"/>
          <a:stretch/>
        </p:blipFill>
        <p:spPr bwMode="auto">
          <a:xfrm>
            <a:off x="4190999" y="1523999"/>
            <a:ext cx="3809999" cy="3809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46817777" name=""/>
          <p:cNvPicPr>
            <a:picLocks noChangeAspect="1"/>
          </p:cNvPicPr>
          <p:nvPr/>
        </p:nvPicPr>
        <p:blipFill>
          <a:blip r:embed="rId3"/>
          <a:stretch/>
        </p:blipFill>
        <p:spPr bwMode="auto">
          <a:xfrm>
            <a:off x="4876799" y="2209799"/>
            <a:ext cx="2438399" cy="24383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68926644" name=""/>
          <p:cNvPicPr>
            <a:picLocks noChangeAspect="1"/>
          </p:cNvPicPr>
          <p:nvPr/>
        </p:nvPicPr>
        <p:blipFill>
          <a:blip r:embed="rId3"/>
          <a:stretch/>
        </p:blipFill>
        <p:spPr bwMode="auto">
          <a:xfrm flipH="0" flipV="0">
            <a:off x="1799641" y="514350"/>
            <a:ext cx="8592714" cy="58292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70845565" name=""/>
          <p:cNvPicPr>
            <a:picLocks noChangeAspect="1"/>
          </p:cNvPicPr>
          <p:nvPr/>
        </p:nvPicPr>
        <p:blipFill>
          <a:blip r:embed="rId3"/>
          <a:stretch/>
        </p:blipFill>
        <p:spPr bwMode="auto">
          <a:xfrm flipH="0" flipV="0">
            <a:off x="2044819" y="2943224"/>
            <a:ext cx="8102357" cy="9715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82293856" name=""/>
          <p:cNvPicPr>
            <a:picLocks noChangeAspect="1"/>
          </p:cNvPicPr>
          <p:nvPr/>
        </p:nvPicPr>
        <p:blipFill>
          <a:blip r:embed="rId3"/>
          <a:stretch/>
        </p:blipFill>
        <p:spPr bwMode="auto">
          <a:xfrm flipH="0" flipV="0">
            <a:off x="5018698" y="932560"/>
            <a:ext cx="2154600" cy="499287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03596265" name=""/>
          <p:cNvPicPr>
            <a:picLocks noChangeAspect="1"/>
          </p:cNvPicPr>
          <p:nvPr/>
        </p:nvPicPr>
        <p:blipFill>
          <a:blip r:embed="rId3"/>
          <a:stretch/>
        </p:blipFill>
        <p:spPr bwMode="auto">
          <a:xfrm flipH="0" flipV="0">
            <a:off x="3706353" y="1133474"/>
            <a:ext cx="4779291" cy="45910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96321143" name=""/>
          <p:cNvPicPr>
            <a:picLocks noChangeAspect="1"/>
          </p:cNvPicPr>
          <p:nvPr/>
        </p:nvPicPr>
        <p:blipFill>
          <a:blip r:embed="rId3"/>
          <a:stretch/>
        </p:blipFill>
        <p:spPr bwMode="auto">
          <a:xfrm flipH="0" flipV="0">
            <a:off x="348438" y="771524"/>
            <a:ext cx="11495120" cy="5314946"/>
          </a:xfrm>
          <a:prstGeom prst="rect">
            <a:avLst/>
          </a:prstGeom>
          <a:ln w="6349">
            <a:solidFill>
              <a:schemeClr val="accent1">
                <a:lumMod val="50196"/>
              </a:schemeClr>
            </a:solidFill>
            <a:prstDash val="solid"/>
          </a:ln>
        </p:spPr>
      </p:pic>
      <p:sp>
        <p:nvSpPr>
          <p:cNvPr id="859389808" name=""/>
          <p:cNvSpPr/>
          <p:nvPr/>
        </p:nvSpPr>
        <p:spPr bwMode="auto">
          <a:xfrm flipH="0" flipV="0">
            <a:off x="439123" y="5567948"/>
            <a:ext cx="11363323" cy="51851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52414351" name=""/>
          <p:cNvPicPr>
            <a:picLocks noChangeAspect="1"/>
          </p:cNvPicPr>
          <p:nvPr/>
        </p:nvPicPr>
        <p:blipFill>
          <a:blip r:embed="rId3"/>
          <a:stretch/>
        </p:blipFill>
        <p:spPr bwMode="auto">
          <a:xfrm flipH="0" flipV="0">
            <a:off x="1258827" y="485774"/>
            <a:ext cx="9674340" cy="588644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67213768" name=""/>
          <p:cNvPicPr>
            <a:picLocks noChangeAspect="1"/>
          </p:cNvPicPr>
          <p:nvPr/>
        </p:nvPicPr>
        <p:blipFill>
          <a:blip r:embed="rId3"/>
          <a:stretch/>
        </p:blipFill>
        <p:spPr bwMode="auto">
          <a:xfrm flipH="0" flipV="0">
            <a:off x="1225144" y="66674"/>
            <a:ext cx="9741706" cy="672464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07074737" name=""/>
          <p:cNvPicPr>
            <a:picLocks noChangeAspect="1"/>
          </p:cNvPicPr>
          <p:nvPr/>
        </p:nvPicPr>
        <p:blipFill>
          <a:blip r:embed="rId3"/>
          <a:stretch/>
        </p:blipFill>
        <p:spPr bwMode="auto">
          <a:xfrm flipH="0" flipV="0">
            <a:off x="898724" y="400049"/>
            <a:ext cx="10394548" cy="60578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59502717" name=""/>
          <p:cNvPicPr>
            <a:picLocks noChangeAspect="1"/>
          </p:cNvPicPr>
          <p:nvPr/>
        </p:nvPicPr>
        <p:blipFill>
          <a:blip r:embed="rId3"/>
          <a:stretch/>
        </p:blipFill>
        <p:spPr bwMode="auto">
          <a:xfrm flipH="0" flipV="0">
            <a:off x="91529" y="628650"/>
            <a:ext cx="12008937" cy="56006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86387210" name=""/>
          <p:cNvPicPr>
            <a:picLocks noChangeAspect="1"/>
          </p:cNvPicPr>
          <p:nvPr/>
        </p:nvPicPr>
        <p:blipFill>
          <a:blip r:embed="rId3"/>
          <a:stretch/>
        </p:blipFill>
        <p:spPr bwMode="auto">
          <a:xfrm flipH="0" flipV="0">
            <a:off x="684822" y="389722"/>
            <a:ext cx="10822351" cy="607855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40027598" name=""/>
          <p:cNvPicPr>
            <a:picLocks noChangeAspect="1"/>
          </p:cNvPicPr>
          <p:nvPr/>
        </p:nvPicPr>
        <p:blipFill>
          <a:blip r:embed="rId3"/>
          <a:stretch/>
        </p:blipFill>
        <p:spPr bwMode="auto">
          <a:xfrm flipH="0" flipV="0">
            <a:off x="922065" y="514349"/>
            <a:ext cx="10347867" cy="58292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93194802" name=""/>
          <p:cNvPicPr>
            <a:picLocks noChangeAspect="1"/>
          </p:cNvPicPr>
          <p:nvPr/>
        </p:nvPicPr>
        <p:blipFill>
          <a:blip r:embed="rId3"/>
          <a:stretch/>
        </p:blipFill>
        <p:spPr bwMode="auto">
          <a:xfrm flipH="0" flipV="0">
            <a:off x="3132748" y="771007"/>
            <a:ext cx="5926500" cy="531598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19601163" name=""/>
          <p:cNvPicPr>
            <a:picLocks noChangeAspect="1"/>
          </p:cNvPicPr>
          <p:nvPr/>
        </p:nvPicPr>
        <p:blipFill>
          <a:blip r:embed="rId3"/>
          <a:stretch/>
        </p:blipFill>
        <p:spPr bwMode="auto">
          <a:xfrm flipH="0" flipV="0">
            <a:off x="3980472" y="608297"/>
            <a:ext cx="4231051" cy="56414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82725908" name=""/>
          <p:cNvPicPr>
            <a:picLocks noChangeAspect="1"/>
          </p:cNvPicPr>
          <p:nvPr/>
        </p:nvPicPr>
        <p:blipFill>
          <a:blip r:embed="rId3"/>
          <a:stretch/>
        </p:blipFill>
        <p:spPr bwMode="auto">
          <a:xfrm flipH="0" flipV="0">
            <a:off x="1028698" y="895349"/>
            <a:ext cx="10134599" cy="5067299"/>
          </a:xfrm>
          <a:prstGeom prst="rect">
            <a:avLst/>
          </a:prstGeom>
        </p:spPr>
      </p:pic>
      <p:sp>
        <p:nvSpPr>
          <p:cNvPr id="493737358" name=""/>
          <p:cNvSpPr/>
          <p:nvPr/>
        </p:nvSpPr>
        <p:spPr bwMode="auto">
          <a:xfrm flipH="0" flipV="0">
            <a:off x="1229699" y="1790699"/>
            <a:ext cx="371475" cy="31241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20085475" name=""/>
          <p:cNvSpPr txBox="1"/>
          <p:nvPr/>
        </p:nvSpPr>
        <p:spPr bwMode="auto">
          <a:xfrm rot="16199969" flipH="0" flipV="0">
            <a:off x="-1385529" y="3289162"/>
            <a:ext cx="4829895" cy="3661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800">
                <a:latin typeface="IBM Plex Sans"/>
              </a:rPr>
              <a:t>Harga Bitcoin dalam Dolar AS</a:t>
            </a:r>
            <a:endParaRPr sz="18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ONLYOFFICE/9.0.4.50</Application>
  <PresentationFormat>On-screen Show (4:3)</PresentationFormat>
  <Paragraphs>0</Paragraphs>
  <Slides>70</Slides>
  <Notes>70</Notes>
  <HiddenSlides>0</HiddenSlides>
  <MMClips>2</MMClips>
  <ScaleCrop>0</ScaleCrop>
  <HeadingPairs>
    <vt:vector size="4" baseType="variant">
      <vt:variant>
        <vt:lpstr>Theme</vt:lpstr>
      </vt:variant>
      <vt:variant>
        <vt:i4>1</vt:i4>
      </vt:variant>
      <vt:variant>
        <vt:lpstr>Slide Titles</vt:lpstr>
      </vt:variant>
      <vt:variant>
        <vt:i4>70</vt:i4>
      </vt:variant>
    </vt:vector>
  </HeadingPairs>
  <TitlesOfParts>
    <vt:vector size="71"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MariJ</cp:lastModifiedBy>
  <cp:revision>31</cp:revision>
  <dcterms:modified xsi:type="dcterms:W3CDTF">2025-10-15T15:09:23Z</dcterms:modified>
</cp:coreProperties>
</file>