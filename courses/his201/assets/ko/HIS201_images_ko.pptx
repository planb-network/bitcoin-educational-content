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클리어 텍스트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암호 텍스트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보내기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암호화</a:t>
            </a:r>
            <a:endParaRPr/>
          </a:p>
          <a:p>
            <a:pPr algn="ctr"/>
            <a:r>
              <a:rPr sz="2300" lang="en-US">
                <a:latin typeface="Roboto"/>
              </a:rPr>
              <a:t>공개</a:t>
            </a:r>
          </a:p>
          <a:p>
            <a:pPr algn="ctr"/>
            <a:r>
              <a:rPr sz="2300" lang="en-US">
                <a:latin typeface="Roboto"/>
              </a:rPr>
              <a:t>키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암호 해독</a:t>
            </a:r>
            <a:endParaRPr/>
          </a:p>
          <a:p>
            <a:pPr algn="ctr"/>
            <a:r>
              <a:rPr sz="2300" lang="en-US">
                <a:latin typeface="Roboto"/>
              </a:rPr>
              <a:t>비공개</a:t>
            </a:r>
          </a:p>
          <a:p>
            <a:pPr algn="ctr"/>
            <a:r>
              <a:rPr sz="2300" lang="en-US">
                <a:latin typeface="Roboto"/>
              </a:rPr>
              <a:t>키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클리어 텍스트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비트코인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암호 텍스트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보내기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공개 </a:t>
            </a:r>
            <a:r>
              <a:rPr sz="1400" b="0" lang="fr-FR">
                <a:latin typeface="IBM Plex Sans"/>
              </a:rPr>
              <a:t>키를 </a:t>
            </a:r>
            <a:r>
              <a:rPr sz="1400" b="0">
                <a:latin typeface="IBM Plex Sans"/>
              </a:rPr>
              <a:t>사용한 </a:t>
            </a:r>
            <a:r>
              <a:rPr sz="1400" b="0" lang="fr-FR">
                <a:latin typeface="IBM Plex Sans"/>
              </a:rPr>
              <a:t>암호화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개인 </a:t>
            </a:r>
            <a:r>
              <a:rPr sz="1600" b="0" lang="fr-FR">
                <a:latin typeface="IBM Plex Sans"/>
              </a:rPr>
              <a:t>키를 </a:t>
            </a:r>
            <a:r>
              <a:rPr sz="1600" b="0">
                <a:latin typeface="IBM Plex Sans"/>
              </a:rPr>
              <a:t>사용한 </a:t>
            </a:r>
            <a:r>
              <a:rPr sz="1600" b="0" lang="fr-FR">
                <a:latin typeface="IBM Plex Sans"/>
              </a:rPr>
              <a:t>암호 </a:t>
            </a:r>
            <a:r>
              <a:rPr sz="1600" b="0">
                <a:latin typeface="IBM Plex Sans"/>
              </a:rPr>
              <a:t>해독</a:t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비트코인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비트코인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메시지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서명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보내기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확인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개인 </a:t>
            </a:r>
            <a:r>
              <a:rPr sz="1600" b="0" lang="fr-FR">
                <a:latin typeface="IBM Plex Sans"/>
              </a:rPr>
              <a:t>키로 </a:t>
            </a:r>
            <a:r>
              <a:rPr sz="1600" b="0">
                <a:latin typeface="IBM Plex Sans"/>
              </a:rPr>
              <a:t>서명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공개 </a:t>
            </a:r>
            <a:r>
              <a:rPr sz="1600" b="0" lang="fr-FR">
                <a:latin typeface="IBM Plex Sans"/>
              </a:rPr>
              <a:t>키로 </a:t>
            </a:r>
            <a:r>
              <a:rPr sz="1600" b="0">
                <a:latin typeface="IBM Plex Sans"/>
              </a:rPr>
              <a:t>인증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보내기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보내기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크레딧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은행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은행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사용한 지폐 </a:t>
            </a:r>
            <a:r>
              <a:rPr sz="1400">
                <a:latin typeface="IBM Plex Sans"/>
              </a:rPr>
              <a:t>기록</a:t>
            </a:r>
            <a:endParaRPr sz="1400">
              <a:latin typeface="IBM Plex Sans"/>
              <a:ea typeface="IBM Plex Sans"/>
              <a:cs typeface="IBM Plex Sans"/>
            </a:endParaRPr>
          </a:p>
          <a:p>
            <a:pPr algn="ctr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분산 네트워크.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스테이션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링크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중앙 집중화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탈중앙화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충성스러운 장군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배신자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패배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승리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신뢰할 수 있는 타임스탬프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해시 계산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TSA에 해시 보내기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회사 내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데이터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/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데이터</a:t>
            </a:r>
            <a:endParaRPr sz="1000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함께 저장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서명된 타임스탬프와 </a:t>
            </a:r>
            <a:r>
              <a:rPr sz="1100">
                <a:latin typeface="IBM Plex Sans"/>
              </a:rPr>
              <a:t>해시가 요청자에게 </a:t>
            </a:r>
            <a:r>
              <a:rPr sz="1100">
                <a:latin typeface="IBM Plex Sans"/>
              </a:rPr>
              <a:t>반환됩니다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타임스탬프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타임스탬프 기관(TSA)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해시 계산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타임스탬프에 </a:t>
            </a:r>
            <a:r>
              <a:rPr sz="1100" lang="fr-FR">
                <a:latin typeface="IBM Plex Sans"/>
              </a:rPr>
              <a:t>연결된 </a:t>
            </a:r>
            <a:r>
              <a:rPr sz="1100">
                <a:latin typeface="IBM Plex Sans"/>
              </a:rPr>
              <a:t>해시의 </a:t>
            </a:r>
            <a:r>
              <a:rPr sz="1100" lang="fr-FR">
                <a:latin typeface="IBM Plex Sans"/>
              </a:rPr>
              <a:t>디지털 </a:t>
            </a:r>
            <a:r>
              <a:rPr sz="1100">
                <a:latin typeface="IBM Plex Sans"/>
              </a:rPr>
              <a:t>서명입니다 </a:t>
            </a:r>
            <a:r>
              <a:rPr sz="1100">
                <a:latin typeface="IBM Plex Sans"/>
              </a:rPr>
              <a:t/>
            </a:r>
            <a:endParaRPr sz="1100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TSA의 개인 </a:t>
            </a:r>
            <a:r>
              <a:rPr sz="1000">
                <a:latin typeface="IBM Plex Sans"/>
              </a:rPr>
              <a:t>키 적용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타임스탬프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타임스탬프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참조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사토시 나카모토의 페이지 - </a:t>
            </a:r>
            <a:r>
              <a:rPr sz="1400" b="0" i="1" lang="fr-FR">
                <a:latin typeface="IBM Plex Sans"/>
              </a:rPr>
              <a:t>선물을 받은 적이 없습니다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비트코인 포럼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파토시 블록 및 반전 타임스탬프(블록 번호/엑스트라논스)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네트워크에서 사토시가 차지하는 비율 추정치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네트워크 비율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사토시의 해시레이트 </a:t>
            </a:r>
            <a:r>
              <a:rPr sz="1800">
                <a:latin typeface="IBM Plex Sans"/>
              </a:rPr>
              <a:t>추정치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해시레이트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일일 평균 해시레이트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선형 해시레이트 모델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엑스트라논스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날짜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"기사: 비트코인에 대해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알고 계십니까?"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비트코인은 사토시 나카모토라는 사람이 2009년에 설계한 전자 화폐입니다. 이 화폐는 완전히 탈중앙화된 P2P 특성과 기본적인 암호화 개념을 영리하게 사용한다는 점에서 다른 전자 화폐와 차별화됩니다. 이 화폐는 C++로 작성되고 MIT 오픈 소스 라이선스에 따라 공개된 소프트웨어를 사용합니다.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  <a:p>
            <a:pPr algn="l"/>
          </a:p>
          <a:p>
            <a:pPr algn="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비트코인은 기계의 부상입니다.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미국 달러 기준 비트코인 가격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