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Salattu teksti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Lähettäminen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Salaus</a:t>
            </a:r>
            <a:endParaRPr/>
          </a:p>
          <a:p>
            <a:pPr algn="ctr"/>
            <a:r>
              <a:rPr sz="2300" lang="en-US">
                <a:latin typeface="Roboto"/>
              </a:rPr>
              <a:t>julkisella</a:t>
            </a:r>
          </a:p>
          <a:p>
            <a:pPr algn="ctr"/>
            <a:r>
              <a:rPr sz="2300" lang="en-US">
                <a:latin typeface="Roboto"/>
              </a:rPr>
              <a:t>avaimella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Purkaminen</a:t>
            </a:r>
            <a:endParaRPr/>
          </a:p>
          <a:p>
            <a:pPr algn="ctr"/>
            <a:r>
              <a:rPr sz="2300" lang="en-US">
                <a:latin typeface="Roboto"/>
              </a:rPr>
              <a:t>yksityisellä</a:t>
            </a:r>
          </a:p>
          <a:p>
            <a:pPr algn="ctr"/>
            <a:r>
              <a:rPr sz="2300" lang="en-US">
                <a:latin typeface="Roboto"/>
              </a:rPr>
              <a:t>avaimella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Salattu teksti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Lähettäminen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Salaus </a:t>
            </a:r>
            <a:r>
              <a:rPr sz="1400" b="0" lang="fr-FR">
                <a:latin typeface="IBM Plex Sans"/>
              </a:rPr>
              <a:t>julkisella </a:t>
            </a:r>
            <a:r>
              <a:rPr sz="1400" b="0">
                <a:latin typeface="IBM Plex Sans"/>
              </a:rPr>
              <a:t>avaimella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Salaus </a:t>
            </a:r>
            <a:r>
              <a:rPr sz="1600" b="0" lang="fr-FR">
                <a:latin typeface="IBM Plex Sans"/>
              </a:rPr>
              <a:t>yksityisellä </a:t>
            </a:r>
            <a:r>
              <a:rPr sz="1600" b="0">
                <a:latin typeface="IBM Plex Sans"/>
              </a:rPr>
              <a:t>avaimella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Viesti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Allekirjoitus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Lähettäminen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Allekirjoittaminen </a:t>
            </a:r>
            <a:r>
              <a:rPr sz="1600" b="0" lang="fr-FR">
                <a:latin typeface="IBM Plex Sans"/>
              </a:rPr>
              <a:t>yksityisellä </a:t>
            </a:r>
            <a:r>
              <a:rPr sz="1600" b="0">
                <a:latin typeface="IBM Plex Sans"/>
              </a:rPr>
              <a:t>avaimella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Varmentaminen </a:t>
            </a:r>
            <a:r>
              <a:rPr sz="1600" b="0" lang="fr-FR">
                <a:latin typeface="IBM Plex Sans"/>
              </a:rPr>
              <a:t>julkisella </a:t>
            </a:r>
            <a:r>
              <a:rPr sz="1600" b="0">
                <a:latin typeface="IBM Plex Sans"/>
              </a:rPr>
              <a:t>avaimella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lähetä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lähetä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hyvitykset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Pankki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Pankki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käytettyjä seteleitä </a:t>
            </a:r>
            <a:r>
              <a:rPr sz="1400">
                <a:latin typeface="IBM Plex Sans"/>
              </a:rPr>
              <a:t>koskeva kirjanpito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Hajautetut verkot.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Asema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Linkki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Keskittäminen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Hajautettu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Uskollinen kenraali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Petturi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Päihitä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Victory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Luotettava aikaleimaus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Laske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Lähetä hash TSA:lle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Yrityksen sisällä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Tiedot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Tiedot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Säilytä yhdessä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Allekirjoitettu aikaleima ja </a:t>
            </a:r>
            <a:r>
              <a:rPr sz="1100">
                <a:latin typeface="IBM Plex Sans"/>
              </a:rPr>
              <a:t>hash palautetaan </a:t>
            </a:r>
            <a:r>
              <a:rPr sz="1100">
                <a:latin typeface="IBM Plex Sans"/>
              </a:rPr>
              <a:t>pyynnön esittäjälle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Aikaleima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Aikaleimausviranomainen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Laske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Tämä on </a:t>
            </a:r>
            <a:r>
              <a:rPr sz="1100" lang="fr-FR">
                <a:latin typeface="IBM Plex Sans"/>
              </a:rPr>
              <a:t>digitaalinen allekirjoitus, </a:t>
            </a:r>
            <a:r>
              <a:rPr sz="1100">
                <a:latin typeface="IBM Plex Sans"/>
              </a:rPr>
              <a:t>joka </a:t>
            </a:r>
            <a:r>
              <a:rPr sz="1100" lang="fr-FR">
                <a:latin typeface="IBM Plex Sans"/>
              </a:rPr>
              <a:t>on </a:t>
            </a:r>
            <a:r>
              <a:rPr sz="1100">
                <a:latin typeface="IBM Plex Sans"/>
              </a:rPr>
              <a:t>yhdistetty </a:t>
            </a:r>
            <a:r>
              <a:rPr sz="1100" lang="fr-FR">
                <a:latin typeface="IBM Plex Sans"/>
              </a:rPr>
              <a:t>aikaleiman </a:t>
            </a:r>
            <a:r>
              <a:rPr sz="1100">
                <a:latin typeface="IBM Plex Sans"/>
              </a:rPr>
              <a:t>kanssa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Sovelletaan TSA:n </a:t>
            </a:r>
            <a:r>
              <a:rPr sz="1000">
                <a:latin typeface="IBM Plex Sans"/>
              </a:rPr>
              <a:t>yksityistä avainta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Aikaleima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Aikaleima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Viitteet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Nakamoton sivu - Ei </a:t>
            </a:r>
            <a:r>
              <a:rPr sz="1400" b="0" i="1" lang="fr-FR">
                <a:latin typeface="IBM Plex Sans"/>
              </a:rPr>
              <a:t>ole koskaan saanut mitään lahjaa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Bitcoin-foorumi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Patoshi-lohkot ja käänteiset aikaleimat (lohkon numero/ExtraNonce)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Arvio Satoshin prosenttiosuudesta verkosta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Prosenttiosuus verkosta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Arvio Satoshin </a:t>
            </a:r>
            <a:r>
              <a:rPr sz="1800">
                <a:latin typeface="IBM Plex Sans"/>
              </a:rPr>
              <a:t>hashratesta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Päivittäinen keskimääräinen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Lineaarinen hashrate-malli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Päivämäärä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"Artikkeli: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on sähköinen valuutta, jonka suunnitteli vuonna 2009 Satoshi Nakamoto. Tämä valuutta erottuu muista sähköisistä valuutoista täysin hajautetun vertaisverkkoluonteensa ja kryptografisten peruskäsitteiden älykkään käytön ansiosta. Se perustuu C++-kielellä kirjoitettuun ohjelmistoon, joka on julkaistu MIT-avoimen lähdekoodin lisenssillä.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koneiden nousu.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 hinta Yhdysvaltain dollareina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