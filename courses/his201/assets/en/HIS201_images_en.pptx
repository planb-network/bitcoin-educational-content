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tableStyles" Target="tableStyles.xml"/><Relationship Id="rId77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04585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3971598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65086491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773984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0792497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6864127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89955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6653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961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08819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1881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020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E55648-ADE2-965E-0F87-0ABB71C754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11700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5337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7170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473744-944F-EBDB-D1E6-8F1CC5CEBD9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6091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33028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942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8696C0-5062-29DC-8A0D-0B5FE66196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73299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8520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879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BD0134-888A-C41F-C6A9-E9CB0DCD8F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7490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45623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84518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27A960-E66B-BEB9-512F-51F73B38A5C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32916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12709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45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3624B9-90B4-A423-2B5E-5454F908F4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3475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310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82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5C4064-3EE6-A2BF-51F2-AEF85998A4A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0165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858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236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0C163AE-044F-883A-A57C-12F3E3EFBF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53154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0774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8656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92455D-49EB-FB3F-3A5D-A54B84B95E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8406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73926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892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631968-6248-63BE-F4DC-BD5ECB85DA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259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2771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1270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812B2-1B68-B1DC-1870-D4D85F9024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42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13310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0799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745C4F-2678-59E7-2ECA-A500A97CE2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109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728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273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7134FC-422C-A81C-D2A9-89C9D8EAEF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7496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73952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00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14A156-7A59-A123-F75C-E447D5D478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6461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40086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759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74181E-3D75-015A-BF9A-A1811885AE1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11495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63801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7300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62975-0B87-124D-F4CF-CC0D059DED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3315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6218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337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710F28-E052-173C-41D9-DD6C9335DF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5580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692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239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9DB6D7-1DAB-B1E0-82BB-0703661D71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422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68005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848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9B5EB9-CEEA-9BBB-ADE0-7D8A93C8FCB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50562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237145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167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258580-6B33-FA3E-7D01-D92051217F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6238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594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9092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F64CBA-39A3-330E-222D-8DFBAC3EAE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5018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5277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13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E4D4C-FF23-C312-3909-D43C203448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0627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909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6710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9D0093-CEF7-4F7C-3917-F404DA844F2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8150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2386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2064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E2612B-5475-F079-D6D8-D27530AECA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6590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77704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540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3A8570-D5E3-A3DA-E9BE-4E59B47DCD3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3728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0681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32410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2157EF-C9F3-24D9-B1A1-FB4AB34082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47586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73097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456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73EC8-14A0-3A00-0EAE-6D6F91E856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81702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58551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91886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797A96-85C7-DC3D-4197-A7799D4D93E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38056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87729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983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2A5D2C-5EB6-3EFE-448A-6E5A57BBB57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1109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951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088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8107A1-9B68-E9FB-7790-E654E75FDF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3743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78590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968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FF372D-B465-F965-BBAE-99202805F6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7140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7529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597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7F4C2D-6E5E-C875-C976-C6D55F6BE67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37878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90700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949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46F0F7-F334-E342-5F02-944A3495C4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9886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04442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5634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37FDAD-1320-454A-0438-600C450795B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3325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00662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410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1E0814-FA3A-798F-7BCC-928878DD25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0849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06523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636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47F0D3-1DEA-F745-1E09-B7FA6BF8E5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6340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08538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496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F4C0AE-E38D-DC6B-C68A-AA49F3CF55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0473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09151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2876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887B64-E028-2AA4-2F68-CBA8265516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8945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08457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9904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0CF1FC-3401-5F66-1687-747F5BB6F5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1721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77894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3484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20E706-D256-E63B-0C75-706309155F9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3312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67105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799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B1688A-4A24-A9DE-E8D5-11EF282097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646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1768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305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F96F47-3D75-628A-7225-3D6D257E19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62727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07189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315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5ABE1E-764B-F425-3391-598B8B461FD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7061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36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4308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8DE568-97B0-9929-DEC1-7CBD6BC5D27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6736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64257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209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D6FF70-89BB-82B1-17DA-D1DCA74758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0188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39949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9871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D1B874-9CC0-4429-5FF7-FC67A3C3FD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604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4579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67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65434F9-E3D3-DB90-E93A-1D223BF901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88063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4697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9207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6F7208-4509-16B4-8EF9-ADC2C49B49E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5135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7350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4737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1A26031-1666-FFA0-1343-10117A0A8A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4594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3719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985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F023A4-E3E3-6195-88ED-53EC821D299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9124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893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0242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C3DA3E-F2DA-2C64-8E0F-319E878795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5513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1402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8144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466F95-1D03-2B53-5C37-61A28647872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8637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55212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420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0A40C7-AB34-D7E9-E511-577CCB0FD3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882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15705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6089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9237B5-1CB3-7EDD-7250-D1A1602C7E9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038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28974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7604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382380-19A7-A1A0-EEAC-E3B9E43D5E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31859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83399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5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7702FD-7905-BDC6-4203-F59B61CEB9B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1974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21110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806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29BA4D-F7B8-24AB-4D7A-E413A5FFAA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46594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7724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695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4927C6-D97B-436B-C8A7-AFE8CEC3A6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36563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9437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88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4E0709-468D-4CCD-4EDF-4432F5A849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2922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47697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238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58AC18-380E-66F2-7AE2-BD7F602DECD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9841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3714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070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934705-0AD6-963A-C353-5FAF7821E48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0553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79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197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2C122E-C38D-8339-6097-2ED6C91C05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15884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42630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1788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BB0AA0-5CF8-9B70-D3B9-41D7892350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8213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72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0271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42AC1A-8DA1-B652-2027-74938292C62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7308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004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5584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BFD0CD-9953-DAB9-1629-83C76D32C9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046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4828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596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3E527E-84B9-F204-CCC6-BF4670AEB2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721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9041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6191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EC451A-0168-5998-FE7E-6B0633410C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88927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97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8529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FCCCA1-04DB-E6CE-E5C4-4256E1EC3F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980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3983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3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A229DD-D5FF-254B-DF64-C5EA347728A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626955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539190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2562547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72376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87826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60939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5885736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3073599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32611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88586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84768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2463943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684386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517366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68987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767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589680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1425987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493366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49894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28462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97666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0245413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9241302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6171336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6930752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4311015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0549834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388860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175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3900908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8842958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202268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483707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037283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939773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11089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518035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561915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41620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6857442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713125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87513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11658339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01545412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4574412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91900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90334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2725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59840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095001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520104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6134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452077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6381211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15101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8997466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78132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80631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16859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594784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3664635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3932256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6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6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63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6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65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66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67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68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6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7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5682937" name=""/>
          <p:cNvPicPr>
            <a:picLocks noChangeAspect="1"/>
          </p:cNvPicPr>
          <p:nvPr/>
        </p:nvPicPr>
        <p:blipFill>
          <a:blip r:embed="rId3"/>
          <a:srcRect l="0" t="0" r="0" b="17028"/>
          <a:stretch/>
        </p:blipFill>
        <p:spPr bwMode="auto">
          <a:xfrm flipH="0" flipV="0">
            <a:off x="1822927" y="497415"/>
            <a:ext cx="8392870" cy="557093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844521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217793" y="270792"/>
            <a:ext cx="6390241" cy="6177232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6356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022271" y="571498"/>
            <a:ext cx="4659084" cy="58238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6740188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41142" y="1123431"/>
            <a:ext cx="6709714" cy="4705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23042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072283" y="280392"/>
            <a:ext cx="6047431" cy="5745059"/>
          </a:xfrm>
          <a:prstGeom prst="rect">
            <a:avLst/>
          </a:prstGeom>
        </p:spPr>
      </p:pic>
      <p:sp>
        <p:nvSpPr>
          <p:cNvPr id="264101256" name=""/>
          <p:cNvSpPr/>
          <p:nvPr/>
        </p:nvSpPr>
        <p:spPr bwMode="auto">
          <a:xfrm flipH="0" flipV="0">
            <a:off x="5929808" y="864541"/>
            <a:ext cx="1149753" cy="30094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300185752" name=""/>
          <p:cNvSpPr txBox="1"/>
          <p:nvPr/>
        </p:nvSpPr>
        <p:spPr bwMode="auto">
          <a:xfrm flipH="0" flipV="0">
            <a:off x="6796666" y="2878666"/>
            <a:ext cx="682858" cy="36612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65352303" name=""/>
          <p:cNvSpPr txBox="1"/>
          <p:nvPr/>
        </p:nvSpPr>
        <p:spPr bwMode="auto">
          <a:xfrm flipH="0" flipV="0">
            <a:off x="6183477" y="2710450"/>
            <a:ext cx="1257937" cy="274679"/>
          </a:xfrm>
          <a:prstGeom prst="rect">
            <a:avLst/>
          </a:prstGeom>
          <a:solidFill>
            <a:srgbClr val="FFFFFF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1200">
                <a:latin typeface="IBM Plex Sans"/>
              </a:rPr>
              <a:t>send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42269199" name=""/>
          <p:cNvSpPr txBox="1"/>
          <p:nvPr/>
        </p:nvSpPr>
        <p:spPr bwMode="auto">
          <a:xfrm flipH="0" flipV="0">
            <a:off x="6161815" y="877671"/>
            <a:ext cx="685737" cy="274679"/>
          </a:xfrm>
          <a:prstGeom prst="rect">
            <a:avLst/>
          </a:prstGeom>
          <a:solidFill>
            <a:srgbClr val="FFFFFF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200">
                <a:latin typeface="IBM Plex Sans"/>
              </a:rPr>
              <a:t>send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9395381" name=""/>
          <p:cNvSpPr txBox="1"/>
          <p:nvPr/>
        </p:nvSpPr>
        <p:spPr bwMode="auto">
          <a:xfrm flipH="0" flipV="0">
            <a:off x="8510588" y="2710090"/>
            <a:ext cx="2124381" cy="274679"/>
          </a:xfrm>
          <a:prstGeom prst="rect">
            <a:avLst/>
          </a:prstGeom>
          <a:solidFill>
            <a:srgbClr val="FFFFFF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200">
                <a:latin typeface="IBM Plex Sans"/>
              </a:rPr>
              <a:t>credits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38239503" name=""/>
          <p:cNvSpPr txBox="1"/>
          <p:nvPr/>
        </p:nvSpPr>
        <p:spPr bwMode="auto">
          <a:xfrm flipH="0" flipV="0">
            <a:off x="5169888" y="5618479"/>
            <a:ext cx="2143333" cy="51851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IBM Plex Sans"/>
              </a:rPr>
              <a:t>record of </a:t>
            </a:r>
            <a:r>
              <a:rPr sz="1400">
                <a:latin typeface="IBM Plex Sans"/>
              </a:rPr>
              <a:t>spent banknotes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1416547" name=""/>
          <p:cNvSpPr txBox="1"/>
          <p:nvPr/>
        </p:nvSpPr>
        <p:spPr bwMode="auto">
          <a:xfrm flipH="0" flipV="0">
            <a:off x="2629117" y="5192732"/>
            <a:ext cx="2642102" cy="488039"/>
          </a:xfrm>
          <a:prstGeom prst="rect">
            <a:avLst/>
          </a:prstGeom>
          <a:solidFill>
            <a:srgbClr val="FFFFFF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600" b="1">
                <a:latin typeface="IBM Plex Sans"/>
              </a:rPr>
              <a:t>Bank 1</a:t>
            </a:r>
            <a:endParaRPr sz="2600" b="1">
              <a:latin typeface="IBM Plex Sans"/>
              <a:cs typeface="IBM Plex Sans"/>
            </a:endParaRPr>
          </a:p>
        </p:txBody>
      </p:sp>
      <p:sp>
        <p:nvSpPr>
          <p:cNvPr id="1391912751" name=""/>
          <p:cNvSpPr txBox="1"/>
          <p:nvPr/>
        </p:nvSpPr>
        <p:spPr bwMode="auto">
          <a:xfrm flipH="0" flipV="0">
            <a:off x="7185916" y="5192732"/>
            <a:ext cx="2326650" cy="488039"/>
          </a:xfrm>
          <a:prstGeom prst="rect">
            <a:avLst/>
          </a:prstGeom>
          <a:solidFill>
            <a:srgbClr val="FFFFFF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600" b="1">
                <a:latin typeface="IBM Plex Sans"/>
              </a:rPr>
              <a:t>Bank 2</a:t>
            </a:r>
            <a:endParaRPr sz="2600" b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9437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94739" y="970372"/>
            <a:ext cx="4802518" cy="4917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12020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71625" y="581024"/>
            <a:ext cx="9048749" cy="569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39375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3083" y="1087541"/>
            <a:ext cx="9365833" cy="46829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60994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59738" y="721178"/>
            <a:ext cx="7776601" cy="554517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3751363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80246" y="2390769"/>
            <a:ext cx="6431504" cy="20764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8649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241416" y="620661"/>
            <a:ext cx="7709163" cy="5616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4086350" name=""/>
          <p:cNvGrpSpPr/>
          <p:nvPr/>
        </p:nvGrpSpPr>
        <p:grpSpPr bwMode="auto">
          <a:xfrm>
            <a:off x="1533582" y="159769"/>
            <a:ext cx="9897157" cy="6069251"/>
            <a:chOff x="0" y="0"/>
            <a:chExt cx="9897157" cy="6069251"/>
          </a:xfrm>
        </p:grpSpPr>
        <p:pic>
          <p:nvPicPr>
            <p:cNvPr id="1740608804" name=""/>
            <p:cNvPicPr>
              <a:picLocks noChangeAspect="1"/>
            </p:cNvPicPr>
            <p:nvPr/>
          </p:nvPicPr>
          <p:blipFill>
            <a:blip r:embed="rId3"/>
            <a:srcRect l="0" t="0" r="0" b="16973"/>
            <a:stretch/>
          </p:blipFill>
          <p:spPr bwMode="auto">
            <a:xfrm flipH="0" flipV="0">
              <a:off x="29691" y="0"/>
              <a:ext cx="9065446" cy="5428633"/>
            </a:xfrm>
            <a:prstGeom prst="rect">
              <a:avLst/>
            </a:prstGeom>
          </p:spPr>
        </p:pic>
        <p:sp>
          <p:nvSpPr>
            <p:cNvPr id="948010094" name=""/>
            <p:cNvSpPr/>
            <p:nvPr/>
          </p:nvSpPr>
          <p:spPr bwMode="auto">
            <a:xfrm flipH="0" flipV="0">
              <a:off x="1458241" y="5440928"/>
              <a:ext cx="523874" cy="361949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65153022" name=""/>
            <p:cNvSpPr/>
            <p:nvPr/>
          </p:nvSpPr>
          <p:spPr bwMode="auto">
            <a:xfrm flipH="0" flipV="0">
              <a:off x="4165144" y="5440928"/>
              <a:ext cx="523874" cy="361949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10959219" name=""/>
            <p:cNvSpPr/>
            <p:nvPr/>
          </p:nvSpPr>
          <p:spPr bwMode="auto">
            <a:xfrm flipH="0" flipV="0">
              <a:off x="6890746" y="5440928"/>
              <a:ext cx="523874" cy="361949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9984963" name=""/>
            <p:cNvSpPr/>
            <p:nvPr/>
          </p:nvSpPr>
          <p:spPr bwMode="auto">
            <a:xfrm flipH="0" flipV="0">
              <a:off x="1429366" y="5197383"/>
              <a:ext cx="762300" cy="28539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9587101" name=""/>
            <p:cNvSpPr/>
            <p:nvPr/>
          </p:nvSpPr>
          <p:spPr bwMode="auto">
            <a:xfrm flipH="0" flipV="0">
              <a:off x="2144043" y="4707682"/>
              <a:ext cx="647698" cy="2286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25536756" name=""/>
            <p:cNvSpPr txBox="1"/>
            <p:nvPr/>
          </p:nvSpPr>
          <p:spPr bwMode="auto">
            <a:xfrm flipH="0" flipV="0">
              <a:off x="5813324" y="5642172"/>
              <a:ext cx="4083833" cy="42707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200">
                  <a:latin typeface="IBM Plex Sans"/>
                  <a:ea typeface="IBM Plex Sans"/>
                  <a:cs typeface="IBM Plex Sans"/>
                </a:rPr>
                <a:t>Distributed networks.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78027353" name=""/>
            <p:cNvSpPr txBox="1"/>
            <p:nvPr/>
          </p:nvSpPr>
          <p:spPr bwMode="auto">
            <a:xfrm flipH="0" flipV="0">
              <a:off x="1392084" y="5177612"/>
              <a:ext cx="1448440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sz="1400">
                  <a:latin typeface="IBM Plex Sans"/>
                  <a:ea typeface="IBM Plex Sans"/>
                  <a:cs typeface="IBM Plex Sans"/>
                </a:rPr>
                <a:t>Station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5396164" name=""/>
            <p:cNvSpPr txBox="1"/>
            <p:nvPr/>
          </p:nvSpPr>
          <p:spPr bwMode="auto">
            <a:xfrm flipH="0" flipV="0">
              <a:off x="2144043" y="4669404"/>
              <a:ext cx="921958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sz="1400">
                  <a:latin typeface="IBM Plex Sans"/>
                  <a:ea typeface="IBM Plex Sans"/>
                  <a:cs typeface="IBM Plex Sans"/>
                </a:rPr>
                <a:t>Link</a:t>
              </a:r>
              <a:endParaRPr sz="1400"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91108817" name=""/>
            <p:cNvSpPr/>
            <p:nvPr/>
          </p:nvSpPr>
          <p:spPr bwMode="auto">
            <a:xfrm flipH="0" flipV="0">
              <a:off x="1924967" y="4707682"/>
              <a:ext cx="266699" cy="152579"/>
            </a:xfrm>
            <a:prstGeom prst="leftArrow">
              <a:avLst>
                <a:gd name="adj1" fmla="val 50000"/>
                <a:gd name="adj2" fmla="val 83333"/>
              </a:avLst>
            </a:pr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935356810" name=""/>
            <p:cNvSpPr/>
            <p:nvPr/>
          </p:nvSpPr>
          <p:spPr bwMode="auto">
            <a:xfrm rot="2286170" flipH="0" flipV="0">
              <a:off x="1190538" y="5143349"/>
              <a:ext cx="266698" cy="152579"/>
            </a:xfrm>
            <a:prstGeom prst="leftArrow">
              <a:avLst>
                <a:gd name="adj1" fmla="val 50000"/>
                <a:gd name="adj2" fmla="val 83333"/>
              </a:avLst>
            </a:pr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89378415" name=""/>
            <p:cNvSpPr txBox="1"/>
            <p:nvPr/>
          </p:nvSpPr>
          <p:spPr bwMode="auto">
            <a:xfrm rot="0" flipH="0" flipV="0">
              <a:off x="0" y="5642172"/>
              <a:ext cx="2763487" cy="42707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>
                  <a:latin typeface="IBM Plex Sans"/>
                  <a:ea typeface="IBM Plex Sans"/>
                  <a:cs typeface="IBM Plex Sans"/>
                </a:rPr>
                <a:t>Centralisation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4160760" name=""/>
            <p:cNvSpPr txBox="1"/>
            <p:nvPr/>
          </p:nvSpPr>
          <p:spPr bwMode="auto">
            <a:xfrm rot="0" flipH="0" flipV="0">
              <a:off x="2961370" y="5642172"/>
              <a:ext cx="2851953" cy="42707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>
                  <a:latin typeface="IBM Plex Sans"/>
                  <a:ea typeface="IBM Plex Sans"/>
                  <a:cs typeface="IBM Plex Sans"/>
                </a:rPr>
                <a:t>Decentralized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63134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72880" y="323847"/>
            <a:ext cx="10646236" cy="6210302"/>
          </a:xfrm>
          <a:prstGeom prst="rect">
            <a:avLst/>
          </a:prstGeom>
        </p:spPr>
      </p:pic>
      <p:sp>
        <p:nvSpPr>
          <p:cNvPr id="2005467936" name=""/>
          <p:cNvSpPr/>
          <p:nvPr/>
        </p:nvSpPr>
        <p:spPr bwMode="auto">
          <a:xfrm flipH="0" flipV="0">
            <a:off x="1651400" y="495479"/>
            <a:ext cx="2266949" cy="60959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748996341" name=""/>
          <p:cNvSpPr/>
          <p:nvPr/>
        </p:nvSpPr>
        <p:spPr bwMode="auto">
          <a:xfrm flipH="0" flipV="0">
            <a:off x="4562474" y="495479"/>
            <a:ext cx="1714500" cy="60959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669766253" name=""/>
          <p:cNvSpPr/>
          <p:nvPr/>
        </p:nvSpPr>
        <p:spPr bwMode="auto">
          <a:xfrm flipH="0" flipV="0">
            <a:off x="2784875" y="5857514"/>
            <a:ext cx="1714500" cy="60959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11610207" name=""/>
          <p:cNvSpPr/>
          <p:nvPr/>
        </p:nvSpPr>
        <p:spPr bwMode="auto">
          <a:xfrm flipH="0" flipV="0">
            <a:off x="7886698" y="5857514"/>
            <a:ext cx="1714500" cy="60959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127702951" name=""/>
          <p:cNvSpPr txBox="1"/>
          <p:nvPr/>
        </p:nvSpPr>
        <p:spPr bwMode="auto">
          <a:xfrm flipH="0" flipV="0">
            <a:off x="1651399" y="571500"/>
            <a:ext cx="1586266" cy="36612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800">
                <a:latin typeface="IBM Plex Sans"/>
              </a:rPr>
              <a:t>Loyal General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25654073" name=""/>
          <p:cNvSpPr txBox="1"/>
          <p:nvPr/>
        </p:nvSpPr>
        <p:spPr bwMode="auto">
          <a:xfrm flipH="0" flipV="0">
            <a:off x="4562473" y="571500"/>
            <a:ext cx="2021121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800">
                <a:solidFill>
                  <a:srgbClr val="8A8A8A"/>
                </a:solidFill>
                <a:latin typeface="IBM Plex Sans"/>
              </a:rPr>
              <a:t>Traitor</a:t>
            </a:r>
            <a:endParaRPr sz="1800">
              <a:solidFill>
                <a:srgbClr val="8A8A8A"/>
              </a:solidFill>
              <a:latin typeface="IBM Plex Sans"/>
              <a:cs typeface="IBM Plex Sans"/>
            </a:endParaRPr>
          </a:p>
        </p:txBody>
      </p:sp>
      <p:sp>
        <p:nvSpPr>
          <p:cNvPr id="1822932628" name=""/>
          <p:cNvSpPr txBox="1"/>
          <p:nvPr/>
        </p:nvSpPr>
        <p:spPr bwMode="auto">
          <a:xfrm flipH="0" flipV="0">
            <a:off x="2131022" y="5857513"/>
            <a:ext cx="3378125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600" b="1">
                <a:latin typeface="IBM Plex Sans"/>
              </a:rPr>
              <a:t>Defeat</a:t>
            </a:r>
            <a:endParaRPr sz="2600" b="1">
              <a:latin typeface="IBM Plex Sans"/>
              <a:cs typeface="IBM Plex Sans"/>
            </a:endParaRPr>
          </a:p>
        </p:txBody>
      </p:sp>
      <p:sp>
        <p:nvSpPr>
          <p:cNvPr id="1486106265" name=""/>
          <p:cNvSpPr txBox="1"/>
          <p:nvPr/>
        </p:nvSpPr>
        <p:spPr bwMode="auto">
          <a:xfrm flipH="0" flipV="0">
            <a:off x="6780954" y="5857513"/>
            <a:ext cx="3785102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600" b="1">
                <a:latin typeface="IBM Plex Sans"/>
              </a:rPr>
              <a:t>Victory</a:t>
            </a:r>
            <a:endParaRPr sz="2600" b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009779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406297" y="415698"/>
            <a:ext cx="9515475" cy="5781674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7054356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361473" y="1099778"/>
            <a:ext cx="3469050" cy="46584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46473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43000" y="2234293"/>
            <a:ext cx="9905999" cy="198119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9777043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56823" y="1009648"/>
            <a:ext cx="8878350" cy="4838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612231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028440" y="201313"/>
            <a:ext cx="7999047" cy="62920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952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8497" y="751498"/>
            <a:ext cx="5355001" cy="53550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385169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237647" y="956958"/>
            <a:ext cx="3716701" cy="49440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1409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96424" y="90192"/>
            <a:ext cx="8782049" cy="66646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709532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56621" y="989621"/>
            <a:ext cx="4878752" cy="48787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1120646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81399" y="914399"/>
            <a:ext cx="5029196" cy="50291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946596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443906" y="0"/>
            <a:ext cx="5304184" cy="6857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6784405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411049" y="619124"/>
            <a:ext cx="7369898" cy="56197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843888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967131" y="1152363"/>
            <a:ext cx="8430118" cy="441720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771022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980473" y="1313473"/>
            <a:ext cx="4231050" cy="42310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69363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570771" y="786831"/>
            <a:ext cx="7050451" cy="52843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69274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15892" y="1105701"/>
            <a:ext cx="8939279" cy="4646597"/>
          </a:xfrm>
          <a:prstGeom prst="rect">
            <a:avLst/>
          </a:prstGeom>
        </p:spPr>
      </p:pic>
      <p:sp>
        <p:nvSpPr>
          <p:cNvPr id="1218447333" name=""/>
          <p:cNvSpPr txBox="1"/>
          <p:nvPr/>
        </p:nvSpPr>
        <p:spPr bwMode="auto">
          <a:xfrm flipH="0" flipV="0">
            <a:off x="2164000" y="5833321"/>
            <a:ext cx="786399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>
                <a:latin typeface="IBM Plex Sans"/>
              </a:rPr>
              <a:t>Bitcoin Forum</a:t>
            </a:r>
            <a:endParaRPr sz="1400" b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025661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066071" y="399071"/>
            <a:ext cx="6059853" cy="60598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1717916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247172" y="302892"/>
            <a:ext cx="3697651" cy="62522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69690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637395" y="1764923"/>
            <a:ext cx="3624779" cy="35974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7912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90659" y="457198"/>
            <a:ext cx="11701821" cy="594359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1740460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4301" y="2631219"/>
            <a:ext cx="4483395" cy="15955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442611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380521" y="445294"/>
            <a:ext cx="3430952" cy="59674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636996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075598" y="471305"/>
            <a:ext cx="6040800" cy="59153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133565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3797" y="1431598"/>
            <a:ext cx="11984401" cy="399479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60970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61999" y="228600"/>
            <a:ext cx="10667998" cy="640080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286246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65771" y="170863"/>
            <a:ext cx="10860453" cy="6516272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15237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999396" y="804024"/>
            <a:ext cx="6193201" cy="5249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107908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21884" y="1030535"/>
            <a:ext cx="7548231" cy="50321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063644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20499" y="388166"/>
            <a:ext cx="4550995" cy="60816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7776286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603550" y="2314574"/>
            <a:ext cx="6984897" cy="22288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187282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066072" y="971013"/>
            <a:ext cx="6059851" cy="49159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3630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98251" y="1543043"/>
            <a:ext cx="11395487" cy="377190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53142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30498" y="904874"/>
            <a:ext cx="6730999" cy="5048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69707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31179" y="1577066"/>
            <a:ext cx="10820781" cy="291464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754784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73441" y="1504949"/>
            <a:ext cx="11245114" cy="384809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7440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01531" y="531783"/>
            <a:ext cx="10694295" cy="5961541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14294973" name=""/>
          <p:cNvSpPr/>
          <p:nvPr/>
        </p:nvSpPr>
        <p:spPr bwMode="auto">
          <a:xfrm flipH="0" flipV="0">
            <a:off x="20024" y="2952749"/>
            <a:ext cx="209549" cy="156209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88825421" name=""/>
          <p:cNvSpPr/>
          <p:nvPr/>
        </p:nvSpPr>
        <p:spPr bwMode="auto">
          <a:xfrm flipH="0" flipV="0">
            <a:off x="6039824" y="6610349"/>
            <a:ext cx="1514474" cy="19049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351248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376657" y="866774"/>
            <a:ext cx="5438683" cy="51244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946244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415321" y="2457449"/>
            <a:ext cx="7361353" cy="1943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643342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57357" y="1900862"/>
            <a:ext cx="9842334" cy="232278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428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694596" y="1174051"/>
            <a:ext cx="6802802" cy="4509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91423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59" y="1162049"/>
            <a:ext cx="11421678" cy="45338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137616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190999" y="1523999"/>
            <a:ext cx="3809999" cy="3809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03478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876799" y="2209799"/>
            <a:ext cx="2438399" cy="24383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799481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99641" y="514350"/>
            <a:ext cx="8592714" cy="58292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5767880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044819" y="2943224"/>
            <a:ext cx="8102357" cy="9715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89066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018698" y="932560"/>
            <a:ext cx="2154600" cy="49928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477038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706353" y="1133474"/>
            <a:ext cx="4779291" cy="45910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3850619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8438" y="771524"/>
            <a:ext cx="11495120" cy="5314946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20415599" name=""/>
          <p:cNvSpPr/>
          <p:nvPr/>
        </p:nvSpPr>
        <p:spPr bwMode="auto">
          <a:xfrm flipH="0" flipV="0">
            <a:off x="439123" y="5567948"/>
            <a:ext cx="11363323" cy="51851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1678619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58827" y="485774"/>
            <a:ext cx="9674340" cy="588644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38629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906392" y="353469"/>
            <a:ext cx="8910778" cy="615105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825096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98724" y="400049"/>
            <a:ext cx="10394548" cy="60578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468628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00845" y="810985"/>
            <a:ext cx="11227021" cy="52360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094566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84822" y="389722"/>
            <a:ext cx="10822351" cy="60785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461616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2065" y="514349"/>
            <a:ext cx="10347867" cy="58292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988629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132748" y="771007"/>
            <a:ext cx="5926500" cy="53159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77315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980472" y="608297"/>
            <a:ext cx="4231051" cy="5641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669970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28698" y="895349"/>
            <a:ext cx="10134599" cy="506729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92784001" name=""/>
          <p:cNvSpPr/>
          <p:nvPr/>
        </p:nvSpPr>
        <p:spPr bwMode="auto">
          <a:xfrm flipH="0" flipV="0">
            <a:off x="1229699" y="1790699"/>
            <a:ext cx="371475" cy="312419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03556793" name=""/>
          <p:cNvSpPr txBox="1"/>
          <p:nvPr/>
        </p:nvSpPr>
        <p:spPr bwMode="auto">
          <a:xfrm rot="0" flipH="0" flipV="0">
            <a:off x="2994964" y="1125626"/>
            <a:ext cx="6368862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>
                <a:latin typeface="IBM Plex Sans"/>
              </a:rPr>
              <a:t>Bitcoin Price in US Dollars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70</Slides>
  <Notes>70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30</cp:revision>
  <dcterms:modified xsi:type="dcterms:W3CDTF">2025-09-24T21:15:12Z</dcterms:modified>
</cp:coreProperties>
</file>