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クリアテキスト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暗号文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送信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暗号化</a:t>
            </a:r>
            <a:endParaRPr/>
          </a:p>
          <a:p>
            <a:pPr algn="ctr"/>
            <a:r>
              <a:rPr sz="2300" lang="en-US">
                <a:latin typeface="Roboto"/>
              </a:rPr>
              <a:t>公開鍵</a:t>
            </a:r>
          </a:p>
          <a:p>
            <a:pPr algn="ctr"/>
            <a:r>
              <a:rPr sz="2300" lang="en-US">
                <a:latin typeface="Roboto"/>
              </a:rPr>
              <a:t>鍵</a:t>
            </a:r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復号化</a:t>
            </a:r>
            <a:endParaRPr/>
          </a:p>
          <a:p>
            <a:pPr algn="ctr"/>
            <a:r>
              <a:rPr sz="2300" lang="en-US">
                <a:latin typeface="Roboto"/>
              </a:rPr>
              <a:t>秘密鍵</a:t>
            </a:r>
          </a:p>
          <a:p>
            <a:pPr algn="ctr"/>
            <a:r>
              <a:rPr sz="2300" lang="en-US">
                <a:latin typeface="Roboto"/>
              </a:rPr>
              <a:t>秘密鍵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クリアテキスト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ビットコイン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暗号文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送信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公開鍵による暗号化 </a:t>
            </a:r>
            <a:r>
              <a:rPr sz="1400" b="0">
                <a:latin typeface="IBM Plex Sans"/>
              </a:rPr>
              <a:t/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秘密鍵による復号化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ビットコイン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ビットコイン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メッセージ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署名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送信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OK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秘密鍵による署名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公開鍵による検証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送る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送る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クレジット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バンク1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バンク2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使用済み紙幣の記録 </a:t>
            </a:r>
            <a:r>
              <a:rPr sz="1400">
                <a:latin typeface="IBM Plex Sans"/>
              </a:rPr>
              <a:t/>
            </a:r>
            <a:endParaRPr sz="1400">
              <a:latin typeface="IBM Plex Sans"/>
              <a:ea typeface="IBM Plex Sans"/>
              <a:cs typeface="IBM Plex Sans"/>
            </a:endParaRPr>
          </a:p>
          <a:p>
            <a:pPr algn="ctr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分散型ネットワーク。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駅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リンク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中央集権化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分散型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忠誠の将軍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裏切り者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敗北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勝利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信頼できるタイムスタンプ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ハッシュの計算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TSAにハッシュを送る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社内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データ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/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データ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一緒に保管する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署名されたタイムスタンプとハッシュが要求者に返される。 </a:t>
            </a:r>
            <a:r>
              <a:rPr sz="1100"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タイムスタンプ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タイムスタンプ機関（TSA）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ハッシュの計算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これは、ハッシュをタイムスタンプに連結したデジタル署名である。 </a:t>
            </a:r>
            <a:r>
              <a:rPr sz="1100"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TSAの秘密鍵を適用する </a:t>
            </a:r>
            <a:r>
              <a:rPr sz="1000">
                <a:latin typeface="IBM Plex Sans"/>
              </a:rPr>
              <a:t/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タイムスタンプ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タイムスタンプ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参考文献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サトシ・ナカモトのページ - </a:t>
            </a:r>
            <a:r>
              <a:rPr sz="1400" b="0" i="1" lang="fr-FR">
                <a:latin typeface="IBM Plex Sans"/>
              </a:rPr>
              <a:t>プレゼントを受け取ったことはない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ビットコイン・フォーラム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パトシ・ブロック＆反転タイムスタンプ（ブロック番号／エクストラノンス）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サトシがネットワークに占める割合の見積もり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ネットワークの割合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サトシの推定ハッシュレート </a:t>
            </a:r>
            <a:r>
              <a:rPr sz="1800"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ハッシュレート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1日の平均ハッシュレート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線形ハッシュレートモデル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エクストラノンス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日付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"記事ビットコインについて知っていますか？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ビットコインは、2009年にサトシ・ナカモトという人物によって設計された電子通貨である。この通貨は、完全に非中央集権的なピアツーピアの性質と、基本的な暗号概念を巧みに利用していることから、他の電子通貨とは一線を画している。C++で書かれ、MITオープンソースライセンスの下で公開されているソフトウェアに依存している。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/>
          </a:p>
          <a:p>
            <a:pPr algn="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ビットコイン......機械の台頭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米ドルでのビットコイン価格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