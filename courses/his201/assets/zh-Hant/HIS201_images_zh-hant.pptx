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7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Lst>
  <p:sldSz cx="12192000" cy="6858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tableStyles" Target="tableStyles.xml"/><Relationship Id="rId7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908905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2099481301"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963331614"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994229746"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1305234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035077115"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0978870" name="Slide Image Placeholder 1"/>
          <p:cNvSpPr>
            <a:spLocks noChangeAspect="1" noGrp="1" noRot="1"/>
          </p:cNvSpPr>
          <p:nvPr>
            <p:ph type="sldImg"/>
          </p:nvPr>
        </p:nvSpPr>
        <p:spPr bwMode="auto">
          <a:xfrm>
            <a:off x="685800" y="1143000"/>
            <a:ext cx="5486400" cy="3086100"/>
          </a:xfrm>
        </p:spPr>
      </p:sp>
      <p:sp>
        <p:nvSpPr>
          <p:cNvPr id="1641754055" name="Notes Placeholder 2"/>
          <p:cNvSpPr>
            <a:spLocks noGrp="1"/>
          </p:cNvSpPr>
          <p:nvPr>
            <p:ph type="body" idx="1"/>
          </p:nvPr>
        </p:nvSpPr>
        <p:spPr bwMode="auto"/>
        <p:txBody>
          <a:bodyPr/>
          <a:lstStyle/>
          <a:p>
            <a:pPr>
              <a:defRPr/>
            </a:pPr>
            <a:endParaRPr lang="en-US">
              <a:latin typeface="Arial"/>
              <a:cs typeface="Arial"/>
            </a:endParaRPr>
          </a:p>
        </p:txBody>
      </p:sp>
      <p:sp>
        <p:nvSpPr>
          <p:cNvPr id="1848915755"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407030" name="Slide Image Placeholder 1"/>
          <p:cNvSpPr>
            <a:spLocks noChangeAspect="1" noGrp="1" noRot="1"/>
          </p:cNvSpPr>
          <p:nvPr>
            <p:ph type="sldImg"/>
          </p:nvPr>
        </p:nvSpPr>
        <p:spPr bwMode="auto"/>
      </p:sp>
      <p:sp>
        <p:nvSpPr>
          <p:cNvPr id="1844566913" name="Notes Placeholder 2"/>
          <p:cNvSpPr>
            <a:spLocks noGrp="1"/>
          </p:cNvSpPr>
          <p:nvPr>
            <p:ph type="body" idx="1"/>
          </p:nvPr>
        </p:nvSpPr>
        <p:spPr bwMode="auto"/>
        <p:txBody>
          <a:bodyPr/>
          <a:lstStyle/>
          <a:p>
            <a:pPr>
              <a:defRPr/>
            </a:pPr>
            <a:endParaRPr/>
          </a:p>
        </p:txBody>
      </p:sp>
      <p:sp>
        <p:nvSpPr>
          <p:cNvPr id="411870703" name="Slide Number Placeholder 3"/>
          <p:cNvSpPr>
            <a:spLocks noGrp="1"/>
          </p:cNvSpPr>
          <p:nvPr>
            <p:ph type="sldNum" sz="quarter" idx="10"/>
          </p:nvPr>
        </p:nvSpPr>
        <p:spPr bwMode="auto"/>
        <p:txBody>
          <a:bodyPr/>
          <a:lstStyle/>
          <a:p>
            <a:pPr>
              <a:defRPr/>
            </a:pPr>
            <a:fld id="{20E55648-ADE2-965E-0F87-0ABB71C754BC}"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8987884" name="Slide Image Placeholder 1"/>
          <p:cNvSpPr>
            <a:spLocks noChangeAspect="1" noGrp="1" noRot="1"/>
          </p:cNvSpPr>
          <p:nvPr>
            <p:ph type="sldImg"/>
          </p:nvPr>
        </p:nvSpPr>
        <p:spPr bwMode="auto"/>
      </p:sp>
      <p:sp>
        <p:nvSpPr>
          <p:cNvPr id="2018659221" name="Notes Placeholder 2"/>
          <p:cNvSpPr>
            <a:spLocks noGrp="1"/>
          </p:cNvSpPr>
          <p:nvPr>
            <p:ph type="body" idx="1"/>
          </p:nvPr>
        </p:nvSpPr>
        <p:spPr bwMode="auto"/>
        <p:txBody>
          <a:bodyPr/>
          <a:lstStyle/>
          <a:p>
            <a:pPr>
              <a:defRPr/>
            </a:pPr>
            <a:endParaRPr/>
          </a:p>
        </p:txBody>
      </p:sp>
      <p:sp>
        <p:nvSpPr>
          <p:cNvPr id="1759670535" name="Slide Number Placeholder 3"/>
          <p:cNvSpPr>
            <a:spLocks noGrp="1"/>
          </p:cNvSpPr>
          <p:nvPr>
            <p:ph type="sldNum" sz="quarter" idx="10"/>
          </p:nvPr>
        </p:nvSpPr>
        <p:spPr bwMode="auto"/>
        <p:txBody>
          <a:bodyPr/>
          <a:lstStyle/>
          <a:p>
            <a:pPr>
              <a:defRPr/>
            </a:pPr>
            <a:fld id="{32473744-944F-EBDB-D1E6-8F1CC5CEBD97}"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9782411" name="Slide Image Placeholder 1"/>
          <p:cNvSpPr>
            <a:spLocks noChangeAspect="1" noGrp="1" noRot="1"/>
          </p:cNvSpPr>
          <p:nvPr>
            <p:ph type="sldImg"/>
          </p:nvPr>
        </p:nvSpPr>
        <p:spPr bwMode="auto"/>
      </p:sp>
      <p:sp>
        <p:nvSpPr>
          <p:cNvPr id="1798231463" name="Notes Placeholder 2"/>
          <p:cNvSpPr>
            <a:spLocks noGrp="1"/>
          </p:cNvSpPr>
          <p:nvPr>
            <p:ph type="body" idx="1"/>
          </p:nvPr>
        </p:nvSpPr>
        <p:spPr bwMode="auto"/>
        <p:txBody>
          <a:bodyPr/>
          <a:lstStyle/>
          <a:p>
            <a:pPr>
              <a:defRPr/>
            </a:pPr>
            <a:endParaRPr/>
          </a:p>
        </p:txBody>
      </p:sp>
      <p:sp>
        <p:nvSpPr>
          <p:cNvPr id="1807947334" name="Slide Number Placeholder 3"/>
          <p:cNvSpPr>
            <a:spLocks noGrp="1"/>
          </p:cNvSpPr>
          <p:nvPr>
            <p:ph type="sldNum" sz="quarter" idx="10"/>
          </p:nvPr>
        </p:nvSpPr>
        <p:spPr bwMode="auto"/>
        <p:txBody>
          <a:bodyPr/>
          <a:lstStyle/>
          <a:p>
            <a:pPr>
              <a:defRPr/>
            </a:pPr>
            <a:fld id="{C78696C0-5062-29DC-8A0D-0B5FE66196AF}"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4146331" name="Slide Image Placeholder 1"/>
          <p:cNvSpPr>
            <a:spLocks noChangeAspect="1" noGrp="1" noRot="1"/>
          </p:cNvSpPr>
          <p:nvPr>
            <p:ph type="sldImg"/>
          </p:nvPr>
        </p:nvSpPr>
        <p:spPr bwMode="auto"/>
      </p:sp>
      <p:sp>
        <p:nvSpPr>
          <p:cNvPr id="496666805" name="Notes Placeholder 2"/>
          <p:cNvSpPr>
            <a:spLocks noGrp="1"/>
          </p:cNvSpPr>
          <p:nvPr>
            <p:ph type="body" idx="1"/>
          </p:nvPr>
        </p:nvSpPr>
        <p:spPr bwMode="auto"/>
        <p:txBody>
          <a:bodyPr/>
          <a:lstStyle/>
          <a:p>
            <a:pPr>
              <a:defRPr/>
            </a:pPr>
            <a:endParaRPr/>
          </a:p>
        </p:txBody>
      </p:sp>
      <p:sp>
        <p:nvSpPr>
          <p:cNvPr id="624653920" name="Slide Number Placeholder 3"/>
          <p:cNvSpPr>
            <a:spLocks noGrp="1"/>
          </p:cNvSpPr>
          <p:nvPr>
            <p:ph type="sldNum" sz="quarter" idx="10"/>
          </p:nvPr>
        </p:nvSpPr>
        <p:spPr bwMode="auto"/>
        <p:txBody>
          <a:bodyPr/>
          <a:lstStyle/>
          <a:p>
            <a:pPr>
              <a:defRPr/>
            </a:pPr>
            <a:fld id="{6EBD0134-888A-C41F-C6A9-E9CB0DCD8F79}"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7538199" name="Slide Image Placeholder 1"/>
          <p:cNvSpPr>
            <a:spLocks noChangeAspect="1" noGrp="1" noRot="1"/>
          </p:cNvSpPr>
          <p:nvPr>
            <p:ph type="sldImg"/>
          </p:nvPr>
        </p:nvSpPr>
        <p:spPr bwMode="auto"/>
      </p:sp>
      <p:sp>
        <p:nvSpPr>
          <p:cNvPr id="192852020" name="Notes Placeholder 2"/>
          <p:cNvSpPr>
            <a:spLocks noGrp="1"/>
          </p:cNvSpPr>
          <p:nvPr>
            <p:ph type="body" idx="1"/>
          </p:nvPr>
        </p:nvSpPr>
        <p:spPr bwMode="auto"/>
        <p:txBody>
          <a:bodyPr/>
          <a:lstStyle/>
          <a:p>
            <a:pPr>
              <a:defRPr/>
            </a:pPr>
            <a:endParaRPr/>
          </a:p>
        </p:txBody>
      </p:sp>
      <p:sp>
        <p:nvSpPr>
          <p:cNvPr id="243591323" name="Slide Number Placeholder 3"/>
          <p:cNvSpPr>
            <a:spLocks noGrp="1"/>
          </p:cNvSpPr>
          <p:nvPr>
            <p:ph type="sldNum" sz="quarter" idx="10"/>
          </p:nvPr>
        </p:nvSpPr>
        <p:spPr bwMode="auto"/>
        <p:txBody>
          <a:bodyPr/>
          <a:lstStyle/>
          <a:p>
            <a:pPr>
              <a:defRPr/>
            </a:pPr>
            <a:fld id="{B727A960-E66B-BEB9-512F-51F73B38A5C2}"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5259919" name="Slide Image Placeholder 1"/>
          <p:cNvSpPr>
            <a:spLocks noChangeAspect="1" noGrp="1" noRot="1"/>
          </p:cNvSpPr>
          <p:nvPr>
            <p:ph type="sldImg"/>
          </p:nvPr>
        </p:nvSpPr>
        <p:spPr bwMode="auto"/>
      </p:sp>
      <p:sp>
        <p:nvSpPr>
          <p:cNvPr id="595947963" name="Notes Placeholder 2"/>
          <p:cNvSpPr>
            <a:spLocks noGrp="1"/>
          </p:cNvSpPr>
          <p:nvPr>
            <p:ph type="body" idx="1"/>
          </p:nvPr>
        </p:nvSpPr>
        <p:spPr bwMode="auto"/>
        <p:txBody>
          <a:bodyPr/>
          <a:lstStyle/>
          <a:p>
            <a:pPr>
              <a:defRPr/>
            </a:pPr>
            <a:endParaRPr/>
          </a:p>
        </p:txBody>
      </p:sp>
      <p:sp>
        <p:nvSpPr>
          <p:cNvPr id="780479728" name="Slide Number Placeholder 3"/>
          <p:cNvSpPr>
            <a:spLocks noGrp="1"/>
          </p:cNvSpPr>
          <p:nvPr>
            <p:ph type="sldNum" sz="quarter" idx="10"/>
          </p:nvPr>
        </p:nvSpPr>
        <p:spPr bwMode="auto"/>
        <p:txBody>
          <a:bodyPr/>
          <a:lstStyle/>
          <a:p>
            <a:pPr>
              <a:defRPr/>
            </a:pPr>
            <a:fld id="{CC3624B9-90B4-A423-2B5E-5454F908F41F}"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2594588" name="Slide Image Placeholder 1"/>
          <p:cNvSpPr>
            <a:spLocks noChangeAspect="1" noGrp="1" noRot="1"/>
          </p:cNvSpPr>
          <p:nvPr>
            <p:ph type="sldImg"/>
          </p:nvPr>
        </p:nvSpPr>
        <p:spPr bwMode="auto"/>
      </p:sp>
      <p:sp>
        <p:nvSpPr>
          <p:cNvPr id="763954667" name="Notes Placeholder 2"/>
          <p:cNvSpPr>
            <a:spLocks noGrp="1"/>
          </p:cNvSpPr>
          <p:nvPr>
            <p:ph type="body" idx="1"/>
          </p:nvPr>
        </p:nvSpPr>
        <p:spPr bwMode="auto"/>
        <p:txBody>
          <a:bodyPr/>
          <a:lstStyle/>
          <a:p>
            <a:pPr>
              <a:defRPr/>
            </a:pPr>
            <a:endParaRPr/>
          </a:p>
        </p:txBody>
      </p:sp>
      <p:sp>
        <p:nvSpPr>
          <p:cNvPr id="584211226" name="Slide Number Placeholder 3"/>
          <p:cNvSpPr>
            <a:spLocks noGrp="1"/>
          </p:cNvSpPr>
          <p:nvPr>
            <p:ph type="sldNum" sz="quarter" idx="10"/>
          </p:nvPr>
        </p:nvSpPr>
        <p:spPr bwMode="auto"/>
        <p:txBody>
          <a:bodyPr/>
          <a:lstStyle/>
          <a:p>
            <a:pPr>
              <a:defRPr/>
            </a:pPr>
            <a:fld id="{055C4064-3EE6-A2BF-51F2-AEF85998A4A7}"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2613138" name="Slide Image Placeholder 1"/>
          <p:cNvSpPr>
            <a:spLocks noChangeAspect="1" noGrp="1" noRot="1"/>
          </p:cNvSpPr>
          <p:nvPr>
            <p:ph type="sldImg"/>
          </p:nvPr>
        </p:nvSpPr>
        <p:spPr bwMode="auto"/>
      </p:sp>
      <p:sp>
        <p:nvSpPr>
          <p:cNvPr id="873603887" name="Notes Placeholder 2"/>
          <p:cNvSpPr>
            <a:spLocks noGrp="1"/>
          </p:cNvSpPr>
          <p:nvPr>
            <p:ph type="body" idx="1"/>
          </p:nvPr>
        </p:nvSpPr>
        <p:spPr bwMode="auto"/>
        <p:txBody>
          <a:bodyPr/>
          <a:lstStyle/>
          <a:p>
            <a:pPr>
              <a:defRPr/>
            </a:pPr>
            <a:endParaRPr/>
          </a:p>
        </p:txBody>
      </p:sp>
      <p:sp>
        <p:nvSpPr>
          <p:cNvPr id="1625884384" name="Slide Number Placeholder 3"/>
          <p:cNvSpPr>
            <a:spLocks noGrp="1"/>
          </p:cNvSpPr>
          <p:nvPr>
            <p:ph type="sldNum" sz="quarter" idx="10"/>
          </p:nvPr>
        </p:nvSpPr>
        <p:spPr bwMode="auto"/>
        <p:txBody>
          <a:bodyPr/>
          <a:lstStyle/>
          <a:p>
            <a:pPr>
              <a:defRPr/>
            </a:pPr>
            <a:fld id="{A0C163AE-044F-883A-A57C-12F3E3EFBFFD}"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56136006" name="Slide Image Placeholder 1"/>
          <p:cNvSpPr>
            <a:spLocks noChangeAspect="1" noGrp="1" noRot="1"/>
          </p:cNvSpPr>
          <p:nvPr>
            <p:ph type="sldImg"/>
          </p:nvPr>
        </p:nvSpPr>
        <p:spPr bwMode="auto"/>
      </p:sp>
      <p:sp>
        <p:nvSpPr>
          <p:cNvPr id="1553163881" name="Notes Placeholder 2"/>
          <p:cNvSpPr>
            <a:spLocks noGrp="1"/>
          </p:cNvSpPr>
          <p:nvPr>
            <p:ph type="body" idx="1"/>
          </p:nvPr>
        </p:nvSpPr>
        <p:spPr bwMode="auto"/>
        <p:txBody>
          <a:bodyPr/>
          <a:lstStyle/>
          <a:p>
            <a:pPr>
              <a:defRPr/>
            </a:pPr>
            <a:endParaRPr/>
          </a:p>
        </p:txBody>
      </p:sp>
      <p:sp>
        <p:nvSpPr>
          <p:cNvPr id="364745476" name="Slide Number Placeholder 3"/>
          <p:cNvSpPr>
            <a:spLocks noGrp="1"/>
          </p:cNvSpPr>
          <p:nvPr>
            <p:ph type="sldNum" sz="quarter" idx="10"/>
          </p:nvPr>
        </p:nvSpPr>
        <p:spPr bwMode="auto"/>
        <p:txBody>
          <a:bodyPr/>
          <a:lstStyle/>
          <a:p>
            <a:pPr>
              <a:defRPr/>
            </a:pPr>
            <a:fld id="{9792455D-49EB-FB3F-3A5D-A54B84B95ECD}"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5008026" name="Slide Image Placeholder 1"/>
          <p:cNvSpPr>
            <a:spLocks noChangeAspect="1" noGrp="1" noRot="1"/>
          </p:cNvSpPr>
          <p:nvPr>
            <p:ph type="sldImg"/>
          </p:nvPr>
        </p:nvSpPr>
        <p:spPr bwMode="auto"/>
      </p:sp>
      <p:sp>
        <p:nvSpPr>
          <p:cNvPr id="420960998" name="Notes Placeholder 2"/>
          <p:cNvSpPr>
            <a:spLocks noGrp="1"/>
          </p:cNvSpPr>
          <p:nvPr>
            <p:ph type="body" idx="1"/>
          </p:nvPr>
        </p:nvSpPr>
        <p:spPr bwMode="auto"/>
        <p:txBody>
          <a:bodyPr/>
          <a:lstStyle/>
          <a:p>
            <a:pPr>
              <a:defRPr/>
            </a:pPr>
            <a:endParaRPr/>
          </a:p>
        </p:txBody>
      </p:sp>
      <p:sp>
        <p:nvSpPr>
          <p:cNvPr id="649144516" name="Slide Number Placeholder 3"/>
          <p:cNvSpPr>
            <a:spLocks noGrp="1"/>
          </p:cNvSpPr>
          <p:nvPr>
            <p:ph type="sldNum" sz="quarter" idx="10"/>
          </p:nvPr>
        </p:nvSpPr>
        <p:spPr bwMode="auto"/>
        <p:txBody>
          <a:bodyPr/>
          <a:lstStyle/>
          <a:p>
            <a:pPr>
              <a:defRPr/>
            </a:pPr>
            <a:fld id="{B8631968-6248-63BE-F4DC-BD5ECB85DA35}"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4447952" name="Slide Image Placeholder 1"/>
          <p:cNvSpPr>
            <a:spLocks noChangeAspect="1" noGrp="1" noRot="1"/>
          </p:cNvSpPr>
          <p:nvPr>
            <p:ph type="sldImg"/>
          </p:nvPr>
        </p:nvSpPr>
        <p:spPr bwMode="auto"/>
      </p:sp>
      <p:sp>
        <p:nvSpPr>
          <p:cNvPr id="1126210712" name="Notes Placeholder 2"/>
          <p:cNvSpPr>
            <a:spLocks noGrp="1"/>
          </p:cNvSpPr>
          <p:nvPr>
            <p:ph type="body" idx="1"/>
          </p:nvPr>
        </p:nvSpPr>
        <p:spPr bwMode="auto"/>
        <p:txBody>
          <a:bodyPr/>
          <a:lstStyle/>
          <a:p>
            <a:pPr>
              <a:defRPr/>
            </a:pPr>
            <a:endParaRPr/>
          </a:p>
        </p:txBody>
      </p:sp>
      <p:sp>
        <p:nvSpPr>
          <p:cNvPr id="894183102" name="Slide Number Placeholder 3"/>
          <p:cNvSpPr>
            <a:spLocks noGrp="1"/>
          </p:cNvSpPr>
          <p:nvPr>
            <p:ph type="sldNum" sz="quarter" idx="10"/>
          </p:nvPr>
        </p:nvSpPr>
        <p:spPr bwMode="auto"/>
        <p:txBody>
          <a:bodyPr/>
          <a:lstStyle/>
          <a:p>
            <a:pPr>
              <a:defRPr/>
            </a:pPr>
            <a:fld id="{E8E812B2-1B68-B1DC-1870-D4D85F9024BA}"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9272012" name="Slide Image Placeholder 1"/>
          <p:cNvSpPr>
            <a:spLocks noChangeAspect="1" noGrp="1" noRot="1"/>
          </p:cNvSpPr>
          <p:nvPr>
            <p:ph type="sldImg"/>
          </p:nvPr>
        </p:nvSpPr>
        <p:spPr bwMode="auto"/>
      </p:sp>
      <p:sp>
        <p:nvSpPr>
          <p:cNvPr id="335077920" name="Notes Placeholder 2"/>
          <p:cNvSpPr>
            <a:spLocks noGrp="1"/>
          </p:cNvSpPr>
          <p:nvPr>
            <p:ph type="body" idx="1"/>
          </p:nvPr>
        </p:nvSpPr>
        <p:spPr bwMode="auto"/>
        <p:txBody>
          <a:bodyPr/>
          <a:lstStyle/>
          <a:p>
            <a:pPr>
              <a:defRPr/>
            </a:pPr>
            <a:endParaRPr/>
          </a:p>
        </p:txBody>
      </p:sp>
      <p:sp>
        <p:nvSpPr>
          <p:cNvPr id="2136816195" name="Slide Number Placeholder 3"/>
          <p:cNvSpPr>
            <a:spLocks noGrp="1"/>
          </p:cNvSpPr>
          <p:nvPr>
            <p:ph type="sldNum" sz="quarter" idx="10"/>
          </p:nvPr>
        </p:nvSpPr>
        <p:spPr bwMode="auto"/>
        <p:txBody>
          <a:bodyPr/>
          <a:lstStyle/>
          <a:p>
            <a:pPr>
              <a:defRPr/>
            </a:pPr>
            <a:fld id="{95745C4F-2678-59E7-2ECA-A500A97CE2C3}"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7330709" name="Slide Image Placeholder 1"/>
          <p:cNvSpPr>
            <a:spLocks noChangeAspect="1" noGrp="1" noRot="1"/>
          </p:cNvSpPr>
          <p:nvPr>
            <p:ph type="sldImg"/>
          </p:nvPr>
        </p:nvSpPr>
        <p:spPr bwMode="auto"/>
      </p:sp>
      <p:sp>
        <p:nvSpPr>
          <p:cNvPr id="2104528450" name="Notes Placeholder 2"/>
          <p:cNvSpPr>
            <a:spLocks noGrp="1"/>
          </p:cNvSpPr>
          <p:nvPr>
            <p:ph type="body" idx="1"/>
          </p:nvPr>
        </p:nvSpPr>
        <p:spPr bwMode="auto"/>
        <p:txBody>
          <a:bodyPr/>
          <a:lstStyle/>
          <a:p>
            <a:pPr>
              <a:defRPr/>
            </a:pPr>
            <a:endParaRPr/>
          </a:p>
        </p:txBody>
      </p:sp>
      <p:sp>
        <p:nvSpPr>
          <p:cNvPr id="813489393" name="Slide Number Placeholder 3"/>
          <p:cNvSpPr>
            <a:spLocks noGrp="1"/>
          </p:cNvSpPr>
          <p:nvPr>
            <p:ph type="sldNum" sz="quarter" idx="10"/>
          </p:nvPr>
        </p:nvSpPr>
        <p:spPr bwMode="auto"/>
        <p:txBody>
          <a:bodyPr/>
          <a:lstStyle/>
          <a:p>
            <a:pPr>
              <a:defRPr/>
            </a:pPr>
            <a:fld id="{237134FC-422C-A81C-D2A9-89C9D8EAEF68}"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5696982" name="Slide Image Placeholder 1"/>
          <p:cNvSpPr>
            <a:spLocks noChangeAspect="1" noGrp="1" noRot="1"/>
          </p:cNvSpPr>
          <p:nvPr>
            <p:ph type="sldImg"/>
          </p:nvPr>
        </p:nvSpPr>
        <p:spPr bwMode="auto"/>
      </p:sp>
      <p:sp>
        <p:nvSpPr>
          <p:cNvPr id="547440255" name="Notes Placeholder 2"/>
          <p:cNvSpPr>
            <a:spLocks noGrp="1"/>
          </p:cNvSpPr>
          <p:nvPr>
            <p:ph type="body" idx="1"/>
          </p:nvPr>
        </p:nvSpPr>
        <p:spPr bwMode="auto"/>
        <p:txBody>
          <a:bodyPr/>
          <a:lstStyle/>
          <a:p>
            <a:pPr>
              <a:defRPr/>
            </a:pPr>
            <a:endParaRPr/>
          </a:p>
        </p:txBody>
      </p:sp>
      <p:sp>
        <p:nvSpPr>
          <p:cNvPr id="1071877374" name="Slide Number Placeholder 3"/>
          <p:cNvSpPr>
            <a:spLocks noGrp="1"/>
          </p:cNvSpPr>
          <p:nvPr>
            <p:ph type="sldNum" sz="quarter" idx="10"/>
          </p:nvPr>
        </p:nvSpPr>
        <p:spPr bwMode="auto"/>
        <p:txBody>
          <a:bodyPr/>
          <a:lstStyle/>
          <a:p>
            <a:pPr>
              <a:defRPr/>
            </a:pPr>
            <a:fld id="{3414A156-7A59-A123-F75C-E447D5D47851}"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1736343" name="Slide Image Placeholder 1"/>
          <p:cNvSpPr>
            <a:spLocks noChangeAspect="1" noGrp="1" noRot="1"/>
          </p:cNvSpPr>
          <p:nvPr>
            <p:ph type="sldImg"/>
          </p:nvPr>
        </p:nvSpPr>
        <p:spPr bwMode="auto"/>
      </p:sp>
      <p:sp>
        <p:nvSpPr>
          <p:cNvPr id="794855136" name="Notes Placeholder 2"/>
          <p:cNvSpPr>
            <a:spLocks noGrp="1"/>
          </p:cNvSpPr>
          <p:nvPr>
            <p:ph type="body" idx="1"/>
          </p:nvPr>
        </p:nvSpPr>
        <p:spPr bwMode="auto"/>
        <p:txBody>
          <a:bodyPr/>
          <a:lstStyle/>
          <a:p>
            <a:pPr>
              <a:defRPr/>
            </a:pPr>
            <a:endParaRPr/>
          </a:p>
        </p:txBody>
      </p:sp>
      <p:sp>
        <p:nvSpPr>
          <p:cNvPr id="1525224499" name="Slide Number Placeholder 3"/>
          <p:cNvSpPr>
            <a:spLocks noGrp="1"/>
          </p:cNvSpPr>
          <p:nvPr>
            <p:ph type="sldNum" sz="quarter" idx="10"/>
          </p:nvPr>
        </p:nvSpPr>
        <p:spPr bwMode="auto"/>
        <p:txBody>
          <a:bodyPr/>
          <a:lstStyle/>
          <a:p>
            <a:pPr>
              <a:defRPr/>
            </a:pPr>
            <a:fld id="{C374181E-3D75-015A-BF9A-A1811885AE16}"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1133491" name="Slide Image Placeholder 1"/>
          <p:cNvSpPr>
            <a:spLocks noChangeAspect="1" noGrp="1" noRot="1"/>
          </p:cNvSpPr>
          <p:nvPr>
            <p:ph type="sldImg"/>
          </p:nvPr>
        </p:nvSpPr>
        <p:spPr bwMode="auto"/>
      </p:sp>
      <p:sp>
        <p:nvSpPr>
          <p:cNvPr id="489355366" name="Notes Placeholder 2"/>
          <p:cNvSpPr>
            <a:spLocks noGrp="1"/>
          </p:cNvSpPr>
          <p:nvPr>
            <p:ph type="body" idx="1"/>
          </p:nvPr>
        </p:nvSpPr>
        <p:spPr bwMode="auto"/>
        <p:txBody>
          <a:bodyPr/>
          <a:lstStyle/>
          <a:p>
            <a:pPr>
              <a:defRPr/>
            </a:pPr>
            <a:endParaRPr/>
          </a:p>
        </p:txBody>
      </p:sp>
      <p:sp>
        <p:nvSpPr>
          <p:cNvPr id="1965503353" name="Slide Number Placeholder 3"/>
          <p:cNvSpPr>
            <a:spLocks noGrp="1"/>
          </p:cNvSpPr>
          <p:nvPr>
            <p:ph type="sldNum" sz="quarter" idx="10"/>
          </p:nvPr>
        </p:nvSpPr>
        <p:spPr bwMode="auto"/>
        <p:txBody>
          <a:bodyPr/>
          <a:lstStyle/>
          <a:p>
            <a:pPr>
              <a:defRPr/>
            </a:pPr>
            <a:fld id="{20162975-0B87-124D-F4CF-CC0D059DED38}"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2461059" name="Slide Image Placeholder 1"/>
          <p:cNvSpPr>
            <a:spLocks noChangeAspect="1" noGrp="1" noRot="1"/>
          </p:cNvSpPr>
          <p:nvPr>
            <p:ph type="sldImg"/>
          </p:nvPr>
        </p:nvSpPr>
        <p:spPr bwMode="auto"/>
      </p:sp>
      <p:sp>
        <p:nvSpPr>
          <p:cNvPr id="2010807350" name="Notes Placeholder 2"/>
          <p:cNvSpPr>
            <a:spLocks noGrp="1"/>
          </p:cNvSpPr>
          <p:nvPr>
            <p:ph type="body" idx="1"/>
          </p:nvPr>
        </p:nvSpPr>
        <p:spPr bwMode="auto"/>
        <p:txBody>
          <a:bodyPr/>
          <a:lstStyle/>
          <a:p>
            <a:pPr>
              <a:defRPr/>
            </a:pPr>
            <a:endParaRPr/>
          </a:p>
        </p:txBody>
      </p:sp>
      <p:sp>
        <p:nvSpPr>
          <p:cNvPr id="1131638784" name="Slide Number Placeholder 3"/>
          <p:cNvSpPr>
            <a:spLocks noGrp="1"/>
          </p:cNvSpPr>
          <p:nvPr>
            <p:ph type="sldNum" sz="quarter" idx="10"/>
          </p:nvPr>
        </p:nvSpPr>
        <p:spPr bwMode="auto"/>
        <p:txBody>
          <a:bodyPr/>
          <a:lstStyle/>
          <a:p>
            <a:pPr>
              <a:defRPr/>
            </a:pPr>
            <a:fld id="{DF710F28-E052-173C-41D9-DD6C9335DF6F}"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9187352" name="Slide Image Placeholder 1"/>
          <p:cNvSpPr>
            <a:spLocks noChangeAspect="1" noGrp="1" noRot="1"/>
          </p:cNvSpPr>
          <p:nvPr>
            <p:ph type="sldImg"/>
          </p:nvPr>
        </p:nvSpPr>
        <p:spPr bwMode="auto"/>
      </p:sp>
      <p:sp>
        <p:nvSpPr>
          <p:cNvPr id="1443043441" name="Notes Placeholder 2"/>
          <p:cNvSpPr>
            <a:spLocks noGrp="1"/>
          </p:cNvSpPr>
          <p:nvPr>
            <p:ph type="body" idx="1"/>
          </p:nvPr>
        </p:nvSpPr>
        <p:spPr bwMode="auto"/>
        <p:txBody>
          <a:bodyPr/>
          <a:lstStyle/>
          <a:p>
            <a:pPr>
              <a:defRPr/>
            </a:pPr>
            <a:endParaRPr/>
          </a:p>
        </p:txBody>
      </p:sp>
      <p:sp>
        <p:nvSpPr>
          <p:cNvPr id="1821177459" name="Slide Number Placeholder 3"/>
          <p:cNvSpPr>
            <a:spLocks noGrp="1"/>
          </p:cNvSpPr>
          <p:nvPr>
            <p:ph type="sldNum" sz="quarter" idx="10"/>
          </p:nvPr>
        </p:nvSpPr>
        <p:spPr bwMode="auto"/>
        <p:txBody>
          <a:bodyPr/>
          <a:lstStyle/>
          <a:p>
            <a:pPr>
              <a:defRPr/>
            </a:pPr>
            <a:fld id="{3D9DB6D7-1DAB-B1E0-82BB-0703661D710D}"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0223096" name="Slide Image Placeholder 1"/>
          <p:cNvSpPr>
            <a:spLocks noChangeAspect="1" noGrp="1" noRot="1"/>
          </p:cNvSpPr>
          <p:nvPr>
            <p:ph type="sldImg"/>
          </p:nvPr>
        </p:nvSpPr>
        <p:spPr bwMode="auto"/>
      </p:sp>
      <p:sp>
        <p:nvSpPr>
          <p:cNvPr id="166868795" name="Notes Placeholder 2"/>
          <p:cNvSpPr>
            <a:spLocks noGrp="1"/>
          </p:cNvSpPr>
          <p:nvPr>
            <p:ph type="body" idx="1"/>
          </p:nvPr>
        </p:nvSpPr>
        <p:spPr bwMode="auto"/>
        <p:txBody>
          <a:bodyPr/>
          <a:lstStyle/>
          <a:p>
            <a:pPr>
              <a:defRPr/>
            </a:pPr>
            <a:endParaRPr/>
          </a:p>
        </p:txBody>
      </p:sp>
      <p:sp>
        <p:nvSpPr>
          <p:cNvPr id="2065007204" name="Slide Number Placeholder 3"/>
          <p:cNvSpPr>
            <a:spLocks noGrp="1"/>
          </p:cNvSpPr>
          <p:nvPr>
            <p:ph type="sldNum" sz="quarter" idx="10"/>
          </p:nvPr>
        </p:nvSpPr>
        <p:spPr bwMode="auto"/>
        <p:txBody>
          <a:bodyPr/>
          <a:lstStyle/>
          <a:p>
            <a:pPr>
              <a:defRPr/>
            </a:pPr>
            <a:fld id="{399B5EB9-CEEA-9BBB-ADE0-7D8A93C8FCBD}"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4279831" name="Slide Image Placeholder 1"/>
          <p:cNvSpPr>
            <a:spLocks noChangeAspect="1" noGrp="1" noRot="1"/>
          </p:cNvSpPr>
          <p:nvPr>
            <p:ph type="sldImg"/>
          </p:nvPr>
        </p:nvSpPr>
        <p:spPr bwMode="auto"/>
      </p:sp>
      <p:sp>
        <p:nvSpPr>
          <p:cNvPr id="1385849402" name="Notes Placeholder 2"/>
          <p:cNvSpPr>
            <a:spLocks noGrp="1"/>
          </p:cNvSpPr>
          <p:nvPr>
            <p:ph type="body" idx="1"/>
          </p:nvPr>
        </p:nvSpPr>
        <p:spPr bwMode="auto"/>
        <p:txBody>
          <a:bodyPr/>
          <a:lstStyle/>
          <a:p>
            <a:pPr>
              <a:defRPr/>
            </a:pPr>
            <a:endParaRPr/>
          </a:p>
        </p:txBody>
      </p:sp>
      <p:sp>
        <p:nvSpPr>
          <p:cNvPr id="283048007" name="Slide Number Placeholder 3"/>
          <p:cNvSpPr>
            <a:spLocks noGrp="1"/>
          </p:cNvSpPr>
          <p:nvPr>
            <p:ph type="sldNum" sz="quarter" idx="10"/>
          </p:nvPr>
        </p:nvSpPr>
        <p:spPr bwMode="auto"/>
        <p:txBody>
          <a:bodyPr/>
          <a:lstStyle/>
          <a:p>
            <a:pPr>
              <a:defRPr/>
            </a:pPr>
            <a:fld id="{1E258580-6B33-FA3E-7D01-D92051217F84}"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9435849" name="Slide Image Placeholder 1"/>
          <p:cNvSpPr>
            <a:spLocks noChangeAspect="1" noGrp="1" noRot="1"/>
          </p:cNvSpPr>
          <p:nvPr>
            <p:ph type="sldImg"/>
          </p:nvPr>
        </p:nvSpPr>
        <p:spPr bwMode="auto"/>
      </p:sp>
      <p:sp>
        <p:nvSpPr>
          <p:cNvPr id="1831028955" name="Notes Placeholder 2"/>
          <p:cNvSpPr>
            <a:spLocks noGrp="1"/>
          </p:cNvSpPr>
          <p:nvPr>
            <p:ph type="body" idx="1"/>
          </p:nvPr>
        </p:nvSpPr>
        <p:spPr bwMode="auto"/>
        <p:txBody>
          <a:bodyPr/>
          <a:lstStyle/>
          <a:p>
            <a:pPr>
              <a:defRPr/>
            </a:pPr>
            <a:endParaRPr/>
          </a:p>
        </p:txBody>
      </p:sp>
      <p:sp>
        <p:nvSpPr>
          <p:cNvPr id="1622506081" name="Slide Number Placeholder 3"/>
          <p:cNvSpPr>
            <a:spLocks noGrp="1"/>
          </p:cNvSpPr>
          <p:nvPr>
            <p:ph type="sldNum" sz="quarter" idx="10"/>
          </p:nvPr>
        </p:nvSpPr>
        <p:spPr bwMode="auto"/>
        <p:txBody>
          <a:bodyPr/>
          <a:lstStyle/>
          <a:p>
            <a:pPr>
              <a:defRPr/>
            </a:pPr>
            <a:fld id="{2AF64CBA-39A3-330E-222D-8DFBAC3EAED1}"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1694685" name="Slide Image Placeholder 1"/>
          <p:cNvSpPr>
            <a:spLocks noChangeAspect="1" noGrp="1" noRot="1"/>
          </p:cNvSpPr>
          <p:nvPr>
            <p:ph type="sldImg"/>
          </p:nvPr>
        </p:nvSpPr>
        <p:spPr bwMode="auto"/>
      </p:sp>
      <p:sp>
        <p:nvSpPr>
          <p:cNvPr id="828245654" name="Notes Placeholder 2"/>
          <p:cNvSpPr>
            <a:spLocks noGrp="1"/>
          </p:cNvSpPr>
          <p:nvPr>
            <p:ph type="body" idx="1"/>
          </p:nvPr>
        </p:nvSpPr>
        <p:spPr bwMode="auto"/>
        <p:txBody>
          <a:bodyPr/>
          <a:lstStyle/>
          <a:p>
            <a:pPr>
              <a:defRPr/>
            </a:pPr>
            <a:endParaRPr/>
          </a:p>
        </p:txBody>
      </p:sp>
      <p:sp>
        <p:nvSpPr>
          <p:cNvPr id="320978408" name="Slide Number Placeholder 3"/>
          <p:cNvSpPr>
            <a:spLocks noGrp="1"/>
          </p:cNvSpPr>
          <p:nvPr>
            <p:ph type="sldNum" sz="quarter" idx="10"/>
          </p:nvPr>
        </p:nvSpPr>
        <p:spPr bwMode="auto"/>
        <p:txBody>
          <a:bodyPr/>
          <a:lstStyle/>
          <a:p>
            <a:pPr>
              <a:defRPr/>
            </a:pPr>
            <a:fld id="{C45E4D4C-FF23-C312-3909-D43C2034481A}"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0857520" name="Slide Image Placeholder 1"/>
          <p:cNvSpPr>
            <a:spLocks noChangeAspect="1" noGrp="1" noRot="1"/>
          </p:cNvSpPr>
          <p:nvPr>
            <p:ph type="sldImg"/>
          </p:nvPr>
        </p:nvSpPr>
        <p:spPr bwMode="auto"/>
      </p:sp>
      <p:sp>
        <p:nvSpPr>
          <p:cNvPr id="2045309764" name="Notes Placeholder 2"/>
          <p:cNvSpPr>
            <a:spLocks noGrp="1"/>
          </p:cNvSpPr>
          <p:nvPr>
            <p:ph type="body" idx="1"/>
          </p:nvPr>
        </p:nvSpPr>
        <p:spPr bwMode="auto"/>
        <p:txBody>
          <a:bodyPr/>
          <a:lstStyle/>
          <a:p>
            <a:pPr>
              <a:defRPr/>
            </a:pPr>
            <a:endParaRPr/>
          </a:p>
        </p:txBody>
      </p:sp>
      <p:sp>
        <p:nvSpPr>
          <p:cNvPr id="334900570" name="Slide Number Placeholder 3"/>
          <p:cNvSpPr>
            <a:spLocks noGrp="1"/>
          </p:cNvSpPr>
          <p:nvPr>
            <p:ph type="sldNum" sz="quarter" idx="10"/>
          </p:nvPr>
        </p:nvSpPr>
        <p:spPr bwMode="auto"/>
        <p:txBody>
          <a:bodyPr/>
          <a:lstStyle/>
          <a:p>
            <a:pPr>
              <a:defRPr/>
            </a:pPr>
            <a:fld id="{5E9D0093-CEF7-4F7C-3917-F404DA844F27}"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9364900" name="Slide Image Placeholder 1"/>
          <p:cNvSpPr>
            <a:spLocks noChangeAspect="1" noGrp="1" noRot="1"/>
          </p:cNvSpPr>
          <p:nvPr>
            <p:ph type="sldImg"/>
          </p:nvPr>
        </p:nvSpPr>
        <p:spPr bwMode="auto"/>
      </p:sp>
      <p:sp>
        <p:nvSpPr>
          <p:cNvPr id="101303473" name="Notes Placeholder 2"/>
          <p:cNvSpPr>
            <a:spLocks noGrp="1"/>
          </p:cNvSpPr>
          <p:nvPr>
            <p:ph type="body" idx="1"/>
          </p:nvPr>
        </p:nvSpPr>
        <p:spPr bwMode="auto"/>
        <p:txBody>
          <a:bodyPr/>
          <a:lstStyle/>
          <a:p>
            <a:pPr>
              <a:defRPr/>
            </a:pPr>
            <a:endParaRPr/>
          </a:p>
        </p:txBody>
      </p:sp>
      <p:sp>
        <p:nvSpPr>
          <p:cNvPr id="1870131968" name="Slide Number Placeholder 3"/>
          <p:cNvSpPr>
            <a:spLocks noGrp="1"/>
          </p:cNvSpPr>
          <p:nvPr>
            <p:ph type="sldNum" sz="quarter" idx="10"/>
          </p:nvPr>
        </p:nvSpPr>
        <p:spPr bwMode="auto"/>
        <p:txBody>
          <a:bodyPr/>
          <a:lstStyle/>
          <a:p>
            <a:pPr>
              <a:defRPr/>
            </a:pPr>
            <a:fld id="{5FE2612B-5475-F079-D6D8-D27530AECA99}"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4112419" name="Slide Image Placeholder 1"/>
          <p:cNvSpPr>
            <a:spLocks noChangeAspect="1" noGrp="1" noRot="1"/>
          </p:cNvSpPr>
          <p:nvPr>
            <p:ph type="sldImg"/>
          </p:nvPr>
        </p:nvSpPr>
        <p:spPr bwMode="auto"/>
      </p:sp>
      <p:sp>
        <p:nvSpPr>
          <p:cNvPr id="1041400984" name="Notes Placeholder 2"/>
          <p:cNvSpPr>
            <a:spLocks noGrp="1"/>
          </p:cNvSpPr>
          <p:nvPr>
            <p:ph type="body" idx="1"/>
          </p:nvPr>
        </p:nvSpPr>
        <p:spPr bwMode="auto"/>
        <p:txBody>
          <a:bodyPr/>
          <a:lstStyle/>
          <a:p>
            <a:pPr>
              <a:defRPr/>
            </a:pPr>
            <a:endParaRPr/>
          </a:p>
        </p:txBody>
      </p:sp>
      <p:sp>
        <p:nvSpPr>
          <p:cNvPr id="1353170894" name="Slide Number Placeholder 3"/>
          <p:cNvSpPr>
            <a:spLocks noGrp="1"/>
          </p:cNvSpPr>
          <p:nvPr>
            <p:ph type="sldNum" sz="quarter" idx="10"/>
          </p:nvPr>
        </p:nvSpPr>
        <p:spPr bwMode="auto"/>
        <p:txBody>
          <a:bodyPr/>
          <a:lstStyle/>
          <a:p>
            <a:pPr>
              <a:defRPr/>
            </a:pPr>
            <a:fld id="{BD3A8570-D5E3-A3DA-E9BE-4E59B47DCD31}"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8301177" name="Slide Image Placeholder 1"/>
          <p:cNvSpPr>
            <a:spLocks noChangeAspect="1" noGrp="1" noRot="1"/>
          </p:cNvSpPr>
          <p:nvPr>
            <p:ph type="sldImg"/>
          </p:nvPr>
        </p:nvSpPr>
        <p:spPr bwMode="auto"/>
      </p:sp>
      <p:sp>
        <p:nvSpPr>
          <p:cNvPr id="1241559198" name="Notes Placeholder 2"/>
          <p:cNvSpPr>
            <a:spLocks noGrp="1"/>
          </p:cNvSpPr>
          <p:nvPr>
            <p:ph type="body" idx="1"/>
          </p:nvPr>
        </p:nvSpPr>
        <p:spPr bwMode="auto"/>
        <p:txBody>
          <a:bodyPr/>
          <a:lstStyle/>
          <a:p>
            <a:pPr>
              <a:defRPr/>
            </a:pPr>
            <a:endParaRPr/>
          </a:p>
        </p:txBody>
      </p:sp>
      <p:sp>
        <p:nvSpPr>
          <p:cNvPr id="126578646" name="Slide Number Placeholder 3"/>
          <p:cNvSpPr>
            <a:spLocks noGrp="1"/>
          </p:cNvSpPr>
          <p:nvPr>
            <p:ph type="sldNum" sz="quarter" idx="10"/>
          </p:nvPr>
        </p:nvSpPr>
        <p:spPr bwMode="auto"/>
        <p:txBody>
          <a:bodyPr/>
          <a:lstStyle/>
          <a:p>
            <a:pPr>
              <a:defRPr/>
            </a:pPr>
            <a:fld id="{602157EF-C9F3-24D9-B1A1-FB4AB3408235}"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4212009" name="Slide Image Placeholder 1"/>
          <p:cNvSpPr>
            <a:spLocks noChangeAspect="1" noGrp="1" noRot="1"/>
          </p:cNvSpPr>
          <p:nvPr>
            <p:ph type="sldImg"/>
          </p:nvPr>
        </p:nvSpPr>
        <p:spPr bwMode="auto"/>
      </p:sp>
      <p:sp>
        <p:nvSpPr>
          <p:cNvPr id="931118386" name="Notes Placeholder 2"/>
          <p:cNvSpPr>
            <a:spLocks noGrp="1"/>
          </p:cNvSpPr>
          <p:nvPr>
            <p:ph type="body" idx="1"/>
          </p:nvPr>
        </p:nvSpPr>
        <p:spPr bwMode="auto"/>
        <p:txBody>
          <a:bodyPr/>
          <a:lstStyle/>
          <a:p>
            <a:pPr>
              <a:defRPr/>
            </a:pPr>
            <a:endParaRPr/>
          </a:p>
        </p:txBody>
      </p:sp>
      <p:sp>
        <p:nvSpPr>
          <p:cNvPr id="289538646" name="Slide Number Placeholder 3"/>
          <p:cNvSpPr>
            <a:spLocks noGrp="1"/>
          </p:cNvSpPr>
          <p:nvPr>
            <p:ph type="sldNum" sz="quarter" idx="10"/>
          </p:nvPr>
        </p:nvSpPr>
        <p:spPr bwMode="auto"/>
        <p:txBody>
          <a:bodyPr/>
          <a:lstStyle/>
          <a:p>
            <a:pPr>
              <a:defRPr/>
            </a:pPr>
            <a:fld id="{08873EC8-14A0-3A00-0EAE-6D6F91E8567D}"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0532495" name="Slide Image Placeholder 1"/>
          <p:cNvSpPr>
            <a:spLocks noChangeAspect="1" noGrp="1" noRot="1"/>
          </p:cNvSpPr>
          <p:nvPr>
            <p:ph type="sldImg"/>
          </p:nvPr>
        </p:nvSpPr>
        <p:spPr bwMode="auto"/>
      </p:sp>
      <p:sp>
        <p:nvSpPr>
          <p:cNvPr id="1892047684" name="Notes Placeholder 2"/>
          <p:cNvSpPr>
            <a:spLocks noGrp="1"/>
          </p:cNvSpPr>
          <p:nvPr>
            <p:ph type="body" idx="1"/>
          </p:nvPr>
        </p:nvSpPr>
        <p:spPr bwMode="auto"/>
        <p:txBody>
          <a:bodyPr/>
          <a:lstStyle/>
          <a:p>
            <a:pPr>
              <a:defRPr/>
            </a:pPr>
            <a:endParaRPr/>
          </a:p>
        </p:txBody>
      </p:sp>
      <p:sp>
        <p:nvSpPr>
          <p:cNvPr id="2054808403" name="Slide Number Placeholder 3"/>
          <p:cNvSpPr>
            <a:spLocks noGrp="1"/>
          </p:cNvSpPr>
          <p:nvPr>
            <p:ph type="sldNum" sz="quarter" idx="10"/>
          </p:nvPr>
        </p:nvSpPr>
        <p:spPr bwMode="auto"/>
        <p:txBody>
          <a:bodyPr/>
          <a:lstStyle/>
          <a:p>
            <a:pPr>
              <a:defRPr/>
            </a:pPr>
            <a:fld id="{41797A96-85C7-DC3D-4197-A7799D4D93EE}"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3006188" name="Slide Image Placeholder 1"/>
          <p:cNvSpPr>
            <a:spLocks noChangeAspect="1" noGrp="1" noRot="1"/>
          </p:cNvSpPr>
          <p:nvPr>
            <p:ph type="sldImg"/>
          </p:nvPr>
        </p:nvSpPr>
        <p:spPr bwMode="auto"/>
      </p:sp>
      <p:sp>
        <p:nvSpPr>
          <p:cNvPr id="607947487" name="Notes Placeholder 2"/>
          <p:cNvSpPr>
            <a:spLocks noGrp="1"/>
          </p:cNvSpPr>
          <p:nvPr>
            <p:ph type="body" idx="1"/>
          </p:nvPr>
        </p:nvSpPr>
        <p:spPr bwMode="auto"/>
        <p:txBody>
          <a:bodyPr/>
          <a:lstStyle/>
          <a:p>
            <a:pPr>
              <a:defRPr/>
            </a:pPr>
            <a:endParaRPr/>
          </a:p>
        </p:txBody>
      </p:sp>
      <p:sp>
        <p:nvSpPr>
          <p:cNvPr id="569048169" name="Slide Number Placeholder 3"/>
          <p:cNvSpPr>
            <a:spLocks noGrp="1"/>
          </p:cNvSpPr>
          <p:nvPr>
            <p:ph type="sldNum" sz="quarter" idx="10"/>
          </p:nvPr>
        </p:nvSpPr>
        <p:spPr bwMode="auto"/>
        <p:txBody>
          <a:bodyPr/>
          <a:lstStyle/>
          <a:p>
            <a:pPr>
              <a:defRPr/>
            </a:pPr>
            <a:fld id="{CC2A5D2C-5EB6-3EFE-448A-6E5A57BBB571}"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773330" name="Slide Image Placeholder 1"/>
          <p:cNvSpPr>
            <a:spLocks noChangeAspect="1" noGrp="1" noRot="1"/>
          </p:cNvSpPr>
          <p:nvPr>
            <p:ph type="sldImg"/>
          </p:nvPr>
        </p:nvSpPr>
        <p:spPr bwMode="auto"/>
      </p:sp>
      <p:sp>
        <p:nvSpPr>
          <p:cNvPr id="751484777" name="Notes Placeholder 2"/>
          <p:cNvSpPr>
            <a:spLocks noGrp="1"/>
          </p:cNvSpPr>
          <p:nvPr>
            <p:ph type="body" idx="1"/>
          </p:nvPr>
        </p:nvSpPr>
        <p:spPr bwMode="auto"/>
        <p:txBody>
          <a:bodyPr/>
          <a:lstStyle/>
          <a:p>
            <a:pPr>
              <a:defRPr/>
            </a:pPr>
            <a:endParaRPr/>
          </a:p>
        </p:txBody>
      </p:sp>
      <p:sp>
        <p:nvSpPr>
          <p:cNvPr id="333931644" name="Slide Number Placeholder 3"/>
          <p:cNvSpPr>
            <a:spLocks noGrp="1"/>
          </p:cNvSpPr>
          <p:nvPr>
            <p:ph type="sldNum" sz="quarter" idx="10"/>
          </p:nvPr>
        </p:nvSpPr>
        <p:spPr bwMode="auto"/>
        <p:txBody>
          <a:bodyPr/>
          <a:lstStyle/>
          <a:p>
            <a:pPr>
              <a:defRPr/>
            </a:pPr>
            <a:fld id="{DB8107A1-9B68-E9FB-7790-E654E75FDF56}"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3524060" name="Slide Image Placeholder 1"/>
          <p:cNvSpPr>
            <a:spLocks noChangeAspect="1" noGrp="1" noRot="1"/>
          </p:cNvSpPr>
          <p:nvPr>
            <p:ph type="sldImg"/>
          </p:nvPr>
        </p:nvSpPr>
        <p:spPr bwMode="auto"/>
      </p:sp>
      <p:sp>
        <p:nvSpPr>
          <p:cNvPr id="561103873" name="Notes Placeholder 2"/>
          <p:cNvSpPr>
            <a:spLocks noGrp="1"/>
          </p:cNvSpPr>
          <p:nvPr>
            <p:ph type="body" idx="1"/>
          </p:nvPr>
        </p:nvSpPr>
        <p:spPr bwMode="auto"/>
        <p:txBody>
          <a:bodyPr/>
          <a:lstStyle/>
          <a:p>
            <a:pPr>
              <a:defRPr/>
            </a:pPr>
            <a:endParaRPr/>
          </a:p>
        </p:txBody>
      </p:sp>
      <p:sp>
        <p:nvSpPr>
          <p:cNvPr id="862025842" name="Slide Number Placeholder 3"/>
          <p:cNvSpPr>
            <a:spLocks noGrp="1"/>
          </p:cNvSpPr>
          <p:nvPr>
            <p:ph type="sldNum" sz="quarter" idx="10"/>
          </p:nvPr>
        </p:nvSpPr>
        <p:spPr bwMode="auto"/>
        <p:txBody>
          <a:bodyPr/>
          <a:lstStyle/>
          <a:p>
            <a:pPr>
              <a:defRPr/>
            </a:pPr>
            <a:fld id="{D5FF372D-B465-F965-BBAE-99202805F678}"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8986045" name="Slide Image Placeholder 1"/>
          <p:cNvSpPr>
            <a:spLocks noChangeAspect="1" noGrp="1" noRot="1"/>
          </p:cNvSpPr>
          <p:nvPr>
            <p:ph type="sldImg"/>
          </p:nvPr>
        </p:nvSpPr>
        <p:spPr bwMode="auto"/>
      </p:sp>
      <p:sp>
        <p:nvSpPr>
          <p:cNvPr id="1839909371" name="Notes Placeholder 2"/>
          <p:cNvSpPr>
            <a:spLocks noGrp="1"/>
          </p:cNvSpPr>
          <p:nvPr>
            <p:ph type="body" idx="1"/>
          </p:nvPr>
        </p:nvSpPr>
        <p:spPr bwMode="auto"/>
        <p:txBody>
          <a:bodyPr/>
          <a:lstStyle/>
          <a:p>
            <a:pPr>
              <a:defRPr/>
            </a:pPr>
            <a:endParaRPr/>
          </a:p>
        </p:txBody>
      </p:sp>
      <p:sp>
        <p:nvSpPr>
          <p:cNvPr id="831631823" name="Slide Number Placeholder 3"/>
          <p:cNvSpPr>
            <a:spLocks noGrp="1"/>
          </p:cNvSpPr>
          <p:nvPr>
            <p:ph type="sldNum" sz="quarter" idx="10"/>
          </p:nvPr>
        </p:nvSpPr>
        <p:spPr bwMode="auto"/>
        <p:txBody>
          <a:bodyPr/>
          <a:lstStyle/>
          <a:p>
            <a:pPr>
              <a:defRPr/>
            </a:pPr>
            <a:fld id="{227F4C2D-6E5E-C875-C976-C6D55F6BE674}"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9666848" name="Slide Image Placeholder 1"/>
          <p:cNvSpPr>
            <a:spLocks noChangeAspect="1" noGrp="1" noRot="1"/>
          </p:cNvSpPr>
          <p:nvPr>
            <p:ph type="sldImg"/>
          </p:nvPr>
        </p:nvSpPr>
        <p:spPr bwMode="auto"/>
      </p:sp>
      <p:sp>
        <p:nvSpPr>
          <p:cNvPr id="1249428426" name="Notes Placeholder 2"/>
          <p:cNvSpPr>
            <a:spLocks noGrp="1"/>
          </p:cNvSpPr>
          <p:nvPr>
            <p:ph type="body" idx="1"/>
          </p:nvPr>
        </p:nvSpPr>
        <p:spPr bwMode="auto"/>
        <p:txBody>
          <a:bodyPr/>
          <a:lstStyle/>
          <a:p>
            <a:pPr>
              <a:defRPr/>
            </a:pPr>
            <a:endParaRPr/>
          </a:p>
        </p:txBody>
      </p:sp>
      <p:sp>
        <p:nvSpPr>
          <p:cNvPr id="1941384023" name="Slide Number Placeholder 3"/>
          <p:cNvSpPr>
            <a:spLocks noGrp="1"/>
          </p:cNvSpPr>
          <p:nvPr>
            <p:ph type="sldNum" sz="quarter" idx="10"/>
          </p:nvPr>
        </p:nvSpPr>
        <p:spPr bwMode="auto"/>
        <p:txBody>
          <a:bodyPr/>
          <a:lstStyle/>
          <a:p>
            <a:pPr>
              <a:defRPr/>
            </a:pPr>
            <a:fld id="{6346F0F7-F334-E342-5F02-944A3495C4A0}"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3563950" name="Slide Image Placeholder 1"/>
          <p:cNvSpPr>
            <a:spLocks noChangeAspect="1" noGrp="1" noRot="1"/>
          </p:cNvSpPr>
          <p:nvPr>
            <p:ph type="sldImg"/>
          </p:nvPr>
        </p:nvSpPr>
        <p:spPr bwMode="auto"/>
      </p:sp>
      <p:sp>
        <p:nvSpPr>
          <p:cNvPr id="336348415" name="Notes Placeholder 2"/>
          <p:cNvSpPr>
            <a:spLocks noGrp="1"/>
          </p:cNvSpPr>
          <p:nvPr>
            <p:ph type="body" idx="1"/>
          </p:nvPr>
        </p:nvSpPr>
        <p:spPr bwMode="auto"/>
        <p:txBody>
          <a:bodyPr/>
          <a:lstStyle/>
          <a:p>
            <a:pPr>
              <a:defRPr/>
            </a:pPr>
            <a:endParaRPr/>
          </a:p>
        </p:txBody>
      </p:sp>
      <p:sp>
        <p:nvSpPr>
          <p:cNvPr id="86871942" name="Slide Number Placeholder 3"/>
          <p:cNvSpPr>
            <a:spLocks noGrp="1"/>
          </p:cNvSpPr>
          <p:nvPr>
            <p:ph type="sldNum" sz="quarter" idx="10"/>
          </p:nvPr>
        </p:nvSpPr>
        <p:spPr bwMode="auto"/>
        <p:txBody>
          <a:bodyPr/>
          <a:lstStyle/>
          <a:p>
            <a:pPr>
              <a:defRPr/>
            </a:pPr>
            <a:fld id="{8E37FDAD-1320-454A-0438-600C450795B3}"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1752041" name="Slide Image Placeholder 1"/>
          <p:cNvSpPr>
            <a:spLocks noChangeAspect="1" noGrp="1" noRot="1"/>
          </p:cNvSpPr>
          <p:nvPr>
            <p:ph type="sldImg"/>
          </p:nvPr>
        </p:nvSpPr>
        <p:spPr bwMode="auto"/>
      </p:sp>
      <p:sp>
        <p:nvSpPr>
          <p:cNvPr id="1858225098" name="Notes Placeholder 2"/>
          <p:cNvSpPr>
            <a:spLocks noGrp="1"/>
          </p:cNvSpPr>
          <p:nvPr>
            <p:ph type="body" idx="1"/>
          </p:nvPr>
        </p:nvSpPr>
        <p:spPr bwMode="auto"/>
        <p:txBody>
          <a:bodyPr/>
          <a:lstStyle/>
          <a:p>
            <a:pPr>
              <a:defRPr/>
            </a:pPr>
            <a:endParaRPr/>
          </a:p>
        </p:txBody>
      </p:sp>
      <p:sp>
        <p:nvSpPr>
          <p:cNvPr id="2105295868" name="Slide Number Placeholder 3"/>
          <p:cNvSpPr>
            <a:spLocks noGrp="1"/>
          </p:cNvSpPr>
          <p:nvPr>
            <p:ph type="sldNum" sz="quarter" idx="10"/>
          </p:nvPr>
        </p:nvSpPr>
        <p:spPr bwMode="auto"/>
        <p:txBody>
          <a:bodyPr/>
          <a:lstStyle/>
          <a:p>
            <a:pPr>
              <a:defRPr/>
            </a:pPr>
            <a:fld id="{9D1E0814-FA3A-798F-7BCC-928878DD25B2}"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4798954" name="Slide Image Placeholder 1"/>
          <p:cNvSpPr>
            <a:spLocks noChangeAspect="1" noGrp="1" noRot="1"/>
          </p:cNvSpPr>
          <p:nvPr>
            <p:ph type="sldImg"/>
          </p:nvPr>
        </p:nvSpPr>
        <p:spPr bwMode="auto"/>
      </p:sp>
      <p:sp>
        <p:nvSpPr>
          <p:cNvPr id="1391577240" name="Notes Placeholder 2"/>
          <p:cNvSpPr>
            <a:spLocks noGrp="1"/>
          </p:cNvSpPr>
          <p:nvPr>
            <p:ph type="body" idx="1"/>
          </p:nvPr>
        </p:nvSpPr>
        <p:spPr bwMode="auto"/>
        <p:txBody>
          <a:bodyPr/>
          <a:lstStyle/>
          <a:p>
            <a:pPr>
              <a:defRPr/>
            </a:pPr>
            <a:endParaRPr/>
          </a:p>
        </p:txBody>
      </p:sp>
      <p:sp>
        <p:nvSpPr>
          <p:cNvPr id="670757981" name="Slide Number Placeholder 3"/>
          <p:cNvSpPr>
            <a:spLocks noGrp="1"/>
          </p:cNvSpPr>
          <p:nvPr>
            <p:ph type="sldNum" sz="quarter" idx="10"/>
          </p:nvPr>
        </p:nvSpPr>
        <p:spPr bwMode="auto"/>
        <p:txBody>
          <a:bodyPr/>
          <a:lstStyle/>
          <a:p>
            <a:pPr>
              <a:defRPr/>
            </a:pPr>
            <a:fld id="{7447F0D3-1DEA-F745-1E09-B7FA6BF8E5C4}"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5503257" name="Slide Image Placeholder 1"/>
          <p:cNvSpPr>
            <a:spLocks noChangeAspect="1" noGrp="1" noRot="1"/>
          </p:cNvSpPr>
          <p:nvPr>
            <p:ph type="sldImg"/>
          </p:nvPr>
        </p:nvSpPr>
        <p:spPr bwMode="auto"/>
      </p:sp>
      <p:sp>
        <p:nvSpPr>
          <p:cNvPr id="1987191552" name="Notes Placeholder 2"/>
          <p:cNvSpPr>
            <a:spLocks noGrp="1"/>
          </p:cNvSpPr>
          <p:nvPr>
            <p:ph type="body" idx="1"/>
          </p:nvPr>
        </p:nvSpPr>
        <p:spPr bwMode="auto"/>
        <p:txBody>
          <a:bodyPr/>
          <a:lstStyle/>
          <a:p>
            <a:pPr>
              <a:defRPr/>
            </a:pPr>
            <a:endParaRPr/>
          </a:p>
        </p:txBody>
      </p:sp>
      <p:sp>
        <p:nvSpPr>
          <p:cNvPr id="559924327" name="Slide Number Placeholder 3"/>
          <p:cNvSpPr>
            <a:spLocks noGrp="1"/>
          </p:cNvSpPr>
          <p:nvPr>
            <p:ph type="sldNum" sz="quarter" idx="10"/>
          </p:nvPr>
        </p:nvSpPr>
        <p:spPr bwMode="auto"/>
        <p:txBody>
          <a:bodyPr/>
          <a:lstStyle/>
          <a:p>
            <a:pPr>
              <a:defRPr/>
            </a:pPr>
            <a:fld id="{ADF4C0AE-E38D-DC6B-C68A-AA49F3CF55AB}"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3795575" name="Slide Image Placeholder 1"/>
          <p:cNvSpPr>
            <a:spLocks noChangeAspect="1" noGrp="1" noRot="1"/>
          </p:cNvSpPr>
          <p:nvPr>
            <p:ph type="sldImg"/>
          </p:nvPr>
        </p:nvSpPr>
        <p:spPr bwMode="auto"/>
      </p:sp>
      <p:sp>
        <p:nvSpPr>
          <p:cNvPr id="1137586927" name="Notes Placeholder 2"/>
          <p:cNvSpPr>
            <a:spLocks noGrp="1"/>
          </p:cNvSpPr>
          <p:nvPr>
            <p:ph type="body" idx="1"/>
          </p:nvPr>
        </p:nvSpPr>
        <p:spPr bwMode="auto"/>
        <p:txBody>
          <a:bodyPr/>
          <a:lstStyle/>
          <a:p>
            <a:pPr>
              <a:defRPr/>
            </a:pPr>
            <a:endParaRPr/>
          </a:p>
        </p:txBody>
      </p:sp>
      <p:sp>
        <p:nvSpPr>
          <p:cNvPr id="290801278" name="Slide Number Placeholder 3"/>
          <p:cNvSpPr>
            <a:spLocks noGrp="1"/>
          </p:cNvSpPr>
          <p:nvPr>
            <p:ph type="sldNum" sz="quarter" idx="10"/>
          </p:nvPr>
        </p:nvSpPr>
        <p:spPr bwMode="auto"/>
        <p:txBody>
          <a:bodyPr/>
          <a:lstStyle/>
          <a:p>
            <a:pPr>
              <a:defRPr/>
            </a:pPr>
            <a:fld id="{DC887B64-E028-2AA4-2F68-CBA8265516E3}"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8122898" name="Slide Image Placeholder 1"/>
          <p:cNvSpPr>
            <a:spLocks noChangeAspect="1" noGrp="1" noRot="1"/>
          </p:cNvSpPr>
          <p:nvPr>
            <p:ph type="sldImg"/>
          </p:nvPr>
        </p:nvSpPr>
        <p:spPr bwMode="auto"/>
      </p:sp>
      <p:sp>
        <p:nvSpPr>
          <p:cNvPr id="1604117914" name="Notes Placeholder 2"/>
          <p:cNvSpPr>
            <a:spLocks noGrp="1"/>
          </p:cNvSpPr>
          <p:nvPr>
            <p:ph type="body" idx="1"/>
          </p:nvPr>
        </p:nvSpPr>
        <p:spPr bwMode="auto"/>
        <p:txBody>
          <a:bodyPr/>
          <a:lstStyle/>
          <a:p>
            <a:pPr>
              <a:defRPr/>
            </a:pPr>
            <a:endParaRPr/>
          </a:p>
        </p:txBody>
      </p:sp>
      <p:sp>
        <p:nvSpPr>
          <p:cNvPr id="202540270" name="Slide Number Placeholder 3"/>
          <p:cNvSpPr>
            <a:spLocks noGrp="1"/>
          </p:cNvSpPr>
          <p:nvPr>
            <p:ph type="sldNum" sz="quarter" idx="10"/>
          </p:nvPr>
        </p:nvSpPr>
        <p:spPr bwMode="auto"/>
        <p:txBody>
          <a:bodyPr/>
          <a:lstStyle/>
          <a:p>
            <a:pPr>
              <a:defRPr/>
            </a:pPr>
            <a:fld id="{1F0CF1FC-3401-5F66-1687-747F5BB6F5D1}"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602016" name="Slide Image Placeholder 1"/>
          <p:cNvSpPr>
            <a:spLocks noChangeAspect="1" noGrp="1" noRot="1"/>
          </p:cNvSpPr>
          <p:nvPr>
            <p:ph type="sldImg"/>
          </p:nvPr>
        </p:nvSpPr>
        <p:spPr bwMode="auto"/>
      </p:sp>
      <p:sp>
        <p:nvSpPr>
          <p:cNvPr id="1912528284" name="Notes Placeholder 2"/>
          <p:cNvSpPr>
            <a:spLocks noGrp="1"/>
          </p:cNvSpPr>
          <p:nvPr>
            <p:ph type="body" idx="1"/>
          </p:nvPr>
        </p:nvSpPr>
        <p:spPr bwMode="auto"/>
        <p:txBody>
          <a:bodyPr/>
          <a:lstStyle/>
          <a:p>
            <a:pPr>
              <a:defRPr/>
            </a:pPr>
            <a:endParaRPr/>
          </a:p>
        </p:txBody>
      </p:sp>
      <p:sp>
        <p:nvSpPr>
          <p:cNvPr id="1479331460" name="Slide Number Placeholder 3"/>
          <p:cNvSpPr>
            <a:spLocks noGrp="1"/>
          </p:cNvSpPr>
          <p:nvPr>
            <p:ph type="sldNum" sz="quarter" idx="10"/>
          </p:nvPr>
        </p:nvSpPr>
        <p:spPr bwMode="auto"/>
        <p:txBody>
          <a:bodyPr/>
          <a:lstStyle/>
          <a:p>
            <a:pPr>
              <a:defRPr/>
            </a:pPr>
            <a:fld id="{E820E706-D256-E63B-0C75-706309155F93}"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868034" name="Slide Image Placeholder 1"/>
          <p:cNvSpPr>
            <a:spLocks noChangeAspect="1" noGrp="1" noRot="1"/>
          </p:cNvSpPr>
          <p:nvPr>
            <p:ph type="sldImg"/>
          </p:nvPr>
        </p:nvSpPr>
        <p:spPr bwMode="auto"/>
      </p:sp>
      <p:sp>
        <p:nvSpPr>
          <p:cNvPr id="1739115466" name="Notes Placeholder 2"/>
          <p:cNvSpPr>
            <a:spLocks noGrp="1"/>
          </p:cNvSpPr>
          <p:nvPr>
            <p:ph type="body" idx="1"/>
          </p:nvPr>
        </p:nvSpPr>
        <p:spPr bwMode="auto"/>
        <p:txBody>
          <a:bodyPr/>
          <a:lstStyle/>
          <a:p>
            <a:pPr>
              <a:defRPr/>
            </a:pPr>
            <a:endParaRPr/>
          </a:p>
        </p:txBody>
      </p:sp>
      <p:sp>
        <p:nvSpPr>
          <p:cNvPr id="1324796588" name="Slide Number Placeholder 3"/>
          <p:cNvSpPr>
            <a:spLocks noGrp="1"/>
          </p:cNvSpPr>
          <p:nvPr>
            <p:ph type="sldNum" sz="quarter" idx="10"/>
          </p:nvPr>
        </p:nvSpPr>
        <p:spPr bwMode="auto"/>
        <p:txBody>
          <a:bodyPr/>
          <a:lstStyle/>
          <a:p>
            <a:pPr>
              <a:defRPr/>
            </a:pPr>
            <a:fld id="{61B1688A-4A24-A9DE-E8D5-11EF2820979B}"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9866307" name="Slide Image Placeholder 1"/>
          <p:cNvSpPr>
            <a:spLocks noChangeAspect="1" noGrp="1" noRot="1"/>
          </p:cNvSpPr>
          <p:nvPr>
            <p:ph type="sldImg"/>
          </p:nvPr>
        </p:nvSpPr>
        <p:spPr bwMode="auto"/>
      </p:sp>
      <p:sp>
        <p:nvSpPr>
          <p:cNvPr id="1347903847" name="Notes Placeholder 2"/>
          <p:cNvSpPr>
            <a:spLocks noGrp="1"/>
          </p:cNvSpPr>
          <p:nvPr>
            <p:ph type="body" idx="1"/>
          </p:nvPr>
        </p:nvSpPr>
        <p:spPr bwMode="auto"/>
        <p:txBody>
          <a:bodyPr/>
          <a:lstStyle/>
          <a:p>
            <a:pPr>
              <a:defRPr/>
            </a:pPr>
            <a:endParaRPr/>
          </a:p>
        </p:txBody>
      </p:sp>
      <p:sp>
        <p:nvSpPr>
          <p:cNvPr id="1832316256" name="Slide Number Placeholder 3"/>
          <p:cNvSpPr>
            <a:spLocks noGrp="1"/>
          </p:cNvSpPr>
          <p:nvPr>
            <p:ph type="sldNum" sz="quarter" idx="10"/>
          </p:nvPr>
        </p:nvSpPr>
        <p:spPr bwMode="auto"/>
        <p:txBody>
          <a:bodyPr/>
          <a:lstStyle/>
          <a:p>
            <a:pPr>
              <a:defRPr/>
            </a:pPr>
            <a:fld id="{5AF96F47-3D75-628A-7225-3D6D257E195E}"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0139818" name="Slide Image Placeholder 1"/>
          <p:cNvSpPr>
            <a:spLocks noChangeAspect="1" noGrp="1" noRot="1"/>
          </p:cNvSpPr>
          <p:nvPr>
            <p:ph type="sldImg"/>
          </p:nvPr>
        </p:nvSpPr>
        <p:spPr bwMode="auto"/>
      </p:sp>
      <p:sp>
        <p:nvSpPr>
          <p:cNvPr id="1804584657" name="Notes Placeholder 2"/>
          <p:cNvSpPr>
            <a:spLocks noGrp="1"/>
          </p:cNvSpPr>
          <p:nvPr>
            <p:ph type="body" idx="1"/>
          </p:nvPr>
        </p:nvSpPr>
        <p:spPr bwMode="auto"/>
        <p:txBody>
          <a:bodyPr/>
          <a:lstStyle/>
          <a:p>
            <a:pPr>
              <a:defRPr/>
            </a:pPr>
            <a:endParaRPr/>
          </a:p>
        </p:txBody>
      </p:sp>
      <p:sp>
        <p:nvSpPr>
          <p:cNvPr id="725758124" name="Slide Number Placeholder 3"/>
          <p:cNvSpPr>
            <a:spLocks noGrp="1"/>
          </p:cNvSpPr>
          <p:nvPr>
            <p:ph type="sldNum" sz="quarter" idx="10"/>
          </p:nvPr>
        </p:nvSpPr>
        <p:spPr bwMode="auto"/>
        <p:txBody>
          <a:bodyPr/>
          <a:lstStyle/>
          <a:p>
            <a:pPr>
              <a:defRPr/>
            </a:pPr>
            <a:fld id="{F75ABE1E-764B-F425-3391-598B8B461FDD}" type="slidenum">
              <a:rPr/>
              <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5263591" name="Slide Image Placeholder 1"/>
          <p:cNvSpPr>
            <a:spLocks noChangeAspect="1" noGrp="1" noRot="1"/>
          </p:cNvSpPr>
          <p:nvPr>
            <p:ph type="sldImg"/>
          </p:nvPr>
        </p:nvSpPr>
        <p:spPr bwMode="auto"/>
      </p:sp>
      <p:sp>
        <p:nvSpPr>
          <p:cNvPr id="1534749562" name="Notes Placeholder 2"/>
          <p:cNvSpPr>
            <a:spLocks noGrp="1"/>
          </p:cNvSpPr>
          <p:nvPr>
            <p:ph type="body" idx="1"/>
          </p:nvPr>
        </p:nvSpPr>
        <p:spPr bwMode="auto"/>
        <p:txBody>
          <a:bodyPr/>
          <a:lstStyle/>
          <a:p>
            <a:pPr>
              <a:defRPr/>
            </a:pPr>
            <a:endParaRPr/>
          </a:p>
        </p:txBody>
      </p:sp>
      <p:sp>
        <p:nvSpPr>
          <p:cNvPr id="456460880" name="Slide Number Placeholder 3"/>
          <p:cNvSpPr>
            <a:spLocks noGrp="1"/>
          </p:cNvSpPr>
          <p:nvPr>
            <p:ph type="sldNum" sz="quarter" idx="10"/>
          </p:nvPr>
        </p:nvSpPr>
        <p:spPr bwMode="auto"/>
        <p:txBody>
          <a:bodyPr/>
          <a:lstStyle/>
          <a:p>
            <a:pPr>
              <a:defRPr/>
            </a:pPr>
            <a:fld id="{AA8DE568-97B0-9929-DEC1-7CBD6BC5D270}"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47354528" name="Slide Image Placeholder 1"/>
          <p:cNvSpPr>
            <a:spLocks noChangeAspect="1" noGrp="1" noRot="1"/>
          </p:cNvSpPr>
          <p:nvPr>
            <p:ph type="sldImg"/>
          </p:nvPr>
        </p:nvSpPr>
        <p:spPr bwMode="auto"/>
      </p:sp>
      <p:sp>
        <p:nvSpPr>
          <p:cNvPr id="761127963" name="Notes Placeholder 2"/>
          <p:cNvSpPr>
            <a:spLocks noGrp="1"/>
          </p:cNvSpPr>
          <p:nvPr>
            <p:ph type="body" idx="1"/>
          </p:nvPr>
        </p:nvSpPr>
        <p:spPr bwMode="auto"/>
        <p:txBody>
          <a:bodyPr/>
          <a:lstStyle/>
          <a:p>
            <a:pPr>
              <a:defRPr/>
            </a:pPr>
            <a:endParaRPr/>
          </a:p>
        </p:txBody>
      </p:sp>
      <p:sp>
        <p:nvSpPr>
          <p:cNvPr id="891800603" name="Slide Number Placeholder 3"/>
          <p:cNvSpPr>
            <a:spLocks noGrp="1"/>
          </p:cNvSpPr>
          <p:nvPr>
            <p:ph type="sldNum" sz="quarter" idx="10"/>
          </p:nvPr>
        </p:nvSpPr>
        <p:spPr bwMode="auto"/>
        <p:txBody>
          <a:bodyPr/>
          <a:lstStyle/>
          <a:p>
            <a:pPr>
              <a:defRPr/>
            </a:pPr>
            <a:fld id="{67D6FF70-89BB-82B1-17DA-D1DCA74758D8}"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0254202" name="Slide Image Placeholder 1"/>
          <p:cNvSpPr>
            <a:spLocks noChangeAspect="1" noGrp="1" noRot="1"/>
          </p:cNvSpPr>
          <p:nvPr>
            <p:ph type="sldImg"/>
          </p:nvPr>
        </p:nvSpPr>
        <p:spPr bwMode="auto"/>
      </p:sp>
      <p:sp>
        <p:nvSpPr>
          <p:cNvPr id="1656889660" name="Notes Placeholder 2"/>
          <p:cNvSpPr>
            <a:spLocks noGrp="1"/>
          </p:cNvSpPr>
          <p:nvPr>
            <p:ph type="body" idx="1"/>
          </p:nvPr>
        </p:nvSpPr>
        <p:spPr bwMode="auto"/>
        <p:txBody>
          <a:bodyPr/>
          <a:lstStyle/>
          <a:p>
            <a:pPr>
              <a:defRPr/>
            </a:pPr>
            <a:endParaRPr/>
          </a:p>
        </p:txBody>
      </p:sp>
      <p:sp>
        <p:nvSpPr>
          <p:cNvPr id="1496904130" name="Slide Number Placeholder 3"/>
          <p:cNvSpPr>
            <a:spLocks noGrp="1"/>
          </p:cNvSpPr>
          <p:nvPr>
            <p:ph type="sldNum" sz="quarter" idx="10"/>
          </p:nvPr>
        </p:nvSpPr>
        <p:spPr bwMode="auto"/>
        <p:txBody>
          <a:bodyPr/>
          <a:lstStyle/>
          <a:p>
            <a:pPr>
              <a:defRPr/>
            </a:pPr>
            <a:fld id="{D3D1B874-9CC0-4429-5FF7-FC67A3C3FD72}"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17642627" name="Slide Image Placeholder 1"/>
          <p:cNvSpPr>
            <a:spLocks noChangeAspect="1" noGrp="1" noRot="1"/>
          </p:cNvSpPr>
          <p:nvPr>
            <p:ph type="sldImg"/>
          </p:nvPr>
        </p:nvSpPr>
        <p:spPr bwMode="auto"/>
      </p:sp>
      <p:sp>
        <p:nvSpPr>
          <p:cNvPr id="511396513" name="Notes Placeholder 2"/>
          <p:cNvSpPr>
            <a:spLocks noGrp="1"/>
          </p:cNvSpPr>
          <p:nvPr>
            <p:ph type="body" idx="1"/>
          </p:nvPr>
        </p:nvSpPr>
        <p:spPr bwMode="auto"/>
        <p:txBody>
          <a:bodyPr/>
          <a:lstStyle/>
          <a:p>
            <a:pPr>
              <a:defRPr/>
            </a:pPr>
            <a:endParaRPr/>
          </a:p>
        </p:txBody>
      </p:sp>
      <p:sp>
        <p:nvSpPr>
          <p:cNvPr id="219031650" name="Slide Number Placeholder 3"/>
          <p:cNvSpPr>
            <a:spLocks noGrp="1"/>
          </p:cNvSpPr>
          <p:nvPr>
            <p:ph type="sldNum" sz="quarter" idx="10"/>
          </p:nvPr>
        </p:nvSpPr>
        <p:spPr bwMode="auto"/>
        <p:txBody>
          <a:bodyPr/>
          <a:lstStyle/>
          <a:p>
            <a:pPr>
              <a:defRPr/>
            </a:pPr>
            <a:fld id="{C65434F9-E3D3-DB90-E93A-1D223BF901B0}" type="slidenum">
              <a:rPr/>
              <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7939734" name="Slide Image Placeholder 1"/>
          <p:cNvSpPr>
            <a:spLocks noChangeAspect="1" noGrp="1" noRot="1"/>
          </p:cNvSpPr>
          <p:nvPr>
            <p:ph type="sldImg"/>
          </p:nvPr>
        </p:nvSpPr>
        <p:spPr bwMode="auto"/>
      </p:sp>
      <p:sp>
        <p:nvSpPr>
          <p:cNvPr id="1957360403" name="Notes Placeholder 2"/>
          <p:cNvSpPr>
            <a:spLocks noGrp="1"/>
          </p:cNvSpPr>
          <p:nvPr>
            <p:ph type="body" idx="1"/>
          </p:nvPr>
        </p:nvSpPr>
        <p:spPr bwMode="auto"/>
        <p:txBody>
          <a:bodyPr/>
          <a:lstStyle/>
          <a:p>
            <a:pPr>
              <a:defRPr/>
            </a:pPr>
            <a:endParaRPr/>
          </a:p>
        </p:txBody>
      </p:sp>
      <p:sp>
        <p:nvSpPr>
          <p:cNvPr id="1118774055" name="Slide Number Placeholder 3"/>
          <p:cNvSpPr>
            <a:spLocks noGrp="1"/>
          </p:cNvSpPr>
          <p:nvPr>
            <p:ph type="sldNum" sz="quarter" idx="10"/>
          </p:nvPr>
        </p:nvSpPr>
        <p:spPr bwMode="auto"/>
        <p:txBody>
          <a:bodyPr/>
          <a:lstStyle/>
          <a:p>
            <a:pPr>
              <a:defRPr/>
            </a:pPr>
            <a:fld id="{5D6F7208-4509-16B4-8EF9-ADC2C49B49EF}" type="slidenum">
              <a:rPr/>
              <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6834477" name="Slide Image Placeholder 1"/>
          <p:cNvSpPr>
            <a:spLocks noChangeAspect="1" noGrp="1" noRot="1"/>
          </p:cNvSpPr>
          <p:nvPr>
            <p:ph type="sldImg"/>
          </p:nvPr>
        </p:nvSpPr>
        <p:spPr bwMode="auto"/>
      </p:sp>
      <p:sp>
        <p:nvSpPr>
          <p:cNvPr id="1109965242" name="Notes Placeholder 2"/>
          <p:cNvSpPr>
            <a:spLocks noGrp="1"/>
          </p:cNvSpPr>
          <p:nvPr>
            <p:ph type="body" idx="1"/>
          </p:nvPr>
        </p:nvSpPr>
        <p:spPr bwMode="auto"/>
        <p:txBody>
          <a:bodyPr/>
          <a:lstStyle/>
          <a:p>
            <a:pPr>
              <a:defRPr/>
            </a:pPr>
            <a:endParaRPr/>
          </a:p>
        </p:txBody>
      </p:sp>
      <p:sp>
        <p:nvSpPr>
          <p:cNvPr id="276781704" name="Slide Number Placeholder 3"/>
          <p:cNvSpPr>
            <a:spLocks noGrp="1"/>
          </p:cNvSpPr>
          <p:nvPr>
            <p:ph type="sldNum" sz="quarter" idx="10"/>
          </p:nvPr>
        </p:nvSpPr>
        <p:spPr bwMode="auto"/>
        <p:txBody>
          <a:bodyPr/>
          <a:lstStyle/>
          <a:p>
            <a:pPr>
              <a:defRPr/>
            </a:pPr>
            <a:fld id="{01A26031-1666-FFA0-1343-10117A0A8A1E}" type="slidenum">
              <a:rPr/>
              <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5795523" name="Slide Image Placeholder 1"/>
          <p:cNvSpPr>
            <a:spLocks noChangeAspect="1" noGrp="1" noRot="1"/>
          </p:cNvSpPr>
          <p:nvPr>
            <p:ph type="sldImg"/>
          </p:nvPr>
        </p:nvSpPr>
        <p:spPr bwMode="auto"/>
      </p:sp>
      <p:sp>
        <p:nvSpPr>
          <p:cNvPr id="625480591" name="Notes Placeholder 2"/>
          <p:cNvSpPr>
            <a:spLocks noGrp="1"/>
          </p:cNvSpPr>
          <p:nvPr>
            <p:ph type="body" idx="1"/>
          </p:nvPr>
        </p:nvSpPr>
        <p:spPr bwMode="auto"/>
        <p:txBody>
          <a:bodyPr/>
          <a:lstStyle/>
          <a:p>
            <a:pPr>
              <a:defRPr/>
            </a:pPr>
            <a:endParaRPr/>
          </a:p>
        </p:txBody>
      </p:sp>
      <p:sp>
        <p:nvSpPr>
          <p:cNvPr id="1948794253" name="Slide Number Placeholder 3"/>
          <p:cNvSpPr>
            <a:spLocks noGrp="1"/>
          </p:cNvSpPr>
          <p:nvPr>
            <p:ph type="sldNum" sz="quarter" idx="10"/>
          </p:nvPr>
        </p:nvSpPr>
        <p:spPr bwMode="auto"/>
        <p:txBody>
          <a:bodyPr/>
          <a:lstStyle/>
          <a:p>
            <a:pPr>
              <a:defRPr/>
            </a:pPr>
            <a:fld id="{67F023A4-E3E3-6195-88ED-53EC821D2997}" type="slidenum">
              <a:rPr/>
              <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9622150" name="Slide Image Placeholder 1"/>
          <p:cNvSpPr>
            <a:spLocks noChangeAspect="1" noGrp="1" noRot="1"/>
          </p:cNvSpPr>
          <p:nvPr>
            <p:ph type="sldImg"/>
          </p:nvPr>
        </p:nvSpPr>
        <p:spPr bwMode="auto"/>
      </p:sp>
      <p:sp>
        <p:nvSpPr>
          <p:cNvPr id="740247287" name="Notes Placeholder 2"/>
          <p:cNvSpPr>
            <a:spLocks noGrp="1"/>
          </p:cNvSpPr>
          <p:nvPr>
            <p:ph type="body" idx="1"/>
          </p:nvPr>
        </p:nvSpPr>
        <p:spPr bwMode="auto"/>
        <p:txBody>
          <a:bodyPr/>
          <a:lstStyle/>
          <a:p>
            <a:pPr>
              <a:defRPr/>
            </a:pPr>
            <a:endParaRPr/>
          </a:p>
        </p:txBody>
      </p:sp>
      <p:sp>
        <p:nvSpPr>
          <p:cNvPr id="278391773" name="Slide Number Placeholder 3"/>
          <p:cNvSpPr>
            <a:spLocks noGrp="1"/>
          </p:cNvSpPr>
          <p:nvPr>
            <p:ph type="sldNum" sz="quarter" idx="10"/>
          </p:nvPr>
        </p:nvSpPr>
        <p:spPr bwMode="auto"/>
        <p:txBody>
          <a:bodyPr/>
          <a:lstStyle/>
          <a:p>
            <a:pPr>
              <a:defRPr/>
            </a:pPr>
            <a:fld id="{14C3DA3E-F2DA-2C64-8E0F-319E878795B9}" type="slidenum">
              <a:rPr/>
              <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5422049" name="Slide Image Placeholder 1"/>
          <p:cNvSpPr>
            <a:spLocks noChangeAspect="1" noGrp="1" noRot="1"/>
          </p:cNvSpPr>
          <p:nvPr>
            <p:ph type="sldImg"/>
          </p:nvPr>
        </p:nvSpPr>
        <p:spPr bwMode="auto"/>
      </p:sp>
      <p:sp>
        <p:nvSpPr>
          <p:cNvPr id="356464489" name="Notes Placeholder 2"/>
          <p:cNvSpPr>
            <a:spLocks noGrp="1"/>
          </p:cNvSpPr>
          <p:nvPr>
            <p:ph type="body" idx="1"/>
          </p:nvPr>
        </p:nvSpPr>
        <p:spPr bwMode="auto"/>
        <p:txBody>
          <a:bodyPr/>
          <a:lstStyle/>
          <a:p>
            <a:pPr>
              <a:defRPr/>
            </a:pPr>
            <a:endParaRPr/>
          </a:p>
        </p:txBody>
      </p:sp>
      <p:sp>
        <p:nvSpPr>
          <p:cNvPr id="1246232195" name="Slide Number Placeholder 3"/>
          <p:cNvSpPr>
            <a:spLocks noGrp="1"/>
          </p:cNvSpPr>
          <p:nvPr>
            <p:ph type="sldNum" sz="quarter" idx="10"/>
          </p:nvPr>
        </p:nvSpPr>
        <p:spPr bwMode="auto"/>
        <p:txBody>
          <a:bodyPr/>
          <a:lstStyle/>
          <a:p>
            <a:pPr>
              <a:defRPr/>
            </a:pPr>
            <a:fld id="{CB466F95-1D03-2B53-5C37-61A286478723}" type="slidenum">
              <a:rPr/>
              <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4479592" name="Slide Image Placeholder 1"/>
          <p:cNvSpPr>
            <a:spLocks noChangeAspect="1" noGrp="1" noRot="1"/>
          </p:cNvSpPr>
          <p:nvPr>
            <p:ph type="sldImg"/>
          </p:nvPr>
        </p:nvSpPr>
        <p:spPr bwMode="auto"/>
      </p:sp>
      <p:sp>
        <p:nvSpPr>
          <p:cNvPr id="783295339" name="Notes Placeholder 2"/>
          <p:cNvSpPr>
            <a:spLocks noGrp="1"/>
          </p:cNvSpPr>
          <p:nvPr>
            <p:ph type="body" idx="1"/>
          </p:nvPr>
        </p:nvSpPr>
        <p:spPr bwMode="auto"/>
        <p:txBody>
          <a:bodyPr/>
          <a:lstStyle/>
          <a:p>
            <a:pPr>
              <a:defRPr/>
            </a:pPr>
            <a:endParaRPr/>
          </a:p>
        </p:txBody>
      </p:sp>
      <p:sp>
        <p:nvSpPr>
          <p:cNvPr id="1084225759" name="Slide Number Placeholder 3"/>
          <p:cNvSpPr>
            <a:spLocks noGrp="1"/>
          </p:cNvSpPr>
          <p:nvPr>
            <p:ph type="sldNum" sz="quarter" idx="10"/>
          </p:nvPr>
        </p:nvSpPr>
        <p:spPr bwMode="auto"/>
        <p:txBody>
          <a:bodyPr/>
          <a:lstStyle/>
          <a:p>
            <a:pPr>
              <a:defRPr/>
            </a:pPr>
            <a:fld id="{AC0A40C7-AB34-D7E9-E511-577CCB0FD391}" type="slidenum">
              <a:rPr/>
              <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1766811" name="Slide Image Placeholder 1"/>
          <p:cNvSpPr>
            <a:spLocks noChangeAspect="1" noGrp="1" noRot="1"/>
          </p:cNvSpPr>
          <p:nvPr>
            <p:ph type="sldImg"/>
          </p:nvPr>
        </p:nvSpPr>
        <p:spPr bwMode="auto"/>
      </p:sp>
      <p:sp>
        <p:nvSpPr>
          <p:cNvPr id="1815805737" name="Notes Placeholder 2"/>
          <p:cNvSpPr>
            <a:spLocks noGrp="1"/>
          </p:cNvSpPr>
          <p:nvPr>
            <p:ph type="body" idx="1"/>
          </p:nvPr>
        </p:nvSpPr>
        <p:spPr bwMode="auto"/>
        <p:txBody>
          <a:bodyPr/>
          <a:lstStyle/>
          <a:p>
            <a:pPr>
              <a:defRPr/>
            </a:pPr>
            <a:endParaRPr/>
          </a:p>
        </p:txBody>
      </p:sp>
      <p:sp>
        <p:nvSpPr>
          <p:cNvPr id="235529095" name="Slide Number Placeholder 3"/>
          <p:cNvSpPr>
            <a:spLocks noGrp="1"/>
          </p:cNvSpPr>
          <p:nvPr>
            <p:ph type="sldNum" sz="quarter" idx="10"/>
          </p:nvPr>
        </p:nvSpPr>
        <p:spPr bwMode="auto"/>
        <p:txBody>
          <a:bodyPr/>
          <a:lstStyle/>
          <a:p>
            <a:pPr>
              <a:defRPr/>
            </a:pPr>
            <a:fld id="{D89237B5-1CB3-7EDD-7250-D1A1602C7E93}" type="slidenum">
              <a:rPr/>
              <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5448411" name="Slide Image Placeholder 1"/>
          <p:cNvSpPr>
            <a:spLocks noChangeAspect="1" noGrp="1" noRot="1"/>
          </p:cNvSpPr>
          <p:nvPr>
            <p:ph type="sldImg"/>
          </p:nvPr>
        </p:nvSpPr>
        <p:spPr bwMode="auto"/>
      </p:sp>
      <p:sp>
        <p:nvSpPr>
          <p:cNvPr id="1239057448" name="Notes Placeholder 2"/>
          <p:cNvSpPr>
            <a:spLocks noGrp="1"/>
          </p:cNvSpPr>
          <p:nvPr>
            <p:ph type="body" idx="1"/>
          </p:nvPr>
        </p:nvSpPr>
        <p:spPr bwMode="auto"/>
        <p:txBody>
          <a:bodyPr/>
          <a:lstStyle/>
          <a:p>
            <a:pPr>
              <a:defRPr/>
            </a:pPr>
            <a:endParaRPr/>
          </a:p>
        </p:txBody>
      </p:sp>
      <p:sp>
        <p:nvSpPr>
          <p:cNvPr id="204967566" name="Slide Number Placeholder 3"/>
          <p:cNvSpPr>
            <a:spLocks noGrp="1"/>
          </p:cNvSpPr>
          <p:nvPr>
            <p:ph type="sldNum" sz="quarter" idx="10"/>
          </p:nvPr>
        </p:nvSpPr>
        <p:spPr bwMode="auto"/>
        <p:txBody>
          <a:bodyPr/>
          <a:lstStyle/>
          <a:p>
            <a:pPr>
              <a:defRPr/>
            </a:pPr>
            <a:fld id="{6A382380-19A7-A1A0-EEAC-E3B9E43D5E6F}" type="slidenum">
              <a:rPr/>
              <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9902783" name="Slide Image Placeholder 1"/>
          <p:cNvSpPr>
            <a:spLocks noChangeAspect="1" noGrp="1" noRot="1"/>
          </p:cNvSpPr>
          <p:nvPr>
            <p:ph type="sldImg"/>
          </p:nvPr>
        </p:nvSpPr>
        <p:spPr bwMode="auto"/>
      </p:sp>
      <p:sp>
        <p:nvSpPr>
          <p:cNvPr id="29311879" name="Notes Placeholder 2"/>
          <p:cNvSpPr>
            <a:spLocks noGrp="1"/>
          </p:cNvSpPr>
          <p:nvPr>
            <p:ph type="body" idx="1"/>
          </p:nvPr>
        </p:nvSpPr>
        <p:spPr bwMode="auto"/>
        <p:txBody>
          <a:bodyPr/>
          <a:lstStyle/>
          <a:p>
            <a:pPr>
              <a:defRPr/>
            </a:pPr>
            <a:endParaRPr/>
          </a:p>
        </p:txBody>
      </p:sp>
      <p:sp>
        <p:nvSpPr>
          <p:cNvPr id="949617625" name="Slide Number Placeholder 3"/>
          <p:cNvSpPr>
            <a:spLocks noGrp="1"/>
          </p:cNvSpPr>
          <p:nvPr>
            <p:ph type="sldNum" sz="quarter" idx="10"/>
          </p:nvPr>
        </p:nvSpPr>
        <p:spPr bwMode="auto"/>
        <p:txBody>
          <a:bodyPr/>
          <a:lstStyle/>
          <a:p>
            <a:pPr>
              <a:defRPr/>
            </a:pPr>
            <a:fld id="{2A7702FD-7905-BDC6-4203-F59B61CEB9B8}" type="slidenum">
              <a:rPr/>
              <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30908105" name="Slide Image Placeholder 1"/>
          <p:cNvSpPr>
            <a:spLocks noChangeAspect="1" noGrp="1" noRot="1"/>
          </p:cNvSpPr>
          <p:nvPr>
            <p:ph type="sldImg"/>
          </p:nvPr>
        </p:nvSpPr>
        <p:spPr bwMode="auto"/>
      </p:sp>
      <p:sp>
        <p:nvSpPr>
          <p:cNvPr id="107099537" name="Notes Placeholder 2"/>
          <p:cNvSpPr>
            <a:spLocks noGrp="1"/>
          </p:cNvSpPr>
          <p:nvPr>
            <p:ph type="body" idx="1"/>
          </p:nvPr>
        </p:nvSpPr>
        <p:spPr bwMode="auto"/>
        <p:txBody>
          <a:bodyPr/>
          <a:lstStyle/>
          <a:p>
            <a:pPr>
              <a:defRPr/>
            </a:pPr>
            <a:endParaRPr/>
          </a:p>
        </p:txBody>
      </p:sp>
      <p:sp>
        <p:nvSpPr>
          <p:cNvPr id="880910517" name="Slide Number Placeholder 3"/>
          <p:cNvSpPr>
            <a:spLocks noGrp="1"/>
          </p:cNvSpPr>
          <p:nvPr>
            <p:ph type="sldNum" sz="quarter" idx="10"/>
          </p:nvPr>
        </p:nvSpPr>
        <p:spPr bwMode="auto"/>
        <p:txBody>
          <a:bodyPr/>
          <a:lstStyle/>
          <a:p>
            <a:pPr>
              <a:defRPr/>
            </a:pPr>
            <a:fld id="{C729BA4D-F7B8-24AB-4D7A-E413A5FFAA82}" type="slidenum">
              <a:rPr/>
              <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9281538" name="Slide Image Placeholder 1"/>
          <p:cNvSpPr>
            <a:spLocks noChangeAspect="1" noGrp="1" noRot="1"/>
          </p:cNvSpPr>
          <p:nvPr>
            <p:ph type="sldImg"/>
          </p:nvPr>
        </p:nvSpPr>
        <p:spPr bwMode="auto"/>
      </p:sp>
      <p:sp>
        <p:nvSpPr>
          <p:cNvPr id="829870333" name="Notes Placeholder 2"/>
          <p:cNvSpPr>
            <a:spLocks noGrp="1"/>
          </p:cNvSpPr>
          <p:nvPr>
            <p:ph type="body" idx="1"/>
          </p:nvPr>
        </p:nvSpPr>
        <p:spPr bwMode="auto"/>
        <p:txBody>
          <a:bodyPr/>
          <a:lstStyle/>
          <a:p>
            <a:pPr>
              <a:defRPr/>
            </a:pPr>
            <a:endParaRPr/>
          </a:p>
        </p:txBody>
      </p:sp>
      <p:sp>
        <p:nvSpPr>
          <p:cNvPr id="1627807772" name="Slide Number Placeholder 3"/>
          <p:cNvSpPr>
            <a:spLocks noGrp="1"/>
          </p:cNvSpPr>
          <p:nvPr>
            <p:ph type="sldNum" sz="quarter" idx="10"/>
          </p:nvPr>
        </p:nvSpPr>
        <p:spPr bwMode="auto"/>
        <p:txBody>
          <a:bodyPr/>
          <a:lstStyle/>
          <a:p>
            <a:pPr>
              <a:defRPr/>
            </a:pPr>
            <a:fld id="{BE4927C6-D97B-436B-C8A7-AFE8CEC3A683}" type="slidenum">
              <a:rPr/>
              <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6324387" name="Slide Image Placeholder 1"/>
          <p:cNvSpPr>
            <a:spLocks noChangeAspect="1" noGrp="1" noRot="1"/>
          </p:cNvSpPr>
          <p:nvPr>
            <p:ph type="sldImg"/>
          </p:nvPr>
        </p:nvSpPr>
        <p:spPr bwMode="auto"/>
      </p:sp>
      <p:sp>
        <p:nvSpPr>
          <p:cNvPr id="399627715" name="Notes Placeholder 2"/>
          <p:cNvSpPr>
            <a:spLocks noGrp="1"/>
          </p:cNvSpPr>
          <p:nvPr>
            <p:ph type="body" idx="1"/>
          </p:nvPr>
        </p:nvSpPr>
        <p:spPr bwMode="auto"/>
        <p:txBody>
          <a:bodyPr/>
          <a:lstStyle/>
          <a:p>
            <a:pPr>
              <a:defRPr/>
            </a:pPr>
            <a:endParaRPr/>
          </a:p>
        </p:txBody>
      </p:sp>
      <p:sp>
        <p:nvSpPr>
          <p:cNvPr id="684634988" name="Slide Number Placeholder 3"/>
          <p:cNvSpPr>
            <a:spLocks noGrp="1"/>
          </p:cNvSpPr>
          <p:nvPr>
            <p:ph type="sldNum" sz="quarter" idx="10"/>
          </p:nvPr>
        </p:nvSpPr>
        <p:spPr bwMode="auto"/>
        <p:txBody>
          <a:bodyPr/>
          <a:lstStyle/>
          <a:p>
            <a:pPr>
              <a:defRPr/>
            </a:pPr>
            <a:fld id="{154E0709-468D-4CCD-4EDF-4432F5A849A0}" type="slidenum">
              <a:rPr/>
              <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4677275" name="Slide Image Placeholder 1"/>
          <p:cNvSpPr>
            <a:spLocks noChangeAspect="1" noGrp="1" noRot="1"/>
          </p:cNvSpPr>
          <p:nvPr>
            <p:ph type="sldImg"/>
          </p:nvPr>
        </p:nvSpPr>
        <p:spPr bwMode="auto"/>
      </p:sp>
      <p:sp>
        <p:nvSpPr>
          <p:cNvPr id="1300619260" name="Notes Placeholder 2"/>
          <p:cNvSpPr>
            <a:spLocks noGrp="1"/>
          </p:cNvSpPr>
          <p:nvPr>
            <p:ph type="body" idx="1"/>
          </p:nvPr>
        </p:nvSpPr>
        <p:spPr bwMode="auto"/>
        <p:txBody>
          <a:bodyPr/>
          <a:lstStyle/>
          <a:p>
            <a:pPr>
              <a:defRPr/>
            </a:pPr>
            <a:endParaRPr/>
          </a:p>
        </p:txBody>
      </p:sp>
      <p:sp>
        <p:nvSpPr>
          <p:cNvPr id="1633749029" name="Slide Number Placeholder 3"/>
          <p:cNvSpPr>
            <a:spLocks noGrp="1"/>
          </p:cNvSpPr>
          <p:nvPr>
            <p:ph type="sldNum" sz="quarter" idx="10"/>
          </p:nvPr>
        </p:nvSpPr>
        <p:spPr bwMode="auto"/>
        <p:txBody>
          <a:bodyPr/>
          <a:lstStyle/>
          <a:p>
            <a:pPr>
              <a:defRPr/>
            </a:pPr>
            <a:fld id="{9D58AC18-380E-66F2-7AE2-BD7F602DECD9}" type="slidenum">
              <a:rPr/>
              <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7537935" name="Slide Image Placeholder 1"/>
          <p:cNvSpPr>
            <a:spLocks noChangeAspect="1" noGrp="1" noRot="1"/>
          </p:cNvSpPr>
          <p:nvPr>
            <p:ph type="sldImg"/>
          </p:nvPr>
        </p:nvSpPr>
        <p:spPr bwMode="auto"/>
      </p:sp>
      <p:sp>
        <p:nvSpPr>
          <p:cNvPr id="1943896651" name="Notes Placeholder 2"/>
          <p:cNvSpPr>
            <a:spLocks noGrp="1"/>
          </p:cNvSpPr>
          <p:nvPr>
            <p:ph type="body" idx="1"/>
          </p:nvPr>
        </p:nvSpPr>
        <p:spPr bwMode="auto"/>
        <p:txBody>
          <a:bodyPr/>
          <a:lstStyle/>
          <a:p>
            <a:pPr>
              <a:defRPr/>
            </a:pPr>
            <a:endParaRPr/>
          </a:p>
        </p:txBody>
      </p:sp>
      <p:sp>
        <p:nvSpPr>
          <p:cNvPr id="1617124105" name="Slide Number Placeholder 3"/>
          <p:cNvSpPr>
            <a:spLocks noGrp="1"/>
          </p:cNvSpPr>
          <p:nvPr>
            <p:ph type="sldNum" sz="quarter" idx="10"/>
          </p:nvPr>
        </p:nvSpPr>
        <p:spPr bwMode="auto"/>
        <p:txBody>
          <a:bodyPr/>
          <a:lstStyle/>
          <a:p>
            <a:pPr>
              <a:defRPr/>
            </a:pPr>
            <a:fld id="{44934705-0AD6-963A-C353-5FAF7821E48E}" type="slidenum">
              <a:rPr/>
              <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7597955" name="Slide Image Placeholder 1"/>
          <p:cNvSpPr>
            <a:spLocks noChangeAspect="1" noGrp="1" noRot="1"/>
          </p:cNvSpPr>
          <p:nvPr>
            <p:ph type="sldImg"/>
          </p:nvPr>
        </p:nvSpPr>
        <p:spPr bwMode="auto"/>
      </p:sp>
      <p:sp>
        <p:nvSpPr>
          <p:cNvPr id="1905233829" name="Notes Placeholder 2"/>
          <p:cNvSpPr>
            <a:spLocks noGrp="1"/>
          </p:cNvSpPr>
          <p:nvPr>
            <p:ph type="body" idx="1"/>
          </p:nvPr>
        </p:nvSpPr>
        <p:spPr bwMode="auto"/>
        <p:txBody>
          <a:bodyPr/>
          <a:lstStyle/>
          <a:p>
            <a:pPr>
              <a:defRPr/>
            </a:pPr>
            <a:endParaRPr/>
          </a:p>
        </p:txBody>
      </p:sp>
      <p:sp>
        <p:nvSpPr>
          <p:cNvPr id="1716180609" name="Slide Number Placeholder 3"/>
          <p:cNvSpPr>
            <a:spLocks noGrp="1"/>
          </p:cNvSpPr>
          <p:nvPr>
            <p:ph type="sldNum" sz="quarter" idx="10"/>
          </p:nvPr>
        </p:nvSpPr>
        <p:spPr bwMode="auto"/>
        <p:txBody>
          <a:bodyPr/>
          <a:lstStyle/>
          <a:p>
            <a:pPr>
              <a:defRPr/>
            </a:pPr>
            <a:fld id="{A62C122E-C38D-8339-6097-2ED6C91C0541}" type="slidenum">
              <a:rPr/>
              <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3552713" name="Slide Image Placeholder 1"/>
          <p:cNvSpPr>
            <a:spLocks noChangeAspect="1" noGrp="1" noRot="1"/>
          </p:cNvSpPr>
          <p:nvPr>
            <p:ph type="sldImg"/>
          </p:nvPr>
        </p:nvSpPr>
        <p:spPr bwMode="auto"/>
      </p:sp>
      <p:sp>
        <p:nvSpPr>
          <p:cNvPr id="1780203352" name="Notes Placeholder 2"/>
          <p:cNvSpPr>
            <a:spLocks noGrp="1"/>
          </p:cNvSpPr>
          <p:nvPr>
            <p:ph type="body" idx="1"/>
          </p:nvPr>
        </p:nvSpPr>
        <p:spPr bwMode="auto"/>
        <p:txBody>
          <a:bodyPr/>
          <a:lstStyle/>
          <a:p>
            <a:pPr>
              <a:defRPr/>
            </a:pPr>
            <a:endParaRPr/>
          </a:p>
        </p:txBody>
      </p:sp>
      <p:sp>
        <p:nvSpPr>
          <p:cNvPr id="1224509775" name="Slide Number Placeholder 3"/>
          <p:cNvSpPr>
            <a:spLocks noGrp="1"/>
          </p:cNvSpPr>
          <p:nvPr>
            <p:ph type="sldNum" sz="quarter" idx="10"/>
          </p:nvPr>
        </p:nvSpPr>
        <p:spPr bwMode="auto"/>
        <p:txBody>
          <a:bodyPr/>
          <a:lstStyle/>
          <a:p>
            <a:pPr>
              <a:defRPr/>
            </a:pPr>
            <a:fld id="{73BB0AA0-5CF8-9B70-D3B9-41D789235083}" type="slidenum">
              <a:rPr/>
              <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7780361" name="Slide Image Placeholder 1"/>
          <p:cNvSpPr>
            <a:spLocks noChangeAspect="1" noGrp="1" noRot="1"/>
          </p:cNvSpPr>
          <p:nvPr>
            <p:ph type="sldImg"/>
          </p:nvPr>
        </p:nvSpPr>
        <p:spPr bwMode="auto"/>
      </p:sp>
      <p:sp>
        <p:nvSpPr>
          <p:cNvPr id="1079466640" name="Notes Placeholder 2"/>
          <p:cNvSpPr>
            <a:spLocks noGrp="1"/>
          </p:cNvSpPr>
          <p:nvPr>
            <p:ph type="body" idx="1"/>
          </p:nvPr>
        </p:nvSpPr>
        <p:spPr bwMode="auto"/>
        <p:txBody>
          <a:bodyPr/>
          <a:lstStyle/>
          <a:p>
            <a:pPr>
              <a:defRPr/>
            </a:pPr>
            <a:endParaRPr/>
          </a:p>
        </p:txBody>
      </p:sp>
      <p:sp>
        <p:nvSpPr>
          <p:cNvPr id="408675091" name="Slide Number Placeholder 3"/>
          <p:cNvSpPr>
            <a:spLocks noGrp="1"/>
          </p:cNvSpPr>
          <p:nvPr>
            <p:ph type="sldNum" sz="quarter" idx="10"/>
          </p:nvPr>
        </p:nvSpPr>
        <p:spPr bwMode="auto"/>
        <p:txBody>
          <a:bodyPr/>
          <a:lstStyle/>
          <a:p>
            <a:pPr>
              <a:defRPr/>
            </a:pPr>
            <a:fld id="{9042AC1A-8DA1-B652-2027-74938292C62E}" type="slidenum">
              <a:rPr/>
              <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1027749" name="Slide Image Placeholder 1"/>
          <p:cNvSpPr>
            <a:spLocks noChangeAspect="1" noGrp="1" noRot="1"/>
          </p:cNvSpPr>
          <p:nvPr>
            <p:ph type="sldImg"/>
          </p:nvPr>
        </p:nvSpPr>
        <p:spPr bwMode="auto"/>
      </p:sp>
      <p:sp>
        <p:nvSpPr>
          <p:cNvPr id="1971464053" name="Notes Placeholder 2"/>
          <p:cNvSpPr>
            <a:spLocks noGrp="1"/>
          </p:cNvSpPr>
          <p:nvPr>
            <p:ph type="body" idx="1"/>
          </p:nvPr>
        </p:nvSpPr>
        <p:spPr bwMode="auto"/>
        <p:txBody>
          <a:bodyPr/>
          <a:lstStyle/>
          <a:p>
            <a:pPr>
              <a:defRPr/>
            </a:pPr>
            <a:endParaRPr/>
          </a:p>
        </p:txBody>
      </p:sp>
      <p:sp>
        <p:nvSpPr>
          <p:cNvPr id="2004494988" name="Slide Number Placeholder 3"/>
          <p:cNvSpPr>
            <a:spLocks noGrp="1"/>
          </p:cNvSpPr>
          <p:nvPr>
            <p:ph type="sldNum" sz="quarter" idx="10"/>
          </p:nvPr>
        </p:nvSpPr>
        <p:spPr bwMode="auto"/>
        <p:txBody>
          <a:bodyPr/>
          <a:lstStyle/>
          <a:p>
            <a:pPr>
              <a:defRPr/>
            </a:pPr>
            <a:fld id="{BDBFD0CD-9953-DAB9-1629-83C76D32C9CF}" type="slidenum">
              <a:rPr/>
              <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658885" name="Slide Image Placeholder 1"/>
          <p:cNvSpPr>
            <a:spLocks noChangeAspect="1" noGrp="1" noRot="1"/>
          </p:cNvSpPr>
          <p:nvPr>
            <p:ph type="sldImg"/>
          </p:nvPr>
        </p:nvSpPr>
        <p:spPr bwMode="auto"/>
      </p:sp>
      <p:sp>
        <p:nvSpPr>
          <p:cNvPr id="176358956" name="Notes Placeholder 2"/>
          <p:cNvSpPr>
            <a:spLocks noGrp="1"/>
          </p:cNvSpPr>
          <p:nvPr>
            <p:ph type="body" idx="1"/>
          </p:nvPr>
        </p:nvSpPr>
        <p:spPr bwMode="auto"/>
        <p:txBody>
          <a:bodyPr/>
          <a:lstStyle/>
          <a:p>
            <a:pPr>
              <a:defRPr/>
            </a:pPr>
            <a:endParaRPr/>
          </a:p>
        </p:txBody>
      </p:sp>
      <p:sp>
        <p:nvSpPr>
          <p:cNvPr id="1982408783" name="Slide Number Placeholder 3"/>
          <p:cNvSpPr>
            <a:spLocks noGrp="1"/>
          </p:cNvSpPr>
          <p:nvPr>
            <p:ph type="sldNum" sz="quarter" idx="10"/>
          </p:nvPr>
        </p:nvSpPr>
        <p:spPr bwMode="auto"/>
        <p:txBody>
          <a:bodyPr/>
          <a:lstStyle/>
          <a:p>
            <a:pPr>
              <a:defRPr/>
            </a:pPr>
            <a:fld id="{953E527E-84B9-F204-CCC6-BF4670AEB241}" type="slidenum">
              <a:rPr/>
              <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8288620" name="Slide Image Placeholder 1"/>
          <p:cNvSpPr>
            <a:spLocks noChangeAspect="1" noGrp="1" noRot="1"/>
          </p:cNvSpPr>
          <p:nvPr>
            <p:ph type="sldImg"/>
          </p:nvPr>
        </p:nvSpPr>
        <p:spPr bwMode="auto"/>
      </p:sp>
      <p:sp>
        <p:nvSpPr>
          <p:cNvPr id="1440153816" name="Notes Placeholder 2"/>
          <p:cNvSpPr>
            <a:spLocks noGrp="1"/>
          </p:cNvSpPr>
          <p:nvPr>
            <p:ph type="body" idx="1"/>
          </p:nvPr>
        </p:nvSpPr>
        <p:spPr bwMode="auto"/>
        <p:txBody>
          <a:bodyPr/>
          <a:lstStyle/>
          <a:p>
            <a:pPr>
              <a:defRPr/>
            </a:pPr>
            <a:endParaRPr/>
          </a:p>
        </p:txBody>
      </p:sp>
      <p:sp>
        <p:nvSpPr>
          <p:cNvPr id="1682555441" name="Slide Number Placeholder 3"/>
          <p:cNvSpPr>
            <a:spLocks noGrp="1"/>
          </p:cNvSpPr>
          <p:nvPr>
            <p:ph type="sldNum" sz="quarter" idx="10"/>
          </p:nvPr>
        </p:nvSpPr>
        <p:spPr bwMode="auto"/>
        <p:txBody>
          <a:bodyPr/>
          <a:lstStyle/>
          <a:p>
            <a:pPr>
              <a:defRPr/>
            </a:pPr>
            <a:fld id="{82EC451A-0168-5998-FE7E-6B0633410CB5}" type="slidenum">
              <a:rPr/>
              <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797474" name="Slide Image Placeholder 1"/>
          <p:cNvSpPr>
            <a:spLocks noChangeAspect="1" noGrp="1" noRot="1"/>
          </p:cNvSpPr>
          <p:nvPr>
            <p:ph type="sldImg"/>
          </p:nvPr>
        </p:nvSpPr>
        <p:spPr bwMode="auto"/>
      </p:sp>
      <p:sp>
        <p:nvSpPr>
          <p:cNvPr id="1920859199" name="Notes Placeholder 2"/>
          <p:cNvSpPr>
            <a:spLocks noGrp="1"/>
          </p:cNvSpPr>
          <p:nvPr>
            <p:ph type="body" idx="1"/>
          </p:nvPr>
        </p:nvSpPr>
        <p:spPr bwMode="auto"/>
        <p:txBody>
          <a:bodyPr/>
          <a:lstStyle/>
          <a:p>
            <a:pPr>
              <a:defRPr/>
            </a:pPr>
            <a:endParaRPr/>
          </a:p>
        </p:txBody>
      </p:sp>
      <p:sp>
        <p:nvSpPr>
          <p:cNvPr id="1218487582" name="Slide Number Placeholder 3"/>
          <p:cNvSpPr>
            <a:spLocks noGrp="1"/>
          </p:cNvSpPr>
          <p:nvPr>
            <p:ph type="sldNum" sz="quarter" idx="10"/>
          </p:nvPr>
        </p:nvSpPr>
        <p:spPr bwMode="auto"/>
        <p:txBody>
          <a:bodyPr/>
          <a:lstStyle/>
          <a:p>
            <a:pPr>
              <a:defRPr/>
            </a:pPr>
            <a:fld id="{75FCCCA1-04DB-E6CE-E5C4-4256E1EC3F79}" type="slidenum">
              <a:rPr/>
              <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7072513" name="Slide Image Placeholder 1"/>
          <p:cNvSpPr>
            <a:spLocks noChangeAspect="1" noGrp="1" noRot="1"/>
          </p:cNvSpPr>
          <p:nvPr>
            <p:ph type="sldImg"/>
          </p:nvPr>
        </p:nvSpPr>
        <p:spPr bwMode="auto"/>
      </p:sp>
      <p:sp>
        <p:nvSpPr>
          <p:cNvPr id="1196868332" name="Notes Placeholder 2"/>
          <p:cNvSpPr>
            <a:spLocks noGrp="1"/>
          </p:cNvSpPr>
          <p:nvPr>
            <p:ph type="body" idx="1"/>
          </p:nvPr>
        </p:nvSpPr>
        <p:spPr bwMode="auto"/>
        <p:txBody>
          <a:bodyPr/>
          <a:lstStyle/>
          <a:p>
            <a:pPr>
              <a:defRPr/>
            </a:pPr>
            <a:endParaRPr/>
          </a:p>
        </p:txBody>
      </p:sp>
      <p:sp>
        <p:nvSpPr>
          <p:cNvPr id="489356318" name="Slide Number Placeholder 3"/>
          <p:cNvSpPr>
            <a:spLocks noGrp="1"/>
          </p:cNvSpPr>
          <p:nvPr>
            <p:ph type="sldNum" sz="quarter" idx="10"/>
          </p:nvPr>
        </p:nvSpPr>
        <p:spPr bwMode="auto"/>
        <p:txBody>
          <a:bodyPr/>
          <a:lstStyle/>
          <a:p>
            <a:pPr>
              <a:defRPr/>
            </a:pPr>
            <a:fld id="{80A229DD-D5FF-254B-DF64-C5EA347728A7}" type="slidenum">
              <a:rPr/>
              <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434012231"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151914569"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50749570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9064080" name="Footer Placeholder 4"/>
          <p:cNvSpPr>
            <a:spLocks noGrp="1"/>
          </p:cNvSpPr>
          <p:nvPr>
            <p:ph type="ftr" sz="quarter" idx="11"/>
          </p:nvPr>
        </p:nvSpPr>
        <p:spPr bwMode="auto"/>
        <p:txBody>
          <a:bodyPr/>
          <a:lstStyle/>
          <a:p>
            <a:pPr>
              <a:defRPr/>
            </a:pPr>
            <a:endParaRPr lang="en-US"/>
          </a:p>
        </p:txBody>
      </p:sp>
      <p:sp>
        <p:nvSpPr>
          <p:cNvPr id="448745178"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208025237" name="Title 1"/>
          <p:cNvSpPr>
            <a:spLocks noGrp="1"/>
          </p:cNvSpPr>
          <p:nvPr>
            <p:ph type="title"/>
          </p:nvPr>
        </p:nvSpPr>
        <p:spPr bwMode="auto"/>
        <p:txBody>
          <a:bodyPr/>
          <a:lstStyle/>
          <a:p>
            <a:pPr>
              <a:defRPr/>
            </a:pPr>
            <a:r>
              <a:rPr lang="en-US"/>
              <a:t>Click to edit Master title style</a:t>
            </a:r>
            <a:endParaRPr lang="en-US"/>
          </a:p>
        </p:txBody>
      </p:sp>
      <p:sp>
        <p:nvSpPr>
          <p:cNvPr id="77545275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72524030"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29252071" name="Footer Placeholder 4"/>
          <p:cNvSpPr>
            <a:spLocks noGrp="1"/>
          </p:cNvSpPr>
          <p:nvPr>
            <p:ph type="ftr" sz="quarter" idx="11"/>
          </p:nvPr>
        </p:nvSpPr>
        <p:spPr bwMode="auto"/>
        <p:txBody>
          <a:bodyPr/>
          <a:lstStyle/>
          <a:p>
            <a:pPr>
              <a:defRPr/>
            </a:pPr>
            <a:endParaRPr lang="en-US"/>
          </a:p>
        </p:txBody>
      </p:sp>
      <p:sp>
        <p:nvSpPr>
          <p:cNvPr id="31649468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550848304"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1662682895"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30929119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16677121" name="Footer Placeholder 4"/>
          <p:cNvSpPr>
            <a:spLocks noGrp="1"/>
          </p:cNvSpPr>
          <p:nvPr>
            <p:ph type="ftr" sz="quarter" idx="11"/>
          </p:nvPr>
        </p:nvSpPr>
        <p:spPr bwMode="auto"/>
        <p:txBody>
          <a:bodyPr/>
          <a:lstStyle/>
          <a:p>
            <a:pPr>
              <a:defRPr/>
            </a:pPr>
            <a:endParaRPr lang="en-US"/>
          </a:p>
        </p:txBody>
      </p:sp>
      <p:sp>
        <p:nvSpPr>
          <p:cNvPr id="647930611"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802052270" name="Title 1"/>
          <p:cNvSpPr>
            <a:spLocks noGrp="1"/>
          </p:cNvSpPr>
          <p:nvPr>
            <p:ph type="title"/>
          </p:nvPr>
        </p:nvSpPr>
        <p:spPr bwMode="auto"/>
        <p:txBody>
          <a:bodyPr/>
          <a:lstStyle/>
          <a:p>
            <a:pPr>
              <a:defRPr/>
            </a:pPr>
            <a:r>
              <a:rPr lang="en-US"/>
              <a:t>Click to edit Master title style</a:t>
            </a:r>
            <a:endParaRPr lang="en-US"/>
          </a:p>
        </p:txBody>
      </p:sp>
      <p:sp>
        <p:nvSpPr>
          <p:cNvPr id="680301703"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48332984"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8399296"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44927447" name="Footer Placeholder 5"/>
          <p:cNvSpPr>
            <a:spLocks noGrp="1"/>
          </p:cNvSpPr>
          <p:nvPr>
            <p:ph type="ftr" sz="quarter" idx="11"/>
          </p:nvPr>
        </p:nvSpPr>
        <p:spPr bwMode="auto"/>
        <p:txBody>
          <a:bodyPr/>
          <a:lstStyle/>
          <a:p>
            <a:pPr>
              <a:defRPr/>
            </a:pPr>
            <a:endParaRPr lang="en-US"/>
          </a:p>
        </p:txBody>
      </p:sp>
      <p:sp>
        <p:nvSpPr>
          <p:cNvPr id="2047346718"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659494795"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881963263"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82293859"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56826878"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80629443"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87960751"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072777601" name="Footer Placeholder 7"/>
          <p:cNvSpPr>
            <a:spLocks noGrp="1"/>
          </p:cNvSpPr>
          <p:nvPr>
            <p:ph type="ftr" sz="quarter" idx="11"/>
          </p:nvPr>
        </p:nvSpPr>
        <p:spPr bwMode="auto"/>
        <p:txBody>
          <a:bodyPr/>
          <a:lstStyle/>
          <a:p>
            <a:pPr>
              <a:defRPr/>
            </a:pPr>
            <a:endParaRPr lang="en-US"/>
          </a:p>
        </p:txBody>
      </p:sp>
      <p:sp>
        <p:nvSpPr>
          <p:cNvPr id="226134090"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126996218" name="Title 1"/>
          <p:cNvSpPr>
            <a:spLocks noGrp="1"/>
          </p:cNvSpPr>
          <p:nvPr>
            <p:ph type="title"/>
          </p:nvPr>
        </p:nvSpPr>
        <p:spPr bwMode="auto"/>
        <p:txBody>
          <a:bodyPr/>
          <a:lstStyle/>
          <a:p>
            <a:pPr>
              <a:defRPr/>
            </a:pPr>
            <a:r>
              <a:rPr lang="en-US"/>
              <a:t>Click to edit Master title style</a:t>
            </a:r>
            <a:endParaRPr lang="en-US"/>
          </a:p>
        </p:txBody>
      </p:sp>
      <p:sp>
        <p:nvSpPr>
          <p:cNvPr id="1483117413"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406399579" name="Footer Placeholder 3"/>
          <p:cNvSpPr>
            <a:spLocks noGrp="1"/>
          </p:cNvSpPr>
          <p:nvPr>
            <p:ph type="ftr" sz="quarter" idx="11"/>
          </p:nvPr>
        </p:nvSpPr>
        <p:spPr bwMode="auto"/>
        <p:txBody>
          <a:bodyPr/>
          <a:lstStyle/>
          <a:p>
            <a:pPr>
              <a:defRPr/>
            </a:pPr>
            <a:endParaRPr lang="en-US"/>
          </a:p>
        </p:txBody>
      </p:sp>
      <p:sp>
        <p:nvSpPr>
          <p:cNvPr id="1430513999"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073014016"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90089583" name="Footer Placeholder 2"/>
          <p:cNvSpPr>
            <a:spLocks noGrp="1"/>
          </p:cNvSpPr>
          <p:nvPr>
            <p:ph type="ftr" sz="quarter" idx="11"/>
          </p:nvPr>
        </p:nvSpPr>
        <p:spPr bwMode="auto"/>
        <p:txBody>
          <a:bodyPr/>
          <a:lstStyle/>
          <a:p>
            <a:pPr>
              <a:defRPr/>
            </a:pPr>
            <a:endParaRPr lang="en-US"/>
          </a:p>
        </p:txBody>
      </p:sp>
      <p:sp>
        <p:nvSpPr>
          <p:cNvPr id="1619118340"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41219754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471917766"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05629683"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234955807"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88544406" name="Footer Placeholder 5"/>
          <p:cNvSpPr>
            <a:spLocks noGrp="1"/>
          </p:cNvSpPr>
          <p:nvPr>
            <p:ph type="ftr" sz="quarter" idx="11"/>
          </p:nvPr>
        </p:nvSpPr>
        <p:spPr bwMode="auto"/>
        <p:txBody>
          <a:bodyPr/>
          <a:lstStyle/>
          <a:p>
            <a:pPr>
              <a:defRPr/>
            </a:pPr>
            <a:endParaRPr lang="en-US"/>
          </a:p>
        </p:txBody>
      </p:sp>
      <p:sp>
        <p:nvSpPr>
          <p:cNvPr id="756103786"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79307346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665684061"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1169806175"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684644214"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319188390" name="Footer Placeholder 5"/>
          <p:cNvSpPr>
            <a:spLocks noGrp="1"/>
          </p:cNvSpPr>
          <p:nvPr>
            <p:ph type="ftr" sz="quarter" idx="11"/>
          </p:nvPr>
        </p:nvSpPr>
        <p:spPr bwMode="auto"/>
        <p:txBody>
          <a:bodyPr/>
          <a:lstStyle/>
          <a:p>
            <a:pPr>
              <a:defRPr/>
            </a:pPr>
            <a:endParaRPr lang="en-US"/>
          </a:p>
        </p:txBody>
      </p:sp>
      <p:sp>
        <p:nvSpPr>
          <p:cNvPr id="1337491548"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936036465" name="Title 1"/>
          <p:cNvSpPr>
            <a:spLocks noGrp="1"/>
          </p:cNvSpPr>
          <p:nvPr>
            <p:ph type="title"/>
          </p:nvPr>
        </p:nvSpPr>
        <p:spPr bwMode="auto"/>
        <p:txBody>
          <a:bodyPr/>
          <a:lstStyle/>
          <a:p>
            <a:pPr>
              <a:defRPr/>
            </a:pPr>
            <a:r>
              <a:rPr lang="en-US"/>
              <a:t>Click to edit Master title style</a:t>
            </a:r>
            <a:endParaRPr lang="en-US"/>
          </a:p>
        </p:txBody>
      </p:sp>
      <p:sp>
        <p:nvSpPr>
          <p:cNvPr id="1608545615"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5156830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212848884" name="Footer Placeholder 4"/>
          <p:cNvSpPr>
            <a:spLocks noGrp="1"/>
          </p:cNvSpPr>
          <p:nvPr>
            <p:ph type="ftr" sz="quarter" idx="11"/>
          </p:nvPr>
        </p:nvSpPr>
        <p:spPr bwMode="auto"/>
        <p:txBody>
          <a:bodyPr/>
          <a:lstStyle/>
          <a:p>
            <a:pPr>
              <a:defRPr/>
            </a:pPr>
            <a:endParaRPr lang="en-US"/>
          </a:p>
        </p:txBody>
      </p:sp>
      <p:sp>
        <p:nvSpPr>
          <p:cNvPr id="167184847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554682609"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1612358660"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2212925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70170280" name="Footer Placeholder 4"/>
          <p:cNvSpPr>
            <a:spLocks noGrp="1"/>
          </p:cNvSpPr>
          <p:nvPr>
            <p:ph type="ftr" sz="quarter" idx="11"/>
          </p:nvPr>
        </p:nvSpPr>
        <p:spPr bwMode="auto"/>
        <p:txBody>
          <a:bodyPr/>
          <a:lstStyle/>
          <a:p>
            <a:pPr>
              <a:defRPr/>
            </a:pPr>
            <a:endParaRPr lang="en-US"/>
          </a:p>
        </p:txBody>
      </p:sp>
      <p:sp>
        <p:nvSpPr>
          <p:cNvPr id="991499975"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634000150"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984633628"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3260570"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952573259"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547826785"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54.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5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6.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7.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8.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59.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60.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2.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63.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64.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65.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66.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67.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68.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69.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70.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71.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sp>
        <p:nvSpPr>
          <p:cNvPr id="239117410" name="Rectangle 7"/>
          <p:cNvSpPr/>
          <p:nvPr/>
        </p:nvSpPr>
        <p:spPr bwMode="auto">
          <a:xfrm>
            <a:off x="2595339" y="198443"/>
            <a:ext cx="1396890" cy="38132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1387892" name="TextBox 5"/>
          <p:cNvSpPr txBox="1"/>
          <p:nvPr/>
        </p:nvSpPr>
        <p:spPr bwMode="auto">
          <a:xfrm>
            <a:off x="2591523" y="188417"/>
            <a:ext cx="2347353" cy="442319"/>
          </a:xfrm>
          <a:prstGeom prst="rect">
            <a:avLst/>
          </a:prstGeom>
          <a:noFill/>
        </p:spPr>
        <p:txBody>
          <a:bodyPr wrap="square" lIns="91440" tIns="45720" rIns="91440" bIns="45720" rtlCol="0" anchor="t">
            <a:spAutoFit/>
          </a:bodyPr>
          <a:lstStyle/>
          <a:p>
            <a:pPr>
              <a:defRPr/>
            </a:pPr>
            <a:r>
              <a:rPr sz="2300" b="1" lang="en-US">
                <a:latin typeface="Roboto"/>
              </a:rPr>
              <a:t>明文</a:t>
            </a:r>
            <a:endParaRPr lang="en-US" sz="2300"/>
          </a:p>
        </p:txBody>
      </p:sp>
      <p:sp>
        <p:nvSpPr>
          <p:cNvPr id="542659239" name="Rectangle 13"/>
          <p:cNvSpPr/>
          <p:nvPr/>
        </p:nvSpPr>
        <p:spPr bwMode="auto">
          <a:xfrm>
            <a:off x="7747107" y="158272"/>
            <a:ext cx="1739305" cy="46166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06029660" name="TextBox 11"/>
          <p:cNvSpPr txBox="1"/>
          <p:nvPr/>
        </p:nvSpPr>
        <p:spPr bwMode="auto">
          <a:xfrm>
            <a:off x="7764696" y="178324"/>
            <a:ext cx="2593914" cy="442319"/>
          </a:xfrm>
          <a:prstGeom prst="rect">
            <a:avLst/>
          </a:prstGeom>
          <a:noFill/>
        </p:spPr>
        <p:txBody>
          <a:bodyPr wrap="square" lIns="91440" tIns="45720" rIns="91440" bIns="45720" anchor="t">
            <a:spAutoFit/>
          </a:bodyPr>
          <a:lstStyle/>
          <a:p>
            <a:pPr>
              <a:defRPr/>
            </a:pPr>
            <a:r>
              <a:rPr sz="2300" b="1" lang="en-US">
                <a:latin typeface="Roboto"/>
              </a:rPr>
              <a:t>密碼</a:t>
            </a:r>
            <a:endParaRPr/>
          </a:p>
        </p:txBody>
      </p:sp>
      <p:sp>
        <p:nvSpPr>
          <p:cNvPr id="515311746" name="Rectangle 17"/>
          <p:cNvSpPr/>
          <p:nvPr/>
        </p:nvSpPr>
        <p:spPr bwMode="auto">
          <a:xfrm>
            <a:off x="8766243" y="2968881"/>
            <a:ext cx="1257075" cy="43053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87331779" name="Rectangle 18"/>
          <p:cNvSpPr/>
          <p:nvPr/>
        </p:nvSpPr>
        <p:spPr bwMode="auto">
          <a:xfrm>
            <a:off x="4918718" y="1681878"/>
            <a:ext cx="1610899" cy="114397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2035916910" name="TextBox 14"/>
          <p:cNvSpPr txBox="1"/>
          <p:nvPr/>
        </p:nvSpPr>
        <p:spPr bwMode="auto">
          <a:xfrm>
            <a:off x="8766243" y="2957805"/>
            <a:ext cx="1954436" cy="442319"/>
          </a:xfrm>
          <a:prstGeom prst="rect">
            <a:avLst/>
          </a:prstGeom>
          <a:noFill/>
        </p:spPr>
        <p:txBody>
          <a:bodyPr wrap="square" lIns="91440" tIns="45720" rIns="91440" bIns="45720" rtlCol="0" anchor="t">
            <a:spAutoFit/>
          </a:bodyPr>
          <a:lstStyle/>
          <a:p>
            <a:pPr>
              <a:defRPr/>
            </a:pPr>
            <a:r>
              <a:rPr sz="2300" lang="en-US">
                <a:latin typeface="Roboto"/>
              </a:rPr>
              <a:t>傳送</a:t>
            </a:r>
            <a:endParaRPr/>
          </a:p>
        </p:txBody>
      </p:sp>
      <p:sp>
        <p:nvSpPr>
          <p:cNvPr id="1682539440" name="TextBox 19"/>
          <p:cNvSpPr txBox="1"/>
          <p:nvPr/>
        </p:nvSpPr>
        <p:spPr bwMode="auto">
          <a:xfrm>
            <a:off x="4410180" y="1713858"/>
            <a:ext cx="2628336" cy="1143359"/>
          </a:xfrm>
          <a:prstGeom prst="rect">
            <a:avLst/>
          </a:prstGeom>
          <a:noFill/>
        </p:spPr>
        <p:txBody>
          <a:bodyPr wrap="square" lIns="91440" tIns="45720" rIns="91440" bIns="45720" rtlCol="0" anchor="t">
            <a:spAutoFit/>
          </a:bodyPr>
          <a:lstStyle/>
          <a:p>
            <a:pPr algn="ctr">
              <a:defRPr/>
            </a:pPr>
            <a:r>
              <a:rPr sz="2300" lang="en-US">
                <a:latin typeface="Roboto"/>
              </a:rPr>
              <a:t>加密</a:t>
            </a:r>
            <a:endParaRPr/>
          </a:p>
          <a:p>
            <a:pPr algn="ctr"/>
            <a:r>
              <a:rPr sz="2300" lang="en-US">
                <a:latin typeface="Roboto"/>
              </a:rPr>
              <a:t>使用公開</a:t>
            </a:r>
          </a:p>
          <a:p>
            <a:pPr algn="ctr"/>
            <a:r>
              <a:rPr sz="2300" lang="en-US">
                <a:latin typeface="Roboto"/>
              </a:rPr>
              <a:t>密碼匙</a:t>
            </a:r>
          </a:p>
        </p:txBody>
      </p:sp>
      <p:sp>
        <p:nvSpPr>
          <p:cNvPr id="698934102" name="Rectangle 21"/>
          <p:cNvSpPr/>
          <p:nvPr/>
        </p:nvSpPr>
        <p:spPr bwMode="auto">
          <a:xfrm>
            <a:off x="4918718" y="5620284"/>
            <a:ext cx="1610899" cy="114397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898941771" name="TextBox 22"/>
          <p:cNvSpPr txBox="1"/>
          <p:nvPr/>
        </p:nvSpPr>
        <p:spPr bwMode="auto">
          <a:xfrm>
            <a:off x="4520468" y="5592105"/>
            <a:ext cx="2407757" cy="1143359"/>
          </a:xfrm>
          <a:prstGeom prst="rect">
            <a:avLst/>
          </a:prstGeom>
          <a:noFill/>
        </p:spPr>
        <p:txBody>
          <a:bodyPr wrap="square" lIns="91440" tIns="45720" rIns="91440" bIns="45720" rtlCol="0" anchor="t">
            <a:spAutoFit/>
          </a:bodyPr>
          <a:lstStyle/>
          <a:p>
            <a:pPr algn="ctr">
              <a:defRPr/>
            </a:pPr>
            <a:r>
              <a:rPr sz="2300" lang="en-US">
                <a:latin typeface="Roboto"/>
              </a:rPr>
              <a:t>解密</a:t>
            </a:r>
            <a:endParaRPr/>
          </a:p>
          <a:p>
            <a:pPr algn="ctr"/>
            <a:r>
              <a:rPr sz="2300" lang="en-US">
                <a:latin typeface="Roboto"/>
              </a:rPr>
              <a:t>使用私人</a:t>
            </a:r>
          </a:p>
          <a:p>
            <a:pPr algn="ctr"/>
            <a:r>
              <a:rPr sz="2300" lang="en-US">
                <a:latin typeface="Roboto"/>
              </a:rPr>
              <a:t>密碼匙解密</a:t>
            </a:r>
          </a:p>
        </p:txBody>
      </p:sp>
      <p:pic>
        <p:nvPicPr>
          <p:cNvPr id="502438407" name=""/>
          <p:cNvPicPr>
            <a:picLocks noChangeAspect="1"/>
          </p:cNvPicPr>
          <p:nvPr/>
        </p:nvPicPr>
        <p:blipFill>
          <a:blip r:embed="rId3"/>
          <a:stretch/>
        </p:blipFill>
        <p:spPr bwMode="auto">
          <a:xfrm flipH="0" flipV="0">
            <a:off x="1958999" y="21166"/>
            <a:ext cx="8392871" cy="6714297"/>
          </a:xfrm>
          <a:prstGeom prst="rect">
            <a:avLst/>
          </a:prstGeom>
        </p:spPr>
      </p:pic>
      <p:sp>
        <p:nvSpPr>
          <p:cNvPr id="1429071587" name=""/>
          <p:cNvSpPr/>
          <p:nvPr/>
        </p:nvSpPr>
        <p:spPr bwMode="auto">
          <a:xfrm flipH="0" flipV="0">
            <a:off x="2722070" y="203655"/>
            <a:ext cx="1398607" cy="446107"/>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761093492" name=""/>
          <p:cNvSpPr txBox="1"/>
          <p:nvPr/>
        </p:nvSpPr>
        <p:spPr bwMode="auto">
          <a:xfrm flipH="0" flipV="0">
            <a:off x="1535541" y="203654"/>
            <a:ext cx="343178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b="1">
                <a:latin typeface="IBM Plex Sans"/>
              </a:rPr>
              <a:t>明文</a:t>
            </a:r>
            <a:endParaRPr sz="2200" b="1">
              <a:latin typeface="IBM Plex Sans"/>
              <a:cs typeface="IBM Plex Sans"/>
            </a:endParaRPr>
          </a:p>
        </p:txBody>
      </p:sp>
      <p:sp>
        <p:nvSpPr>
          <p:cNvPr id="1969521309" name=""/>
          <p:cNvSpPr/>
          <p:nvPr/>
        </p:nvSpPr>
        <p:spPr bwMode="auto">
          <a:xfrm flipH="0" flipV="0">
            <a:off x="7827161" y="198442"/>
            <a:ext cx="2037394"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91385861" name=""/>
          <p:cNvSpPr/>
          <p:nvPr/>
        </p:nvSpPr>
        <p:spPr bwMode="auto">
          <a:xfrm flipH="0" flipV="0">
            <a:off x="8721165" y="2325560"/>
            <a:ext cx="1999512" cy="136537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93531871" name=""/>
          <p:cNvSpPr/>
          <p:nvPr/>
        </p:nvSpPr>
        <p:spPr bwMode="auto">
          <a:xfrm flipH="0" flipV="0">
            <a:off x="4938876" y="1490804"/>
            <a:ext cx="1645997" cy="1669513"/>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525520898" name=""/>
          <p:cNvSpPr/>
          <p:nvPr/>
        </p:nvSpPr>
        <p:spPr bwMode="auto">
          <a:xfrm flipH="0" flipV="0">
            <a:off x="4966245" y="5441911"/>
            <a:ext cx="1645996" cy="129355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756478981" name=""/>
          <p:cNvSpPr/>
          <p:nvPr/>
        </p:nvSpPr>
        <p:spPr bwMode="auto">
          <a:xfrm flipH="0" flipV="0">
            <a:off x="2722070" y="1044697"/>
            <a:ext cx="1688109"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endParaRPr>
          </a:p>
        </p:txBody>
      </p:sp>
      <p:sp>
        <p:nvSpPr>
          <p:cNvPr id="30921611" name=""/>
          <p:cNvSpPr txBox="1"/>
          <p:nvPr/>
        </p:nvSpPr>
        <p:spPr bwMode="auto">
          <a:xfrm flipH="0" flipV="0">
            <a:off x="2853086" y="1033244"/>
            <a:ext cx="1139142" cy="45756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2400">
                <a:latin typeface="IBM Plex Sans"/>
              </a:rPr>
              <a:t>比特幣</a:t>
            </a:r>
            <a:endParaRPr sz="2400">
              <a:latin typeface="IBM Plex Sans"/>
              <a:cs typeface="IBM Plex Sans"/>
            </a:endParaRPr>
          </a:p>
        </p:txBody>
      </p:sp>
      <p:sp>
        <p:nvSpPr>
          <p:cNvPr id="276313897" name=""/>
          <p:cNvSpPr txBox="1"/>
          <p:nvPr/>
        </p:nvSpPr>
        <p:spPr bwMode="auto">
          <a:xfrm flipH="0" flipV="0">
            <a:off x="7187931" y="203654"/>
            <a:ext cx="3239579"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b="1">
                <a:latin typeface="IBM Plex Sans"/>
              </a:rPr>
              <a:t>密碼</a:t>
            </a:r>
            <a:endParaRPr sz="2200" b="1">
              <a:latin typeface="IBM Plex Sans"/>
              <a:cs typeface="IBM Plex Sans"/>
            </a:endParaRPr>
          </a:p>
        </p:txBody>
      </p:sp>
      <p:sp>
        <p:nvSpPr>
          <p:cNvPr id="1415171345" name=""/>
          <p:cNvSpPr txBox="1"/>
          <p:nvPr/>
        </p:nvSpPr>
        <p:spPr bwMode="auto">
          <a:xfrm flipH="0" flipV="0">
            <a:off x="8807720" y="2794709"/>
            <a:ext cx="3193567"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200" b="0">
                <a:latin typeface="IBM Plex Sans"/>
              </a:rPr>
              <a:t>傳送</a:t>
            </a:r>
            <a:endParaRPr sz="2200" b="0">
              <a:latin typeface="IBM Plex Sans"/>
              <a:cs typeface="IBM Plex Sans"/>
            </a:endParaRPr>
          </a:p>
        </p:txBody>
      </p:sp>
      <p:sp>
        <p:nvSpPr>
          <p:cNvPr id="2060365003" name=""/>
          <p:cNvSpPr txBox="1"/>
          <p:nvPr/>
        </p:nvSpPr>
        <p:spPr bwMode="auto">
          <a:xfrm flipH="0" flipV="0">
            <a:off x="4938875" y="1639891"/>
            <a:ext cx="1592180"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0">
                <a:latin typeface="IBM Plex Sans"/>
              </a:rPr>
              <a:t>使用公開金鑰加密 </a:t>
            </a:r>
            <a:r>
              <a:rPr sz="1400" b="0">
                <a:latin typeface="IBM Plex Sans"/>
              </a:rPr>
              <a:t/>
            </a:r>
            <a:endParaRPr sz="1400" b="0">
              <a:latin typeface="IBM Plex Sans"/>
              <a:ea typeface="IBM Plex Sans"/>
              <a:cs typeface="IBM Plex Sans"/>
            </a:endParaRPr>
          </a:p>
        </p:txBody>
      </p:sp>
      <p:sp>
        <p:nvSpPr>
          <p:cNvPr id="564805446" name=""/>
          <p:cNvSpPr txBox="1"/>
          <p:nvPr/>
        </p:nvSpPr>
        <p:spPr bwMode="auto">
          <a:xfrm flipH="0" flipV="0">
            <a:off x="3765199" y="5680215"/>
            <a:ext cx="5043240"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使用私人密碼匙解密 </a:t>
            </a:r>
            <a:r>
              <a:rPr sz="1600" b="0">
                <a:latin typeface="IBM Plex Sans"/>
              </a:rPr>
              <a:t/>
            </a:r>
            <a:endParaRPr sz="1600" b="0">
              <a:latin typeface="IBM Plex Sans"/>
              <a:ea typeface="IBM Plex Sans"/>
              <a:cs typeface="IBM Plex Sans"/>
            </a:endParaRPr>
          </a:p>
        </p:txBody>
      </p:sp>
      <p:sp>
        <p:nvSpPr>
          <p:cNvPr id="2117423457" name=""/>
          <p:cNvSpPr/>
          <p:nvPr/>
        </p:nvSpPr>
        <p:spPr bwMode="auto">
          <a:xfrm flipH="0" flipV="0">
            <a:off x="2720786" y="1056150"/>
            <a:ext cx="1688108"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endParaRPr>
          </a:p>
        </p:txBody>
      </p:sp>
      <p:sp>
        <p:nvSpPr>
          <p:cNvPr id="1861164775" name=""/>
          <p:cNvSpPr txBox="1"/>
          <p:nvPr/>
        </p:nvSpPr>
        <p:spPr bwMode="auto">
          <a:xfrm flipH="0" flipV="0">
            <a:off x="1853931" y="1044696"/>
            <a:ext cx="2138452"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2400">
                <a:latin typeface="IBM Plex Sans"/>
              </a:rPr>
              <a:t>比特幣</a:t>
            </a:r>
            <a:endParaRPr sz="2400">
              <a:latin typeface="IBM Plex Sans"/>
              <a:cs typeface="IBM Plex Sans"/>
            </a:endParaRPr>
          </a:p>
        </p:txBody>
      </p:sp>
      <p:sp>
        <p:nvSpPr>
          <p:cNvPr id="1486006633" name=""/>
          <p:cNvSpPr txBox="1"/>
          <p:nvPr/>
        </p:nvSpPr>
        <p:spPr bwMode="auto">
          <a:xfrm flipH="0" flipV="0">
            <a:off x="2006330" y="4863123"/>
            <a:ext cx="2138812" cy="457560"/>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r">
              <a:defRPr/>
            </a:pPr>
            <a:r>
              <a:rPr sz="2400">
                <a:latin typeface="IBM Plex Sans"/>
              </a:rPr>
              <a:t>比特幣</a:t>
            </a:r>
            <a:endParaRPr sz="2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38095972" name=""/>
          <p:cNvPicPr>
            <a:picLocks noChangeAspect="1"/>
          </p:cNvPicPr>
          <p:nvPr/>
        </p:nvPicPr>
        <p:blipFill>
          <a:blip r:embed="rId3"/>
          <a:stretch/>
        </p:blipFill>
        <p:spPr bwMode="auto">
          <a:xfrm flipH="0" flipV="0">
            <a:off x="2564651" y="15362"/>
            <a:ext cx="7062695" cy="6827270"/>
          </a:xfrm>
          <a:prstGeom prst="rect">
            <a:avLst/>
          </a:prstGeom>
        </p:spPr>
      </p:pic>
      <p:sp>
        <p:nvSpPr>
          <p:cNvPr id="618278120" name=""/>
          <p:cNvSpPr/>
          <p:nvPr/>
        </p:nvSpPr>
        <p:spPr bwMode="auto">
          <a:xfrm flipH="0" flipV="0">
            <a:off x="6940687" y="215079"/>
            <a:ext cx="2186448" cy="43015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577510310" name=""/>
          <p:cNvSpPr/>
          <p:nvPr/>
        </p:nvSpPr>
        <p:spPr bwMode="auto">
          <a:xfrm flipH="0" flipV="0">
            <a:off x="8154516" y="2881839"/>
            <a:ext cx="2444482" cy="5010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124416130" name=""/>
          <p:cNvSpPr/>
          <p:nvPr/>
        </p:nvSpPr>
        <p:spPr bwMode="auto">
          <a:xfrm flipH="0" flipV="0">
            <a:off x="4486317" y="5688146"/>
            <a:ext cx="1786852" cy="10041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163204435" name=""/>
          <p:cNvSpPr/>
          <p:nvPr/>
        </p:nvSpPr>
        <p:spPr bwMode="auto">
          <a:xfrm flipH="0" flipV="0">
            <a:off x="4533302" y="1541392"/>
            <a:ext cx="1786852" cy="10041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017404936" name=""/>
          <p:cNvSpPr/>
          <p:nvPr/>
        </p:nvSpPr>
        <p:spPr bwMode="auto">
          <a:xfrm flipH="0" flipV="0">
            <a:off x="2751531" y="5082559"/>
            <a:ext cx="1614461" cy="40279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74341121" name=""/>
          <p:cNvSpPr/>
          <p:nvPr/>
        </p:nvSpPr>
        <p:spPr bwMode="auto">
          <a:xfrm flipH="0" flipV="0">
            <a:off x="2736169" y="215079"/>
            <a:ext cx="1321209" cy="430161"/>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28966252" name=""/>
          <p:cNvSpPr txBox="1"/>
          <p:nvPr/>
        </p:nvSpPr>
        <p:spPr bwMode="auto">
          <a:xfrm flipH="0" flipV="0">
            <a:off x="1784658" y="215078"/>
            <a:ext cx="310969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b="1">
                <a:latin typeface="IBM Plex Sans"/>
              </a:rPr>
              <a:t>訊息</a:t>
            </a:r>
            <a:endParaRPr sz="2000" b="1">
              <a:latin typeface="IBM Plex Sans"/>
              <a:cs typeface="IBM Plex Sans"/>
            </a:endParaRPr>
          </a:p>
        </p:txBody>
      </p:sp>
      <p:sp>
        <p:nvSpPr>
          <p:cNvPr id="1134818737" name=""/>
          <p:cNvSpPr txBox="1"/>
          <p:nvPr/>
        </p:nvSpPr>
        <p:spPr bwMode="auto">
          <a:xfrm flipH="0" flipV="0">
            <a:off x="6893522" y="215078"/>
            <a:ext cx="273490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b="1">
                <a:latin typeface="IBM Plex Sans"/>
              </a:rPr>
              <a:t>簽名</a:t>
            </a:r>
            <a:endParaRPr sz="2000" b="1">
              <a:latin typeface="IBM Plex Sans"/>
              <a:cs typeface="IBM Plex Sans"/>
            </a:endParaRPr>
          </a:p>
        </p:txBody>
      </p:sp>
      <p:sp>
        <p:nvSpPr>
          <p:cNvPr id="2021760122" name=""/>
          <p:cNvSpPr txBox="1"/>
          <p:nvPr/>
        </p:nvSpPr>
        <p:spPr bwMode="auto">
          <a:xfrm flipH="0" flipV="0">
            <a:off x="8202903" y="2986308"/>
            <a:ext cx="3194065"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a:latin typeface="IBM Plex Sans"/>
              </a:rPr>
              <a:t>傳送</a:t>
            </a:r>
            <a:endParaRPr sz="2000" b="0">
              <a:latin typeface="IBM Plex Sans"/>
              <a:cs typeface="IBM Plex Sans"/>
            </a:endParaRPr>
          </a:p>
        </p:txBody>
      </p:sp>
      <p:sp>
        <p:nvSpPr>
          <p:cNvPr id="1091897644" name=""/>
          <p:cNvSpPr txBox="1"/>
          <p:nvPr/>
        </p:nvSpPr>
        <p:spPr bwMode="auto">
          <a:xfrm flipH="0" flipV="0">
            <a:off x="2113704" y="5088755"/>
            <a:ext cx="1956099"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2000" b="0">
                <a:latin typeface="IBM Plex Sans"/>
              </a:rPr>
              <a:t>OK</a:t>
            </a:r>
            <a:endParaRPr sz="2000" b="0">
              <a:latin typeface="IBM Plex Sans"/>
              <a:cs typeface="IBM Plex Sans"/>
            </a:endParaRPr>
          </a:p>
        </p:txBody>
      </p:sp>
      <p:sp>
        <p:nvSpPr>
          <p:cNvPr id="1632395688" name=""/>
          <p:cNvSpPr txBox="1"/>
          <p:nvPr/>
        </p:nvSpPr>
        <p:spPr bwMode="auto">
          <a:xfrm flipH="0" flipV="0">
            <a:off x="3896720" y="1539360"/>
            <a:ext cx="2662335"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使用私人密碼匙簽署 </a:t>
            </a:r>
            <a:r>
              <a:rPr sz="1600" b="0">
                <a:latin typeface="IBM Plex Sans"/>
              </a:rPr>
              <a:t/>
            </a:r>
            <a:endParaRPr sz="1600" b="0">
              <a:latin typeface="IBM Plex Sans"/>
              <a:cs typeface="IBM Plex Sans"/>
            </a:endParaRPr>
          </a:p>
          <a:p>
            <a:pPr algn="ctr"/>
          </a:p>
        </p:txBody>
      </p:sp>
      <p:sp>
        <p:nvSpPr>
          <p:cNvPr id="1469490840" name=""/>
          <p:cNvSpPr txBox="1"/>
          <p:nvPr/>
        </p:nvSpPr>
        <p:spPr bwMode="auto">
          <a:xfrm flipH="0" flipV="0">
            <a:off x="3621937" y="5686113"/>
            <a:ext cx="3015771"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使用公開金鑰驗證 </a:t>
            </a:r>
            <a:r>
              <a:rPr sz="1600" b="0">
                <a:latin typeface="IBM Plex Sans"/>
              </a:rPr>
              <a:t/>
            </a:r>
            <a:endParaRPr sz="1600" b="0">
              <a:latin typeface="IBM Plex Sans"/>
              <a:cs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50526696" name=""/>
          <p:cNvPicPr>
            <a:picLocks noChangeAspect="1"/>
          </p:cNvPicPr>
          <p:nvPr/>
        </p:nvPicPr>
        <p:blipFill>
          <a:blip r:embed="rId3"/>
          <a:stretch/>
        </p:blipFill>
        <p:spPr bwMode="auto">
          <a:xfrm>
            <a:off x="3238499" y="666749"/>
            <a:ext cx="5715000" cy="5524499"/>
          </a:xfrm>
          <a:prstGeom prst="rect">
            <a:avLst/>
          </a:prstGeom>
        </p:spPr>
      </p:pic>
      <p:pic>
        <p:nvPicPr>
          <p:cNvPr id="1775366303" name=""/>
          <p:cNvPicPr>
            <a:picLocks noChangeAspect="1"/>
          </p:cNvPicPr>
          <p:nvPr/>
        </p:nvPicPr>
        <p:blipFill>
          <a:blip r:embed="rId4"/>
          <a:stretch/>
        </p:blipFill>
        <p:spPr bwMode="auto">
          <a:xfrm>
            <a:off x="3352799" y="0"/>
            <a:ext cx="5486399" cy="6857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279581" name=""/>
          <p:cNvPicPr>
            <a:picLocks noChangeAspect="1"/>
          </p:cNvPicPr>
          <p:nvPr/>
        </p:nvPicPr>
        <p:blipFill>
          <a:blip r:embed="rId3"/>
          <a:stretch/>
        </p:blipFill>
        <p:spPr bwMode="auto">
          <a:xfrm>
            <a:off x="2286000" y="757237"/>
            <a:ext cx="7619999" cy="53435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pic>
        <p:nvPicPr>
          <p:cNvPr id="1969355696" name=""/>
          <p:cNvPicPr>
            <a:picLocks noChangeAspect="1"/>
          </p:cNvPicPr>
          <p:nvPr/>
        </p:nvPicPr>
        <p:blipFill>
          <a:blip r:embed="rId3"/>
          <a:stretch/>
        </p:blipFill>
        <p:spPr bwMode="auto">
          <a:xfrm flipH="0" flipV="0">
            <a:off x="3072283" y="280392"/>
            <a:ext cx="6047431" cy="5745059"/>
          </a:xfrm>
          <a:prstGeom prst="rect">
            <a:avLst/>
          </a:prstGeom>
        </p:spPr>
      </p:pic>
      <p:sp>
        <p:nvSpPr>
          <p:cNvPr id="958143399" name=""/>
          <p:cNvSpPr/>
          <p:nvPr/>
        </p:nvSpPr>
        <p:spPr bwMode="auto">
          <a:xfrm flipH="0" flipV="0">
            <a:off x="5929808" y="864541"/>
            <a:ext cx="1149753" cy="30094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40051190" name=""/>
          <p:cNvSpPr txBox="1"/>
          <p:nvPr/>
        </p:nvSpPr>
        <p:spPr bwMode="auto">
          <a:xfrm flipH="0" flipV="0">
            <a:off x="6796666" y="2878666"/>
            <a:ext cx="682858" cy="36612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endParaRPr>
              <a:latin typeface="IBM Plex Sans"/>
              <a:cs typeface="IBM Plex Sans"/>
            </a:endParaRPr>
          </a:p>
        </p:txBody>
      </p:sp>
      <p:sp>
        <p:nvSpPr>
          <p:cNvPr id="72791010" name=""/>
          <p:cNvSpPr txBox="1"/>
          <p:nvPr/>
        </p:nvSpPr>
        <p:spPr bwMode="auto">
          <a:xfrm flipH="0" flipV="0">
            <a:off x="6183477" y="2710450"/>
            <a:ext cx="1257937"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r">
              <a:defRPr/>
            </a:pPr>
            <a:r>
              <a:rPr sz="1200">
                <a:latin typeface="IBM Plex Sans"/>
              </a:rPr>
              <a:t>傳送</a:t>
            </a:r>
            <a:endParaRPr sz="1200">
              <a:latin typeface="IBM Plex Sans"/>
              <a:cs typeface="IBM Plex Sans"/>
            </a:endParaRPr>
          </a:p>
        </p:txBody>
      </p:sp>
      <p:sp>
        <p:nvSpPr>
          <p:cNvPr id="1709900016" name=""/>
          <p:cNvSpPr txBox="1"/>
          <p:nvPr/>
        </p:nvSpPr>
        <p:spPr bwMode="auto">
          <a:xfrm flipH="0" flipV="0">
            <a:off x="5812687" y="877671"/>
            <a:ext cx="1035944"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200">
                <a:latin typeface="IBM Plex Sans"/>
              </a:rPr>
              <a:t>傳送</a:t>
            </a:r>
            <a:endParaRPr sz="1200">
              <a:latin typeface="IBM Plex Sans"/>
              <a:cs typeface="IBM Plex Sans"/>
            </a:endParaRPr>
          </a:p>
        </p:txBody>
      </p:sp>
      <p:sp>
        <p:nvSpPr>
          <p:cNvPr id="626557778" name=""/>
          <p:cNvSpPr txBox="1"/>
          <p:nvPr/>
        </p:nvSpPr>
        <p:spPr bwMode="auto">
          <a:xfrm flipH="0" flipV="0">
            <a:off x="8510588" y="2710090"/>
            <a:ext cx="2124381"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200">
                <a:latin typeface="IBM Plex Sans"/>
              </a:rPr>
              <a:t>信用額</a:t>
            </a:r>
            <a:endParaRPr sz="1200">
              <a:latin typeface="IBM Plex Sans"/>
              <a:cs typeface="IBM Plex Sans"/>
            </a:endParaRPr>
          </a:p>
        </p:txBody>
      </p:sp>
      <p:sp>
        <p:nvSpPr>
          <p:cNvPr id="566308975" name=""/>
          <p:cNvSpPr txBox="1"/>
          <p:nvPr/>
        </p:nvSpPr>
        <p:spPr bwMode="auto">
          <a:xfrm flipH="0" flipV="0">
            <a:off x="2629117" y="5192732"/>
            <a:ext cx="2642102" cy="4880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銀行 1</a:t>
            </a:r>
            <a:endParaRPr sz="2600" b="1">
              <a:latin typeface="IBM Plex Sans"/>
              <a:cs typeface="IBM Plex Sans"/>
            </a:endParaRPr>
          </a:p>
        </p:txBody>
      </p:sp>
      <p:sp>
        <p:nvSpPr>
          <p:cNvPr id="466514468" name=""/>
          <p:cNvSpPr txBox="1"/>
          <p:nvPr/>
        </p:nvSpPr>
        <p:spPr bwMode="auto">
          <a:xfrm flipH="0" flipV="0">
            <a:off x="7185916" y="5192732"/>
            <a:ext cx="2326650" cy="4880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銀行 2</a:t>
            </a:r>
            <a:endParaRPr sz="2600" b="1">
              <a:latin typeface="IBM Plex Sans"/>
              <a:cs typeface="IBM Plex Sans"/>
            </a:endParaRPr>
          </a:p>
        </p:txBody>
      </p:sp>
      <p:sp>
        <p:nvSpPr>
          <p:cNvPr id="1355621069" name=""/>
          <p:cNvSpPr/>
          <p:nvPr/>
        </p:nvSpPr>
        <p:spPr bwMode="auto">
          <a:xfrm rot="0" flipH="0" flipV="0">
            <a:off x="5097499" y="5572125"/>
            <a:ext cx="2524124" cy="746124"/>
          </a:xfrm>
          <a:prstGeom prst="rect">
            <a:avLst/>
          </a:prstGeom>
          <a:solidFill>
            <a:schemeClr val="bg1"/>
          </a:solidFill>
          <a:ln w="12699"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40523157" name=""/>
          <p:cNvSpPr txBox="1"/>
          <p:nvPr/>
        </p:nvSpPr>
        <p:spPr bwMode="auto">
          <a:xfrm flipH="0" flipV="0">
            <a:off x="4651612" y="5680770"/>
            <a:ext cx="3216127" cy="945239"/>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花鈔記錄 </a:t>
            </a:r>
            <a:r>
              <a:rPr sz="1400">
                <a:latin typeface="IBM Plex Sans"/>
              </a:rPr>
              <a:t/>
            </a:r>
            <a:endParaRPr sz="1400">
              <a:latin typeface="IBM Plex Sans"/>
              <a:ea typeface="IBM Plex Sans"/>
              <a:cs typeface="IBM Plex Sans"/>
            </a:endParaRPr>
          </a:p>
          <a:p>
            <a:pPr algn="ct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05315131" name=""/>
          <p:cNvPicPr>
            <a:picLocks noChangeAspect="1"/>
          </p:cNvPicPr>
          <p:nvPr/>
        </p:nvPicPr>
        <p:blipFill>
          <a:blip r:embed="rId3"/>
          <a:stretch/>
        </p:blipFill>
        <p:spPr bwMode="auto">
          <a:xfrm flipH="0" flipV="0">
            <a:off x="3694739" y="970372"/>
            <a:ext cx="4802518" cy="49172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19884987" name=""/>
          <p:cNvPicPr>
            <a:picLocks noChangeAspect="1"/>
          </p:cNvPicPr>
          <p:nvPr/>
        </p:nvPicPr>
        <p:blipFill>
          <a:blip r:embed="rId3"/>
          <a:stretch/>
        </p:blipFill>
        <p:spPr bwMode="auto">
          <a:xfrm>
            <a:off x="1571625" y="581024"/>
            <a:ext cx="9048749" cy="56959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9415751" name=""/>
          <p:cNvPicPr>
            <a:picLocks noChangeAspect="1"/>
          </p:cNvPicPr>
          <p:nvPr/>
        </p:nvPicPr>
        <p:blipFill>
          <a:blip r:embed="rId3"/>
          <a:stretch/>
        </p:blipFill>
        <p:spPr bwMode="auto">
          <a:xfrm flipH="0" flipV="0">
            <a:off x="704845" y="733421"/>
            <a:ext cx="10782307" cy="539115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42637588" name=""/>
          <p:cNvPicPr>
            <a:picLocks noChangeAspect="1"/>
          </p:cNvPicPr>
          <p:nvPr/>
        </p:nvPicPr>
        <p:blipFill>
          <a:blip r:embed="rId3"/>
          <a:stretch/>
        </p:blipFill>
        <p:spPr bwMode="auto">
          <a:xfrm flipH="0" flipV="0">
            <a:off x="1334474" y="33756"/>
            <a:ext cx="9523045" cy="67904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81991235" name=""/>
          <p:cNvPicPr>
            <a:picLocks noChangeAspect="1"/>
          </p:cNvPicPr>
          <p:nvPr/>
        </p:nvPicPr>
        <p:blipFill>
          <a:blip r:embed="rId3"/>
          <a:stretch/>
        </p:blipFill>
        <p:spPr bwMode="auto">
          <a:xfrm flipH="0" flipV="0">
            <a:off x="2880246" y="2390769"/>
            <a:ext cx="6431504" cy="207645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34118267" name=""/>
          <p:cNvPicPr>
            <a:picLocks noChangeAspect="1"/>
          </p:cNvPicPr>
          <p:nvPr/>
        </p:nvPicPr>
        <p:blipFill>
          <a:blip r:embed="rId3"/>
          <a:stretch/>
        </p:blipFill>
        <p:spPr bwMode="auto">
          <a:xfrm flipH="0" flipV="0">
            <a:off x="2241416" y="620661"/>
            <a:ext cx="7709163" cy="561667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49992560" name=""/>
          <p:cNvPicPr>
            <a:picLocks noChangeAspect="1"/>
          </p:cNvPicPr>
          <p:nvPr/>
        </p:nvPicPr>
        <p:blipFill>
          <a:blip r:embed="rId3"/>
          <a:srcRect l="0" t="0" r="0" b="16973"/>
          <a:stretch/>
        </p:blipFill>
        <p:spPr bwMode="auto">
          <a:xfrm flipH="0" flipV="0">
            <a:off x="1563274" y="159770"/>
            <a:ext cx="9065446" cy="5428633"/>
          </a:xfrm>
          <a:prstGeom prst="rect">
            <a:avLst/>
          </a:prstGeom>
        </p:spPr>
      </p:pic>
      <p:sp>
        <p:nvSpPr>
          <p:cNvPr id="1056831080" name=""/>
          <p:cNvSpPr/>
          <p:nvPr/>
        </p:nvSpPr>
        <p:spPr bwMode="auto">
          <a:xfrm flipH="0" flipV="0">
            <a:off x="2991824"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61749794" name=""/>
          <p:cNvSpPr/>
          <p:nvPr/>
        </p:nvSpPr>
        <p:spPr bwMode="auto">
          <a:xfrm flipH="0" flipV="0">
            <a:off x="5698727"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370698139" name=""/>
          <p:cNvSpPr/>
          <p:nvPr/>
        </p:nvSpPr>
        <p:spPr bwMode="auto">
          <a:xfrm flipH="0" flipV="0">
            <a:off x="8424329"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97094744" name=""/>
          <p:cNvSpPr/>
          <p:nvPr/>
        </p:nvSpPr>
        <p:spPr bwMode="auto">
          <a:xfrm flipH="0" flipV="0">
            <a:off x="2962949" y="5357154"/>
            <a:ext cx="762300" cy="28539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sz="2200">
              <a:latin typeface="IBM Plex Sans"/>
              <a:cs typeface="IBM Plex Sans"/>
            </a:endParaRPr>
          </a:p>
        </p:txBody>
      </p:sp>
      <p:sp>
        <p:nvSpPr>
          <p:cNvPr id="153823412" name=""/>
          <p:cNvSpPr/>
          <p:nvPr/>
        </p:nvSpPr>
        <p:spPr bwMode="auto">
          <a:xfrm flipH="0" flipV="0">
            <a:off x="3677625" y="4867453"/>
            <a:ext cx="647698" cy="22860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sz="2200">
              <a:latin typeface="IBM Plex Sans"/>
              <a:cs typeface="IBM Plex Sans"/>
            </a:endParaRPr>
          </a:p>
        </p:txBody>
      </p:sp>
      <p:sp>
        <p:nvSpPr>
          <p:cNvPr id="2108527031" name=""/>
          <p:cNvSpPr txBox="1"/>
          <p:nvPr/>
        </p:nvSpPr>
        <p:spPr bwMode="auto">
          <a:xfrm flipH="0" flipV="0">
            <a:off x="7346907" y="5801943"/>
            <a:ext cx="408383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a:latin typeface="IBM Plex Sans"/>
              </a:rPr>
              <a:t>分散式網路。</a:t>
            </a:r>
            <a:endParaRPr sz="2200">
              <a:latin typeface="IBM Plex Sans"/>
              <a:cs typeface="IBM Plex Sans"/>
            </a:endParaRPr>
          </a:p>
        </p:txBody>
      </p:sp>
      <p:sp>
        <p:nvSpPr>
          <p:cNvPr id="794602628" name=""/>
          <p:cNvSpPr txBox="1"/>
          <p:nvPr/>
        </p:nvSpPr>
        <p:spPr bwMode="auto">
          <a:xfrm flipH="0" flipV="0">
            <a:off x="2925666" y="5337383"/>
            <a:ext cx="1448440"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latin typeface="IBM Plex Sans"/>
              </a:rPr>
              <a:t>車站</a:t>
            </a:r>
            <a:endParaRPr sz="1400">
              <a:latin typeface="IBM Plex Sans"/>
              <a:cs typeface="IBM Plex Sans"/>
            </a:endParaRPr>
          </a:p>
        </p:txBody>
      </p:sp>
      <p:sp>
        <p:nvSpPr>
          <p:cNvPr id="1833248220" name=""/>
          <p:cNvSpPr txBox="1"/>
          <p:nvPr/>
        </p:nvSpPr>
        <p:spPr bwMode="auto">
          <a:xfrm flipH="0" flipV="0">
            <a:off x="3677625" y="4829175"/>
            <a:ext cx="1183282"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latin typeface="IBM Plex Sans"/>
              </a:rPr>
              <a:t>連結</a:t>
            </a:r>
            <a:endParaRPr sz="1400">
              <a:latin typeface="IBM Plex Sans"/>
              <a:ea typeface="IBM Plex Sans"/>
              <a:cs typeface="IBM Plex Sans"/>
            </a:endParaRPr>
          </a:p>
        </p:txBody>
      </p:sp>
      <p:sp>
        <p:nvSpPr>
          <p:cNvPr id="1083863093" name=""/>
          <p:cNvSpPr/>
          <p:nvPr/>
        </p:nvSpPr>
        <p:spPr bwMode="auto">
          <a:xfrm flipH="0" flipV="0">
            <a:off x="3458550" y="4867453"/>
            <a:ext cx="266699" cy="152579"/>
          </a:xfrm>
          <a:prstGeom prst="leftArrow">
            <a:avLst>
              <a:gd name="adj1" fmla="val 50000"/>
              <a:gd name="adj2" fmla="val 83333"/>
            </a:avLst>
          </a:prstGeom>
          <a:solidFill>
            <a:schemeClr val="tx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980293751" name=""/>
          <p:cNvSpPr/>
          <p:nvPr/>
        </p:nvSpPr>
        <p:spPr bwMode="auto">
          <a:xfrm rot="2286170" flipH="0" flipV="0">
            <a:off x="2724120" y="5303120"/>
            <a:ext cx="266698" cy="152579"/>
          </a:xfrm>
          <a:prstGeom prst="leftArrow">
            <a:avLst>
              <a:gd name="adj1" fmla="val 50000"/>
              <a:gd name="adj2" fmla="val 83333"/>
            </a:avLst>
          </a:prstGeom>
          <a:solidFill>
            <a:schemeClr val="tx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827644842" name=""/>
          <p:cNvSpPr txBox="1"/>
          <p:nvPr/>
        </p:nvSpPr>
        <p:spPr bwMode="auto">
          <a:xfrm rot="0" flipH="0" flipV="0">
            <a:off x="1533582" y="5801943"/>
            <a:ext cx="2763487"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lang="fr-FR">
                <a:latin typeface="IBM Plex Sans"/>
              </a:rPr>
              <a:t>集中化</a:t>
            </a:r>
            <a:endParaRPr sz="2200">
              <a:latin typeface="IBM Plex Sans"/>
              <a:cs typeface="IBM Plex Sans"/>
            </a:endParaRPr>
          </a:p>
        </p:txBody>
      </p:sp>
      <p:sp>
        <p:nvSpPr>
          <p:cNvPr id="414344841" name=""/>
          <p:cNvSpPr txBox="1"/>
          <p:nvPr/>
        </p:nvSpPr>
        <p:spPr bwMode="auto">
          <a:xfrm rot="0" flipH="0" flipV="0">
            <a:off x="4494953" y="5801943"/>
            <a:ext cx="285195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lang="fr-FR">
                <a:latin typeface="IBM Plex Sans"/>
              </a:rPr>
              <a:t>分散式</a:t>
            </a:r>
            <a:endParaRPr sz="22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96692171" name=""/>
          <p:cNvPicPr>
            <a:picLocks noChangeAspect="1"/>
          </p:cNvPicPr>
          <p:nvPr/>
        </p:nvPicPr>
        <p:blipFill>
          <a:blip r:embed="rId3"/>
          <a:stretch/>
        </p:blipFill>
        <p:spPr bwMode="auto">
          <a:xfrm flipH="0" flipV="0">
            <a:off x="772880" y="323847"/>
            <a:ext cx="10646236" cy="6210302"/>
          </a:xfrm>
          <a:prstGeom prst="rect">
            <a:avLst/>
          </a:prstGeom>
        </p:spPr>
      </p:pic>
      <p:sp>
        <p:nvSpPr>
          <p:cNvPr id="1604701722" name=""/>
          <p:cNvSpPr/>
          <p:nvPr/>
        </p:nvSpPr>
        <p:spPr bwMode="auto">
          <a:xfrm flipH="0" flipV="0">
            <a:off x="1651400" y="495479"/>
            <a:ext cx="2266949"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585018793" name=""/>
          <p:cNvSpPr/>
          <p:nvPr/>
        </p:nvSpPr>
        <p:spPr bwMode="auto">
          <a:xfrm flipH="0" flipV="0">
            <a:off x="4562474" y="495479"/>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78221400" name=""/>
          <p:cNvSpPr/>
          <p:nvPr/>
        </p:nvSpPr>
        <p:spPr bwMode="auto">
          <a:xfrm flipH="0" flipV="0">
            <a:off x="2784875" y="5857514"/>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17931922" name=""/>
          <p:cNvSpPr/>
          <p:nvPr/>
        </p:nvSpPr>
        <p:spPr bwMode="auto">
          <a:xfrm flipH="0" flipV="0">
            <a:off x="7886698" y="5857514"/>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2047620786" name=""/>
          <p:cNvSpPr txBox="1"/>
          <p:nvPr/>
        </p:nvSpPr>
        <p:spPr bwMode="auto">
          <a:xfrm flipH="0" flipV="0">
            <a:off x="1651399" y="571500"/>
            <a:ext cx="1586266" cy="36612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800">
                <a:latin typeface="IBM Plex Sans"/>
              </a:rPr>
              <a:t>忠誠將軍</a:t>
            </a:r>
            <a:endParaRPr sz="1800">
              <a:latin typeface="IBM Plex Sans"/>
              <a:cs typeface="IBM Plex Sans"/>
            </a:endParaRPr>
          </a:p>
        </p:txBody>
      </p:sp>
      <p:sp>
        <p:nvSpPr>
          <p:cNvPr id="1951448218" name=""/>
          <p:cNvSpPr txBox="1"/>
          <p:nvPr/>
        </p:nvSpPr>
        <p:spPr bwMode="auto">
          <a:xfrm flipH="0" flipV="0">
            <a:off x="4562473" y="571500"/>
            <a:ext cx="2021121"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800">
                <a:solidFill>
                  <a:srgbClr val="8A8A8A"/>
                </a:solidFill>
                <a:latin typeface="IBM Plex Sans"/>
              </a:rPr>
              <a:t>叛徒</a:t>
            </a:r>
            <a:endParaRPr sz="1800">
              <a:solidFill>
                <a:srgbClr val="8A8A8A"/>
              </a:solidFill>
              <a:latin typeface="IBM Plex Sans"/>
              <a:cs typeface="IBM Plex Sans"/>
            </a:endParaRPr>
          </a:p>
        </p:txBody>
      </p:sp>
      <p:sp>
        <p:nvSpPr>
          <p:cNvPr id="1415045215" name=""/>
          <p:cNvSpPr txBox="1"/>
          <p:nvPr/>
        </p:nvSpPr>
        <p:spPr bwMode="auto">
          <a:xfrm flipH="0" flipV="0">
            <a:off x="2131022" y="5857513"/>
            <a:ext cx="3378125" cy="488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敗北</a:t>
            </a:r>
            <a:endParaRPr sz="2600" b="1">
              <a:latin typeface="IBM Plex Sans"/>
              <a:cs typeface="IBM Plex Sans"/>
            </a:endParaRPr>
          </a:p>
        </p:txBody>
      </p:sp>
      <p:sp>
        <p:nvSpPr>
          <p:cNvPr id="1155593188" name=""/>
          <p:cNvSpPr txBox="1"/>
          <p:nvPr/>
        </p:nvSpPr>
        <p:spPr bwMode="auto">
          <a:xfrm flipH="0" flipV="0">
            <a:off x="6780954" y="5857513"/>
            <a:ext cx="3785102" cy="488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勝利</a:t>
            </a:r>
            <a:endParaRPr sz="26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8684526" name=""/>
          <p:cNvPicPr>
            <a:picLocks noChangeAspect="1"/>
          </p:cNvPicPr>
          <p:nvPr/>
        </p:nvPicPr>
        <p:blipFill>
          <a:blip r:embed="rId3"/>
          <a:stretch/>
        </p:blipFill>
        <p:spPr bwMode="auto">
          <a:xfrm>
            <a:off x="1338262" y="538162"/>
            <a:ext cx="9515475" cy="5781674"/>
          </a:xfrm>
          <a:prstGeom prst="rect">
            <a:avLst/>
          </a:prstGeom>
        </p:spPr>
      </p:pic>
      <p:sp>
        <p:nvSpPr>
          <p:cNvPr id="1435555748" name=""/>
          <p:cNvSpPr/>
          <p:nvPr/>
        </p:nvSpPr>
        <p:spPr bwMode="auto">
          <a:xfrm flipH="0" flipV="0">
            <a:off x="7200124" y="1254124"/>
            <a:ext cx="3017836" cy="317498"/>
          </a:xfrm>
          <a:prstGeom prst="rect">
            <a:avLst/>
          </a:prstGeom>
          <a:solidFill>
            <a:srgbClr val="FDE9D4"/>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855654714" name=""/>
          <p:cNvSpPr/>
          <p:nvPr/>
        </p:nvSpPr>
        <p:spPr bwMode="auto">
          <a:xfrm flipH="0" flipV="0">
            <a:off x="4048937" y="436562"/>
            <a:ext cx="4476749" cy="57150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39019711" name=""/>
          <p:cNvSpPr/>
          <p:nvPr/>
        </p:nvSpPr>
        <p:spPr bwMode="auto">
          <a:xfrm flipH="0" flipV="0">
            <a:off x="1620062" y="2016124"/>
            <a:ext cx="571500" cy="515937"/>
          </a:xfrm>
          <a:prstGeom prst="rect">
            <a:avLst/>
          </a:prstGeom>
          <a:solidFill>
            <a:srgbClr val="FEFF98"/>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362170388" name=""/>
          <p:cNvSpPr/>
          <p:nvPr/>
        </p:nvSpPr>
        <p:spPr bwMode="auto">
          <a:xfrm flipH="0" flipV="0">
            <a:off x="1486711" y="5200650"/>
            <a:ext cx="571500" cy="515936"/>
          </a:xfrm>
          <a:prstGeom prst="rect">
            <a:avLst/>
          </a:prstGeom>
          <a:solidFill>
            <a:srgbClr val="FEFF98"/>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21166664" name=""/>
          <p:cNvSpPr/>
          <p:nvPr/>
        </p:nvSpPr>
        <p:spPr bwMode="auto">
          <a:xfrm flipH="0" flipV="0">
            <a:off x="2366187" y="1738312"/>
            <a:ext cx="1627187" cy="2222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37375027" name=""/>
          <p:cNvSpPr/>
          <p:nvPr/>
        </p:nvSpPr>
        <p:spPr bwMode="auto">
          <a:xfrm flipH="0" flipV="0">
            <a:off x="4255312" y="3833812"/>
            <a:ext cx="1817687" cy="8096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9712142" name=""/>
          <p:cNvSpPr/>
          <p:nvPr/>
        </p:nvSpPr>
        <p:spPr bwMode="auto">
          <a:xfrm flipH="0" flipV="0">
            <a:off x="9406749" y="3040062"/>
            <a:ext cx="1904999" cy="896937"/>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45983159" name=""/>
          <p:cNvSpPr/>
          <p:nvPr/>
        </p:nvSpPr>
        <p:spPr bwMode="auto">
          <a:xfrm flipH="0" flipV="0">
            <a:off x="6446062" y="3603624"/>
            <a:ext cx="1690687" cy="4921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97111734" name=""/>
          <p:cNvSpPr/>
          <p:nvPr/>
        </p:nvSpPr>
        <p:spPr bwMode="auto">
          <a:xfrm flipH="0" flipV="0">
            <a:off x="2866249" y="6095999"/>
            <a:ext cx="1674812" cy="373062"/>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32067337" name=""/>
          <p:cNvSpPr txBox="1"/>
          <p:nvPr/>
        </p:nvSpPr>
        <p:spPr bwMode="auto">
          <a:xfrm flipH="0" flipV="0">
            <a:off x="2366185" y="436560"/>
            <a:ext cx="7427207"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800" b="1">
                <a:solidFill>
                  <a:srgbClr val="850009"/>
                </a:solidFill>
                <a:latin typeface="IBM Plex Sans"/>
              </a:rPr>
              <a:t>可信賴的時間戳記</a:t>
            </a:r>
            <a:endParaRPr sz="2800" b="1">
              <a:solidFill>
                <a:srgbClr val="850009"/>
              </a:solidFill>
              <a:latin typeface="IBM Plex Sans"/>
              <a:cs typeface="IBM Plex Sans"/>
            </a:endParaRPr>
          </a:p>
        </p:txBody>
      </p:sp>
      <p:sp>
        <p:nvSpPr>
          <p:cNvPr id="666728493" name=""/>
          <p:cNvSpPr txBox="1"/>
          <p:nvPr/>
        </p:nvSpPr>
        <p:spPr bwMode="auto">
          <a:xfrm flipH="0" flipV="0">
            <a:off x="2267924" y="1640939"/>
            <a:ext cx="1726168" cy="244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計算切細值</a:t>
            </a:r>
            <a:endParaRPr sz="1000">
              <a:latin typeface="IBM Plex Sans"/>
              <a:cs typeface="IBM Plex Sans"/>
            </a:endParaRPr>
          </a:p>
        </p:txBody>
      </p:sp>
      <p:sp>
        <p:nvSpPr>
          <p:cNvPr id="386261133" name=""/>
          <p:cNvSpPr txBox="1"/>
          <p:nvPr/>
        </p:nvSpPr>
        <p:spPr bwMode="auto">
          <a:xfrm flipH="0" flipV="0">
            <a:off x="4998760" y="1701120"/>
            <a:ext cx="2052513" cy="2594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將雜湊值傳送至 TSA</a:t>
            </a:r>
            <a:endParaRPr sz="1100">
              <a:latin typeface="IBM Plex Sans"/>
              <a:cs typeface="IBM Plex Sans"/>
            </a:endParaRPr>
          </a:p>
        </p:txBody>
      </p:sp>
      <p:sp>
        <p:nvSpPr>
          <p:cNvPr id="1826628945" name=""/>
          <p:cNvSpPr txBox="1"/>
          <p:nvPr/>
        </p:nvSpPr>
        <p:spPr bwMode="auto">
          <a:xfrm flipH="0" flipV="0">
            <a:off x="1486710" y="1254123"/>
            <a:ext cx="2973763" cy="305159"/>
          </a:xfrm>
          <a:prstGeom prst="rect">
            <a:avLst/>
          </a:prstGeom>
          <a:solidFill>
            <a:srgbClr val="FFCE9C"/>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公司內部</a:t>
            </a:r>
            <a:endParaRPr sz="1400">
              <a:latin typeface="IBM Plex Sans"/>
              <a:cs typeface="IBM Plex Sans"/>
            </a:endParaRPr>
          </a:p>
        </p:txBody>
      </p:sp>
      <p:sp>
        <p:nvSpPr>
          <p:cNvPr id="1513745464" name=""/>
          <p:cNvSpPr txBox="1"/>
          <p:nvPr/>
        </p:nvSpPr>
        <p:spPr bwMode="auto">
          <a:xfrm flipH="0" flipV="0">
            <a:off x="1486710" y="2179838"/>
            <a:ext cx="706650" cy="39659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資料</a:t>
            </a:r>
            <a:endParaRPr sz="1000">
              <a:latin typeface="IBM Plex Sans"/>
              <a:ea typeface="IBM Plex Sans"/>
              <a:cs typeface="IBM Plex Sans"/>
            </a:endParaRPr>
          </a:p>
          <a:p>
            <a:pPr/>
          </a:p>
        </p:txBody>
      </p:sp>
      <p:sp>
        <p:nvSpPr>
          <p:cNvPr id="11887285" name=""/>
          <p:cNvSpPr txBox="1"/>
          <p:nvPr/>
        </p:nvSpPr>
        <p:spPr bwMode="auto">
          <a:xfrm flipH="0" flipV="0">
            <a:off x="1411649" y="5311773"/>
            <a:ext cx="644081" cy="39659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資料</a:t>
            </a:r>
            <a:endParaRPr sz="1000">
              <a:latin typeface="IBM Plex Sans"/>
              <a:ea typeface="IBM Plex Sans"/>
              <a:cs typeface="IBM Plex Sans"/>
            </a:endParaRPr>
          </a:p>
          <a:p>
            <a:pPr algn="ctr"/>
          </a:p>
        </p:txBody>
      </p:sp>
      <p:sp>
        <p:nvSpPr>
          <p:cNvPr id="1458164772" name=""/>
          <p:cNvSpPr txBox="1"/>
          <p:nvPr/>
        </p:nvSpPr>
        <p:spPr bwMode="auto">
          <a:xfrm flipH="0" flipV="0">
            <a:off x="1486710" y="6129950"/>
            <a:ext cx="4211293"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一起儲存</a:t>
            </a:r>
            <a:endParaRPr sz="1400">
              <a:latin typeface="IBM Plex Sans"/>
              <a:cs typeface="IBM Plex Sans"/>
            </a:endParaRPr>
          </a:p>
        </p:txBody>
      </p:sp>
      <p:sp>
        <p:nvSpPr>
          <p:cNvPr id="413664644" name=""/>
          <p:cNvSpPr txBox="1"/>
          <p:nvPr/>
        </p:nvSpPr>
        <p:spPr bwMode="auto">
          <a:xfrm flipH="0" flipV="0">
            <a:off x="3756939" y="4095747"/>
            <a:ext cx="2268077" cy="5947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已簽章的時間戳記和切細值會回傳給請求者 </a:t>
            </a:r>
            <a:r>
              <a:rPr sz="1100">
                <a:latin typeface="IBM Plex Sans"/>
              </a:rPr>
              <a:t/>
            </a:r>
            <a:endParaRPr sz="1100">
              <a:latin typeface="IBM Plex Sans"/>
              <a:cs typeface="IBM Plex Sans"/>
            </a:endParaRPr>
          </a:p>
        </p:txBody>
      </p:sp>
      <p:sp>
        <p:nvSpPr>
          <p:cNvPr id="1988364204" name=""/>
          <p:cNvSpPr txBox="1"/>
          <p:nvPr/>
        </p:nvSpPr>
        <p:spPr bwMode="auto">
          <a:xfrm flipH="0" flipV="0">
            <a:off x="8468534" y="2027259"/>
            <a:ext cx="1968051"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時間戳記</a:t>
            </a:r>
            <a:endParaRPr sz="1400">
              <a:latin typeface="IBM Plex Sans"/>
              <a:cs typeface="IBM Plex Sans"/>
            </a:endParaRPr>
          </a:p>
        </p:txBody>
      </p:sp>
      <p:sp>
        <p:nvSpPr>
          <p:cNvPr id="1417755538" name=""/>
          <p:cNvSpPr txBox="1"/>
          <p:nvPr/>
        </p:nvSpPr>
        <p:spPr bwMode="auto">
          <a:xfrm flipH="0" flipV="0">
            <a:off x="7051275" y="1254123"/>
            <a:ext cx="3384592" cy="274679"/>
          </a:xfrm>
          <a:prstGeom prst="rect">
            <a:avLst/>
          </a:prstGeom>
          <a:solidFill>
            <a:srgbClr val="FFCE9C"/>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200">
                <a:latin typeface="IBM Plex Sans"/>
              </a:rPr>
              <a:t>時間戳管理局 (TSA)</a:t>
            </a:r>
            <a:endParaRPr sz="1200">
              <a:latin typeface="IBM Plex Sans"/>
              <a:cs typeface="IBM Plex Sans"/>
            </a:endParaRPr>
          </a:p>
        </p:txBody>
      </p:sp>
      <p:sp>
        <p:nvSpPr>
          <p:cNvPr id="686659638" name=""/>
          <p:cNvSpPr txBox="1"/>
          <p:nvPr/>
        </p:nvSpPr>
        <p:spPr bwMode="auto">
          <a:xfrm flipH="0" flipV="0">
            <a:off x="7051272" y="2568211"/>
            <a:ext cx="2171596" cy="259439"/>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計算切細值</a:t>
            </a:r>
            <a:endParaRPr sz="1100">
              <a:latin typeface="IBM Plex Sans"/>
              <a:cs typeface="IBM Plex Sans"/>
            </a:endParaRPr>
          </a:p>
        </p:txBody>
      </p:sp>
      <p:sp>
        <p:nvSpPr>
          <p:cNvPr id="1042183151" name=""/>
          <p:cNvSpPr txBox="1"/>
          <p:nvPr/>
        </p:nvSpPr>
        <p:spPr bwMode="auto">
          <a:xfrm flipH="0" flipV="0">
            <a:off x="9406748" y="3131637"/>
            <a:ext cx="2334618" cy="7623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這是散列與時間戳記串接的數位簽章 </a:t>
            </a:r>
            <a:r>
              <a:rPr sz="1100">
                <a:latin typeface="IBM Plex Sans"/>
              </a:rPr>
              <a:t/>
            </a:r>
            <a:endParaRPr sz="1100">
              <a:latin typeface="IBM Plex Sans"/>
              <a:cs typeface="IBM Plex Sans"/>
            </a:endParaRPr>
          </a:p>
          <a:p>
            <a:pPr algn="ctr"/>
          </a:p>
        </p:txBody>
      </p:sp>
      <p:sp>
        <p:nvSpPr>
          <p:cNvPr id="1856247728" name=""/>
          <p:cNvSpPr txBox="1"/>
          <p:nvPr/>
        </p:nvSpPr>
        <p:spPr bwMode="auto">
          <a:xfrm flipH="0" flipV="0">
            <a:off x="6446061" y="3699144"/>
            <a:ext cx="1616558" cy="39659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r">
              <a:defRPr/>
            </a:pPr>
            <a:r>
              <a:rPr sz="1000">
                <a:latin typeface="IBM Plex Sans"/>
              </a:rPr>
              <a:t>套用 TSA </a:t>
            </a:r>
            <a:r>
              <a:rPr sz="1000">
                <a:latin typeface="IBM Plex Sans"/>
              </a:rPr>
              <a:t>的私人金鑰</a:t>
            </a:r>
            <a:endParaRPr sz="1000">
              <a:latin typeface="IBM Plex Sans"/>
              <a:cs typeface="IBM Plex Sans"/>
            </a:endParaRPr>
          </a:p>
        </p:txBody>
      </p:sp>
      <p:sp>
        <p:nvSpPr>
          <p:cNvPr id="1631696941" name=""/>
          <p:cNvSpPr txBox="1"/>
          <p:nvPr/>
        </p:nvSpPr>
        <p:spPr bwMode="auto">
          <a:xfrm flipH="0" flipV="0">
            <a:off x="9743962" y="4516295"/>
            <a:ext cx="1996686"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時間戳記</a:t>
            </a:r>
            <a:endParaRPr sz="1400">
              <a:latin typeface="IBM Plex Sans"/>
              <a:cs typeface="IBM Plex Sans"/>
            </a:endParaRPr>
          </a:p>
        </p:txBody>
      </p:sp>
      <p:sp>
        <p:nvSpPr>
          <p:cNvPr id="2133654291" name=""/>
          <p:cNvSpPr txBox="1"/>
          <p:nvPr/>
        </p:nvSpPr>
        <p:spPr bwMode="auto">
          <a:xfrm flipH="0" flipV="0">
            <a:off x="4814896" y="5306036"/>
            <a:ext cx="2069344"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時間戳記</a:t>
            </a:r>
            <a:endParaRPr sz="1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65012937" name=""/>
          <p:cNvPicPr>
            <a:picLocks noChangeAspect="1"/>
          </p:cNvPicPr>
          <p:nvPr/>
        </p:nvPicPr>
        <p:blipFill>
          <a:blip r:embed="rId3"/>
          <a:stretch/>
        </p:blipFill>
        <p:spPr bwMode="auto">
          <a:xfrm flipH="0" flipV="0">
            <a:off x="4361473" y="1099778"/>
            <a:ext cx="3469050" cy="46584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39477945" name=""/>
          <p:cNvPicPr>
            <a:picLocks noChangeAspect="1"/>
          </p:cNvPicPr>
          <p:nvPr/>
        </p:nvPicPr>
        <p:blipFill>
          <a:blip r:embed="rId3"/>
          <a:stretch/>
        </p:blipFill>
        <p:spPr bwMode="auto">
          <a:xfrm flipH="0" flipV="0">
            <a:off x="1142998" y="2438399"/>
            <a:ext cx="9905999" cy="1981199"/>
          </a:xfrm>
          <a:prstGeom prst="rect">
            <a:avLst/>
          </a:prstGeom>
        </p:spPr>
      </p:pic>
      <p:sp>
        <p:nvSpPr>
          <p:cNvPr id="659609761" name=""/>
          <p:cNvSpPr/>
          <p:nvPr/>
        </p:nvSpPr>
        <p:spPr bwMode="auto">
          <a:xfrm flipH="0" flipV="0">
            <a:off x="1437994" y="2703967"/>
            <a:ext cx="2628900" cy="8096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04420992" name=""/>
          <p:cNvSpPr txBox="1"/>
          <p:nvPr/>
        </p:nvSpPr>
        <p:spPr bwMode="auto">
          <a:xfrm flipH="0" flipV="0">
            <a:off x="1458298" y="2788560"/>
            <a:ext cx="5401395"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3600" b="1">
                <a:latin typeface="IBM Plex Sans"/>
              </a:rPr>
              <a:t>參考資料</a:t>
            </a:r>
            <a:endParaRPr sz="100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46580494" name=""/>
          <p:cNvPicPr>
            <a:picLocks noChangeAspect="1"/>
          </p:cNvPicPr>
          <p:nvPr/>
        </p:nvPicPr>
        <p:blipFill>
          <a:blip r:embed="rId3"/>
          <a:stretch/>
        </p:blipFill>
        <p:spPr bwMode="auto">
          <a:xfrm flipH="0" flipV="0">
            <a:off x="1656823" y="1009648"/>
            <a:ext cx="8878350" cy="48387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40777128" name=""/>
          <p:cNvPicPr>
            <a:picLocks noChangeAspect="1"/>
          </p:cNvPicPr>
          <p:nvPr/>
        </p:nvPicPr>
        <p:blipFill>
          <a:blip r:embed="rId3"/>
          <a:stretch/>
        </p:blipFill>
        <p:spPr bwMode="auto">
          <a:xfrm flipH="0" flipV="0">
            <a:off x="2096474" y="282956"/>
            <a:ext cx="7999047" cy="62920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265030" name=""/>
          <p:cNvPicPr>
            <a:picLocks noChangeAspect="1"/>
          </p:cNvPicPr>
          <p:nvPr/>
        </p:nvPicPr>
        <p:blipFill>
          <a:blip r:embed="rId3"/>
          <a:stretch/>
        </p:blipFill>
        <p:spPr bwMode="auto">
          <a:xfrm flipH="0" flipV="0">
            <a:off x="3418497" y="751498"/>
            <a:ext cx="5355001" cy="535500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03422597" name=""/>
          <p:cNvPicPr>
            <a:picLocks noChangeAspect="1"/>
          </p:cNvPicPr>
          <p:nvPr/>
        </p:nvPicPr>
        <p:blipFill>
          <a:blip r:embed="rId3"/>
          <a:stretch/>
        </p:blipFill>
        <p:spPr bwMode="auto">
          <a:xfrm flipH="0" flipV="0">
            <a:off x="4237647" y="956958"/>
            <a:ext cx="3716701" cy="494407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52813179" name=""/>
          <p:cNvPicPr>
            <a:picLocks noChangeAspect="1"/>
          </p:cNvPicPr>
          <p:nvPr/>
        </p:nvPicPr>
        <p:blipFill>
          <a:blip r:embed="rId3"/>
          <a:stretch/>
        </p:blipFill>
        <p:spPr bwMode="auto">
          <a:xfrm flipH="0" flipV="0">
            <a:off x="1696424" y="90192"/>
            <a:ext cx="8782049" cy="66646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24021545" name=""/>
          <p:cNvPicPr>
            <a:picLocks noChangeAspect="1"/>
          </p:cNvPicPr>
          <p:nvPr/>
        </p:nvPicPr>
        <p:blipFill>
          <a:blip r:embed="rId3"/>
          <a:stretch/>
        </p:blipFill>
        <p:spPr bwMode="auto">
          <a:xfrm flipH="0" flipV="0">
            <a:off x="3656621" y="989621"/>
            <a:ext cx="4878752" cy="48787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20464501" name=""/>
          <p:cNvPicPr>
            <a:picLocks noChangeAspect="1"/>
          </p:cNvPicPr>
          <p:nvPr/>
        </p:nvPicPr>
        <p:blipFill>
          <a:blip r:embed="rId3"/>
          <a:stretch/>
        </p:blipFill>
        <p:spPr bwMode="auto">
          <a:xfrm flipH="0" flipV="0">
            <a:off x="3581399" y="914399"/>
            <a:ext cx="5029196" cy="50291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37248353" name=""/>
          <p:cNvPicPr>
            <a:picLocks noChangeAspect="1"/>
          </p:cNvPicPr>
          <p:nvPr/>
        </p:nvPicPr>
        <p:blipFill>
          <a:blip r:embed="rId3"/>
          <a:stretch/>
        </p:blipFill>
        <p:spPr bwMode="auto">
          <a:xfrm>
            <a:off x="3443906" y="0"/>
            <a:ext cx="5304184" cy="6857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93169742" name=""/>
          <p:cNvPicPr>
            <a:picLocks noChangeAspect="1"/>
          </p:cNvPicPr>
          <p:nvPr/>
        </p:nvPicPr>
        <p:blipFill>
          <a:blip r:embed="rId3"/>
          <a:stretch/>
        </p:blipFill>
        <p:spPr bwMode="auto">
          <a:xfrm flipH="0" flipV="0">
            <a:off x="2411049" y="619124"/>
            <a:ext cx="7369898" cy="56197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95377865" name=""/>
          <p:cNvPicPr>
            <a:picLocks noChangeAspect="1"/>
          </p:cNvPicPr>
          <p:nvPr/>
        </p:nvPicPr>
        <p:blipFill>
          <a:blip r:embed="rId3"/>
          <a:stretch/>
        </p:blipFill>
        <p:spPr bwMode="auto">
          <a:xfrm flipH="0" flipV="0">
            <a:off x="1069060" y="609600"/>
            <a:ext cx="9925305" cy="5200646"/>
          </a:xfrm>
          <a:prstGeom prst="rect">
            <a:avLst/>
          </a:prstGeom>
          <a:ln w="6349">
            <a:solidFill>
              <a:schemeClr val="accent1">
                <a:lumMod val="50196"/>
              </a:schemeClr>
            </a:solidFill>
            <a:prstDash val="solid"/>
          </a:ln>
        </p:spPr>
      </p:pic>
      <p:sp>
        <p:nvSpPr>
          <p:cNvPr id="812837255" name=""/>
          <p:cNvSpPr txBox="1"/>
          <p:nvPr/>
        </p:nvSpPr>
        <p:spPr bwMode="auto">
          <a:xfrm rot="0" flipH="0" flipV="0">
            <a:off x="2755485" y="5941694"/>
            <a:ext cx="7268309"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0" i="1">
                <a:latin typeface="IBM Plex Sans"/>
              </a:rPr>
              <a:t>中本聰頁面 - </a:t>
            </a:r>
            <a:r>
              <a:rPr sz="1400" b="0" i="1" lang="fr-FR">
                <a:latin typeface="IBM Plex Sans"/>
              </a:rPr>
              <a:t>從未收到任何禮物</a:t>
            </a:r>
            <a:endParaRPr sz="2800" b="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90356153" name=""/>
          <p:cNvPicPr>
            <a:picLocks noChangeAspect="1"/>
          </p:cNvPicPr>
          <p:nvPr/>
        </p:nvPicPr>
        <p:blipFill>
          <a:blip r:embed="rId3"/>
          <a:stretch/>
        </p:blipFill>
        <p:spPr bwMode="auto">
          <a:xfrm flipH="0" flipV="0">
            <a:off x="3980473" y="1313473"/>
            <a:ext cx="4231050" cy="42310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06743524" name=""/>
          <p:cNvPicPr>
            <a:picLocks noChangeAspect="1"/>
          </p:cNvPicPr>
          <p:nvPr/>
        </p:nvPicPr>
        <p:blipFill>
          <a:blip r:embed="rId3"/>
          <a:stretch/>
        </p:blipFill>
        <p:spPr bwMode="auto">
          <a:xfrm flipH="0" flipV="0">
            <a:off x="2570771" y="786831"/>
            <a:ext cx="7050451" cy="528433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31644631" name=""/>
          <p:cNvPicPr>
            <a:picLocks noChangeAspect="1"/>
          </p:cNvPicPr>
          <p:nvPr/>
        </p:nvPicPr>
        <p:blipFill>
          <a:blip r:embed="rId3"/>
          <a:stretch/>
        </p:blipFill>
        <p:spPr bwMode="auto">
          <a:xfrm flipH="0" flipV="0">
            <a:off x="1441575" y="1009649"/>
            <a:ext cx="9308848" cy="4838697"/>
          </a:xfrm>
          <a:prstGeom prst="rect">
            <a:avLst/>
          </a:prstGeom>
        </p:spPr>
      </p:pic>
      <p:sp>
        <p:nvSpPr>
          <p:cNvPr id="342911670" name=""/>
          <p:cNvSpPr txBox="1"/>
          <p:nvPr/>
        </p:nvSpPr>
        <p:spPr bwMode="auto">
          <a:xfrm flipH="0" flipV="0">
            <a:off x="1933203" y="5985901"/>
            <a:ext cx="7863998"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1">
                <a:latin typeface="IBM Plex Sans"/>
              </a:rPr>
              <a:t>比特幣論壇</a:t>
            </a:r>
            <a:endParaRPr sz="14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59069393" name=""/>
          <p:cNvPicPr>
            <a:picLocks noChangeAspect="1"/>
          </p:cNvPicPr>
          <p:nvPr/>
        </p:nvPicPr>
        <p:blipFill>
          <a:blip r:embed="rId3"/>
          <a:stretch/>
        </p:blipFill>
        <p:spPr bwMode="auto">
          <a:xfrm flipH="0" flipV="0">
            <a:off x="3066071" y="399071"/>
            <a:ext cx="6059853" cy="605985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32540410" name=""/>
          <p:cNvPicPr>
            <a:picLocks noChangeAspect="1"/>
          </p:cNvPicPr>
          <p:nvPr/>
        </p:nvPicPr>
        <p:blipFill>
          <a:blip r:embed="rId3"/>
          <a:stretch/>
        </p:blipFill>
        <p:spPr bwMode="auto">
          <a:xfrm flipH="0" flipV="0">
            <a:off x="4247172" y="302892"/>
            <a:ext cx="3697651" cy="625221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17286389" name=""/>
          <p:cNvPicPr>
            <a:picLocks noChangeAspect="1"/>
          </p:cNvPicPr>
          <p:nvPr/>
        </p:nvPicPr>
        <p:blipFill>
          <a:blip r:embed="rId3"/>
          <a:stretch/>
        </p:blipFill>
        <p:spPr bwMode="auto">
          <a:xfrm flipH="0" flipV="0">
            <a:off x="3928577" y="1277935"/>
            <a:ext cx="4334842" cy="430212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57864823" name=""/>
          <p:cNvPicPr>
            <a:picLocks noChangeAspect="1"/>
          </p:cNvPicPr>
          <p:nvPr/>
        </p:nvPicPr>
        <p:blipFill>
          <a:blip r:embed="rId3"/>
          <a:stretch/>
        </p:blipFill>
        <p:spPr bwMode="auto">
          <a:xfrm flipH="0" flipV="0">
            <a:off x="245088" y="457199"/>
            <a:ext cx="11701821" cy="59435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92298888" name=""/>
          <p:cNvPicPr>
            <a:picLocks noChangeAspect="1"/>
          </p:cNvPicPr>
          <p:nvPr/>
        </p:nvPicPr>
        <p:blipFill>
          <a:blip r:embed="rId3"/>
          <a:stretch/>
        </p:blipFill>
        <p:spPr bwMode="auto">
          <a:xfrm flipH="0" flipV="0">
            <a:off x="3854301" y="2631219"/>
            <a:ext cx="4483395" cy="15955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68273817" name=""/>
          <p:cNvPicPr>
            <a:picLocks noChangeAspect="1"/>
          </p:cNvPicPr>
          <p:nvPr/>
        </p:nvPicPr>
        <p:blipFill>
          <a:blip r:embed="rId3"/>
          <a:stretch/>
        </p:blipFill>
        <p:spPr bwMode="auto">
          <a:xfrm flipH="0" flipV="0">
            <a:off x="4380521" y="445294"/>
            <a:ext cx="3430952" cy="596740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2559532" name=""/>
          <p:cNvPicPr>
            <a:picLocks noChangeAspect="1"/>
          </p:cNvPicPr>
          <p:nvPr/>
        </p:nvPicPr>
        <p:blipFill>
          <a:blip r:embed="rId3"/>
          <a:stretch/>
        </p:blipFill>
        <p:spPr bwMode="auto">
          <a:xfrm flipH="0" flipV="0">
            <a:off x="3075598" y="471305"/>
            <a:ext cx="6040800" cy="59153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97214529" name=""/>
          <p:cNvPicPr>
            <a:picLocks noChangeAspect="1"/>
          </p:cNvPicPr>
          <p:nvPr/>
        </p:nvPicPr>
        <p:blipFill>
          <a:blip r:embed="rId3"/>
          <a:stretch/>
        </p:blipFill>
        <p:spPr bwMode="auto">
          <a:xfrm flipH="0" flipV="0">
            <a:off x="103797" y="1431598"/>
            <a:ext cx="11984401" cy="3994799"/>
          </a:xfrm>
          <a:prstGeom prst="rect">
            <a:avLst/>
          </a:prstGeom>
        </p:spPr>
      </p:pic>
      <p:sp>
        <p:nvSpPr>
          <p:cNvPr id="136547751" name=""/>
          <p:cNvSpPr/>
          <p:nvPr/>
        </p:nvSpPr>
        <p:spPr bwMode="auto">
          <a:xfrm flipH="0" flipV="0">
            <a:off x="3420449" y="1381124"/>
            <a:ext cx="6781799" cy="409574"/>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80372163" name=""/>
          <p:cNvSpPr txBox="1"/>
          <p:nvPr/>
        </p:nvSpPr>
        <p:spPr bwMode="auto">
          <a:xfrm flipH="0" flipV="0">
            <a:off x="572474" y="1155371"/>
            <a:ext cx="11183069"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a:latin typeface="IBM Plex Sans"/>
              </a:rPr>
              <a:t>Patoshi 區塊與反向時間戳記 (區塊號碼/ExtraNonce)</a:t>
            </a:r>
            <a:endParaRPr sz="18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38849796" name=""/>
          <p:cNvPicPr>
            <a:picLocks noChangeAspect="1"/>
          </p:cNvPicPr>
          <p:nvPr/>
        </p:nvPicPr>
        <p:blipFill>
          <a:blip r:embed="rId3"/>
          <a:stretch/>
        </p:blipFill>
        <p:spPr bwMode="auto">
          <a:xfrm flipH="0" flipV="0">
            <a:off x="761999" y="228600"/>
            <a:ext cx="10667998" cy="6400800"/>
          </a:xfrm>
          <a:prstGeom prst="rect">
            <a:avLst/>
          </a:prstGeom>
        </p:spPr>
      </p:pic>
      <p:sp>
        <p:nvSpPr>
          <p:cNvPr id="1446829500" name=""/>
          <p:cNvSpPr/>
          <p:nvPr/>
        </p:nvSpPr>
        <p:spPr bwMode="auto">
          <a:xfrm flipH="0" flipV="0">
            <a:off x="3963375" y="419099"/>
            <a:ext cx="6353174" cy="2762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99163990" name=""/>
          <p:cNvSpPr/>
          <p:nvPr/>
        </p:nvSpPr>
        <p:spPr bwMode="auto">
          <a:xfrm flipH="0" flipV="0">
            <a:off x="848699" y="1847849"/>
            <a:ext cx="276224" cy="2543175"/>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067220978" name=""/>
          <p:cNvSpPr txBox="1"/>
          <p:nvPr/>
        </p:nvSpPr>
        <p:spPr bwMode="auto">
          <a:xfrm flipH="0" flipV="0">
            <a:off x="1439249" y="228599"/>
            <a:ext cx="10582993"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a:latin typeface="IBM Plex Sans"/>
              </a:rPr>
              <a:t>估計中本聪在网络中的百分比</a:t>
            </a:r>
            <a:endParaRPr sz="1600">
              <a:latin typeface="IBM Plex Sans"/>
              <a:cs typeface="IBM Plex Sans"/>
            </a:endParaRPr>
          </a:p>
        </p:txBody>
      </p:sp>
      <p:sp>
        <p:nvSpPr>
          <p:cNvPr id="36166462" name=""/>
          <p:cNvSpPr txBox="1"/>
          <p:nvPr/>
        </p:nvSpPr>
        <p:spPr bwMode="auto">
          <a:xfrm rot="16199969" flipH="0" flipV="0">
            <a:off x="-21773" y="2867636"/>
            <a:ext cx="1988233"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400">
                <a:latin typeface="IBM Plex Sans"/>
              </a:rPr>
              <a:t>網路百分比</a:t>
            </a:r>
            <a:endParaRPr sz="1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48874058" name=""/>
          <p:cNvPicPr>
            <a:picLocks noChangeAspect="1"/>
          </p:cNvPicPr>
          <p:nvPr/>
        </p:nvPicPr>
        <p:blipFill>
          <a:blip r:embed="rId3"/>
          <a:stretch/>
        </p:blipFill>
        <p:spPr bwMode="auto">
          <a:xfrm flipH="0" flipV="0">
            <a:off x="665771" y="170863"/>
            <a:ext cx="10860453" cy="6516272"/>
          </a:xfrm>
          <a:prstGeom prst="rect">
            <a:avLst/>
          </a:prstGeom>
        </p:spPr>
      </p:pic>
      <p:sp>
        <p:nvSpPr>
          <p:cNvPr id="1513896667" name=""/>
          <p:cNvSpPr/>
          <p:nvPr/>
        </p:nvSpPr>
        <p:spPr bwMode="auto">
          <a:xfrm flipH="0" flipV="0">
            <a:off x="745567" y="2441863"/>
            <a:ext cx="329045" cy="1203613"/>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90721780" name=""/>
          <p:cNvSpPr/>
          <p:nvPr/>
        </p:nvSpPr>
        <p:spPr bwMode="auto">
          <a:xfrm flipH="0" flipV="0">
            <a:off x="4877775" y="333374"/>
            <a:ext cx="4610099" cy="3047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46389776" name=""/>
          <p:cNvSpPr/>
          <p:nvPr/>
        </p:nvSpPr>
        <p:spPr bwMode="auto">
          <a:xfrm flipH="0" flipV="0">
            <a:off x="4925399" y="6095999"/>
            <a:ext cx="1571625" cy="4381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54449911" name=""/>
          <p:cNvSpPr/>
          <p:nvPr/>
        </p:nvSpPr>
        <p:spPr bwMode="auto">
          <a:xfrm flipH="0" flipV="0">
            <a:off x="6811349" y="6095999"/>
            <a:ext cx="1571625" cy="43814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270840435" name=""/>
          <p:cNvSpPr txBox="1"/>
          <p:nvPr/>
        </p:nvSpPr>
        <p:spPr bwMode="auto">
          <a:xfrm flipH="0" flipV="0">
            <a:off x="1639274" y="170862"/>
            <a:ext cx="9582868"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800">
                <a:latin typeface="IBM Plex Sans"/>
              </a:rPr>
              <a:t>估算中本聪的哈希率 </a:t>
            </a:r>
            <a:r>
              <a:rPr sz="1800">
                <a:latin typeface="IBM Plex Sans"/>
              </a:rPr>
              <a:t/>
            </a:r>
            <a:endParaRPr sz="2000">
              <a:latin typeface="IBM Plex Sans"/>
              <a:cs typeface="IBM Plex Sans"/>
            </a:endParaRPr>
          </a:p>
        </p:txBody>
      </p:sp>
      <p:sp>
        <p:nvSpPr>
          <p:cNvPr id="992520675" name=""/>
          <p:cNvSpPr txBox="1"/>
          <p:nvPr/>
        </p:nvSpPr>
        <p:spPr bwMode="auto">
          <a:xfrm rot="16199969" flipH="0" flipV="0">
            <a:off x="433819" y="2876295"/>
            <a:ext cx="912028"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400">
                <a:latin typeface="IBM Plex Sans"/>
              </a:rPr>
              <a:t>快閃記憶體</a:t>
            </a:r>
            <a:endParaRPr sz="1400">
              <a:latin typeface="IBM Plex Sans"/>
              <a:cs typeface="IBM Plex Sans"/>
            </a:endParaRPr>
          </a:p>
        </p:txBody>
      </p:sp>
      <p:sp>
        <p:nvSpPr>
          <p:cNvPr id="410757163" name=""/>
          <p:cNvSpPr txBox="1"/>
          <p:nvPr/>
        </p:nvSpPr>
        <p:spPr bwMode="auto">
          <a:xfrm flipH="0" flipV="0">
            <a:off x="4925398" y="6095998"/>
            <a:ext cx="1351535" cy="228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900">
                <a:latin typeface="IBM Plex Sans"/>
              </a:rPr>
              <a:t>每日平均哈希率</a:t>
            </a:r>
            <a:endParaRPr sz="900">
              <a:latin typeface="IBM Plex Sans"/>
              <a:cs typeface="IBM Plex Sans"/>
            </a:endParaRPr>
          </a:p>
        </p:txBody>
      </p:sp>
      <p:sp>
        <p:nvSpPr>
          <p:cNvPr id="641046973" name=""/>
          <p:cNvSpPr txBox="1"/>
          <p:nvPr/>
        </p:nvSpPr>
        <p:spPr bwMode="auto">
          <a:xfrm flipH="0" flipV="0">
            <a:off x="6932529" y="6095997"/>
            <a:ext cx="2127800" cy="228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900">
                <a:latin typeface="IBM Plex Sans"/>
              </a:rPr>
              <a:t>線性哈希率模型</a:t>
            </a:r>
            <a:endParaRPr sz="9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40727786" name=""/>
          <p:cNvPicPr>
            <a:picLocks noChangeAspect="1"/>
          </p:cNvPicPr>
          <p:nvPr/>
        </p:nvPicPr>
        <p:blipFill>
          <a:blip r:embed="rId3"/>
          <a:stretch/>
        </p:blipFill>
        <p:spPr bwMode="auto">
          <a:xfrm flipH="0" flipV="0">
            <a:off x="2999396" y="804024"/>
            <a:ext cx="6193201" cy="52499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79218067" name=""/>
          <p:cNvPicPr>
            <a:picLocks noChangeAspect="1"/>
          </p:cNvPicPr>
          <p:nvPr/>
        </p:nvPicPr>
        <p:blipFill>
          <a:blip r:embed="rId3"/>
          <a:stretch/>
        </p:blipFill>
        <p:spPr bwMode="auto">
          <a:xfrm flipH="0" flipV="0">
            <a:off x="1839299" y="591199"/>
            <a:ext cx="8513397" cy="56755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60765851" name=""/>
          <p:cNvPicPr>
            <a:picLocks noChangeAspect="1"/>
          </p:cNvPicPr>
          <p:nvPr/>
        </p:nvPicPr>
        <p:blipFill>
          <a:blip r:embed="rId3"/>
          <a:stretch/>
        </p:blipFill>
        <p:spPr bwMode="auto">
          <a:xfrm flipH="0" flipV="0">
            <a:off x="3820499" y="388166"/>
            <a:ext cx="4550995" cy="60816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85999250" name=""/>
          <p:cNvPicPr>
            <a:picLocks noChangeAspect="1"/>
          </p:cNvPicPr>
          <p:nvPr/>
        </p:nvPicPr>
        <p:blipFill>
          <a:blip r:embed="rId3"/>
          <a:stretch/>
        </p:blipFill>
        <p:spPr bwMode="auto">
          <a:xfrm flipH="0" flipV="0">
            <a:off x="2603550" y="2314574"/>
            <a:ext cx="6984897" cy="22288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06998247" name=""/>
          <p:cNvPicPr>
            <a:picLocks noChangeAspect="1"/>
          </p:cNvPicPr>
          <p:nvPr/>
        </p:nvPicPr>
        <p:blipFill>
          <a:blip r:embed="rId3"/>
          <a:stretch/>
        </p:blipFill>
        <p:spPr bwMode="auto">
          <a:xfrm flipH="0" flipV="0">
            <a:off x="3066072" y="971013"/>
            <a:ext cx="6059851" cy="491596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61344134" name=""/>
          <p:cNvPicPr>
            <a:picLocks noChangeAspect="1"/>
          </p:cNvPicPr>
          <p:nvPr/>
        </p:nvPicPr>
        <p:blipFill>
          <a:blip r:embed="rId3"/>
          <a:stretch/>
        </p:blipFill>
        <p:spPr bwMode="auto">
          <a:xfrm flipH="0" flipV="0">
            <a:off x="398251" y="1543043"/>
            <a:ext cx="11395487" cy="377190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81097339" name=""/>
          <p:cNvPicPr>
            <a:picLocks noChangeAspect="1"/>
          </p:cNvPicPr>
          <p:nvPr/>
        </p:nvPicPr>
        <p:blipFill>
          <a:blip r:embed="rId3"/>
          <a:stretch/>
        </p:blipFill>
        <p:spPr bwMode="auto">
          <a:xfrm flipH="0" flipV="0">
            <a:off x="2730498" y="904874"/>
            <a:ext cx="6730999" cy="50482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49710203" name=""/>
          <p:cNvPicPr>
            <a:picLocks noChangeAspect="1"/>
          </p:cNvPicPr>
          <p:nvPr/>
        </p:nvPicPr>
        <p:blipFill>
          <a:blip r:embed="rId3"/>
          <a:stretch/>
        </p:blipFill>
        <p:spPr bwMode="auto">
          <a:xfrm flipH="0" flipV="0">
            <a:off x="685608" y="1971674"/>
            <a:ext cx="10820781" cy="29146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33984400" name=""/>
          <p:cNvPicPr>
            <a:picLocks noChangeAspect="1"/>
          </p:cNvPicPr>
          <p:nvPr/>
        </p:nvPicPr>
        <p:blipFill>
          <a:blip r:embed="rId3"/>
          <a:stretch/>
        </p:blipFill>
        <p:spPr bwMode="auto">
          <a:xfrm flipH="0" flipV="0">
            <a:off x="473441" y="1504949"/>
            <a:ext cx="11245114" cy="38480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548448" name=""/>
          <p:cNvPicPr>
            <a:picLocks noChangeAspect="1"/>
          </p:cNvPicPr>
          <p:nvPr/>
        </p:nvPicPr>
        <p:blipFill>
          <a:blip r:embed="rId3"/>
          <a:stretch/>
        </p:blipFill>
        <p:spPr bwMode="auto">
          <a:xfrm flipH="0" flipV="0">
            <a:off x="13129" y="38099"/>
            <a:ext cx="12165738" cy="6781798"/>
          </a:xfrm>
          <a:prstGeom prst="rect">
            <a:avLst/>
          </a:prstGeom>
        </p:spPr>
      </p:pic>
      <p:sp>
        <p:nvSpPr>
          <p:cNvPr id="323316966" name=""/>
          <p:cNvSpPr/>
          <p:nvPr/>
        </p:nvSpPr>
        <p:spPr bwMode="auto">
          <a:xfrm flipH="0" flipV="0">
            <a:off x="20024" y="2952749"/>
            <a:ext cx="209549" cy="15620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88304490" name=""/>
          <p:cNvSpPr/>
          <p:nvPr/>
        </p:nvSpPr>
        <p:spPr bwMode="auto">
          <a:xfrm flipH="0" flipV="0">
            <a:off x="6039824" y="6610349"/>
            <a:ext cx="1514474" cy="1904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037384418" name=""/>
          <p:cNvSpPr txBox="1"/>
          <p:nvPr/>
        </p:nvSpPr>
        <p:spPr bwMode="auto">
          <a:xfrm rot="16199969" flipH="0" flipV="0">
            <a:off x="-275045" y="3247818"/>
            <a:ext cx="834339" cy="244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000" b="0" i="1">
                <a:solidFill>
                  <a:schemeClr val="tx1"/>
                </a:solidFill>
                <a:latin typeface="IBM Plex Sans"/>
              </a:rPr>
              <a:t>ExtraNonce</a:t>
            </a:r>
            <a:endParaRPr sz="1000" b="0" i="1">
              <a:solidFill>
                <a:schemeClr val="tx1"/>
              </a:solidFill>
              <a:latin typeface="IBM Plex Sans"/>
              <a:cs typeface="IBM Plex Sans"/>
            </a:endParaRPr>
          </a:p>
        </p:txBody>
      </p:sp>
      <p:sp>
        <p:nvSpPr>
          <p:cNvPr id="1453161468" name=""/>
          <p:cNvSpPr txBox="1"/>
          <p:nvPr/>
        </p:nvSpPr>
        <p:spPr bwMode="auto">
          <a:xfrm flipH="0" flipV="0">
            <a:off x="6039822" y="6583498"/>
            <a:ext cx="445977" cy="244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000" b="0" i="1">
                <a:solidFill>
                  <a:schemeClr val="tx1"/>
                </a:solidFill>
                <a:latin typeface="IBM Plex Sans"/>
              </a:rPr>
              <a:t>日期</a:t>
            </a:r>
            <a:endParaRPr sz="1000" b="0" i="1">
              <a:solidFill>
                <a:schemeClr val="tx1"/>
              </a:solidFill>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3008502" name=""/>
          <p:cNvPicPr>
            <a:picLocks noChangeAspect="1"/>
          </p:cNvPicPr>
          <p:nvPr/>
        </p:nvPicPr>
        <p:blipFill>
          <a:blip r:embed="rId3"/>
          <a:stretch/>
        </p:blipFill>
        <p:spPr bwMode="auto">
          <a:xfrm flipH="0" flipV="0">
            <a:off x="3376657" y="866774"/>
            <a:ext cx="5438683" cy="51244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6602942" name=""/>
          <p:cNvPicPr>
            <a:picLocks noChangeAspect="1"/>
          </p:cNvPicPr>
          <p:nvPr/>
        </p:nvPicPr>
        <p:blipFill>
          <a:blip r:embed="rId3"/>
          <a:stretch/>
        </p:blipFill>
        <p:spPr bwMode="auto">
          <a:xfrm flipH="0" flipV="0">
            <a:off x="2415321" y="2457449"/>
            <a:ext cx="7361353" cy="19430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93715016" name=""/>
          <p:cNvPicPr>
            <a:picLocks noChangeAspect="1"/>
          </p:cNvPicPr>
          <p:nvPr/>
        </p:nvPicPr>
        <p:blipFill>
          <a:blip r:embed="rId3"/>
          <a:stretch/>
        </p:blipFill>
        <p:spPr bwMode="auto">
          <a:xfrm flipH="0" flipV="0">
            <a:off x="647379" y="1543048"/>
            <a:ext cx="10897241" cy="2571747"/>
          </a:xfrm>
          <a:prstGeom prst="rect">
            <a:avLst/>
          </a:prstGeom>
          <a:ln w="6349">
            <a:solidFill>
              <a:schemeClr val="accent1">
                <a:lumMod val="50196"/>
              </a:schemeClr>
            </a:solidFill>
            <a:prstDash val="solid"/>
          </a:ln>
        </p:spPr>
      </p:pic>
      <p:sp>
        <p:nvSpPr>
          <p:cNvPr id="641417221" name=""/>
          <p:cNvSpPr txBox="1"/>
          <p:nvPr/>
        </p:nvSpPr>
        <p:spPr bwMode="auto">
          <a:xfrm rot="0" flipH="0" flipV="0">
            <a:off x="782023" y="4581703"/>
            <a:ext cx="2861100"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1" i="0" u="none" lang="en-US">
                <a:solidFill>
                  <a:srgbClr val="2D2593"/>
                </a:solidFill>
                <a:latin typeface="IBM Plex Sans"/>
              </a:rPr>
              <a:t>"文章：你了解比特幣嗎？" </a:t>
            </a:r>
            <a:r>
              <a:rPr sz="1600" b="0" i="0" u="none" lang="en-US">
                <a:solidFill>
                  <a:schemeClr val="tx1"/>
                </a:solidFill>
                <a:latin typeface="IBM Plex Sans"/>
              </a:rPr>
              <a:t/>
            </a:r>
            <a:endParaRPr sz="1600" b="0">
              <a:solidFill>
                <a:schemeClr val="tx1"/>
              </a:solidFill>
              <a:latin typeface="IBM Plex Sans"/>
              <a:cs typeface="IBM Plex Sans"/>
            </a:endParaRPr>
          </a:p>
        </p:txBody>
      </p:sp>
      <p:sp>
        <p:nvSpPr>
          <p:cNvPr id="1755272410" name=""/>
          <p:cNvSpPr txBox="1"/>
          <p:nvPr/>
        </p:nvSpPr>
        <p:spPr bwMode="auto">
          <a:xfrm rot="0" flipH="0" flipV="0">
            <a:off x="3640603" y="4515029"/>
            <a:ext cx="7907255"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200" b="0" i="0" u="none" lang="en-US">
                <a:solidFill>
                  <a:schemeClr val="tx1"/>
                </a:solidFill>
                <a:latin typeface="IBM Plex Sans"/>
              </a:rPr>
              <a:t>比特幣 (Bitcoin) 是 2009 年由中本聰 (Satoshi Nakamoto) 設計的電子貨幣。這種貨幣因其完全分散的點對點性質和對基本加密概念的巧妙運用而從其他電子貨幣中脫穎而出。它依賴以 C++ 寫成的軟體，並以 MIT 開源授權發表。</a:t>
            </a:r>
            <a:endParaRPr sz="1000" b="0" i="0" u="none" strike="noStrike" cap="none" spc="0">
              <a:solidFill>
                <a:schemeClr val="tx1"/>
              </a:solidFill>
              <a:latin typeface="IBM Plex Sans"/>
              <a:cs typeface="IBM Plex Sans"/>
            </a:endParaRPr>
          </a:p>
          <a:p>
            <a:pPr algn="l"/>
          </a:p>
          <a:p>
            <a:pPr algn="l"/>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7314482" name=""/>
          <p:cNvPicPr>
            <a:picLocks noChangeAspect="1"/>
          </p:cNvPicPr>
          <p:nvPr/>
        </p:nvPicPr>
        <p:blipFill>
          <a:blip r:embed="rId3"/>
          <a:stretch/>
        </p:blipFill>
        <p:spPr bwMode="auto">
          <a:xfrm flipH="0" flipV="0">
            <a:off x="2694596" y="1174051"/>
            <a:ext cx="6802802" cy="450989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83458884" name=""/>
          <p:cNvPicPr>
            <a:picLocks noChangeAspect="1"/>
          </p:cNvPicPr>
          <p:nvPr/>
        </p:nvPicPr>
        <p:blipFill>
          <a:blip r:embed="rId3"/>
          <a:stretch/>
        </p:blipFill>
        <p:spPr bwMode="auto">
          <a:xfrm flipH="0" flipV="0">
            <a:off x="385159" y="1162049"/>
            <a:ext cx="11421678" cy="4533898"/>
          </a:xfrm>
          <a:prstGeom prst="rect">
            <a:avLst/>
          </a:prstGeom>
        </p:spPr>
      </p:pic>
      <p:sp>
        <p:nvSpPr>
          <p:cNvPr id="564352030" name=""/>
          <p:cNvSpPr txBox="1"/>
          <p:nvPr/>
        </p:nvSpPr>
        <p:spPr bwMode="auto">
          <a:xfrm rot="0" flipH="0" flipV="0">
            <a:off x="2896574" y="5886449"/>
            <a:ext cx="6974099"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i="1" u="none" lang="en-US">
                <a:solidFill>
                  <a:schemeClr val="tx1"/>
                </a:solidFill>
                <a:latin typeface="IBM Plex Sans"/>
              </a:rPr>
              <a:t>比特幣機器的崛起。</a:t>
            </a:r>
            <a:endParaRPr sz="1600" b="0" i="1">
              <a:solidFill>
                <a:schemeClr val="tx1"/>
              </a:solidFill>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8543452" name=""/>
          <p:cNvPicPr>
            <a:picLocks noChangeAspect="1"/>
          </p:cNvPicPr>
          <p:nvPr/>
        </p:nvPicPr>
        <p:blipFill>
          <a:blip r:embed="rId3"/>
          <a:stretch/>
        </p:blipFill>
        <p:spPr bwMode="auto">
          <a:xfrm>
            <a:off x="4190999" y="1523999"/>
            <a:ext cx="3809999" cy="3809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46817777" name=""/>
          <p:cNvPicPr>
            <a:picLocks noChangeAspect="1"/>
          </p:cNvPicPr>
          <p:nvPr/>
        </p:nvPicPr>
        <p:blipFill>
          <a:blip r:embed="rId3"/>
          <a:stretch/>
        </p:blipFill>
        <p:spPr bwMode="auto">
          <a:xfrm>
            <a:off x="4876799" y="2209799"/>
            <a:ext cx="2438399" cy="24383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68926644" name=""/>
          <p:cNvPicPr>
            <a:picLocks noChangeAspect="1"/>
          </p:cNvPicPr>
          <p:nvPr/>
        </p:nvPicPr>
        <p:blipFill>
          <a:blip r:embed="rId3"/>
          <a:stretch/>
        </p:blipFill>
        <p:spPr bwMode="auto">
          <a:xfrm flipH="0" flipV="0">
            <a:off x="1799641" y="514350"/>
            <a:ext cx="8592714" cy="58292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70845565" name=""/>
          <p:cNvPicPr>
            <a:picLocks noChangeAspect="1"/>
          </p:cNvPicPr>
          <p:nvPr/>
        </p:nvPicPr>
        <p:blipFill>
          <a:blip r:embed="rId3"/>
          <a:stretch/>
        </p:blipFill>
        <p:spPr bwMode="auto">
          <a:xfrm flipH="0" flipV="0">
            <a:off x="2044819" y="2943224"/>
            <a:ext cx="8102357" cy="9715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82293856" name=""/>
          <p:cNvPicPr>
            <a:picLocks noChangeAspect="1"/>
          </p:cNvPicPr>
          <p:nvPr/>
        </p:nvPicPr>
        <p:blipFill>
          <a:blip r:embed="rId3"/>
          <a:stretch/>
        </p:blipFill>
        <p:spPr bwMode="auto">
          <a:xfrm flipH="0" flipV="0">
            <a:off x="5018698" y="932560"/>
            <a:ext cx="2154600" cy="499287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3596265" name=""/>
          <p:cNvPicPr>
            <a:picLocks noChangeAspect="1"/>
          </p:cNvPicPr>
          <p:nvPr/>
        </p:nvPicPr>
        <p:blipFill>
          <a:blip r:embed="rId3"/>
          <a:stretch/>
        </p:blipFill>
        <p:spPr bwMode="auto">
          <a:xfrm flipH="0" flipV="0">
            <a:off x="3706353" y="1133474"/>
            <a:ext cx="4779291" cy="45910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96321143" name=""/>
          <p:cNvPicPr>
            <a:picLocks noChangeAspect="1"/>
          </p:cNvPicPr>
          <p:nvPr/>
        </p:nvPicPr>
        <p:blipFill>
          <a:blip r:embed="rId3"/>
          <a:stretch/>
        </p:blipFill>
        <p:spPr bwMode="auto">
          <a:xfrm flipH="0" flipV="0">
            <a:off x="348438" y="771524"/>
            <a:ext cx="11495120" cy="5314946"/>
          </a:xfrm>
          <a:prstGeom prst="rect">
            <a:avLst/>
          </a:prstGeom>
          <a:ln w="6349">
            <a:solidFill>
              <a:schemeClr val="accent1">
                <a:lumMod val="50196"/>
              </a:schemeClr>
            </a:solidFill>
            <a:prstDash val="solid"/>
          </a:ln>
        </p:spPr>
      </p:pic>
      <p:sp>
        <p:nvSpPr>
          <p:cNvPr id="859389808" name=""/>
          <p:cNvSpPr/>
          <p:nvPr/>
        </p:nvSpPr>
        <p:spPr bwMode="auto">
          <a:xfrm flipH="0" flipV="0">
            <a:off x="439123" y="5567948"/>
            <a:ext cx="11363323" cy="51851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52414351" name=""/>
          <p:cNvPicPr>
            <a:picLocks noChangeAspect="1"/>
          </p:cNvPicPr>
          <p:nvPr/>
        </p:nvPicPr>
        <p:blipFill>
          <a:blip r:embed="rId3"/>
          <a:stretch/>
        </p:blipFill>
        <p:spPr bwMode="auto">
          <a:xfrm flipH="0" flipV="0">
            <a:off x="1258827" y="485774"/>
            <a:ext cx="9674340" cy="588644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7213768" name=""/>
          <p:cNvPicPr>
            <a:picLocks noChangeAspect="1"/>
          </p:cNvPicPr>
          <p:nvPr/>
        </p:nvPicPr>
        <p:blipFill>
          <a:blip r:embed="rId3"/>
          <a:stretch/>
        </p:blipFill>
        <p:spPr bwMode="auto">
          <a:xfrm flipH="0" flipV="0">
            <a:off x="1225144" y="66674"/>
            <a:ext cx="9741706" cy="672464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7074737" name=""/>
          <p:cNvPicPr>
            <a:picLocks noChangeAspect="1"/>
          </p:cNvPicPr>
          <p:nvPr/>
        </p:nvPicPr>
        <p:blipFill>
          <a:blip r:embed="rId3"/>
          <a:stretch/>
        </p:blipFill>
        <p:spPr bwMode="auto">
          <a:xfrm flipH="0" flipV="0">
            <a:off x="898724" y="400049"/>
            <a:ext cx="10394548" cy="60578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59502717" name=""/>
          <p:cNvPicPr>
            <a:picLocks noChangeAspect="1"/>
          </p:cNvPicPr>
          <p:nvPr/>
        </p:nvPicPr>
        <p:blipFill>
          <a:blip r:embed="rId3"/>
          <a:stretch/>
        </p:blipFill>
        <p:spPr bwMode="auto">
          <a:xfrm flipH="0" flipV="0">
            <a:off x="91529" y="628650"/>
            <a:ext cx="12008937" cy="56006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86387210" name=""/>
          <p:cNvPicPr>
            <a:picLocks noChangeAspect="1"/>
          </p:cNvPicPr>
          <p:nvPr/>
        </p:nvPicPr>
        <p:blipFill>
          <a:blip r:embed="rId3"/>
          <a:stretch/>
        </p:blipFill>
        <p:spPr bwMode="auto">
          <a:xfrm flipH="0" flipV="0">
            <a:off x="684822" y="389722"/>
            <a:ext cx="10822351" cy="60785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40027598" name=""/>
          <p:cNvPicPr>
            <a:picLocks noChangeAspect="1"/>
          </p:cNvPicPr>
          <p:nvPr/>
        </p:nvPicPr>
        <p:blipFill>
          <a:blip r:embed="rId3"/>
          <a:stretch/>
        </p:blipFill>
        <p:spPr bwMode="auto">
          <a:xfrm flipH="0" flipV="0">
            <a:off x="922065" y="514349"/>
            <a:ext cx="10347867" cy="58292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3194802" name=""/>
          <p:cNvPicPr>
            <a:picLocks noChangeAspect="1"/>
          </p:cNvPicPr>
          <p:nvPr/>
        </p:nvPicPr>
        <p:blipFill>
          <a:blip r:embed="rId3"/>
          <a:stretch/>
        </p:blipFill>
        <p:spPr bwMode="auto">
          <a:xfrm flipH="0" flipV="0">
            <a:off x="3132748" y="771007"/>
            <a:ext cx="5926500" cy="53159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19601163" name=""/>
          <p:cNvPicPr>
            <a:picLocks noChangeAspect="1"/>
          </p:cNvPicPr>
          <p:nvPr/>
        </p:nvPicPr>
        <p:blipFill>
          <a:blip r:embed="rId3"/>
          <a:stretch/>
        </p:blipFill>
        <p:spPr bwMode="auto">
          <a:xfrm flipH="0" flipV="0">
            <a:off x="3980472" y="608297"/>
            <a:ext cx="4231051" cy="56414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82725908" name=""/>
          <p:cNvPicPr>
            <a:picLocks noChangeAspect="1"/>
          </p:cNvPicPr>
          <p:nvPr/>
        </p:nvPicPr>
        <p:blipFill>
          <a:blip r:embed="rId3"/>
          <a:stretch/>
        </p:blipFill>
        <p:spPr bwMode="auto">
          <a:xfrm flipH="0" flipV="0">
            <a:off x="1028698" y="895349"/>
            <a:ext cx="10134599" cy="5067299"/>
          </a:xfrm>
          <a:prstGeom prst="rect">
            <a:avLst/>
          </a:prstGeom>
        </p:spPr>
      </p:pic>
      <p:sp>
        <p:nvSpPr>
          <p:cNvPr id="493737358" name=""/>
          <p:cNvSpPr/>
          <p:nvPr/>
        </p:nvSpPr>
        <p:spPr bwMode="auto">
          <a:xfrm flipH="0" flipV="0">
            <a:off x="1229699" y="1790699"/>
            <a:ext cx="371475" cy="31241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20085475" name=""/>
          <p:cNvSpPr txBox="1"/>
          <p:nvPr/>
        </p:nvSpPr>
        <p:spPr bwMode="auto">
          <a:xfrm rot="16199969" flipH="0" flipV="0">
            <a:off x="-1385529" y="3289162"/>
            <a:ext cx="4829895"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800">
                <a:latin typeface="IBM Plex Sans"/>
              </a:rPr>
              <a:t>比特幣美元價格</a:t>
            </a:r>
            <a:endParaRPr sz="18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ONLYOFFICE/9.0.4.50</Application>
  <PresentationFormat>On-screen Show (4:3)</PresentationFormat>
  <Paragraphs>0</Paragraphs>
  <Slides>70</Slides>
  <Notes>70</Notes>
  <HiddenSlides>0</HiddenSlides>
  <MMClips>2</MMClips>
  <ScaleCrop>0</ScaleCrop>
  <HeadingPairs>
    <vt:vector size="4" baseType="variant">
      <vt:variant>
        <vt:lpstr>Theme</vt:lpstr>
      </vt:variant>
      <vt:variant>
        <vt:i4>1</vt:i4>
      </vt:variant>
      <vt:variant>
        <vt:lpstr>Slide Titles</vt:lpstr>
      </vt:variant>
      <vt:variant>
        <vt:i4>70</vt:i4>
      </vt:variant>
    </vt:vector>
  </HeadingPairs>
  <TitlesOfParts>
    <vt:vector size="7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MariJ</cp:lastModifiedBy>
  <cp:revision>31</cp:revision>
  <dcterms:modified xsi:type="dcterms:W3CDTF">2025-10-15T15:09:23Z</dcterms:modified>
</cp:coreProperties>
</file>