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Klartekst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Ciphertext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Sende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Kryptering</a:t>
            </a:r>
            <a:endParaRPr/>
          </a:p>
          <a:p>
            <a:pPr algn="ctr"/>
            <a:r>
              <a:rPr sz="2300" lang="en-US">
                <a:latin typeface="Roboto"/>
              </a:rPr>
              <a:t>med offentlig</a:t>
            </a:r>
          </a:p>
          <a:p>
            <a:pPr algn="ctr"/>
            <a:r>
              <a:rPr sz="2300" lang="en-US">
                <a:latin typeface="Roboto"/>
              </a:rPr>
              <a:t>nøkkel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Dekryptering</a:t>
            </a:r>
            <a:endParaRPr/>
          </a:p>
          <a:p>
            <a:pPr algn="ctr"/>
            <a:r>
              <a:rPr sz="2300" lang="en-US">
                <a:latin typeface="Roboto"/>
              </a:rPr>
              <a:t>med privat</a:t>
            </a:r>
          </a:p>
          <a:p>
            <a:pPr algn="ctr"/>
            <a:r>
              <a:rPr sz="2300" lang="en-US">
                <a:latin typeface="Roboto"/>
              </a:rPr>
              <a:t>nøkkel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Klartekst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Ciphertext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Sende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Kryptering </a:t>
            </a:r>
            <a:r>
              <a:rPr sz="1400" b="0" lang="fr-FR">
                <a:latin typeface="IBM Plex Sans"/>
              </a:rPr>
              <a:t>med </a:t>
            </a:r>
            <a:r>
              <a:rPr sz="1400" b="0">
                <a:latin typeface="IBM Plex Sans"/>
              </a:rPr>
              <a:t>offentlig </a:t>
            </a:r>
            <a:r>
              <a:rPr sz="1400" b="0" lang="fr-FR">
                <a:latin typeface="IBM Plex Sans"/>
              </a:rPr>
              <a:t>nøkkel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Dekryptering </a:t>
            </a:r>
            <a:r>
              <a:rPr sz="1600" b="0" lang="fr-FR">
                <a:latin typeface="IBM Plex Sans"/>
              </a:rPr>
              <a:t>med </a:t>
            </a:r>
            <a:r>
              <a:rPr sz="1600" b="0">
                <a:latin typeface="IBM Plex Sans"/>
              </a:rPr>
              <a:t>privat </a:t>
            </a:r>
            <a:r>
              <a:rPr sz="1600" b="0" lang="fr-FR">
                <a:latin typeface="IBM Plex Sans"/>
              </a:rPr>
              <a:t>nøkkel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Melding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Signatur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Sende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Signering </a:t>
            </a:r>
            <a:r>
              <a:rPr sz="1600" b="0" lang="fr-FR">
                <a:latin typeface="IBM Plex Sans"/>
              </a:rPr>
              <a:t>med </a:t>
            </a:r>
            <a:r>
              <a:rPr sz="1600" b="0">
                <a:latin typeface="IBM Plex Sans"/>
              </a:rPr>
              <a:t>privat </a:t>
            </a:r>
            <a:r>
              <a:rPr sz="1600" b="0" lang="fr-FR">
                <a:latin typeface="IBM Plex Sans"/>
              </a:rPr>
              <a:t>nøkkel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Verifisering </a:t>
            </a:r>
            <a:r>
              <a:rPr sz="1600" b="0" lang="fr-FR">
                <a:latin typeface="IBM Plex Sans"/>
              </a:rPr>
              <a:t>med </a:t>
            </a:r>
            <a:r>
              <a:rPr sz="1600" b="0">
                <a:latin typeface="IBM Plex Sans"/>
              </a:rPr>
              <a:t>offentlig </a:t>
            </a:r>
            <a:r>
              <a:rPr sz="1600" b="0" lang="fr-FR">
                <a:latin typeface="IBM Plex Sans"/>
              </a:rPr>
              <a:t>nøkkel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sende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sende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studiepoeng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oversikt over </a:t>
            </a:r>
            <a:r>
              <a:rPr sz="1400">
                <a:latin typeface="IBM Plex Sans"/>
              </a:rPr>
              <a:t>brukte sedler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Distribuerte nettverk.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Stasjon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Lenke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Sentralisering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Desentralisert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Lojal general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Forræder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Nederlag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Seier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Pålitelig tidsstempling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Beregn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Send hash til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Innenfor et selskap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Data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Data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Lagre sammen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Signert tidsstempel og </a:t>
            </a:r>
            <a:r>
              <a:rPr sz="1100">
                <a:latin typeface="IBM Plex Sans"/>
              </a:rPr>
              <a:t>hash returneres </a:t>
            </a:r>
            <a:r>
              <a:rPr sz="1100">
                <a:latin typeface="IBM Plex Sans"/>
              </a:rPr>
              <a:t>til rekvirenten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Tidsstempel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Myndighet for tidsstempling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Beregn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Dette er </a:t>
            </a:r>
            <a:r>
              <a:rPr sz="1100" lang="fr-FR">
                <a:latin typeface="IBM Plex Sans"/>
              </a:rPr>
              <a:t>en digital </a:t>
            </a:r>
            <a:r>
              <a:rPr sz="1100">
                <a:latin typeface="IBM Plex Sans"/>
              </a:rPr>
              <a:t>signatur av </a:t>
            </a:r>
            <a:r>
              <a:rPr sz="1100" lang="fr-FR">
                <a:latin typeface="IBM Plex Sans"/>
              </a:rPr>
              <a:t>hashen </a:t>
            </a:r>
            <a:r>
              <a:rPr sz="1100">
                <a:latin typeface="IBM Plex Sans"/>
              </a:rPr>
              <a:t>sammenkjedet </a:t>
            </a:r>
            <a:r>
              <a:rPr sz="1100" lang="fr-FR">
                <a:latin typeface="IBM Plex Sans"/>
              </a:rPr>
              <a:t>med </a:t>
            </a:r>
            <a:r>
              <a:rPr sz="1100">
                <a:latin typeface="IBM Plex Sans"/>
              </a:rPr>
              <a:t>tidsstempelet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Bruk den private </a:t>
            </a:r>
            <a:r>
              <a:rPr sz="1000">
                <a:latin typeface="IBM Plex Sans"/>
              </a:rPr>
              <a:t>nøkkelen til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Tidsstempel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Tidsstempel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Referanser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Satoshi Nakamotos side - </a:t>
            </a:r>
            <a:r>
              <a:rPr sz="1400" b="0" i="1" lang="fr-FR">
                <a:latin typeface="IBM Plex Sans"/>
              </a:rPr>
              <a:t>Aldri mottatt noen gave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Bitcoin Forum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Patoshi-blokker og inverterte tidsstempler (blokknummer/ExtraNonce)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Estimat av Satoshis prosentandel av nettverket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Prosentandel av nettverket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Estimat av </a:t>
            </a:r>
            <a:r>
              <a:rPr sz="1800">
                <a:latin typeface="IBM Plex Sans"/>
              </a:rPr>
              <a:t>Satoshis hashrate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Daglig gjennomsnittlig hashrate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Lineær hashrate-modell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Dato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"Artikkel: Vet du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noe om bitcoins?"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er en elektronisk valuta som ble utviklet i 2009 av en person ved navn Satoshi Nakamoto. Denne valutaen skiller seg ut fra andre elektroniske valutaer på grunn av sin fullstendig desentraliserte peer-to-peer-natur og sin smarte bruk av grunnleggende kryptografiske konsepter. Den er basert på programvare skrevet i C++ og publisert under MIT-lisensen for åpen kildekode.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Bitcoin, fremveksten av maskinene.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Bitcoin-pris i amerikanske dollar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