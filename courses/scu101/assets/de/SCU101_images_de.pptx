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46118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2392402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8979905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667942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31221727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1330375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0850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19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0038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3382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30854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5940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0848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3366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3197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61192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74746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135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1597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9526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780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7638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56069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11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8107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673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1184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8304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3135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41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3272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6832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9357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0319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610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196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871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6042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491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92549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270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615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94448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540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184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7100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1573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50871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9884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567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5531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2128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612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302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95541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47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08292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9725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3986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5010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5790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3952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1752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0190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158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7079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2825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484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4764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099287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0299263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5536118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337870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1753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479703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6216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871180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04554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40385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24021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138790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463127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63513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3635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9966387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96998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85522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726215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94952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5194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09955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9842601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144202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7251422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402683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972859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833274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1207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7941724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92964468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281125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976967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7055240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901234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65376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99081490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1393793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103680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210625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1197961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32976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7562407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308111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7580545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3523025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83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3859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0166328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82276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22574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770538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46381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912119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99284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8997843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35370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57255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336457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745620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12963961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573386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20.pn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37.jp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498079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66711762" name="TextBox 4"/>
          <p:cNvSpPr txBox="1"/>
          <p:nvPr/>
        </p:nvSpPr>
        <p:spPr bwMode="auto">
          <a:xfrm rot="0" flipH="0" flipV="0">
            <a:off x="6256041" y="2984844"/>
            <a:ext cx="4967995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Online-Navigation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147078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71143037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386099944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54728133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344004983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46494693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53094743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23535980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261215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19597882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Verwendung von Computern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678821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003610369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968682045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60894646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51153601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73891794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738161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8625855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3605458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3767317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4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382999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13866847" name="TextBox 4"/>
          <p:cNvSpPr txBox="1"/>
          <p:nvPr/>
        </p:nvSpPr>
        <p:spPr bwMode="auto">
          <a:xfrm rot="0" flipH="0" flipV="0">
            <a:off x="5734962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Konkrete Lösungen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0431581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113514388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02927862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9639185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79244811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1754402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32054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141661342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35888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65944741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808171029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693362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89218548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56713691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3140630" name=""/>
          <p:cNvGrpSpPr/>
          <p:nvPr/>
        </p:nvGrpSpPr>
        <p:grpSpPr bwMode="auto">
          <a:xfrm>
            <a:off x="1124073" y="2151162"/>
            <a:ext cx="9943853" cy="2570003"/>
            <a:chOff x="0" y="0"/>
            <a:chExt cx="9943853" cy="2570003"/>
          </a:xfrm>
        </p:grpSpPr>
        <p:sp>
          <p:nvSpPr>
            <p:cNvPr id="1843659458" name="Freeform 2"/>
            <p:cNvSpPr/>
            <p:nvPr/>
          </p:nvSpPr>
          <p:spPr bwMode="auto">
            <a:xfrm rot="0" flipH="0" flipV="0">
              <a:off x="2806641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264899863" name="Freeform 3"/>
            <p:cNvSpPr/>
            <p:nvPr/>
          </p:nvSpPr>
          <p:spPr bwMode="auto">
            <a:xfrm rot="0" flipH="0" flipV="0">
              <a:off x="0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440455589" name="Freeform 4"/>
            <p:cNvSpPr/>
            <p:nvPr/>
          </p:nvSpPr>
          <p:spPr bwMode="auto">
            <a:xfrm rot="0" flipH="0" flipV="0">
              <a:off x="8151056" y="0"/>
              <a:ext cx="1784430" cy="1854142"/>
            </a:xfrm>
            <a:custGeom>
              <a:avLst/>
              <a:gdLst/>
              <a:ahLst/>
              <a:cxnLst/>
              <a:rect l="l" t="t" r="r" b="b"/>
              <a:pathLst>
                <a:path w="1784430" h="1854142" fill="norm" stroke="1" extrusionOk="0">
                  <a:moveTo>
                    <a:pt x="0" y="0"/>
                  </a:moveTo>
                  <a:lnTo>
                    <a:pt x="1784431" y="0"/>
                  </a:lnTo>
                  <a:lnTo>
                    <a:pt x="1784431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129137717" name="Freeform 5"/>
            <p:cNvSpPr/>
            <p:nvPr/>
          </p:nvSpPr>
          <p:spPr bwMode="auto">
            <a:xfrm rot="0" flipH="0" flipV="0">
              <a:off x="5608939" y="0"/>
              <a:ext cx="1589938" cy="1854142"/>
            </a:xfrm>
            <a:custGeom>
              <a:avLst/>
              <a:gdLst/>
              <a:ahLst/>
              <a:cxnLst/>
              <a:rect l="l" t="t" r="r" b="b"/>
              <a:pathLst>
                <a:path w="1589938" h="1854142" fill="norm" stroke="1" extrusionOk="0">
                  <a:moveTo>
                    <a:pt x="0" y="0"/>
                  </a:moveTo>
                  <a:lnTo>
                    <a:pt x="1589938" y="0"/>
                  </a:lnTo>
                  <a:lnTo>
                    <a:pt x="1589938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580112003" name="TextBox 6"/>
            <p:cNvSpPr txBox="1"/>
            <p:nvPr/>
          </p:nvSpPr>
          <p:spPr bwMode="auto">
            <a:xfrm rot="0">
              <a:off x="26488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Chrome</a:t>
              </a:r>
              <a:endParaRPr/>
            </a:p>
          </p:txBody>
        </p:sp>
        <p:sp>
          <p:nvSpPr>
            <p:cNvPr id="856748786" name="TextBox 7"/>
            <p:cNvSpPr txBox="1"/>
            <p:nvPr/>
          </p:nvSpPr>
          <p:spPr bwMode="auto">
            <a:xfrm rot="0">
              <a:off x="283313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Chromium</a:t>
              </a:r>
              <a:endParaRPr/>
            </a:p>
          </p:txBody>
        </p:sp>
        <p:sp>
          <p:nvSpPr>
            <p:cNvPr id="1626460172" name="TextBox 8"/>
            <p:cNvSpPr txBox="1"/>
            <p:nvPr/>
          </p:nvSpPr>
          <p:spPr bwMode="auto">
            <a:xfrm rot="0" flipH="0" flipV="0">
              <a:off x="5206607" y="2107364"/>
              <a:ext cx="2624424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Brave</a:t>
              </a:r>
              <a:endParaRPr/>
            </a:p>
          </p:txBody>
        </p:sp>
        <p:sp>
          <p:nvSpPr>
            <p:cNvPr id="1311629489" name="TextBox 9"/>
            <p:cNvSpPr txBox="1"/>
            <p:nvPr/>
          </p:nvSpPr>
          <p:spPr bwMode="auto">
            <a:xfrm rot="0">
              <a:off x="814269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Firefox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802541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009551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294617229" name=""/>
          <p:cNvGrpSpPr/>
          <p:nvPr/>
        </p:nvGrpSpPr>
        <p:grpSpPr bwMode="auto">
          <a:xfrm>
            <a:off x="685800" y="2148626"/>
            <a:ext cx="2713928" cy="2560745"/>
            <a:chOff x="0" y="0"/>
            <a:chExt cx="2713928" cy="2560745"/>
          </a:xfrm>
        </p:grpSpPr>
        <p:sp>
          <p:nvSpPr>
            <p:cNvPr id="1262076459" name="Freeform 2"/>
            <p:cNvSpPr/>
            <p:nvPr/>
          </p:nvSpPr>
          <p:spPr bwMode="auto">
            <a:xfrm rot="0" flipH="0" flipV="0">
              <a:off x="429892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89574071" name="TextBox 8"/>
            <p:cNvSpPr txBox="1"/>
            <p:nvPr/>
          </p:nvSpPr>
          <p:spPr bwMode="auto">
            <a:xfrm rot="0">
              <a:off x="0" y="2112435"/>
              <a:ext cx="2713929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TOR Browser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294153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037631547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911489308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41540024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8254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24843138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723315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34679232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10332836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73977087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5249938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56220260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Ohne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417823998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Mit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431911303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Benutzer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70905675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VPN-Klient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34300785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Internetdienstanbieter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42090752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VPN-Server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85523857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84753597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90083863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338386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5765228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4009605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6864477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12684212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104439930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153051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91309114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80955622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0003993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Benutzer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51726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Internetdienstanbieter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6947399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61287153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08061434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1386476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767684681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9430038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93460498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4770690" name=""/>
          <p:cNvGrpSpPr/>
          <p:nvPr/>
        </p:nvGrpSpPr>
        <p:grpSpPr bwMode="auto">
          <a:xfrm>
            <a:off x="1550498" y="2151162"/>
            <a:ext cx="10262662" cy="2570003"/>
            <a:chOff x="0" y="0"/>
            <a:chExt cx="10262662" cy="2570003"/>
          </a:xfrm>
        </p:grpSpPr>
        <p:grpSp>
          <p:nvGrpSpPr>
            <p:cNvPr id="1802503057" name="Group 2"/>
            <p:cNvGrpSpPr/>
            <p:nvPr/>
          </p:nvGrpSpPr>
          <p:grpSpPr bwMode="auto">
            <a:xfrm rot="0">
              <a:off x="3586931" y="0"/>
              <a:ext cx="1854142" cy="1854142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602007178" name="Freeform 4"/>
            <p:cNvSpPr/>
            <p:nvPr/>
          </p:nvSpPr>
          <p:spPr bwMode="auto">
            <a:xfrm rot="0" flipH="0" flipV="0">
              <a:off x="0" y="554742"/>
              <a:ext cx="2158430" cy="744658"/>
            </a:xfrm>
            <a:custGeom>
              <a:avLst/>
              <a:gdLst/>
              <a:ahLst/>
              <a:cxnLst/>
              <a:rect l="l" t="t" r="r" b="b"/>
              <a:pathLst>
                <a:path w="2158430" h="744658" fill="norm" stroke="1" extrusionOk="0">
                  <a:moveTo>
                    <a:pt x="0" y="0"/>
                  </a:moveTo>
                  <a:lnTo>
                    <a:pt x="2158430" y="0"/>
                  </a:lnTo>
                  <a:lnTo>
                    <a:pt x="2158430" y="744658"/>
                  </a:lnTo>
                  <a:lnTo>
                    <a:pt x="0" y="74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528961903" name="Freeform 5"/>
            <p:cNvSpPr/>
            <p:nvPr/>
          </p:nvSpPr>
          <p:spPr bwMode="auto">
            <a:xfrm rot="0" flipH="0" flipV="0">
              <a:off x="7019472" y="0"/>
              <a:ext cx="2030081" cy="1854142"/>
            </a:xfrm>
            <a:custGeom>
              <a:avLst/>
              <a:gdLst/>
              <a:ahLst/>
              <a:cxnLst/>
              <a:rect l="l" t="t" r="r" b="b"/>
              <a:pathLst>
                <a:path w="2030082" h="1854142" fill="norm" stroke="1" extrusionOk="0">
                  <a:moveTo>
                    <a:pt x="0" y="0"/>
                  </a:moveTo>
                  <a:lnTo>
                    <a:pt x="2030083" y="0"/>
                  </a:lnTo>
                  <a:lnTo>
                    <a:pt x="203008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659766082" name="TextBox 6"/>
            <p:cNvSpPr txBox="1"/>
            <p:nvPr/>
          </p:nvSpPr>
          <p:spPr bwMode="auto">
            <a:xfrm rot="0" flipH="0" flipV="0">
              <a:off x="0" y="2107364"/>
              <a:ext cx="239888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IVPN</a:t>
              </a:r>
              <a:endParaRPr/>
            </a:p>
          </p:txBody>
        </p:sp>
        <p:sp>
          <p:nvSpPr>
            <p:cNvPr id="1685135885" name="TextBox 7"/>
            <p:cNvSpPr txBox="1"/>
            <p:nvPr/>
          </p:nvSpPr>
          <p:spPr bwMode="auto">
            <a:xfrm rot="0" flipH="0" flipV="0">
              <a:off x="2906166" y="2107364"/>
              <a:ext cx="3482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Mullvad VPN</a:t>
              </a:r>
              <a:endParaRPr/>
            </a:p>
          </p:txBody>
        </p:sp>
        <p:sp>
          <p:nvSpPr>
            <p:cNvPr id="967811422" name="TextBox 8"/>
            <p:cNvSpPr txBox="1"/>
            <p:nvPr/>
          </p:nvSpPr>
          <p:spPr bwMode="auto">
            <a:xfrm rot="0" flipH="0" flipV="0">
              <a:off x="6978026" y="2107364"/>
              <a:ext cx="3284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Proton VPN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182262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1883358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2294458" name="Freeform 4"/>
          <p:cNvSpPr/>
          <p:nvPr/>
        </p:nvSpPr>
        <p:spPr bwMode="auto">
          <a:xfrm rot="3898291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11606438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57128369" name="TextBox 8"/>
          <p:cNvSpPr txBox="1"/>
          <p:nvPr/>
        </p:nvSpPr>
        <p:spPr bwMode="auto">
          <a:xfrm rot="0" flipH="0" flipV="0">
            <a:off x="878623" y="588870"/>
            <a:ext cx="5943765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Protokoll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62244551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Domänenname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093683" name="TextBox 10"/>
          <p:cNvSpPr txBox="1"/>
          <p:nvPr/>
        </p:nvSpPr>
        <p:spPr bwMode="auto">
          <a:xfrm rot="0" flipH="0" flipV="0">
            <a:off x="7504666" y="5192156"/>
            <a:ext cx="2563291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Top-Level-Domain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878946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Domain der zweiten Ebene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8623497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Pfad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196289465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71648338" name=""/>
          <p:cNvGrpSpPr/>
          <p:nvPr/>
        </p:nvGrpSpPr>
        <p:grpSpPr bwMode="auto">
          <a:xfrm>
            <a:off x="1588582" y="2231570"/>
            <a:ext cx="9896134" cy="2750980"/>
            <a:chOff x="0" y="0"/>
            <a:chExt cx="9896134" cy="2750980"/>
          </a:xfrm>
        </p:grpSpPr>
        <p:sp>
          <p:nvSpPr>
            <p:cNvPr id="82837455" name="Freeform 2"/>
            <p:cNvSpPr/>
            <p:nvPr/>
          </p:nvSpPr>
          <p:spPr bwMode="auto">
            <a:xfrm rot="0" flipH="0" flipV="0">
              <a:off x="6751353" y="50283"/>
              <a:ext cx="1801163" cy="1854142"/>
            </a:xfrm>
            <a:custGeom>
              <a:avLst/>
              <a:gdLst/>
              <a:ahLst/>
              <a:cxnLst/>
              <a:rect l="l" t="t" r="r" b="b"/>
              <a:pathLst>
                <a:path w="1801163" h="1854142" fill="norm" stroke="1" extrusionOk="0">
                  <a:moveTo>
                    <a:pt x="0" y="0"/>
                  </a:moveTo>
                  <a:lnTo>
                    <a:pt x="1801163" y="0"/>
                  </a:lnTo>
                  <a:lnTo>
                    <a:pt x="180116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22678" t="0" r="22676" b="0"/>
              <a:stretch/>
            </a:blipFill>
          </p:spPr>
        </p:sp>
        <p:sp>
          <p:nvSpPr>
            <p:cNvPr id="171116727" name="Freeform 3"/>
            <p:cNvSpPr/>
            <p:nvPr/>
          </p:nvSpPr>
          <p:spPr bwMode="auto">
            <a:xfrm rot="0" flipH="0" flipV="0">
              <a:off x="580559" y="50283"/>
              <a:ext cx="1564677" cy="1854142"/>
            </a:xfrm>
            <a:custGeom>
              <a:avLst/>
              <a:gdLst/>
              <a:ahLst/>
              <a:cxnLst/>
              <a:rect l="l" t="t" r="r" b="b"/>
              <a:pathLst>
                <a:path w="1564677" h="1854142" fill="norm" stroke="1" extrusionOk="0">
                  <a:moveTo>
                    <a:pt x="0" y="0"/>
                  </a:moveTo>
                  <a:lnTo>
                    <a:pt x="1564677" y="0"/>
                  </a:lnTo>
                  <a:lnTo>
                    <a:pt x="1564677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63062472" name="TextBox 5"/>
            <p:cNvSpPr txBox="1"/>
            <p:nvPr/>
          </p:nvSpPr>
          <p:spPr bwMode="auto">
            <a:xfrm rot="0" flipH="0" flipV="0">
              <a:off x="3058582" y="2288341"/>
              <a:ext cx="294360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macOS</a:t>
              </a:r>
              <a:endParaRPr/>
            </a:p>
          </p:txBody>
        </p:sp>
        <p:sp>
          <p:nvSpPr>
            <p:cNvPr id="1408797406" name="TextBox 6"/>
            <p:cNvSpPr txBox="1"/>
            <p:nvPr/>
          </p:nvSpPr>
          <p:spPr bwMode="auto">
            <a:xfrm rot="0" flipH="0" flipV="0">
              <a:off x="0" y="2288341"/>
              <a:ext cx="292243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Linux</a:t>
              </a:r>
              <a:endParaRPr/>
            </a:p>
          </p:txBody>
        </p:sp>
        <p:sp>
          <p:nvSpPr>
            <p:cNvPr id="754876033" name="TextBox 7"/>
            <p:cNvSpPr txBox="1"/>
            <p:nvPr/>
          </p:nvSpPr>
          <p:spPr bwMode="auto">
            <a:xfrm rot="0" flipH="0" flipV="0">
              <a:off x="6751352" y="2288341"/>
              <a:ext cx="3144782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</a:t>
              </a:r>
              <a:endParaRPr/>
            </a:p>
          </p:txBody>
        </p:sp>
        <p:pic>
          <p:nvPicPr>
            <p:cNvPr id="315501358" name=""/>
            <p:cNvPicPr>
              <a:picLocks noChangeAspect="1"/>
            </p:cNvPicPr>
            <p:nvPr/>
          </p:nvPicPr>
          <p:blipFill>
            <a:blip r:embed="rId5"/>
            <a:stretch/>
          </p:blipFill>
          <p:spPr bwMode="auto">
            <a:xfrm flipH="0" flipV="0">
              <a:off x="3531961" y="0"/>
              <a:ext cx="1524174" cy="197246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722059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93928938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52047471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1006180223" name=""/>
          <p:cNvGrpSpPr/>
          <p:nvPr/>
        </p:nvGrpSpPr>
        <p:grpSpPr bwMode="auto">
          <a:xfrm>
            <a:off x="339748" y="2128008"/>
            <a:ext cx="3101635" cy="2616309"/>
            <a:chOff x="0" y="0"/>
            <a:chExt cx="3101635" cy="2616309"/>
          </a:xfrm>
        </p:grpSpPr>
        <p:sp>
          <p:nvSpPr>
            <p:cNvPr id="1883203191" name="Freeform 2"/>
            <p:cNvSpPr/>
            <p:nvPr/>
          </p:nvSpPr>
          <p:spPr bwMode="auto">
            <a:xfrm rot="0" flipH="0" flipV="0">
              <a:off x="546075" y="0"/>
              <a:ext cx="1937986" cy="1937986"/>
            </a:xfrm>
            <a:custGeom>
              <a:avLst/>
              <a:gdLst/>
              <a:ahLst/>
              <a:cxnLst/>
              <a:rect l="l" t="t" r="r" b="b"/>
              <a:pathLst>
                <a:path w="1937986" h="1937986" fill="norm" stroke="1" extrusionOk="0">
                  <a:moveTo>
                    <a:pt x="0" y="0"/>
                  </a:moveTo>
                  <a:lnTo>
                    <a:pt x="1937986" y="0"/>
                  </a:lnTo>
                  <a:lnTo>
                    <a:pt x="1937986" y="1937986"/>
                  </a:lnTo>
                  <a:lnTo>
                    <a:pt x="0" y="1937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45968787" name="TextBox 8"/>
            <p:cNvSpPr txBox="1"/>
            <p:nvPr/>
          </p:nvSpPr>
          <p:spPr bwMode="auto">
            <a:xfrm rot="0" flipH="0" flipV="0">
              <a:off x="0" y="2153670"/>
              <a:ext cx="3101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Ubuntu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0523369" name=""/>
          <p:cNvGrpSpPr/>
          <p:nvPr/>
        </p:nvGrpSpPr>
        <p:grpSpPr bwMode="auto">
          <a:xfrm>
            <a:off x="2096582" y="1786479"/>
            <a:ext cx="8446939" cy="3196071"/>
            <a:chOff x="0" y="0"/>
            <a:chExt cx="8446939" cy="3196071"/>
          </a:xfrm>
        </p:grpSpPr>
        <p:grpSp>
          <p:nvGrpSpPr>
            <p:cNvPr id="161769879" name="Group 2"/>
            <p:cNvGrpSpPr/>
            <p:nvPr/>
          </p:nvGrpSpPr>
          <p:grpSpPr bwMode="auto">
            <a:xfrm rot="0">
              <a:off x="759474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21874" t="0" r="21873" b="0"/>
                <a:stretch/>
              </a:blipFill>
            </p:spPr>
          </p:sp>
        </p:grpSp>
        <p:sp>
          <p:nvSpPr>
            <p:cNvPr id="112123075" name="Freeform 4"/>
            <p:cNvSpPr/>
            <p:nvPr/>
          </p:nvSpPr>
          <p:spPr bwMode="auto">
            <a:xfrm rot="0" flipH="0" flipV="0">
              <a:off x="5002272" y="0"/>
              <a:ext cx="2237088" cy="2349516"/>
            </a:xfrm>
            <a:custGeom>
              <a:avLst/>
              <a:gdLst/>
              <a:ahLst/>
              <a:cxnLst/>
              <a:rect l="l" t="t" r="r" b="b"/>
              <a:pathLst>
                <a:path w="2237088" h="2349516" fill="norm" stroke="1" extrusionOk="0">
                  <a:moveTo>
                    <a:pt x="0" y="0"/>
                  </a:moveTo>
                  <a:lnTo>
                    <a:pt x="2237088" y="0"/>
                  </a:lnTo>
                  <a:lnTo>
                    <a:pt x="2237088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35369260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Kaspersky</a:t>
              </a:r>
              <a:endParaRPr/>
            </a:p>
          </p:txBody>
        </p:sp>
        <p:sp>
          <p:nvSpPr>
            <p:cNvPr id="999051230" name="TextBox 6"/>
            <p:cNvSpPr txBox="1"/>
            <p:nvPr/>
          </p:nvSpPr>
          <p:spPr bwMode="auto">
            <a:xfrm rot="0" flipH="0" flipV="0">
              <a:off x="4159249" y="2733432"/>
              <a:ext cx="428769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 Defender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732883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109067387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0466324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2962381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622532664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121210479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275550696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Mail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335815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42815035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150504188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418694071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5544102" name=""/>
          <p:cNvGrpSpPr/>
          <p:nvPr/>
        </p:nvGrpSpPr>
        <p:grpSpPr bwMode="auto">
          <a:xfrm>
            <a:off x="2350582" y="1786479"/>
            <a:ext cx="7449948" cy="3196071"/>
            <a:chOff x="0" y="0"/>
            <a:chExt cx="7449948" cy="3196071"/>
          </a:xfrm>
        </p:grpSpPr>
        <p:grpSp>
          <p:nvGrpSpPr>
            <p:cNvPr id="1817016270" name="Group 2"/>
            <p:cNvGrpSpPr/>
            <p:nvPr/>
          </p:nvGrpSpPr>
          <p:grpSpPr bwMode="auto">
            <a:xfrm rot="0">
              <a:off x="505473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1548456478" name="Freeform 4"/>
            <p:cNvSpPr/>
            <p:nvPr/>
          </p:nvSpPr>
          <p:spPr bwMode="auto">
            <a:xfrm rot="0" flipH="0" flipV="0">
              <a:off x="4692057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142827796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Dashlane</a:t>
              </a:r>
              <a:endParaRPr/>
            </a:p>
          </p:txBody>
        </p:sp>
        <p:sp>
          <p:nvSpPr>
            <p:cNvPr id="1001704740" name="TextBox 6"/>
            <p:cNvSpPr txBox="1"/>
            <p:nvPr/>
          </p:nvSpPr>
          <p:spPr bwMode="auto">
            <a:xfrm rot="0">
              <a:off x="4283685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LastPass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2467199" name=""/>
          <p:cNvGrpSpPr/>
          <p:nvPr/>
        </p:nvGrpSpPr>
        <p:grpSpPr bwMode="auto">
          <a:xfrm>
            <a:off x="2096582" y="1786479"/>
            <a:ext cx="7703947" cy="3196071"/>
            <a:chOff x="0" y="0"/>
            <a:chExt cx="7703947" cy="3196071"/>
          </a:xfrm>
        </p:grpSpPr>
        <p:sp>
          <p:nvSpPr>
            <p:cNvPr id="25490370" name="Freeform 2"/>
            <p:cNvSpPr/>
            <p:nvPr/>
          </p:nvSpPr>
          <p:spPr bwMode="auto">
            <a:xfrm rot="0" flipH="0" flipV="0">
              <a:off x="759474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863866327" name="Freeform 3"/>
            <p:cNvSpPr/>
            <p:nvPr/>
          </p:nvSpPr>
          <p:spPr bwMode="auto">
            <a:xfrm rot="0" flipH="0" flipV="0">
              <a:off x="4946058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680529616" name="TextBox 4"/>
            <p:cNvSpPr txBox="1"/>
            <p:nvPr/>
          </p:nvSpPr>
          <p:spPr bwMode="auto">
            <a:xfrm rot="0" flipH="0" flipV="0">
              <a:off x="0" y="2733432"/>
              <a:ext cx="4043553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Bitwarden</a:t>
              </a:r>
              <a:endParaRPr/>
            </a:p>
          </p:txBody>
        </p:sp>
        <p:sp>
          <p:nvSpPr>
            <p:cNvPr id="1612290767" name="TextBox 5"/>
            <p:cNvSpPr txBox="1"/>
            <p:nvPr/>
          </p:nvSpPr>
          <p:spPr bwMode="auto">
            <a:xfrm rot="0">
              <a:off x="4537684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KeePass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80559807" name=""/>
          <p:cNvGrpSpPr/>
          <p:nvPr/>
        </p:nvGrpSpPr>
        <p:grpSpPr bwMode="auto">
          <a:xfrm>
            <a:off x="370156" y="1786479"/>
            <a:ext cx="11507405" cy="3196071"/>
            <a:chOff x="0" y="0"/>
            <a:chExt cx="11507405" cy="3196071"/>
          </a:xfrm>
        </p:grpSpPr>
        <p:sp>
          <p:nvSpPr>
            <p:cNvPr id="603372934" name="Freeform 2"/>
            <p:cNvSpPr/>
            <p:nvPr/>
          </p:nvSpPr>
          <p:spPr bwMode="auto">
            <a:xfrm rot="0" flipH="0" flipV="0">
              <a:off x="0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2031204029" name="Freeform 3"/>
            <p:cNvSpPr/>
            <p:nvPr/>
          </p:nvSpPr>
          <p:spPr bwMode="auto">
            <a:xfrm rot="0" flipH="0" flipV="0">
              <a:off x="9457630" y="0"/>
              <a:ext cx="1994055" cy="2349516"/>
            </a:xfrm>
            <a:custGeom>
              <a:avLst/>
              <a:gdLst/>
              <a:ahLst/>
              <a:cxnLst/>
              <a:rect l="l" t="t" r="r" b="b"/>
              <a:pathLst>
                <a:path w="1994055" h="2349516" fill="norm" stroke="1" extrusionOk="0">
                  <a:moveTo>
                    <a:pt x="0" y="0"/>
                  </a:moveTo>
                  <a:lnTo>
                    <a:pt x="1994055" y="0"/>
                  </a:lnTo>
                  <a:lnTo>
                    <a:pt x="199405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849991255" name="Freeform 4"/>
            <p:cNvSpPr/>
            <p:nvPr/>
          </p:nvSpPr>
          <p:spPr bwMode="auto">
            <a:xfrm rot="0" flipH="0" flipV="0">
              <a:off x="6257925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55794602" name="Freeform 5"/>
            <p:cNvSpPr/>
            <p:nvPr/>
          </p:nvSpPr>
          <p:spPr bwMode="auto">
            <a:xfrm rot="0" flipH="0" flipV="0">
              <a:off x="3128962" y="132309"/>
              <a:ext cx="2349516" cy="2084898"/>
            </a:xfrm>
            <a:custGeom>
              <a:avLst/>
              <a:gdLst/>
              <a:ahLst/>
              <a:cxnLst/>
              <a:rect l="l" t="t" r="r" b="b"/>
              <a:pathLst>
                <a:path w="2349516" h="2084898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084897"/>
                  </a:lnTo>
                  <a:lnTo>
                    <a:pt x="0" y="20848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13934" t="17955" r="13872" b="17982"/>
              <a:stretch/>
            </a:blipFill>
          </p:spPr>
        </p:sp>
        <p:sp>
          <p:nvSpPr>
            <p:cNvPr id="196337321" name="TextBox 6"/>
            <p:cNvSpPr txBox="1"/>
            <p:nvPr/>
          </p:nvSpPr>
          <p:spPr bwMode="auto">
            <a:xfrm rot="0">
              <a:off x="115424" y="2733432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SMS</a:t>
              </a:r>
              <a:endParaRPr/>
            </a:p>
          </p:txBody>
        </p:sp>
        <p:sp>
          <p:nvSpPr>
            <p:cNvPr id="1082453252" name="TextBox 7"/>
            <p:cNvSpPr txBox="1"/>
            <p:nvPr/>
          </p:nvSpPr>
          <p:spPr bwMode="auto">
            <a:xfrm rot="0">
              <a:off x="2327773" y="2733433"/>
              <a:ext cx="3951894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Google Authenticator</a:t>
              </a:r>
              <a:endParaRPr/>
            </a:p>
          </p:txBody>
        </p:sp>
        <p:sp>
          <p:nvSpPr>
            <p:cNvPr id="1697391056" name="TextBox 8"/>
            <p:cNvSpPr txBox="1"/>
            <p:nvPr/>
          </p:nvSpPr>
          <p:spPr bwMode="auto">
            <a:xfrm rot="0" flipH="0" flipV="0">
              <a:off x="6257923" y="2733432"/>
              <a:ext cx="2438887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  <p:sp>
          <p:nvSpPr>
            <p:cNvPr id="951273862" name="TextBox 9"/>
            <p:cNvSpPr txBox="1"/>
            <p:nvPr/>
          </p:nvSpPr>
          <p:spPr bwMode="auto">
            <a:xfrm rot="0" flipH="0" flipV="0">
              <a:off x="9061216" y="2733432"/>
              <a:ext cx="2446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Security key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4898755" name=""/>
          <p:cNvGrpSpPr/>
          <p:nvPr/>
        </p:nvGrpSpPr>
        <p:grpSpPr bwMode="auto">
          <a:xfrm>
            <a:off x="353586" y="1758895"/>
            <a:ext cx="11650975" cy="3223656"/>
            <a:chOff x="0" y="0"/>
            <a:chExt cx="11650975" cy="3223656"/>
          </a:xfrm>
        </p:grpSpPr>
        <p:sp>
          <p:nvSpPr>
            <p:cNvPr id="41933635" name="Freeform 2"/>
            <p:cNvSpPr/>
            <p:nvPr/>
          </p:nvSpPr>
          <p:spPr bwMode="auto">
            <a:xfrm rot="0" flipH="0" flipV="0">
              <a:off x="3182573" y="27583"/>
              <a:ext cx="1870262" cy="2349516"/>
            </a:xfrm>
            <a:custGeom>
              <a:avLst/>
              <a:gdLst/>
              <a:ahLst/>
              <a:cxnLst/>
              <a:rect l="l" t="t" r="r" b="b"/>
              <a:pathLst>
                <a:path w="1870262" h="2349516" fill="norm" stroke="1" extrusionOk="0">
                  <a:moveTo>
                    <a:pt x="0" y="0"/>
                  </a:moveTo>
                  <a:lnTo>
                    <a:pt x="1870262" y="0"/>
                  </a:lnTo>
                  <a:lnTo>
                    <a:pt x="1870262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16376" t="7883" r="16872" b="8260"/>
              <a:stretch/>
            </a:blipFill>
          </p:spPr>
        </p:sp>
        <p:sp>
          <p:nvSpPr>
            <p:cNvPr id="2016066821" name="Freeform 3"/>
            <p:cNvSpPr/>
            <p:nvPr/>
          </p:nvSpPr>
          <p:spPr bwMode="auto">
            <a:xfrm rot="0" flipH="0" flipV="0">
              <a:off x="0" y="0"/>
              <a:ext cx="2404684" cy="2404684"/>
            </a:xfrm>
            <a:custGeom>
              <a:avLst/>
              <a:gdLst/>
              <a:ahLst/>
              <a:cxnLst/>
              <a:rect l="l" t="t" r="r" b="b"/>
              <a:pathLst>
                <a:path w="2404684" h="2404684" fill="norm" stroke="1" extrusionOk="0">
                  <a:moveTo>
                    <a:pt x="0" y="0"/>
                  </a:moveTo>
                  <a:lnTo>
                    <a:pt x="2404685" y="0"/>
                  </a:lnTo>
                  <a:lnTo>
                    <a:pt x="2404685" y="2404684"/>
                  </a:lnTo>
                  <a:lnTo>
                    <a:pt x="0" y="24046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482176345" name="Freeform 4"/>
            <p:cNvSpPr/>
            <p:nvPr/>
          </p:nvSpPr>
          <p:spPr bwMode="auto">
            <a:xfrm rot="0" flipH="0" flipV="0">
              <a:off x="5830725" y="27583"/>
              <a:ext cx="2324265" cy="2349516"/>
            </a:xfrm>
            <a:custGeom>
              <a:avLst/>
              <a:gdLst/>
              <a:ahLst/>
              <a:cxnLst/>
              <a:rect l="l" t="t" r="r" b="b"/>
              <a:pathLst>
                <a:path w="2324265" h="2349516" fill="norm" stroke="1" extrusionOk="0">
                  <a:moveTo>
                    <a:pt x="0" y="0"/>
                  </a:moveTo>
                  <a:lnTo>
                    <a:pt x="2324265" y="0"/>
                  </a:lnTo>
                  <a:lnTo>
                    <a:pt x="232426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3114" b="10622"/>
              <a:stretch/>
            </a:blipFill>
          </p:spPr>
        </p:sp>
        <p:sp>
          <p:nvSpPr>
            <p:cNvPr id="1313726961" name="Freeform 5"/>
            <p:cNvSpPr/>
            <p:nvPr/>
          </p:nvSpPr>
          <p:spPr bwMode="auto">
            <a:xfrm rot="0" flipH="0" flipV="0">
              <a:off x="8936040" y="27583"/>
              <a:ext cx="2548784" cy="2347082"/>
            </a:xfrm>
            <a:custGeom>
              <a:avLst/>
              <a:gdLst/>
              <a:ahLst/>
              <a:cxnLst/>
              <a:rect l="l" t="t" r="r" b="b"/>
              <a:pathLst>
                <a:path w="2548784" h="2347082" fill="norm" stroke="1" extrusionOk="0">
                  <a:moveTo>
                    <a:pt x="0" y="0"/>
                  </a:moveTo>
                  <a:lnTo>
                    <a:pt x="2548785" y="0"/>
                  </a:lnTo>
                  <a:lnTo>
                    <a:pt x="2548785" y="2347082"/>
                  </a:lnTo>
                  <a:lnTo>
                    <a:pt x="0" y="23470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1863543766" name="TextBox 6"/>
            <p:cNvSpPr txBox="1"/>
            <p:nvPr/>
          </p:nvSpPr>
          <p:spPr bwMode="auto">
            <a:xfrm rot="0">
              <a:off x="301760" y="2761017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Nmap</a:t>
              </a:r>
              <a:endParaRPr/>
            </a:p>
          </p:txBody>
        </p:sp>
        <p:sp>
          <p:nvSpPr>
            <p:cNvPr id="1702306372" name="TextBox 7"/>
            <p:cNvSpPr txBox="1"/>
            <p:nvPr/>
          </p:nvSpPr>
          <p:spPr bwMode="auto">
            <a:xfrm rot="0" flipH="0" flipV="0">
              <a:off x="2489661" y="2761016"/>
              <a:ext cx="314397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Metasploit</a:t>
              </a:r>
              <a:endParaRPr/>
            </a:p>
          </p:txBody>
        </p:sp>
        <p:sp>
          <p:nvSpPr>
            <p:cNvPr id="956239643" name="TextBox 8"/>
            <p:cNvSpPr txBox="1"/>
            <p:nvPr/>
          </p:nvSpPr>
          <p:spPr bwMode="auto">
            <a:xfrm rot="0" flipH="0" flipV="0">
              <a:off x="5553536" y="2761016"/>
              <a:ext cx="27636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Python</a:t>
              </a:r>
              <a:endParaRPr/>
            </a:p>
          </p:txBody>
        </p:sp>
        <p:sp>
          <p:nvSpPr>
            <p:cNvPr id="1227605525" name="TextBox 9"/>
            <p:cNvSpPr txBox="1"/>
            <p:nvPr/>
          </p:nvSpPr>
          <p:spPr bwMode="auto">
            <a:xfrm rot="0" flipH="0" flipV="0">
              <a:off x="8696786" y="2761016"/>
              <a:ext cx="2954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Normes ISO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77288234" name=""/>
          <p:cNvGrpSpPr/>
          <p:nvPr/>
        </p:nvGrpSpPr>
        <p:grpSpPr bwMode="auto">
          <a:xfrm>
            <a:off x="2751588" y="1682011"/>
            <a:ext cx="7048941" cy="3286211"/>
            <a:chOff x="0" y="0"/>
            <a:chExt cx="7048941" cy="3286211"/>
          </a:xfrm>
        </p:grpSpPr>
        <p:sp>
          <p:nvSpPr>
            <p:cNvPr id="235134932" name="Freeform 2"/>
            <p:cNvSpPr/>
            <p:nvPr/>
          </p:nvSpPr>
          <p:spPr bwMode="auto">
            <a:xfrm rot="0" flipH="0" flipV="0">
              <a:off x="0" y="0"/>
              <a:ext cx="2558452" cy="2558452"/>
            </a:xfrm>
            <a:custGeom>
              <a:avLst/>
              <a:gdLst/>
              <a:ahLst/>
              <a:cxnLst/>
              <a:rect l="l" t="t" r="r" b="b"/>
              <a:pathLst>
                <a:path w="2558453" h="2558453" fill="norm" stroke="1" extrusionOk="0">
                  <a:moveTo>
                    <a:pt x="0" y="0"/>
                  </a:moveTo>
                  <a:lnTo>
                    <a:pt x="2558452" y="0"/>
                  </a:lnTo>
                  <a:lnTo>
                    <a:pt x="2558452" y="2558453"/>
                  </a:lnTo>
                  <a:lnTo>
                    <a:pt x="0" y="2558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621507205" name="Freeform 3"/>
            <p:cNvSpPr/>
            <p:nvPr/>
          </p:nvSpPr>
          <p:spPr bwMode="auto">
            <a:xfrm rot="0" flipH="0" flipV="0">
              <a:off x="4291051" y="104467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352422494" name="TextBox 4"/>
            <p:cNvSpPr txBox="1"/>
            <p:nvPr/>
          </p:nvSpPr>
          <p:spPr bwMode="auto">
            <a:xfrm rot="0">
              <a:off x="378643" y="2837901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andOTP</a:t>
              </a:r>
              <a:endParaRPr/>
            </a:p>
          </p:txBody>
        </p:sp>
        <p:sp>
          <p:nvSpPr>
            <p:cNvPr id="454210958" name="TextBox 5"/>
            <p:cNvSpPr txBox="1"/>
            <p:nvPr/>
          </p:nvSpPr>
          <p:spPr bwMode="auto">
            <a:xfrm rot="0">
              <a:off x="3882678" y="2837901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8</cp:revision>
  <dcterms:created xsi:type="dcterms:W3CDTF">2006-08-16T00:00:00Z</dcterms:created>
  <dcterms:modified xsi:type="dcterms:W3CDTF">2025-10-16T09:01:46Z</dcterms:modified>
</cp:coreProperties>
</file>