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ناوبری آنلاین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استفاده از کامپیوتر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راه‌حل‌های مشخص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بدون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با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کاربر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کلاینت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ارائه‌دهنده خدمات اینترنت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سرور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اینترنت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کاربر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ارائه‌دهنده خدمات اینترنت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اینترنت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پروتکل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نام دامنه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دامنه سطح بالا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دامنه سطح دوم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مسیر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پروتون میل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