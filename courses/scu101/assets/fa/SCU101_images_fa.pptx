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79158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0308887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19446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4872336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5690387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8884016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0162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41624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6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2570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78514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35118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9093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2333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7144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5618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9279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04104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00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4247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008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888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21565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7452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67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0640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02368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16312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8983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3455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24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9007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1091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2690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44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7020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917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6120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46791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2667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98399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542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889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8065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6190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79747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00311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0922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5764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564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3411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52185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95684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75683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8091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86991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25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43376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30566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6187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1125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481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4824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74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169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0744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7811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7641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4129645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61259411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64450362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8285193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792105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8520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718623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6800152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621437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264221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617724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899910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27725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5502916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443216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353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39420385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8881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6266227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9844873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42931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24222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23470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99476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3399378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981249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522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0405913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6805629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5621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661890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58807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5441700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470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8810341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98044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053352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05937883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857089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729066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1789766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82911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38212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238783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66614978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1589149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815374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8096441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96183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599476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2079924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468912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9795699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260612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17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006190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1812330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658372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14525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96155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67195889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797286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7999657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7.png"/><Relationship Id="rId4" Type="http://schemas.openxmlformats.org/officeDocument/2006/relationships/image" Target="../media/image11.png"/><Relationship Id="rId5" Type="http://schemas.openxmlformats.org/officeDocument/2006/relationships/image" Target="../media/image3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979208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29533089" name="TextBox 4"/>
          <p:cNvSpPr txBox="1"/>
          <p:nvPr/>
        </p:nvSpPr>
        <p:spPr bwMode="auto">
          <a:xfrm rot="0" flipH="0" flipV="0">
            <a:off x="6256041" y="2984844"/>
            <a:ext cx="4967996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ناوبری آنلاین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73260422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091608501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773528658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647694261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64201547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220387659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90231089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912373558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165300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486656808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استفاده از کامپیوتر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33363388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706308324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09372573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35767852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16562788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95825195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28409874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1915819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5867016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287702904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5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396435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21780123" name="TextBox 4"/>
          <p:cNvSpPr txBox="1"/>
          <p:nvPr/>
        </p:nvSpPr>
        <p:spPr bwMode="auto">
          <a:xfrm rot="0" flipH="0" flipV="0">
            <a:off x="5734963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راه‌حل‌های ملموس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933317765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90664071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841452301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386990768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960263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176869678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70825142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48256091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580110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659545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293843530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097330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791634752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64330877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1139829" name="Freeform 2"/>
          <p:cNvSpPr/>
          <p:nvPr/>
        </p:nvSpPr>
        <p:spPr bwMode="auto">
          <a:xfrm rot="0" flipH="0" flipV="0">
            <a:off x="3930715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78109113" name="Freeform 3"/>
          <p:cNvSpPr/>
          <p:nvPr/>
        </p:nvSpPr>
        <p:spPr bwMode="auto">
          <a:xfrm rot="0" flipH="0" flipV="0">
            <a:off x="1124073" y="2151162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91675674" name="Freeform 4"/>
          <p:cNvSpPr/>
          <p:nvPr/>
        </p:nvSpPr>
        <p:spPr bwMode="auto">
          <a:xfrm rot="0" flipH="0" flipV="0">
            <a:off x="9275130" y="2151162"/>
            <a:ext cx="1784430" cy="1854142"/>
          </a:xfrm>
          <a:custGeom>
            <a:avLst/>
            <a:gdLst/>
            <a:ahLst/>
            <a:cxnLst/>
            <a:rect l="l" t="t" r="r" b="b"/>
            <a:pathLst>
              <a:path w="1784430" h="1854142" fill="norm" stroke="1" extrusionOk="0">
                <a:moveTo>
                  <a:pt x="0" y="0"/>
                </a:moveTo>
                <a:lnTo>
                  <a:pt x="1784431" y="0"/>
                </a:lnTo>
                <a:lnTo>
                  <a:pt x="1784431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21709891" name="Freeform 5"/>
          <p:cNvSpPr/>
          <p:nvPr/>
        </p:nvSpPr>
        <p:spPr bwMode="auto">
          <a:xfrm rot="0" flipH="0" flipV="0">
            <a:off x="6733013" y="2151162"/>
            <a:ext cx="1589938" cy="1854142"/>
          </a:xfrm>
          <a:custGeom>
            <a:avLst/>
            <a:gdLst/>
            <a:ahLst/>
            <a:cxnLst/>
            <a:rect l="l" t="t" r="r" b="b"/>
            <a:pathLst>
              <a:path w="1589938" h="1854142" fill="norm" stroke="1" extrusionOk="0">
                <a:moveTo>
                  <a:pt x="0" y="0"/>
                </a:moveTo>
                <a:lnTo>
                  <a:pt x="1589938" y="0"/>
                </a:lnTo>
                <a:lnTo>
                  <a:pt x="1589938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706665957" name="TextBox 6"/>
          <p:cNvSpPr txBox="1"/>
          <p:nvPr/>
        </p:nvSpPr>
        <p:spPr bwMode="auto">
          <a:xfrm rot="0">
            <a:off x="1150562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کروم</a:t>
            </a:r>
            <a:endParaRPr/>
          </a:p>
        </p:txBody>
      </p:sp>
      <p:sp>
        <p:nvSpPr>
          <p:cNvPr id="1932720680" name="TextBox 7"/>
          <p:cNvSpPr txBox="1"/>
          <p:nvPr/>
        </p:nvSpPr>
        <p:spPr bwMode="auto">
          <a:xfrm rot="0">
            <a:off x="395720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کرومیم</a:t>
            </a:r>
            <a:endParaRPr/>
          </a:p>
        </p:txBody>
      </p:sp>
      <p:sp>
        <p:nvSpPr>
          <p:cNvPr id="461353742" name="TextBox 8"/>
          <p:cNvSpPr txBox="1"/>
          <p:nvPr/>
        </p:nvSpPr>
        <p:spPr bwMode="auto">
          <a:xfrm rot="0">
            <a:off x="6627400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شجاع</a:t>
            </a:r>
            <a:endParaRPr/>
          </a:p>
        </p:txBody>
      </p:sp>
      <p:sp>
        <p:nvSpPr>
          <p:cNvPr id="1752176915" name="TextBox 9"/>
          <p:cNvSpPr txBox="1"/>
          <p:nvPr/>
        </p:nvSpPr>
        <p:spPr bwMode="auto">
          <a:xfrm rot="0">
            <a:off x="9266764" y="4258528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فایرفاکس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012845" name="Freeform 2"/>
          <p:cNvSpPr/>
          <p:nvPr/>
        </p:nvSpPr>
        <p:spPr bwMode="auto">
          <a:xfrm rot="0" flipH="0" flipV="0">
            <a:off x="1115693" y="2148627"/>
            <a:ext cx="1854142" cy="1854142"/>
          </a:xfrm>
          <a:custGeom>
            <a:avLst/>
            <a:gdLst/>
            <a:ahLst/>
            <a:cxnLst/>
            <a:rect l="l" t="t" r="r" b="b"/>
            <a:pathLst>
              <a:path w="1854142" h="1854142" fill="norm" stroke="1" extrusionOk="0">
                <a:moveTo>
                  <a:pt x="0" y="0"/>
                </a:moveTo>
                <a:lnTo>
                  <a:pt x="1854142" y="0"/>
                </a:lnTo>
                <a:lnTo>
                  <a:pt x="1854142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513928287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658024653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989022942" name="TextBox 8"/>
          <p:cNvSpPr txBox="1"/>
          <p:nvPr/>
        </p:nvSpPr>
        <p:spPr bwMode="auto">
          <a:xfrm rot="0">
            <a:off x="685800" y="4261063"/>
            <a:ext cx="271392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مرورگر TOR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185006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21308134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25727416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147287715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08549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554854090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42821230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96066520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79323852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7888603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19276397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08336526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بدون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755098497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با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545976980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کاربر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834979393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کلاینت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59433777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ارائه‌دهنده خدمات اینترنت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618241087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سرور VPN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870212320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اینترنت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395768419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408463899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60912885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8522896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990278727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60110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25600126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3429421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236444053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670758488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329732500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485660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کاربر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018367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ارائه‌دهنده خدمات اینترنت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9948594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اینترنت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67420298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230381192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07774121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62172253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991164706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682902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26161830" name="Group 2"/>
          <p:cNvGrpSpPr/>
          <p:nvPr/>
        </p:nvGrpSpPr>
        <p:grpSpPr bwMode="auto">
          <a:xfrm rot="0">
            <a:off x="5137431" y="2151162"/>
            <a:ext cx="1854142" cy="185414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051169692" name="Freeform 4"/>
          <p:cNvSpPr/>
          <p:nvPr/>
        </p:nvSpPr>
        <p:spPr bwMode="auto">
          <a:xfrm rot="0" flipH="0" flipV="0">
            <a:off x="1550500" y="2705904"/>
            <a:ext cx="2158430" cy="744658"/>
          </a:xfrm>
          <a:custGeom>
            <a:avLst/>
            <a:gdLst/>
            <a:ahLst/>
            <a:cxnLst/>
            <a:rect l="l" t="t" r="r" b="b"/>
            <a:pathLst>
              <a:path w="2158430" h="744658" fill="norm" stroke="1" extrusionOk="0">
                <a:moveTo>
                  <a:pt x="0" y="0"/>
                </a:moveTo>
                <a:lnTo>
                  <a:pt x="2158430" y="0"/>
                </a:lnTo>
                <a:lnTo>
                  <a:pt x="2158430" y="744658"/>
                </a:lnTo>
                <a:lnTo>
                  <a:pt x="0" y="7446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043119927" name="Freeform 5"/>
          <p:cNvSpPr/>
          <p:nvPr/>
        </p:nvSpPr>
        <p:spPr bwMode="auto">
          <a:xfrm rot="0" flipH="0" flipV="0">
            <a:off x="8569972" y="2151162"/>
            <a:ext cx="2030081" cy="1854142"/>
          </a:xfrm>
          <a:custGeom>
            <a:avLst/>
            <a:gdLst/>
            <a:ahLst/>
            <a:cxnLst/>
            <a:rect l="l" t="t" r="r" b="b"/>
            <a:pathLst>
              <a:path w="2030082" h="1854142" fill="norm" stroke="1" extrusionOk="0">
                <a:moveTo>
                  <a:pt x="0" y="0"/>
                </a:moveTo>
                <a:lnTo>
                  <a:pt x="2030083" y="0"/>
                </a:lnTo>
                <a:lnTo>
                  <a:pt x="203008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8736158" name="TextBox 6"/>
          <p:cNvSpPr txBox="1"/>
          <p:nvPr/>
        </p:nvSpPr>
        <p:spPr bwMode="auto">
          <a:xfrm rot="0" flipH="0" flipV="0">
            <a:off x="1550499" y="4258527"/>
            <a:ext cx="239888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آی وی پی ان</a:t>
            </a:r>
            <a:endParaRPr/>
          </a:p>
        </p:txBody>
      </p:sp>
      <p:sp>
        <p:nvSpPr>
          <p:cNvPr id="410645639" name="TextBox 7"/>
          <p:cNvSpPr txBox="1"/>
          <p:nvPr/>
        </p:nvSpPr>
        <p:spPr bwMode="auto">
          <a:xfrm rot="0" flipH="0" flipV="0">
            <a:off x="4456666" y="4258527"/>
            <a:ext cx="3482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مولواد VPN</a:t>
            </a:r>
            <a:endParaRPr/>
          </a:p>
        </p:txBody>
      </p:sp>
      <p:sp>
        <p:nvSpPr>
          <p:cNvPr id="1489463141" name="TextBox 8"/>
          <p:cNvSpPr txBox="1"/>
          <p:nvPr/>
        </p:nvSpPr>
        <p:spPr bwMode="auto">
          <a:xfrm rot="0" flipH="0" flipV="0">
            <a:off x="8528526" y="4258527"/>
            <a:ext cx="3284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پروتون وی‌پی‌ان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349651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861607340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2061372992" name="Freeform 4"/>
          <p:cNvSpPr/>
          <p:nvPr/>
        </p:nvSpPr>
        <p:spPr bwMode="auto">
          <a:xfrm rot="3898292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41071339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573113007" name="TextBox 8"/>
          <p:cNvSpPr txBox="1"/>
          <p:nvPr/>
        </p:nvSpPr>
        <p:spPr bwMode="auto">
          <a:xfrm rot="0" flipH="0" flipV="0">
            <a:off x="878623" y="588870"/>
            <a:ext cx="594376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پروتکل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7583553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نام دامنه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32454251" name="TextBox 10"/>
          <p:cNvSpPr txBox="1"/>
          <p:nvPr/>
        </p:nvSpPr>
        <p:spPr bwMode="auto">
          <a:xfrm rot="0" flipH="0" flipV="0">
            <a:off x="7504666" y="5192156"/>
            <a:ext cx="2563292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دامنه سطح بالا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91484965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دامنه سطح دوم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3297312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مسیر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751903488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278791" name="Freeform 2"/>
          <p:cNvSpPr/>
          <p:nvPr/>
        </p:nvSpPr>
        <p:spPr bwMode="auto">
          <a:xfrm rot="0" flipH="0" flipV="0">
            <a:off x="8339937" y="2281855"/>
            <a:ext cx="1801163" cy="1854142"/>
          </a:xfrm>
          <a:custGeom>
            <a:avLst/>
            <a:gdLst/>
            <a:ahLst/>
            <a:cxnLst/>
            <a:rect l="l" t="t" r="r" b="b"/>
            <a:pathLst>
              <a:path w="1801163" h="1854142" fill="norm" stroke="1" extrusionOk="0">
                <a:moveTo>
                  <a:pt x="0" y="0"/>
                </a:moveTo>
                <a:lnTo>
                  <a:pt x="1801163" y="0"/>
                </a:lnTo>
                <a:lnTo>
                  <a:pt x="1801163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22678" t="0" r="22676" b="0"/>
            <a:stretch/>
          </a:blipFill>
        </p:spPr>
        <p:txBody>
          <a:bodyPr/>
          <a:p/>
        </p:txBody>
      </p:sp>
      <p:sp>
        <p:nvSpPr>
          <p:cNvPr id="1067555733" name="Freeform 3"/>
          <p:cNvSpPr/>
          <p:nvPr/>
        </p:nvSpPr>
        <p:spPr bwMode="auto">
          <a:xfrm rot="0" flipH="0" flipV="0">
            <a:off x="2169143" y="2281855"/>
            <a:ext cx="1564677" cy="1854142"/>
          </a:xfrm>
          <a:custGeom>
            <a:avLst/>
            <a:gdLst/>
            <a:ahLst/>
            <a:cxnLst/>
            <a:rect l="l" t="t" r="r" b="b"/>
            <a:pathLst>
              <a:path w="1564677" h="1854142" fill="norm" stroke="1" extrusionOk="0">
                <a:moveTo>
                  <a:pt x="0" y="0"/>
                </a:moveTo>
                <a:lnTo>
                  <a:pt x="1564677" y="0"/>
                </a:lnTo>
                <a:lnTo>
                  <a:pt x="1564677" y="1854142"/>
                </a:lnTo>
                <a:lnTo>
                  <a:pt x="0" y="1854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760365243" name="TextBox 5"/>
          <p:cNvSpPr txBox="1"/>
          <p:nvPr/>
        </p:nvSpPr>
        <p:spPr bwMode="auto">
          <a:xfrm rot="0" flipH="0" flipV="0">
            <a:off x="4647166" y="4519913"/>
            <a:ext cx="294360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مک‌اواس</a:t>
            </a:r>
            <a:endParaRPr/>
          </a:p>
        </p:txBody>
      </p:sp>
      <p:sp>
        <p:nvSpPr>
          <p:cNvPr id="133874316" name="TextBox 6"/>
          <p:cNvSpPr txBox="1"/>
          <p:nvPr/>
        </p:nvSpPr>
        <p:spPr bwMode="auto">
          <a:xfrm rot="0" flipH="0" flipV="0">
            <a:off x="1588583" y="4519913"/>
            <a:ext cx="292243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لینوکس</a:t>
            </a:r>
            <a:endParaRPr/>
          </a:p>
        </p:txBody>
      </p:sp>
      <p:sp>
        <p:nvSpPr>
          <p:cNvPr id="641848708" name="TextBox 7"/>
          <p:cNvSpPr txBox="1"/>
          <p:nvPr/>
        </p:nvSpPr>
        <p:spPr bwMode="auto">
          <a:xfrm rot="0" flipH="0" flipV="0">
            <a:off x="8339936" y="4519913"/>
            <a:ext cx="3144782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ویندوز</a:t>
            </a:r>
            <a:endParaRPr/>
          </a:p>
        </p:txBody>
      </p:sp>
      <p:pic>
        <p:nvPicPr>
          <p:cNvPr id="122591119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5120545" y="2231571"/>
            <a:ext cx="1524174" cy="19724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132834" name="Freeform 2"/>
          <p:cNvSpPr/>
          <p:nvPr/>
        </p:nvSpPr>
        <p:spPr bwMode="auto">
          <a:xfrm rot="0" flipH="0" flipV="0">
            <a:off x="885825" y="2128009"/>
            <a:ext cx="1937986" cy="1937986"/>
          </a:xfrm>
          <a:custGeom>
            <a:avLst/>
            <a:gdLst/>
            <a:ahLst/>
            <a:cxnLst/>
            <a:rect l="l" t="t" r="r" b="b"/>
            <a:pathLst>
              <a:path w="1937986" h="1937986" fill="norm" stroke="1" extrusionOk="0">
                <a:moveTo>
                  <a:pt x="0" y="0"/>
                </a:moveTo>
                <a:lnTo>
                  <a:pt x="1937986" y="0"/>
                </a:lnTo>
                <a:lnTo>
                  <a:pt x="1937986" y="1937986"/>
                </a:lnTo>
                <a:lnTo>
                  <a:pt x="0" y="1937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462520704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33244457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947105925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099197656" name="TextBox 8"/>
          <p:cNvSpPr txBox="1"/>
          <p:nvPr/>
        </p:nvSpPr>
        <p:spPr bwMode="auto">
          <a:xfrm rot="0" flipH="0" flipV="0">
            <a:off x="339749" y="4281680"/>
            <a:ext cx="3101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اوبونتو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3157633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21874" t="0" r="21873" b="0"/>
              <a:stretch/>
            </a:blipFill>
          </p:spPr>
        </p:sp>
      </p:grpSp>
      <p:sp>
        <p:nvSpPr>
          <p:cNvPr id="842494845" name="Freeform 4"/>
          <p:cNvSpPr/>
          <p:nvPr/>
        </p:nvSpPr>
        <p:spPr bwMode="auto">
          <a:xfrm rot="0" flipH="0" flipV="0">
            <a:off x="7098855" y="1786480"/>
            <a:ext cx="2237088" cy="2349516"/>
          </a:xfrm>
          <a:custGeom>
            <a:avLst/>
            <a:gdLst/>
            <a:ahLst/>
            <a:cxnLst/>
            <a:rect l="l" t="t" r="r" b="b"/>
            <a:pathLst>
              <a:path w="2237088" h="2349516" fill="norm" stroke="1" extrusionOk="0">
                <a:moveTo>
                  <a:pt x="0" y="0"/>
                </a:moveTo>
                <a:lnTo>
                  <a:pt x="2237088" y="0"/>
                </a:lnTo>
                <a:lnTo>
                  <a:pt x="2237088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388922128" name="TextBox 5"/>
          <p:cNvSpPr txBox="1"/>
          <p:nvPr/>
        </p:nvSpPr>
        <p:spPr bwMode="auto">
          <a:xfrm rot="0" flipH="0" flipV="0">
            <a:off x="2096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کاسپرسکی</a:t>
            </a:r>
            <a:endParaRPr/>
          </a:p>
        </p:txBody>
      </p:sp>
      <p:sp>
        <p:nvSpPr>
          <p:cNvPr id="1187116898" name="TextBox 6"/>
          <p:cNvSpPr txBox="1"/>
          <p:nvPr/>
        </p:nvSpPr>
        <p:spPr bwMode="auto">
          <a:xfrm rot="0" flipH="0" flipV="0">
            <a:off x="6255833" y="4519913"/>
            <a:ext cx="428769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ویندوز دیفندر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214754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497117978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75423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539294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461871000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65023321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306188857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پروتون میل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8595089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98082757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693983757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743850276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0157138" name="Group 2"/>
          <p:cNvGrpSpPr/>
          <p:nvPr/>
        </p:nvGrpSpPr>
        <p:grpSpPr bwMode="auto">
          <a:xfrm rot="0">
            <a:off x="2856057" y="1786480"/>
            <a:ext cx="2349516" cy="234951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 bwMode="auto">
            <a:xfrm rot="0" flipH="0" flipV="0"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fill="norm" stroke="1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</p:grpSp>
      <p:sp>
        <p:nvSpPr>
          <p:cNvPr id="1369499524" name="Freeform 4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4526225" name="TextBox 5"/>
          <p:cNvSpPr txBox="1"/>
          <p:nvPr/>
        </p:nvSpPr>
        <p:spPr bwMode="auto">
          <a:xfrm rot="0" flipH="0" flipV="0">
            <a:off x="2350583" y="4519913"/>
            <a:ext cx="3736636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داش‌لین</a:t>
            </a:r>
            <a:endParaRPr/>
          </a:p>
        </p:txBody>
      </p:sp>
      <p:sp>
        <p:nvSpPr>
          <p:cNvPr id="1800511430" name="TextBox 6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LastPass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873808" name="Freeform 2"/>
          <p:cNvSpPr/>
          <p:nvPr/>
        </p:nvSpPr>
        <p:spPr bwMode="auto">
          <a:xfrm rot="0" flipH="0" flipV="0">
            <a:off x="28560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57447485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23949812" name="TextBox 4"/>
          <p:cNvSpPr txBox="1"/>
          <p:nvPr/>
        </p:nvSpPr>
        <p:spPr bwMode="auto">
          <a:xfrm rot="0" flipH="0" flipV="0">
            <a:off x="2096583" y="4519913"/>
            <a:ext cx="4043553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بیت‌وردن</a:t>
            </a:r>
            <a:endParaRPr/>
          </a:p>
        </p:txBody>
      </p:sp>
      <p:sp>
        <p:nvSpPr>
          <p:cNvPr id="1655083270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کی‌پس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6728728" name="Freeform 2"/>
          <p:cNvSpPr/>
          <p:nvPr/>
        </p:nvSpPr>
        <p:spPr bwMode="auto">
          <a:xfrm rot="0" flipH="0" flipV="0">
            <a:off x="370157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73717796" name="Freeform 3"/>
          <p:cNvSpPr/>
          <p:nvPr/>
        </p:nvSpPr>
        <p:spPr bwMode="auto">
          <a:xfrm rot="0" flipH="0" flipV="0">
            <a:off x="9827788" y="1786480"/>
            <a:ext cx="1994055" cy="2349516"/>
          </a:xfrm>
          <a:custGeom>
            <a:avLst/>
            <a:gdLst/>
            <a:ahLst/>
            <a:cxnLst/>
            <a:rect l="l" t="t" r="r" b="b"/>
            <a:pathLst>
              <a:path w="1994055" h="2349516" fill="norm" stroke="1" extrusionOk="0">
                <a:moveTo>
                  <a:pt x="0" y="0"/>
                </a:moveTo>
                <a:lnTo>
                  <a:pt x="1994055" y="0"/>
                </a:lnTo>
                <a:lnTo>
                  <a:pt x="199405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549708042" name="Freeform 4"/>
          <p:cNvSpPr/>
          <p:nvPr/>
        </p:nvSpPr>
        <p:spPr bwMode="auto">
          <a:xfrm rot="0" flipH="0" flipV="0">
            <a:off x="6628082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7" y="0"/>
                </a:lnTo>
                <a:lnTo>
                  <a:pt x="2349517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724942572" name="Freeform 5"/>
          <p:cNvSpPr/>
          <p:nvPr/>
        </p:nvSpPr>
        <p:spPr bwMode="auto">
          <a:xfrm rot="0" flipH="0" flipV="0">
            <a:off x="3499120" y="1918790"/>
            <a:ext cx="2349516" cy="2084898"/>
          </a:xfrm>
          <a:custGeom>
            <a:avLst/>
            <a:gdLst/>
            <a:ahLst/>
            <a:cxnLst/>
            <a:rect l="l" t="t" r="r" b="b"/>
            <a:pathLst>
              <a:path w="2349516" h="2084898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084897"/>
                </a:lnTo>
                <a:lnTo>
                  <a:pt x="0" y="20848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13934" t="17955" r="13872" b="17982"/>
            <a:stretch/>
          </a:blipFill>
        </p:spPr>
        <p:txBody>
          <a:bodyPr/>
          <a:p/>
        </p:txBody>
      </p:sp>
      <p:sp>
        <p:nvSpPr>
          <p:cNvPr id="1383103709" name="TextBox 6"/>
          <p:cNvSpPr txBox="1"/>
          <p:nvPr/>
        </p:nvSpPr>
        <p:spPr bwMode="auto">
          <a:xfrm rot="0">
            <a:off x="485583" y="4519913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پیامک</a:t>
            </a:r>
            <a:endParaRPr/>
          </a:p>
        </p:txBody>
      </p:sp>
      <p:sp>
        <p:nvSpPr>
          <p:cNvPr id="1309673928" name="TextBox 7"/>
          <p:cNvSpPr txBox="1"/>
          <p:nvPr/>
        </p:nvSpPr>
        <p:spPr bwMode="auto">
          <a:xfrm rot="0">
            <a:off x="2697931" y="4519914"/>
            <a:ext cx="3951894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گوگل آتنتیکیتور</a:t>
            </a:r>
            <a:endParaRPr/>
          </a:p>
        </p:txBody>
      </p:sp>
      <p:sp>
        <p:nvSpPr>
          <p:cNvPr id="1739735838" name="TextBox 8"/>
          <p:cNvSpPr txBox="1"/>
          <p:nvPr/>
        </p:nvSpPr>
        <p:spPr bwMode="auto">
          <a:xfrm rot="0" flipH="0" flipV="0">
            <a:off x="6628081" y="4519913"/>
            <a:ext cx="2438887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آوثی</a:t>
            </a:r>
            <a:endParaRPr/>
          </a:p>
        </p:txBody>
      </p:sp>
      <p:sp>
        <p:nvSpPr>
          <p:cNvPr id="1395132848" name="TextBox 9"/>
          <p:cNvSpPr txBox="1"/>
          <p:nvPr/>
        </p:nvSpPr>
        <p:spPr bwMode="auto">
          <a:xfrm rot="0" flipH="0" flipV="0">
            <a:off x="9431374" y="4519913"/>
            <a:ext cx="2446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کلید امنیتی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5656" name="Freeform 2"/>
          <p:cNvSpPr/>
          <p:nvPr/>
        </p:nvSpPr>
        <p:spPr bwMode="auto">
          <a:xfrm rot="0" flipH="0" flipV="0">
            <a:off x="3536161" y="1786480"/>
            <a:ext cx="1870262" cy="2349516"/>
          </a:xfrm>
          <a:custGeom>
            <a:avLst/>
            <a:gdLst/>
            <a:ahLst/>
            <a:cxnLst/>
            <a:rect l="l" t="t" r="r" b="b"/>
            <a:pathLst>
              <a:path w="1870262" h="2349516" fill="norm" stroke="1" extrusionOk="0">
                <a:moveTo>
                  <a:pt x="0" y="0"/>
                </a:moveTo>
                <a:lnTo>
                  <a:pt x="1870262" y="0"/>
                </a:lnTo>
                <a:lnTo>
                  <a:pt x="1870262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16376" t="7883" r="16872" b="8260"/>
            <a:stretch/>
          </a:blipFill>
        </p:spPr>
        <p:txBody>
          <a:bodyPr/>
          <a:p/>
        </p:txBody>
      </p:sp>
      <p:sp>
        <p:nvSpPr>
          <p:cNvPr id="1624275612" name="Freeform 3"/>
          <p:cNvSpPr/>
          <p:nvPr/>
        </p:nvSpPr>
        <p:spPr bwMode="auto">
          <a:xfrm rot="0" flipH="0" flipV="0">
            <a:off x="353587" y="1758896"/>
            <a:ext cx="2404684" cy="2404684"/>
          </a:xfrm>
          <a:custGeom>
            <a:avLst/>
            <a:gdLst/>
            <a:ahLst/>
            <a:cxnLst/>
            <a:rect l="l" t="t" r="r" b="b"/>
            <a:pathLst>
              <a:path w="2404684" h="2404684" fill="norm" stroke="1" extrusionOk="0">
                <a:moveTo>
                  <a:pt x="0" y="0"/>
                </a:moveTo>
                <a:lnTo>
                  <a:pt x="2404685" y="0"/>
                </a:lnTo>
                <a:lnTo>
                  <a:pt x="2404685" y="2404684"/>
                </a:lnTo>
                <a:lnTo>
                  <a:pt x="0" y="24046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206463546" name="Freeform 4"/>
          <p:cNvSpPr/>
          <p:nvPr/>
        </p:nvSpPr>
        <p:spPr bwMode="auto">
          <a:xfrm rot="0" flipH="0" flipV="0">
            <a:off x="6184313" y="1786480"/>
            <a:ext cx="2324265" cy="2349516"/>
          </a:xfrm>
          <a:custGeom>
            <a:avLst/>
            <a:gdLst/>
            <a:ahLst/>
            <a:cxnLst/>
            <a:rect l="l" t="t" r="r" b="b"/>
            <a:pathLst>
              <a:path w="2324265" h="2349516" fill="norm" stroke="1" extrusionOk="0">
                <a:moveTo>
                  <a:pt x="0" y="0"/>
                </a:moveTo>
                <a:lnTo>
                  <a:pt x="2324265" y="0"/>
                </a:lnTo>
                <a:lnTo>
                  <a:pt x="2324265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3114" b="10622"/>
            <a:stretch/>
          </a:blipFill>
        </p:spPr>
        <p:txBody>
          <a:bodyPr/>
          <a:p/>
        </p:txBody>
      </p:sp>
      <p:sp>
        <p:nvSpPr>
          <p:cNvPr id="1032766442" name="Freeform 5"/>
          <p:cNvSpPr/>
          <p:nvPr/>
        </p:nvSpPr>
        <p:spPr bwMode="auto">
          <a:xfrm rot="0" flipH="0" flipV="0">
            <a:off x="9289628" y="1786480"/>
            <a:ext cx="2548784" cy="2347082"/>
          </a:xfrm>
          <a:custGeom>
            <a:avLst/>
            <a:gdLst/>
            <a:ahLst/>
            <a:cxnLst/>
            <a:rect l="l" t="t" r="r" b="b"/>
            <a:pathLst>
              <a:path w="2548784" h="2347082" fill="norm" stroke="1" extrusionOk="0">
                <a:moveTo>
                  <a:pt x="0" y="0"/>
                </a:moveTo>
                <a:lnTo>
                  <a:pt x="2548785" y="0"/>
                </a:lnTo>
                <a:lnTo>
                  <a:pt x="2548785" y="2347082"/>
                </a:lnTo>
                <a:lnTo>
                  <a:pt x="0" y="23470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/>
        </p:txBody>
      </p:sp>
      <p:sp>
        <p:nvSpPr>
          <p:cNvPr id="1837530637" name="TextBox 6"/>
          <p:cNvSpPr txBox="1"/>
          <p:nvPr/>
        </p:nvSpPr>
        <p:spPr bwMode="auto">
          <a:xfrm rot="0">
            <a:off x="655348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ان‌مپ</a:t>
            </a:r>
            <a:endParaRPr/>
          </a:p>
        </p:txBody>
      </p:sp>
      <p:sp>
        <p:nvSpPr>
          <p:cNvPr id="1732630817" name="TextBox 7"/>
          <p:cNvSpPr txBox="1"/>
          <p:nvPr/>
        </p:nvSpPr>
        <p:spPr bwMode="auto">
          <a:xfrm rot="0" flipH="0" flipV="0">
            <a:off x="2843249" y="4519913"/>
            <a:ext cx="3143970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متاسپلویت</a:t>
            </a:r>
            <a:endParaRPr/>
          </a:p>
        </p:txBody>
      </p:sp>
      <p:sp>
        <p:nvSpPr>
          <p:cNvPr id="1948740273" name="TextBox 8"/>
          <p:cNvSpPr txBox="1"/>
          <p:nvPr/>
        </p:nvSpPr>
        <p:spPr bwMode="auto">
          <a:xfrm rot="0" flipH="0" flipV="0">
            <a:off x="5907124" y="4519913"/>
            <a:ext cx="2763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پایتون</a:t>
            </a:r>
            <a:endParaRPr/>
          </a:p>
        </p:txBody>
      </p:sp>
      <p:sp>
        <p:nvSpPr>
          <p:cNvPr id="1079441136" name="TextBox 9"/>
          <p:cNvSpPr txBox="1"/>
          <p:nvPr/>
        </p:nvSpPr>
        <p:spPr bwMode="auto">
          <a:xfrm rot="0" flipH="0" flipV="0">
            <a:off x="9050374" y="4519913"/>
            <a:ext cx="29541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استانداردهای ISO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2F2F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24140" name="Freeform 2"/>
          <p:cNvSpPr/>
          <p:nvPr/>
        </p:nvSpPr>
        <p:spPr bwMode="auto">
          <a:xfrm rot="0" flipH="0" flipV="0">
            <a:off x="2751589" y="1682012"/>
            <a:ext cx="2558452" cy="2558452"/>
          </a:xfrm>
          <a:custGeom>
            <a:avLst/>
            <a:gdLst/>
            <a:ahLst/>
            <a:cxnLst/>
            <a:rect l="l" t="t" r="r" b="b"/>
            <a:pathLst>
              <a:path w="2558453" h="2558453" fill="norm" stroke="1" extrusionOk="0">
                <a:moveTo>
                  <a:pt x="0" y="0"/>
                </a:moveTo>
                <a:lnTo>
                  <a:pt x="2558452" y="0"/>
                </a:lnTo>
                <a:lnTo>
                  <a:pt x="2558452" y="2558453"/>
                </a:lnTo>
                <a:lnTo>
                  <a:pt x="0" y="2558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043565106" name="Freeform 3"/>
          <p:cNvSpPr/>
          <p:nvPr/>
        </p:nvSpPr>
        <p:spPr bwMode="auto">
          <a:xfrm rot="0" flipH="0" flipV="0">
            <a:off x="7042641" y="1786480"/>
            <a:ext cx="2349516" cy="2349516"/>
          </a:xfrm>
          <a:custGeom>
            <a:avLst/>
            <a:gdLst/>
            <a:ahLst/>
            <a:cxnLst/>
            <a:rect l="l" t="t" r="r" b="b"/>
            <a:pathLst>
              <a:path w="2349516" h="2349516" fill="norm" stroke="1" extrusionOk="0">
                <a:moveTo>
                  <a:pt x="0" y="0"/>
                </a:moveTo>
                <a:lnTo>
                  <a:pt x="2349516" y="0"/>
                </a:lnTo>
                <a:lnTo>
                  <a:pt x="2349516" y="2349517"/>
                </a:lnTo>
                <a:lnTo>
                  <a:pt x="0" y="23495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895705989" name="TextBox 4"/>
          <p:cNvSpPr txBox="1"/>
          <p:nvPr/>
        </p:nvSpPr>
        <p:spPr bwMode="auto">
          <a:xfrm rot="0">
            <a:off x="3130233" y="4519914"/>
            <a:ext cx="18011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وِندOTP</a:t>
            </a:r>
            <a:endParaRPr/>
          </a:p>
        </p:txBody>
      </p:sp>
      <p:sp>
        <p:nvSpPr>
          <p:cNvPr id="1631462426" name="TextBox 5"/>
          <p:cNvSpPr txBox="1"/>
          <p:nvPr/>
        </p:nvSpPr>
        <p:spPr bwMode="auto">
          <a:xfrm rot="0">
            <a:off x="6634268" y="4519914"/>
            <a:ext cx="316626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آوثی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6</cp:revision>
  <dcterms:created xsi:type="dcterms:W3CDTF">2006-08-16T00:00:00Z</dcterms:created>
  <dcterms:modified xsi:type="dcterms:W3CDTF">2025-10-12T15:05:23Z</dcterms:modified>
</cp:coreProperties>
</file>