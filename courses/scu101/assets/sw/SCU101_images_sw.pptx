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Urambazaji mtandaoni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Matumizi ya kompyuta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Ufumbuzi wa zege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Chrome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Chromium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Jasiri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Kivinjari cha 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Bila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Na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Mtumiaji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Mteja wa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Mtoa Huduma ya Mtandao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Seva ya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Mtandao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Mtumiaji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Mtoa Huduma ya Mtandao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Mtandao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IPP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Protoni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Itifaki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Jina la kikoa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Kikoa cha kiwango cha juu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Kikoa cha ngazi ya pili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Njia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Kaspersky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 Defender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Barua ya Protoni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Kithibitishaji cha Google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Ufunguo wa usalama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Chatu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ISO ya kawaida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naOTP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