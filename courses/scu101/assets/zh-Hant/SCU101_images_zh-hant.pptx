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線上導覽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電腦使用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混凝土解決方案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鉻合金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鉻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勇敢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Firefox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TOR 瀏覽器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無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使用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使用者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用戶端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網際網路服務供應商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伺服器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網際網路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使用者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網際網路服務供應商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網際網路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Mullvad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規範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網域名稱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頂級網域名稱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第二級網域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路徑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Linux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視窗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Ubuntu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卡巴斯基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 Defender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質子郵件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Dashlane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Bitwarden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KeePass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簡訊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谷歌驗證器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安全鑰匙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Nmap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Metasploit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Python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ISO 標準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和OTP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