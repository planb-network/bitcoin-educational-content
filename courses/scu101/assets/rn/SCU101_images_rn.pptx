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91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088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194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7233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69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88401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1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6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5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85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1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09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33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1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79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1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0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2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0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88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15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52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6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98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5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007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0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4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70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1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679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6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3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2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19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74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3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2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6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56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1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1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6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6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09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699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56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61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82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7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6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44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11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64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9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259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450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8285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210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52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862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00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62143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642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772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9991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7725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0291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3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5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420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88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26622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8448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931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2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3470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9947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9937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8124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52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40591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056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2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618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5880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4417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0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88103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9804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53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9378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708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9066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78976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2911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82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23878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6149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5891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8153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9947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99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468912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95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061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0061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181233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583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6155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195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79728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99965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79208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29533089" name="TextBox 4"/>
          <p:cNvSpPr txBox="1"/>
          <p:nvPr/>
        </p:nvSpPr>
        <p:spPr bwMode="auto">
          <a:xfrm rot="0" flipH="0" flipV="0">
            <a:off x="6256041" y="2984844"/>
            <a:ext cx="4967996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Kugendera kuri interineti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73260422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1608501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73528658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7694261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64201547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220387659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0231089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12373558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65300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6656808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Gukoresha mudasobwa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363388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06308324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9372573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5767852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6562788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825195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8409874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15819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5867016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2877029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5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96435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21780123" name="TextBox 4"/>
          <p:cNvSpPr txBox="1"/>
          <p:nvPr/>
        </p:nvSpPr>
        <p:spPr bwMode="auto">
          <a:xfrm rot="0" flipH="0" flipV="0">
            <a:off x="5734963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Inyishu nyazo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3317765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0664071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41452301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6990768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960263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6869678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825142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48256091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80110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59545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93843530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97330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1634752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64330877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39829" name="Freeform 2"/>
          <p:cNvSpPr/>
          <p:nvPr/>
        </p:nvSpPr>
        <p:spPr bwMode="auto">
          <a:xfrm rot="0" flipH="0" flipV="0">
            <a:off x="3930715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8109113" name="Freeform 3"/>
          <p:cNvSpPr/>
          <p:nvPr/>
        </p:nvSpPr>
        <p:spPr bwMode="auto">
          <a:xfrm rot="0" flipH="0" flipV="0">
            <a:off x="1124073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91675674" name="Freeform 4"/>
          <p:cNvSpPr/>
          <p:nvPr/>
        </p:nvSpPr>
        <p:spPr bwMode="auto">
          <a:xfrm rot="0" flipH="0" flipV="0">
            <a:off x="9275130" y="2151162"/>
            <a:ext cx="1784430" cy="1854142"/>
          </a:xfrm>
          <a:custGeom>
            <a:avLst/>
            <a:gdLst/>
            <a:ahLst/>
            <a:cxnLst/>
            <a:rect l="l" t="t" r="r" b="b"/>
            <a:pathLst>
              <a:path w="1784430" h="1854142" fill="norm" stroke="1" extrusionOk="0">
                <a:moveTo>
                  <a:pt x="0" y="0"/>
                </a:moveTo>
                <a:lnTo>
                  <a:pt x="1784431" y="0"/>
                </a:lnTo>
                <a:lnTo>
                  <a:pt x="1784431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21709891" name="Freeform 5"/>
          <p:cNvSpPr/>
          <p:nvPr/>
        </p:nvSpPr>
        <p:spPr bwMode="auto">
          <a:xfrm rot="0" flipH="0" flipV="0">
            <a:off x="6733013" y="2151162"/>
            <a:ext cx="1589938" cy="1854142"/>
          </a:xfrm>
          <a:custGeom>
            <a:avLst/>
            <a:gdLst/>
            <a:ahLst/>
            <a:cxnLst/>
            <a:rect l="l" t="t" r="r" b="b"/>
            <a:pathLst>
              <a:path w="1589938" h="1854142" fill="norm" stroke="1" extrusionOk="0">
                <a:moveTo>
                  <a:pt x="0" y="0"/>
                </a:moveTo>
                <a:lnTo>
                  <a:pt x="1589938" y="0"/>
                </a:lnTo>
                <a:lnTo>
                  <a:pt x="1589938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706665957" name="TextBox 6"/>
          <p:cNvSpPr txBox="1"/>
          <p:nvPr/>
        </p:nvSpPr>
        <p:spPr bwMode="auto">
          <a:xfrm rot="0">
            <a:off x="1150562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Chrome</a:t>
            </a:r>
            <a:endParaRPr/>
          </a:p>
        </p:txBody>
      </p:sp>
      <p:sp>
        <p:nvSpPr>
          <p:cNvPr id="1932720680" name="TextBox 7"/>
          <p:cNvSpPr txBox="1"/>
          <p:nvPr/>
        </p:nvSpPr>
        <p:spPr bwMode="auto">
          <a:xfrm rot="0">
            <a:off x="395720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Koromu</a:t>
            </a:r>
            <a:endParaRPr/>
          </a:p>
        </p:txBody>
      </p:sp>
      <p:sp>
        <p:nvSpPr>
          <p:cNvPr id="461353742" name="TextBox 8"/>
          <p:cNvSpPr txBox="1"/>
          <p:nvPr/>
        </p:nvSpPr>
        <p:spPr bwMode="auto">
          <a:xfrm rot="0">
            <a:off x="6627400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Intwari</a:t>
            </a:r>
            <a:endParaRPr/>
          </a:p>
        </p:txBody>
      </p:sp>
      <p:sp>
        <p:nvSpPr>
          <p:cNvPr id="1752176915" name="TextBox 9"/>
          <p:cNvSpPr txBox="1"/>
          <p:nvPr/>
        </p:nvSpPr>
        <p:spPr bwMode="auto">
          <a:xfrm rot="0">
            <a:off x="926676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Firefox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12845" name="Freeform 2"/>
          <p:cNvSpPr/>
          <p:nvPr/>
        </p:nvSpPr>
        <p:spPr bwMode="auto">
          <a:xfrm rot="0" flipH="0" flipV="0">
            <a:off x="1115693" y="2148627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928287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024653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89022942" name="TextBox 8"/>
          <p:cNvSpPr txBox="1"/>
          <p:nvPr/>
        </p:nvSpPr>
        <p:spPr bwMode="auto">
          <a:xfrm rot="0">
            <a:off x="685800" y="4261063"/>
            <a:ext cx="271392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Mucukumbuzi wa TOR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85006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1308134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5727416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7287715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08549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54854090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42821230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96066520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79323852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888603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19276397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08336526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Ata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755098497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Na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545976980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Ukoresha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34979393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Umukiriya wa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59433777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Uwutanga serivisi za interineti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18241087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Serveri ya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70212320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5768419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8463899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0912885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8522896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0278727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60110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5600126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429421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36444053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0758488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29732500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485660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Ukoresha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018367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Uwutanga serivisi za interineti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948594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7420298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0381192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7774121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62172253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91164706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682902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61830" name="Group 2"/>
          <p:cNvGrpSpPr/>
          <p:nvPr/>
        </p:nvGrpSpPr>
        <p:grpSpPr bwMode="auto">
          <a:xfrm rot="0">
            <a:off x="5137431" y="2151162"/>
            <a:ext cx="1854142" cy="18541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051169692" name="Freeform 4"/>
          <p:cNvSpPr/>
          <p:nvPr/>
        </p:nvSpPr>
        <p:spPr bwMode="auto">
          <a:xfrm rot="0" flipH="0" flipV="0">
            <a:off x="1550500" y="2705904"/>
            <a:ext cx="2158430" cy="744658"/>
          </a:xfrm>
          <a:custGeom>
            <a:avLst/>
            <a:gdLst/>
            <a:ahLst/>
            <a:cxnLst/>
            <a:rect l="l" t="t" r="r" b="b"/>
            <a:pathLst>
              <a:path w="2158430" h="744658" fill="norm" stroke="1" extrusionOk="0">
                <a:moveTo>
                  <a:pt x="0" y="0"/>
                </a:moveTo>
                <a:lnTo>
                  <a:pt x="2158430" y="0"/>
                </a:lnTo>
                <a:lnTo>
                  <a:pt x="2158430" y="744658"/>
                </a:lnTo>
                <a:lnTo>
                  <a:pt x="0" y="74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43119927" name="Freeform 5"/>
          <p:cNvSpPr/>
          <p:nvPr/>
        </p:nvSpPr>
        <p:spPr bwMode="auto">
          <a:xfrm rot="0" flipH="0" flipV="0">
            <a:off x="8569972" y="2151162"/>
            <a:ext cx="2030081" cy="1854142"/>
          </a:xfrm>
          <a:custGeom>
            <a:avLst/>
            <a:gdLst/>
            <a:ahLst/>
            <a:cxnLst/>
            <a:rect l="l" t="t" r="r" b="b"/>
            <a:pathLst>
              <a:path w="2030082" h="1854142" fill="norm" stroke="1" extrusionOk="0">
                <a:moveTo>
                  <a:pt x="0" y="0"/>
                </a:moveTo>
                <a:lnTo>
                  <a:pt x="2030083" y="0"/>
                </a:lnTo>
                <a:lnTo>
                  <a:pt x="203008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8736158" name="TextBox 6"/>
          <p:cNvSpPr txBox="1"/>
          <p:nvPr/>
        </p:nvSpPr>
        <p:spPr bwMode="auto">
          <a:xfrm rot="0" flipH="0" flipV="0">
            <a:off x="1550499" y="4258527"/>
            <a:ext cx="239888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IVPN</a:t>
            </a:r>
            <a:endParaRPr/>
          </a:p>
        </p:txBody>
      </p:sp>
      <p:sp>
        <p:nvSpPr>
          <p:cNvPr id="410645639" name="TextBox 7"/>
          <p:cNvSpPr txBox="1"/>
          <p:nvPr/>
        </p:nvSpPr>
        <p:spPr bwMode="auto">
          <a:xfrm rot="0" flipH="0" flipV="0">
            <a:off x="4456666" y="4258527"/>
            <a:ext cx="3482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VPN ya Mullvad</a:t>
            </a:r>
            <a:endParaRPr/>
          </a:p>
        </p:txBody>
      </p:sp>
      <p:sp>
        <p:nvSpPr>
          <p:cNvPr id="1489463141" name="TextBox 8"/>
          <p:cNvSpPr txBox="1"/>
          <p:nvPr/>
        </p:nvSpPr>
        <p:spPr bwMode="auto">
          <a:xfrm rot="0" flipH="0" flipV="0">
            <a:off x="8528526" y="4258527"/>
            <a:ext cx="3284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Porotoni VPN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9651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607340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61372992" name="Freeform 4"/>
          <p:cNvSpPr/>
          <p:nvPr/>
        </p:nvSpPr>
        <p:spPr bwMode="auto">
          <a:xfrm rot="3898292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41071339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3113007" name="TextBox 8"/>
          <p:cNvSpPr txBox="1"/>
          <p:nvPr/>
        </p:nvSpPr>
        <p:spPr bwMode="auto">
          <a:xfrm rot="0" flipH="0" flipV="0">
            <a:off x="878623" y="588870"/>
            <a:ext cx="594376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Amasezerano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7583553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Izina ry'indangarubuga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2454251" name="TextBox 10"/>
          <p:cNvSpPr txBox="1"/>
          <p:nvPr/>
        </p:nvSpPr>
        <p:spPr bwMode="auto">
          <a:xfrm rot="0" flipH="0" flipV="0">
            <a:off x="7504666" y="5192156"/>
            <a:ext cx="2563292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Urugero rwo hejuru rw'umwuga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1484965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Urwego rwa kabiri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297312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Inzira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751903488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78791" name="Freeform 2"/>
          <p:cNvSpPr/>
          <p:nvPr/>
        </p:nvSpPr>
        <p:spPr bwMode="auto">
          <a:xfrm rot="0" flipH="0" flipV="0">
            <a:off x="8339937" y="2281855"/>
            <a:ext cx="1801163" cy="1854142"/>
          </a:xfrm>
          <a:custGeom>
            <a:avLst/>
            <a:gdLst/>
            <a:ahLst/>
            <a:cxnLst/>
            <a:rect l="l" t="t" r="r" b="b"/>
            <a:pathLst>
              <a:path w="1801163" h="1854142" fill="norm" stroke="1" extrusionOk="0">
                <a:moveTo>
                  <a:pt x="0" y="0"/>
                </a:moveTo>
                <a:lnTo>
                  <a:pt x="1801163" y="0"/>
                </a:lnTo>
                <a:lnTo>
                  <a:pt x="180116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22678" t="0" r="22676" b="0"/>
            <a:stretch/>
          </a:blipFill>
        </p:spPr>
        <p:txBody>
          <a:bodyPr/>
          <a:p/>
        </p:txBody>
      </p:sp>
      <p:sp>
        <p:nvSpPr>
          <p:cNvPr id="1067555733" name="Freeform 3"/>
          <p:cNvSpPr/>
          <p:nvPr/>
        </p:nvSpPr>
        <p:spPr bwMode="auto">
          <a:xfrm rot="0" flipH="0" flipV="0">
            <a:off x="2169143" y="2281855"/>
            <a:ext cx="1564677" cy="1854142"/>
          </a:xfrm>
          <a:custGeom>
            <a:avLst/>
            <a:gdLst/>
            <a:ahLst/>
            <a:cxnLst/>
            <a:rect l="l" t="t" r="r" b="b"/>
            <a:pathLst>
              <a:path w="1564677" h="1854142" fill="norm" stroke="1" extrusionOk="0">
                <a:moveTo>
                  <a:pt x="0" y="0"/>
                </a:moveTo>
                <a:lnTo>
                  <a:pt x="1564677" y="0"/>
                </a:lnTo>
                <a:lnTo>
                  <a:pt x="1564677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760365243" name="TextBox 5"/>
          <p:cNvSpPr txBox="1"/>
          <p:nvPr/>
        </p:nvSpPr>
        <p:spPr bwMode="auto">
          <a:xfrm rot="0" flipH="0" flipV="0">
            <a:off x="4647166" y="4519913"/>
            <a:ext cx="294360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MacOS</a:t>
            </a:r>
            <a:endParaRPr/>
          </a:p>
        </p:txBody>
      </p:sp>
      <p:sp>
        <p:nvSpPr>
          <p:cNvPr id="133874316" name="TextBox 6"/>
          <p:cNvSpPr txBox="1"/>
          <p:nvPr/>
        </p:nvSpPr>
        <p:spPr bwMode="auto">
          <a:xfrm rot="0" flipH="0" flipV="0">
            <a:off x="1588583" y="4519913"/>
            <a:ext cx="292243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Linukisi</a:t>
            </a:r>
            <a:endParaRPr/>
          </a:p>
        </p:txBody>
      </p:sp>
      <p:sp>
        <p:nvSpPr>
          <p:cNvPr id="641848708" name="TextBox 7"/>
          <p:cNvSpPr txBox="1"/>
          <p:nvPr/>
        </p:nvSpPr>
        <p:spPr bwMode="auto">
          <a:xfrm rot="0" flipH="0" flipV="0">
            <a:off x="8339936" y="4519913"/>
            <a:ext cx="3144782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Amadirisha</a:t>
            </a:r>
            <a:endParaRPr/>
          </a:p>
        </p:txBody>
      </p:sp>
      <p:pic>
        <p:nvPicPr>
          <p:cNvPr id="12259111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20545" y="2231571"/>
            <a:ext cx="1524174" cy="1972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32834" name="Freeform 2"/>
          <p:cNvSpPr/>
          <p:nvPr/>
        </p:nvSpPr>
        <p:spPr bwMode="auto">
          <a:xfrm rot="0" flipH="0" flipV="0">
            <a:off x="885825" y="2128009"/>
            <a:ext cx="1937986" cy="1937986"/>
          </a:xfrm>
          <a:custGeom>
            <a:avLst/>
            <a:gdLst/>
            <a:ahLst/>
            <a:cxnLst/>
            <a:rect l="l" t="t" r="r" b="b"/>
            <a:pathLst>
              <a:path w="1937986" h="1937986" fill="norm" stroke="1" extrusionOk="0">
                <a:moveTo>
                  <a:pt x="0" y="0"/>
                </a:moveTo>
                <a:lnTo>
                  <a:pt x="1937986" y="0"/>
                </a:lnTo>
                <a:lnTo>
                  <a:pt x="1937986" y="1937986"/>
                </a:lnTo>
                <a:lnTo>
                  <a:pt x="0" y="19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2520704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33244457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947105925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099197656" name="TextBox 8"/>
          <p:cNvSpPr txBox="1"/>
          <p:nvPr/>
        </p:nvSpPr>
        <p:spPr bwMode="auto">
          <a:xfrm rot="0" flipH="0" flipV="0">
            <a:off x="339749" y="4281680"/>
            <a:ext cx="3101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Ubuntu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3157633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21874" t="0" r="21873" b="0"/>
              <a:stretch/>
            </a:blipFill>
          </p:spPr>
        </p:sp>
      </p:grpSp>
      <p:sp>
        <p:nvSpPr>
          <p:cNvPr id="842494845" name="Freeform 4"/>
          <p:cNvSpPr/>
          <p:nvPr/>
        </p:nvSpPr>
        <p:spPr bwMode="auto">
          <a:xfrm rot="0" flipH="0" flipV="0">
            <a:off x="7098855" y="1786480"/>
            <a:ext cx="2237088" cy="2349516"/>
          </a:xfrm>
          <a:custGeom>
            <a:avLst/>
            <a:gdLst/>
            <a:ahLst/>
            <a:cxnLst/>
            <a:rect l="l" t="t" r="r" b="b"/>
            <a:pathLst>
              <a:path w="2237088" h="2349516" fill="norm" stroke="1" extrusionOk="0">
                <a:moveTo>
                  <a:pt x="0" y="0"/>
                </a:moveTo>
                <a:lnTo>
                  <a:pt x="2237088" y="0"/>
                </a:lnTo>
                <a:lnTo>
                  <a:pt x="2237088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88922128" name="TextBox 5"/>
          <p:cNvSpPr txBox="1"/>
          <p:nvPr/>
        </p:nvSpPr>
        <p:spPr bwMode="auto">
          <a:xfrm rot="0" flipH="0" flipV="0">
            <a:off x="2096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Kasperski</a:t>
            </a:r>
            <a:endParaRPr/>
          </a:p>
        </p:txBody>
      </p:sp>
      <p:sp>
        <p:nvSpPr>
          <p:cNvPr id="1187116898" name="TextBox 6"/>
          <p:cNvSpPr txBox="1"/>
          <p:nvPr/>
        </p:nvSpPr>
        <p:spPr bwMode="auto">
          <a:xfrm rot="0" flipH="0" flipV="0">
            <a:off x="6255833" y="4519913"/>
            <a:ext cx="428769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Uwukingira idirisha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4754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7117978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75423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539294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461871000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65023321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306188857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Ubutumwa bwa porotoni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5089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98082757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693983757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743850276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0157138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369499524" name="Freeform 4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4526225" name="TextBox 5"/>
          <p:cNvSpPr txBox="1"/>
          <p:nvPr/>
        </p:nvSpPr>
        <p:spPr bwMode="auto">
          <a:xfrm rot="0" flipH="0" flipV="0">
            <a:off x="2350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Umurongo</a:t>
            </a:r>
            <a:endParaRPr/>
          </a:p>
        </p:txBody>
      </p:sp>
      <p:sp>
        <p:nvSpPr>
          <p:cNvPr id="1800511430" name="TextBox 6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Unyuma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73808" name="Freeform 2"/>
          <p:cNvSpPr/>
          <p:nvPr/>
        </p:nvSpPr>
        <p:spPr bwMode="auto">
          <a:xfrm rot="0" flipH="0" flipV="0">
            <a:off x="28560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7447485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23949812" name="TextBox 4"/>
          <p:cNvSpPr txBox="1"/>
          <p:nvPr/>
        </p:nvSpPr>
        <p:spPr bwMode="auto">
          <a:xfrm rot="0" flipH="0" flipV="0">
            <a:off x="2096583" y="4519913"/>
            <a:ext cx="4043553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Bitwarden</a:t>
            </a:r>
            <a:endParaRPr/>
          </a:p>
        </p:txBody>
      </p:sp>
      <p:sp>
        <p:nvSpPr>
          <p:cNvPr id="1655083270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Gukomeza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8728" name="Freeform 2"/>
          <p:cNvSpPr/>
          <p:nvPr/>
        </p:nvSpPr>
        <p:spPr bwMode="auto">
          <a:xfrm rot="0" flipH="0" flipV="0">
            <a:off x="3701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3717796" name="Freeform 3"/>
          <p:cNvSpPr/>
          <p:nvPr/>
        </p:nvSpPr>
        <p:spPr bwMode="auto">
          <a:xfrm rot="0" flipH="0" flipV="0">
            <a:off x="9827788" y="1786480"/>
            <a:ext cx="1994055" cy="2349516"/>
          </a:xfrm>
          <a:custGeom>
            <a:avLst/>
            <a:gdLst/>
            <a:ahLst/>
            <a:cxnLst/>
            <a:rect l="l" t="t" r="r" b="b"/>
            <a:pathLst>
              <a:path w="1994055" h="2349516" fill="norm" stroke="1" extrusionOk="0">
                <a:moveTo>
                  <a:pt x="0" y="0"/>
                </a:moveTo>
                <a:lnTo>
                  <a:pt x="1994055" y="0"/>
                </a:lnTo>
                <a:lnTo>
                  <a:pt x="199405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49708042" name="Freeform 4"/>
          <p:cNvSpPr/>
          <p:nvPr/>
        </p:nvSpPr>
        <p:spPr bwMode="auto">
          <a:xfrm rot="0" flipH="0" flipV="0">
            <a:off x="6628082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724942572" name="Freeform 5"/>
          <p:cNvSpPr/>
          <p:nvPr/>
        </p:nvSpPr>
        <p:spPr bwMode="auto">
          <a:xfrm rot="0" flipH="0" flipV="0">
            <a:off x="3499120" y="1918790"/>
            <a:ext cx="2349516" cy="2084898"/>
          </a:xfrm>
          <a:custGeom>
            <a:avLst/>
            <a:gdLst/>
            <a:ahLst/>
            <a:cxnLst/>
            <a:rect l="l" t="t" r="r" b="b"/>
            <a:pathLst>
              <a:path w="2349516" h="2084898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084897"/>
                </a:lnTo>
                <a:lnTo>
                  <a:pt x="0" y="208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13934" t="17955" r="13872" b="17982"/>
            <a:stretch/>
          </a:blipFill>
        </p:spPr>
        <p:txBody>
          <a:bodyPr/>
          <a:p/>
        </p:txBody>
      </p:sp>
      <p:sp>
        <p:nvSpPr>
          <p:cNvPr id="1383103709" name="TextBox 6"/>
          <p:cNvSpPr txBox="1"/>
          <p:nvPr/>
        </p:nvSpPr>
        <p:spPr bwMode="auto">
          <a:xfrm rot="0">
            <a:off x="485583" y="4519913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SMS</a:t>
            </a:r>
            <a:endParaRPr/>
          </a:p>
        </p:txBody>
      </p:sp>
      <p:sp>
        <p:nvSpPr>
          <p:cNvPr id="1309673928" name="TextBox 7"/>
          <p:cNvSpPr txBox="1"/>
          <p:nvPr/>
        </p:nvSpPr>
        <p:spPr bwMode="auto">
          <a:xfrm rot="0">
            <a:off x="2697931" y="4519914"/>
            <a:ext cx="395189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Ukwemeza Google</a:t>
            </a:r>
            <a:endParaRPr/>
          </a:p>
        </p:txBody>
      </p:sp>
      <p:sp>
        <p:nvSpPr>
          <p:cNvPr id="1739735838" name="TextBox 8"/>
          <p:cNvSpPr txBox="1"/>
          <p:nvPr/>
        </p:nvSpPr>
        <p:spPr bwMode="auto">
          <a:xfrm rot="0" flipH="0" flipV="0">
            <a:off x="6628081" y="4519913"/>
            <a:ext cx="2438887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Ubuntu</a:t>
            </a:r>
            <a:endParaRPr/>
          </a:p>
        </p:txBody>
      </p:sp>
      <p:sp>
        <p:nvSpPr>
          <p:cNvPr id="1395132848" name="TextBox 9"/>
          <p:cNvSpPr txBox="1"/>
          <p:nvPr/>
        </p:nvSpPr>
        <p:spPr bwMode="auto">
          <a:xfrm rot="0" flipH="0" flipV="0">
            <a:off x="9431374" y="4519913"/>
            <a:ext cx="2446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Urufunguzo rw'umutekano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5656" name="Freeform 2"/>
          <p:cNvSpPr/>
          <p:nvPr/>
        </p:nvSpPr>
        <p:spPr bwMode="auto">
          <a:xfrm rot="0" flipH="0" flipV="0">
            <a:off x="3536161" y="1786480"/>
            <a:ext cx="1870262" cy="2349516"/>
          </a:xfrm>
          <a:custGeom>
            <a:avLst/>
            <a:gdLst/>
            <a:ahLst/>
            <a:cxnLst/>
            <a:rect l="l" t="t" r="r" b="b"/>
            <a:pathLst>
              <a:path w="1870262" h="2349516" fill="norm" stroke="1" extrusionOk="0">
                <a:moveTo>
                  <a:pt x="0" y="0"/>
                </a:moveTo>
                <a:lnTo>
                  <a:pt x="1870262" y="0"/>
                </a:lnTo>
                <a:lnTo>
                  <a:pt x="1870262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6376" t="7883" r="16872" b="8260"/>
            <a:stretch/>
          </a:blipFill>
        </p:spPr>
        <p:txBody>
          <a:bodyPr/>
          <a:p/>
        </p:txBody>
      </p:sp>
      <p:sp>
        <p:nvSpPr>
          <p:cNvPr id="1624275612" name="Freeform 3"/>
          <p:cNvSpPr/>
          <p:nvPr/>
        </p:nvSpPr>
        <p:spPr bwMode="auto">
          <a:xfrm rot="0" flipH="0" flipV="0">
            <a:off x="353587" y="1758896"/>
            <a:ext cx="2404684" cy="2404684"/>
          </a:xfrm>
          <a:custGeom>
            <a:avLst/>
            <a:gdLst/>
            <a:ahLst/>
            <a:cxnLst/>
            <a:rect l="l" t="t" r="r" b="b"/>
            <a:pathLst>
              <a:path w="2404684" h="2404684" fill="norm" stroke="1" extrusionOk="0">
                <a:moveTo>
                  <a:pt x="0" y="0"/>
                </a:moveTo>
                <a:lnTo>
                  <a:pt x="2404685" y="0"/>
                </a:lnTo>
                <a:lnTo>
                  <a:pt x="2404685" y="2404684"/>
                </a:lnTo>
                <a:lnTo>
                  <a:pt x="0" y="2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6463546" name="Freeform 4"/>
          <p:cNvSpPr/>
          <p:nvPr/>
        </p:nvSpPr>
        <p:spPr bwMode="auto">
          <a:xfrm rot="0" flipH="0" flipV="0">
            <a:off x="6184313" y="1786480"/>
            <a:ext cx="2324265" cy="2349516"/>
          </a:xfrm>
          <a:custGeom>
            <a:avLst/>
            <a:gdLst/>
            <a:ahLst/>
            <a:cxnLst/>
            <a:rect l="l" t="t" r="r" b="b"/>
            <a:pathLst>
              <a:path w="2324265" h="2349516" fill="norm" stroke="1" extrusionOk="0">
                <a:moveTo>
                  <a:pt x="0" y="0"/>
                </a:moveTo>
                <a:lnTo>
                  <a:pt x="2324265" y="0"/>
                </a:lnTo>
                <a:lnTo>
                  <a:pt x="232426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3114" b="10622"/>
            <a:stretch/>
          </a:blipFill>
        </p:spPr>
        <p:txBody>
          <a:bodyPr/>
          <a:p/>
        </p:txBody>
      </p:sp>
      <p:sp>
        <p:nvSpPr>
          <p:cNvPr id="1032766442" name="Freeform 5"/>
          <p:cNvSpPr/>
          <p:nvPr/>
        </p:nvSpPr>
        <p:spPr bwMode="auto">
          <a:xfrm rot="0" flipH="0" flipV="0">
            <a:off x="9289628" y="1786480"/>
            <a:ext cx="2548784" cy="2347082"/>
          </a:xfrm>
          <a:custGeom>
            <a:avLst/>
            <a:gdLst/>
            <a:ahLst/>
            <a:cxnLst/>
            <a:rect l="l" t="t" r="r" b="b"/>
            <a:pathLst>
              <a:path w="2548784" h="2347082" fill="norm" stroke="1" extrusionOk="0">
                <a:moveTo>
                  <a:pt x="0" y="0"/>
                </a:moveTo>
                <a:lnTo>
                  <a:pt x="2548785" y="0"/>
                </a:lnTo>
                <a:lnTo>
                  <a:pt x="2548785" y="2347082"/>
                </a:lnTo>
                <a:lnTo>
                  <a:pt x="0" y="2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837530637" name="TextBox 6"/>
          <p:cNvSpPr txBox="1"/>
          <p:nvPr/>
        </p:nvSpPr>
        <p:spPr bwMode="auto">
          <a:xfrm rot="0">
            <a:off x="655348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Ikarata</a:t>
            </a:r>
            <a:endParaRPr/>
          </a:p>
        </p:txBody>
      </p:sp>
      <p:sp>
        <p:nvSpPr>
          <p:cNvPr id="1732630817" name="TextBox 7"/>
          <p:cNvSpPr txBox="1"/>
          <p:nvPr/>
        </p:nvSpPr>
        <p:spPr bwMode="auto">
          <a:xfrm rot="0" flipH="0" flipV="0">
            <a:off x="2843249" y="4519913"/>
            <a:ext cx="314397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Gukoresha nabi</a:t>
            </a:r>
            <a:endParaRPr/>
          </a:p>
        </p:txBody>
      </p:sp>
      <p:sp>
        <p:nvSpPr>
          <p:cNvPr id="1948740273" name="TextBox 8"/>
          <p:cNvSpPr txBox="1"/>
          <p:nvPr/>
        </p:nvSpPr>
        <p:spPr bwMode="auto">
          <a:xfrm rot="0" flipH="0" flipV="0">
            <a:off x="5907124" y="4519913"/>
            <a:ext cx="2763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Insinya</a:t>
            </a:r>
            <a:endParaRPr/>
          </a:p>
        </p:txBody>
      </p:sp>
      <p:sp>
        <p:nvSpPr>
          <p:cNvPr id="1079441136" name="TextBox 9"/>
          <p:cNvSpPr txBox="1"/>
          <p:nvPr/>
        </p:nvSpPr>
        <p:spPr bwMode="auto">
          <a:xfrm rot="0" flipH="0" flipV="0">
            <a:off x="9050374" y="4519913"/>
            <a:ext cx="2954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Amategeko ISO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24140" name="Freeform 2"/>
          <p:cNvSpPr/>
          <p:nvPr/>
        </p:nvSpPr>
        <p:spPr bwMode="auto">
          <a:xfrm rot="0" flipH="0" flipV="0">
            <a:off x="2751589" y="1682012"/>
            <a:ext cx="2558452" cy="2558452"/>
          </a:xfrm>
          <a:custGeom>
            <a:avLst/>
            <a:gdLst/>
            <a:ahLst/>
            <a:cxnLst/>
            <a:rect l="l" t="t" r="r" b="b"/>
            <a:pathLst>
              <a:path w="2558453" h="2558453" fill="norm" stroke="1" extrusionOk="0">
                <a:moveTo>
                  <a:pt x="0" y="0"/>
                </a:moveTo>
                <a:lnTo>
                  <a:pt x="2558452" y="0"/>
                </a:lnTo>
                <a:lnTo>
                  <a:pt x="2558452" y="2558453"/>
                </a:lnTo>
                <a:lnTo>
                  <a:pt x="0" y="25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43565106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95705989" name="TextBox 4"/>
          <p:cNvSpPr txBox="1"/>
          <p:nvPr/>
        </p:nvSpPr>
        <p:spPr bwMode="auto">
          <a:xfrm rot="0">
            <a:off x="3130233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na OTP</a:t>
            </a:r>
            <a:endParaRPr/>
          </a:p>
        </p:txBody>
      </p:sp>
      <p:sp>
        <p:nvSpPr>
          <p:cNvPr id="1631462426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Ubuntu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6</cp:revision>
  <dcterms:created xsi:type="dcterms:W3CDTF">2006-08-16T00:00:00Z</dcterms:created>
  <dcterms:modified xsi:type="dcterms:W3CDTF">2025-10-12T15:05:23Z</dcterms:modified>
</cp:coreProperties>
</file>