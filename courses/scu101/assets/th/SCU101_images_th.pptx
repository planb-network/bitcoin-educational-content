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การนำทางออนไลน์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การใช้คอมพิวเตอร์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โซลูชันที่เป็นรูปธรรม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ไม่มี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ด้วย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ผู้ใช้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ไคลเอนต์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ผู้ให้บริการอินเทอร์เน็ต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เซิร์ฟเวอร์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อินเทอร์เน็ต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ผู้ใช้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ผู้ให้บริการอินเทอร์เน็ต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อินเทอร์เน็ต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โปรโตคอล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ชื่อโดเมน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โดเมนระดับสูงสุด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โดเมนระดับที่สอง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เส้นทาง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โปรตอนเมล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