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การนำทางออนไลน์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การใช้คอมพิวเตอร์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โซลูชันที่เป็นรูปธรรม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โครม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โครเมียม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กล้าหาญ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ไฟร์ฟอกซ์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บราวเซอร์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ไม่มี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ด้วย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ผู้ใช้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ไคลเอนต์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ผู้ให้บริการอินเทอร์เน็ต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เซิร์ฟเวอร์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อินเทอร์เน็ต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ผู้ใช้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ผู้ให้บริการอินเทอร์เน็ต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อินเทอร์เน็ต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มุลล์วัด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โปรตอน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โปรโตคอล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ชื่อโดเมน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โดเมนระดับสูงสุด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โดเมนระดับที่สอง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เส้นทาง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ลินุกซ์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หน้าต่าง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อูบุนตู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คาสเปอร์สกี้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วินโดว์ส เดฟเฟนเดอร์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โปรตอนเมล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แดชเลน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บิตวอร์เดน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Google Authenticator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กุญแจรักษาความปลอดภัย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เมตาสปลอยต์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ไพธอน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มาตรฐาน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และOTP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ออธี่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