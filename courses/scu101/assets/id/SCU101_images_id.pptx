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Navigasi online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Penggunaan komputer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Solusi konkret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Chrome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Kromium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Berani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Firefox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Peramban 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Tanpa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Dengan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Pengguna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Klien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Penyedia Layanan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Server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Pengguna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Penyedia Layanan 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Nama domain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Domain tingkat atas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Domain tingkat kedua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Path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Linux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Ubuntu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Kaspersky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Pembela Windows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Surat Proton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Autentikator Google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Kunci keamanan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Normes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danOTP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