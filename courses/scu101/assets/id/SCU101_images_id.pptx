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Navigasi online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Penggunaan komputer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Solusi konkret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Tanpa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Dengan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Pengguna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Klien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Penyedia Layanan 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Server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Pengguna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Penyedia Layanan 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Protokol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Nama domain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Domain tingkat atas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Domain tingkat kedua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Path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Surat Proton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