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ऑनलाइन नेविगेशन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कंप्यूटर का उपयोग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ठोस समाधान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क्रोम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क्रोमियम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बहादुर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फ़ायरफ़ॉक्स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TOR ब्राउज़र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बिना वीपीएन के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वीपीएन के साथ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उपयोगकर्ता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वीपीएन क्लाइंट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अंतराजाल सेवा प्रदाता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वीपीएन सर्वर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इंटरनेट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उपयोगकर्ता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अंतराजाल सेवा प्रदाता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इंटरनेट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आईवीपीएन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मुल्लवद वीपीएन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प्रोटॉन वीपीएन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शिष्टाचार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डोमेन नाम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शीर्ष-स्तरीय डोमेन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द्वितीय-स्तरीय डोमेन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पथ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मैक ओएस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लिनक्स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विंडोज़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उबंटू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विंडोज़ रक्षक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प्रोटॉन मेल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लास्ट पास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बिटवर्डन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कीपास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एसएमएस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गूगल प्रमाणक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ऑथी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सुरक्षा कुंजी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एनमैप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मेटास्प्लॉइट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पायथन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आईएसओ मानदंड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औरओटीपी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ऑथी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