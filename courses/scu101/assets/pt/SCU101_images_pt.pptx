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lang="en-US"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Online navigation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lang="en-US"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Computer use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lang="en-US"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Concrete solutions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Chrome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Chromium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Brave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TOR Browser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lang="en-US" sz="2000" b="1" u="sng">
                <a:solidFill>
                  <a:srgbClr val="000000"/>
                </a:solidFill>
                <a:latin typeface="IBM Plex Sans"/>
              </a:rPr>
              <a:t>Without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lang="en-US" sz="2000" b="1" u="sng">
                <a:solidFill>
                  <a:srgbClr val="000000"/>
                </a:solidFill>
                <a:latin typeface="IBM Plex Sans"/>
              </a:rPr>
              <a:t>With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User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VPN Client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Internet Service 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VPN 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User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Internet Service Provider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lang="en-US" sz="1200" b="1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lang="en-US" sz="2600" b="1">
                <a:solidFill>
                  <a:srgbClr val="FF3131"/>
                </a:solidFill>
                <a:latin typeface="IBM Plex Sans"/>
                <a:ea typeface="IBM Plex Sans"/>
                <a:cs typeface="IBM Plex Sans"/>
              </a:rPr>
              <a:t>Protocol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Domain name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26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Top-level 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Second-level domain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lang="en-US" sz="2600" b="1">
                <a:solidFill>
                  <a:srgbClr val="3758D3"/>
                </a:solidFill>
                <a:latin typeface="IBM Plex Sans"/>
                <a:ea typeface="IBM Plex Sans"/>
                <a:cs typeface="IBM Plex Sans"/>
              </a:rPr>
              <a:t>Path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Security key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Normes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andOTP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