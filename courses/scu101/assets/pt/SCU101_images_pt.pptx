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Navegação em linha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Utilização do computador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Soluções em betão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Sem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Com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Utilizador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Cliente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Fornecedor de serviços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Servidor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Utilizador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Fornecedor de serviços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Protocolo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Nome do domínio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Domínio de topo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Domínio de segundo nível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Caminho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Correio Proton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