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Điều hướng trực tuyến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Sử dụng máy tính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Giải pháp cụ thể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Không có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Với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Người dùng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Máy khách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Nhà cung cấp dịch vụ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Máy chủ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Người dùng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Nhà cung cấp dịch vụ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Giao thức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Tên miền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Tên miền cấp cao nhất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Tên miền cấp hai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Con đường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Thư Proton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