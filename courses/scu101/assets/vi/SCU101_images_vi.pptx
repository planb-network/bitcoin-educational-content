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Điều hướng trực tuyến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Sử dụng máy tính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Giải pháp cụ thể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Chrome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Can đảm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Trình duyệt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Không có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Với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Người dùng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Máy khách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Nhà cung cấp dịch vụ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Máy chủ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Người dùng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Nhà cung cấp dịch vụ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Giao thức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Tên miền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Tên miền cấp cao nhất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Tên miền cấp hai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Con đường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Cửa sổ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Trình bảo vệ Windows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Thư Proton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tin nhắn 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Trình xác thực Google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Tự động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Khóa bảo mật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Bản đồ 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Trăn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Tiêu chuẩn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vàOTP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Tự động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