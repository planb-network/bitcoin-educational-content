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Navigasjon på nett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Bruk av datamaskin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Konkrete løsninger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Uten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Med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Bruker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VPN-klient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Internett-leverandør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VPN-server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Bruker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Internett-leverandør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Protokoll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Domenenavn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Toppnivådomene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Domene på andre nivå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Sti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