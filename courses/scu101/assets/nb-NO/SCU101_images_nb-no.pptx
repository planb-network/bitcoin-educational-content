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Navigasjon på nett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Bruk av datamaskin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Konkrete løsninger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Krom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Krom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Modig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Firefox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TOR-nettleser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Uten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Med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Bruker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VPN-klient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Internett-leverandør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VPN-server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Bruker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Internett-leverandør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IVPN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Mullvad VPN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VPN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Protokoll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Domenenavn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Toppnivådomene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Domene på andre nivå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Sti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macOS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Linux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Vinduer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Ubuntu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Kaspersky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 Defender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Mail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Dashlane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LastPass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Bitwarden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KeePass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SMS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Google Authenticator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Sikkerhetsnøkkel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Nmap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Metasploit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Python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ISO-normer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ogOTP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