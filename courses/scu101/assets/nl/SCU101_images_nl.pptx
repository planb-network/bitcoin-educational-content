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embedTrueTypeFonts="1" saveSubsetFonts="1">
  <p:sldMasterIdLst>
    <p:sldMasterId id="2147483648" r:id="rId1"/>
  </p:sldMasterIdLst>
  <p:notesMasterIdLst>
    <p:notesMasterId r:id="rId2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4" d="100"/>
          <a:sy n="74" d="100"/>
        </p:scale>
        <p:origin x="-1092" y="-90"/>
      </p:cViewPr>
      <p:guideLst>
        <p:guide pos="2160" orient="horz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tableStyles" Target="tableStyles.xml"/><Relationship Id="rId28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46118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2392402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8979905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66794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31221727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13303751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80850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1995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0038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F67644-3D00-4344-85FA-4AE388E01C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33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30854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45940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69066-B780-156C-C0E4-B63E5A9860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7084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43366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331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0B08FF-727B-DF33-14B9-3C26325CEB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192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4746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1135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176DCC-F3EA-F819-3D8C-59380827F4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515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9526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68780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2D62FD-D300-1C90-727F-4C214D0BA5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763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56069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57116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25164C-C457-F7CE-D3F0-1C3E32919D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8107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738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71184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FBA781B-CAA4-8AD1-3542-3B0463DCD7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48304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1351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48411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1AD30C5-168D-2E72-955D-BF84A37A60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3272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6832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39357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20E2E4-3A96-6C3C-1799-4BB1FC04A1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8031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102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592196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CCF2-A05D-CF54-29A6-D2F9F7D8D0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871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0422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45666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8FD7BE8-37F1-4C11-1070-F24C3B691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8491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92549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3270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C71DE2-3D7A-48B2-9947-973BA277E5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61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4448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85408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675C1C-C5E9-20A5-BCD3-0CA414D017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184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71003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41573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E81334-C396-53D7-E867-CC495E2841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5087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098847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5567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AAA90-31AA-F8DF-E3DC-431BB8B9CA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8553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21286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6612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F206B0-4485-5ADD-B335-2FE9C887D5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3302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95541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5847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B2B094-7B2C-3B4E-66C0-5841496B8CA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0829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725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3986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B40D7C-96CC-FE55-7472-60EA56BC88F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501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7909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3395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93D4DC-34CE-6A5A-9349-0882DF8837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1752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0190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27158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C55CD1-63AC-DF5A-300F-16428CA041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707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8256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484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0C327D-742E-AC27-CBA0-C187A22956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0247647" name="Title 1"/>
          <p:cNvSpPr>
            <a:spLocks noGrp="1"/>
          </p:cNvSpPr>
          <p:nvPr>
            <p:ph type="ctrTitle"/>
          </p:nvPr>
        </p:nvSpPr>
        <p:spPr bwMode="auto">
          <a:xfrm>
            <a:off x="685800" y="2130425"/>
            <a:ext cx="77724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70992874" name="Subtitle 2"/>
          <p:cNvSpPr>
            <a:spLocks noGrp="1"/>
          </p:cNvSpPr>
          <p:nvPr>
            <p:ph type="subTitle" idx="1"/>
          </p:nvPr>
        </p:nvSpPr>
        <p:spPr bwMode="auto">
          <a:xfrm>
            <a:off x="1371600" y="3886200"/>
            <a:ext cx="64008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2992634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553611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1337870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217538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4797030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86216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78711803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045542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7403853" name="Title 1"/>
          <p:cNvSpPr>
            <a:spLocks noGrp="1"/>
          </p:cNvSpPr>
          <p:nvPr>
            <p:ph type="title"/>
          </p:nvPr>
        </p:nvSpPr>
        <p:spPr bwMode="auto"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4021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138790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246312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635134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9363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9966387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96998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8855226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726215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7949527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51946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6099550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19842601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0144202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7251422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402683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203972859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833274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12077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9417241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929644680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92811254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76967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870552406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9012345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2653766" name="Title 1"/>
          <p:cNvSpPr>
            <a:spLocks noGrp="1"/>
          </p:cNvSpPr>
          <p:nvPr>
            <p:ph type="title"/>
          </p:nvPr>
        </p:nvSpPr>
        <p:spPr bwMode="auto"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99081490" name="Content Placeholder 2"/>
          <p:cNvSpPr>
            <a:spLocks noGrp="1"/>
          </p:cNvSpPr>
          <p:nvPr>
            <p:ph idx="1"/>
          </p:nvPr>
        </p:nvSpPr>
        <p:spPr bwMode="auto"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13937938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1036803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67210625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1979614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8329761" name="Title 1"/>
          <p:cNvSpPr>
            <a:spLocks noGrp="1"/>
          </p:cNvSpPr>
          <p:nvPr>
            <p:ph type="title"/>
          </p:nvPr>
        </p:nvSpPr>
        <p:spPr bwMode="auto"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75624077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1308111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875805453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35230250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832019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38592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0166328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282276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7225745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977053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4638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20574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912119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99284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89978433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035370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657255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364576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7745620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8/1/2011</a:t>
            </a:fld>
            <a:endParaRPr lang="en-US"/>
          </a:p>
        </p:txBody>
      </p:sp>
      <p:sp>
        <p:nvSpPr>
          <p:cNvPr id="1129639611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5733862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image" Target="../media/image3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7.jpg"/><Relationship Id="rId5" Type="http://schemas.openxmlformats.org/officeDocument/2006/relationships/image" Target="../media/image3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Relationship Id="rId4" Type="http://schemas.openxmlformats.org/officeDocument/2006/relationships/image" Target="../media/image4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9.png"/><Relationship Id="rId4" Type="http://schemas.openxmlformats.org/officeDocument/2006/relationships/image" Target="../media/image50.png"/><Relationship Id="rId5" Type="http://schemas.openxmlformats.org/officeDocument/2006/relationships/image" Target="../media/image51.pn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7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498079" name="Freeform 3"/>
          <p:cNvSpPr/>
          <p:nvPr/>
        </p:nvSpPr>
        <p:spPr bwMode="auto">
          <a:xfrm rot="0" flipH="0" flipV="0">
            <a:off x="6256042" y="2984845"/>
            <a:ext cx="4967997" cy="955029"/>
          </a:xfrm>
          <a:custGeom>
            <a:avLst/>
            <a:gdLst/>
            <a:ahLst/>
            <a:cxnLst/>
            <a:rect l="l" t="t" r="r" b="b"/>
            <a:pathLst>
              <a:path w="1962666" h="377296" fill="norm" stroke="1" extrusionOk="0">
                <a:moveTo>
                  <a:pt x="52984" y="0"/>
                </a:moveTo>
                <a:lnTo>
                  <a:pt x="1909682" y="0"/>
                </a:lnTo>
                <a:cubicBezTo>
                  <a:pt x="1923734" y="0"/>
                  <a:pt x="1937211" y="5582"/>
                  <a:pt x="1947147" y="15519"/>
                </a:cubicBezTo>
                <a:cubicBezTo>
                  <a:pt x="1957084" y="25455"/>
                  <a:pt x="1962666" y="38932"/>
                  <a:pt x="1962666" y="52984"/>
                </a:cubicBezTo>
                <a:lnTo>
                  <a:pt x="1962666" y="324312"/>
                </a:lnTo>
                <a:cubicBezTo>
                  <a:pt x="1962666" y="353574"/>
                  <a:pt x="1938944" y="377296"/>
                  <a:pt x="1909682" y="377296"/>
                </a:cubicBezTo>
                <a:lnTo>
                  <a:pt x="52984" y="377296"/>
                </a:lnTo>
                <a:cubicBezTo>
                  <a:pt x="23722" y="377296"/>
                  <a:pt x="0" y="353574"/>
                  <a:pt x="0" y="324312"/>
                </a:cubicBezTo>
                <a:lnTo>
                  <a:pt x="0" y="52984"/>
                </a:lnTo>
                <a:cubicBezTo>
                  <a:pt x="0" y="38932"/>
                  <a:pt x="5582" y="25455"/>
                  <a:pt x="15519" y="15519"/>
                </a:cubicBezTo>
                <a:cubicBezTo>
                  <a:pt x="25455" y="5582"/>
                  <a:pt x="38932" y="0"/>
                  <a:pt x="52984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066711762" name="TextBox 4"/>
          <p:cNvSpPr txBox="1"/>
          <p:nvPr/>
        </p:nvSpPr>
        <p:spPr bwMode="auto">
          <a:xfrm rot="0" flipH="0" flipV="0">
            <a:off x="6256041" y="2984844"/>
            <a:ext cx="4967995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Online navigatie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9147078" name="Freeform 5"/>
          <p:cNvSpPr/>
          <p:nvPr/>
        </p:nvSpPr>
        <p:spPr bwMode="auto">
          <a:xfrm rot="0" flipH="0" flipV="0">
            <a:off x="967959" y="2729677"/>
            <a:ext cx="1498729" cy="1498729"/>
          </a:xfrm>
          <a:custGeom>
            <a:avLst/>
            <a:gdLst/>
            <a:ahLst/>
            <a:cxnLst/>
            <a:rect l="l" t="t" r="r" b="b"/>
            <a:pathLst>
              <a:path w="1498730" h="1498730" fill="norm" stroke="1" extrusionOk="0">
                <a:moveTo>
                  <a:pt x="0" y="0"/>
                </a:moveTo>
                <a:lnTo>
                  <a:pt x="1498730" y="0"/>
                </a:lnTo>
                <a:lnTo>
                  <a:pt x="1498730" y="1498730"/>
                </a:lnTo>
                <a:lnTo>
                  <a:pt x="0" y="1498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571143037" name="AutoShape 6"/>
          <p:cNvSpPr/>
          <p:nvPr/>
        </p:nvSpPr>
        <p:spPr bwMode="auto">
          <a:xfrm>
            <a:off x="4079275" y="3462361"/>
            <a:ext cx="2043419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386099944" name="AutoShape 7"/>
          <p:cNvSpPr/>
          <p:nvPr/>
        </p:nvSpPr>
        <p:spPr bwMode="auto">
          <a:xfrm>
            <a:off x="4079275" y="1490813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54728133" name="Freeform 8"/>
          <p:cNvSpPr/>
          <p:nvPr/>
        </p:nvSpPr>
        <p:spPr bwMode="auto">
          <a:xfrm rot="0" flipH="0" flipV="0">
            <a:off x="967959" y="4649876"/>
            <a:ext cx="1544681" cy="1434623"/>
          </a:xfrm>
          <a:custGeom>
            <a:avLst/>
            <a:gdLst/>
            <a:ahLst/>
            <a:cxnLst/>
            <a:rect l="l" t="t" r="r" b="b"/>
            <a:pathLst>
              <a:path w="1544681" h="1434623" fill="norm" stroke="1" extrusionOk="0">
                <a:moveTo>
                  <a:pt x="0" y="0"/>
                </a:moveTo>
                <a:lnTo>
                  <a:pt x="1544681" y="0"/>
                </a:lnTo>
                <a:lnTo>
                  <a:pt x="1544681" y="1434623"/>
                </a:lnTo>
                <a:lnTo>
                  <a:pt x="0" y="14346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344004983" name="Freeform 9"/>
          <p:cNvSpPr/>
          <p:nvPr/>
        </p:nvSpPr>
        <p:spPr bwMode="auto">
          <a:xfrm rot="0" flipH="0" flipV="0">
            <a:off x="989626" y="773501"/>
            <a:ext cx="1501345" cy="1501345"/>
          </a:xfrm>
          <a:custGeom>
            <a:avLst/>
            <a:gdLst/>
            <a:ahLst/>
            <a:cxnLst/>
            <a:rect l="l" t="t" r="r" b="b"/>
            <a:pathLst>
              <a:path w="1501345" h="1501345" fill="norm" stroke="1" extrusionOk="0">
                <a:moveTo>
                  <a:pt x="0" y="0"/>
                </a:moveTo>
                <a:lnTo>
                  <a:pt x="1501345" y="0"/>
                </a:lnTo>
                <a:lnTo>
                  <a:pt x="1501345" y="1501345"/>
                </a:lnTo>
                <a:lnTo>
                  <a:pt x="0" y="15013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1346494693" name="AutoShape 10"/>
          <p:cNvSpPr/>
          <p:nvPr/>
        </p:nvSpPr>
        <p:spPr bwMode="auto">
          <a:xfrm flipH="1">
            <a:off x="2688268" y="1524174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53094743" name="AutoShape 11"/>
          <p:cNvSpPr/>
          <p:nvPr/>
        </p:nvSpPr>
        <p:spPr bwMode="auto">
          <a:xfrm flipH="1">
            <a:off x="2688268" y="346236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023535980" name="AutoShape 12"/>
          <p:cNvSpPr/>
          <p:nvPr/>
        </p:nvSpPr>
        <p:spPr bwMode="auto">
          <a:xfrm flipH="1">
            <a:off x="2688268" y="536718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7261215" name="Freeform 3"/>
          <p:cNvSpPr/>
          <p:nvPr/>
        </p:nvSpPr>
        <p:spPr bwMode="auto">
          <a:xfrm rot="0" flipH="0" flipV="0">
            <a:off x="5579737" y="2980233"/>
            <a:ext cx="6090439" cy="955029"/>
          </a:xfrm>
          <a:custGeom>
            <a:avLst/>
            <a:gdLst/>
            <a:ahLst/>
            <a:cxnLst/>
            <a:rect l="l" t="t" r="r" b="b"/>
            <a:pathLst>
              <a:path w="2406100" h="377296" fill="norm" stroke="1" extrusionOk="0">
                <a:moveTo>
                  <a:pt x="43219" y="0"/>
                </a:moveTo>
                <a:lnTo>
                  <a:pt x="2362880" y="0"/>
                </a:lnTo>
                <a:cubicBezTo>
                  <a:pt x="2386750" y="0"/>
                  <a:pt x="2406100" y="19350"/>
                  <a:pt x="2406100" y="43219"/>
                </a:cubicBezTo>
                <a:lnTo>
                  <a:pt x="2406100" y="334077"/>
                </a:lnTo>
                <a:cubicBezTo>
                  <a:pt x="2406100" y="357946"/>
                  <a:pt x="2386750" y="377296"/>
                  <a:pt x="2362880" y="377296"/>
                </a:cubicBezTo>
                <a:lnTo>
                  <a:pt x="43219" y="377296"/>
                </a:lnTo>
                <a:cubicBezTo>
                  <a:pt x="19350" y="377296"/>
                  <a:pt x="0" y="357946"/>
                  <a:pt x="0" y="334077"/>
                </a:cubicBezTo>
                <a:lnTo>
                  <a:pt x="0" y="43219"/>
                </a:lnTo>
                <a:cubicBezTo>
                  <a:pt x="0" y="19350"/>
                  <a:pt x="19350" y="0"/>
                  <a:pt x="43219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19597882" name="TextBox 4"/>
          <p:cNvSpPr txBox="1"/>
          <p:nvPr/>
        </p:nvSpPr>
        <p:spPr bwMode="auto">
          <a:xfrm rot="0" flipH="0" flipV="0">
            <a:off x="5579736" y="2980233"/>
            <a:ext cx="6090438" cy="955029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FFFF"/>
                </a:solidFill>
                <a:latin typeface="IBM Plex Sans"/>
              </a:rPr>
              <a:t>Computergebruik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76788216" name="AutoShape 5"/>
          <p:cNvSpPr/>
          <p:nvPr/>
        </p:nvSpPr>
        <p:spPr bwMode="auto">
          <a:xfrm>
            <a:off x="3953538" y="3457749"/>
            <a:ext cx="1404053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003610369" name="AutoShape 6"/>
          <p:cNvSpPr/>
          <p:nvPr/>
        </p:nvSpPr>
        <p:spPr bwMode="auto">
          <a:xfrm>
            <a:off x="3953538" y="1181038"/>
            <a:ext cx="0" cy="4553837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968682045" name="AutoShape 7"/>
          <p:cNvSpPr/>
          <p:nvPr/>
        </p:nvSpPr>
        <p:spPr bwMode="auto">
          <a:xfrm flipH="1">
            <a:off x="2562531" y="1212862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460894646" name="AutoShape 8"/>
          <p:cNvSpPr/>
          <p:nvPr/>
        </p:nvSpPr>
        <p:spPr bwMode="auto">
          <a:xfrm flipH="1">
            <a:off x="2562531" y="2712899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51153601" name="AutoShape 9"/>
          <p:cNvSpPr/>
          <p:nvPr/>
        </p:nvSpPr>
        <p:spPr bwMode="auto">
          <a:xfrm flipH="1">
            <a:off x="2562531" y="420976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773891794" name="AutoShape 11"/>
          <p:cNvSpPr/>
          <p:nvPr/>
        </p:nvSpPr>
        <p:spPr bwMode="auto">
          <a:xfrm flipH="1">
            <a:off x="2562531" y="570263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44738161" name="Freeform 12"/>
          <p:cNvSpPr/>
          <p:nvPr/>
        </p:nvSpPr>
        <p:spPr bwMode="auto">
          <a:xfrm rot="0" flipH="0" flipV="0">
            <a:off x="521821" y="3671955"/>
            <a:ext cx="1912207" cy="1075617"/>
          </a:xfrm>
          <a:custGeom>
            <a:avLst/>
            <a:gdLst/>
            <a:ahLst/>
            <a:cxnLst/>
            <a:rect l="l" t="t" r="r" b="b"/>
            <a:pathLst>
              <a:path w="1912207" h="1075617" fill="norm" stroke="1" extrusionOk="0">
                <a:moveTo>
                  <a:pt x="0" y="0"/>
                </a:moveTo>
                <a:lnTo>
                  <a:pt x="1912208" y="0"/>
                </a:lnTo>
                <a:lnTo>
                  <a:pt x="1912208" y="1075617"/>
                </a:lnTo>
                <a:lnTo>
                  <a:pt x="0" y="10756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86258557" name="Freeform 13"/>
          <p:cNvSpPr/>
          <p:nvPr/>
        </p:nvSpPr>
        <p:spPr bwMode="auto">
          <a:xfrm rot="0" flipH="0" flipV="0">
            <a:off x="947959" y="1999222"/>
            <a:ext cx="1059933" cy="1256020"/>
          </a:xfrm>
          <a:custGeom>
            <a:avLst/>
            <a:gdLst/>
            <a:ahLst/>
            <a:cxnLst/>
            <a:rect l="l" t="t" r="r" b="b"/>
            <a:pathLst>
              <a:path w="1059933" h="1256020" fill="norm" stroke="1" extrusionOk="0">
                <a:moveTo>
                  <a:pt x="0" y="0"/>
                </a:moveTo>
                <a:lnTo>
                  <a:pt x="1059932" y="0"/>
                </a:lnTo>
                <a:lnTo>
                  <a:pt x="1059932" y="1256020"/>
                </a:lnTo>
                <a:lnTo>
                  <a:pt x="0" y="1256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436054587" name="Freeform 14"/>
          <p:cNvSpPr/>
          <p:nvPr/>
        </p:nvSpPr>
        <p:spPr bwMode="auto">
          <a:xfrm rot="0" flipH="0" flipV="0">
            <a:off x="733241" y="5007326"/>
            <a:ext cx="1487297" cy="1390622"/>
          </a:xfrm>
          <a:custGeom>
            <a:avLst/>
            <a:gdLst/>
            <a:ahLst/>
            <a:cxnLst/>
            <a:rect l="l" t="t" r="r" b="b"/>
            <a:pathLst>
              <a:path w="1487297" h="1390622" fill="norm" stroke="1" extrusionOk="0">
                <a:moveTo>
                  <a:pt x="0" y="0"/>
                </a:moveTo>
                <a:lnTo>
                  <a:pt x="1487296" y="0"/>
                </a:lnTo>
                <a:lnTo>
                  <a:pt x="1487296" y="1390622"/>
                </a:lnTo>
                <a:lnTo>
                  <a:pt x="0" y="13906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pic>
        <p:nvPicPr>
          <p:cNvPr id="37673178" name="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 flipH="0" flipV="0">
            <a:off x="173399" y="103654"/>
            <a:ext cx="2527421" cy="18955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382999" name="Freeform 3"/>
          <p:cNvSpPr/>
          <p:nvPr/>
        </p:nvSpPr>
        <p:spPr bwMode="auto">
          <a:xfrm rot="0" flipH="0" flipV="0">
            <a:off x="5734964" y="2951483"/>
            <a:ext cx="5937588" cy="955029"/>
          </a:xfrm>
          <a:custGeom>
            <a:avLst/>
            <a:gdLst/>
            <a:ahLst/>
            <a:cxnLst/>
            <a:rect l="l" t="t" r="r" b="b"/>
            <a:pathLst>
              <a:path w="2345714" h="377296" fill="norm" stroke="1" extrusionOk="0">
                <a:moveTo>
                  <a:pt x="44332" y="0"/>
                </a:moveTo>
                <a:lnTo>
                  <a:pt x="2301382" y="0"/>
                </a:lnTo>
                <a:cubicBezTo>
                  <a:pt x="2313139" y="0"/>
                  <a:pt x="2324415" y="4671"/>
                  <a:pt x="2332729" y="12985"/>
                </a:cubicBezTo>
                <a:cubicBezTo>
                  <a:pt x="2341043" y="21298"/>
                  <a:pt x="2345714" y="32574"/>
                  <a:pt x="2345714" y="44332"/>
                </a:cubicBezTo>
                <a:lnTo>
                  <a:pt x="2345714" y="332964"/>
                </a:lnTo>
                <a:cubicBezTo>
                  <a:pt x="2345714" y="344721"/>
                  <a:pt x="2341043" y="355998"/>
                  <a:pt x="2332729" y="364311"/>
                </a:cubicBezTo>
                <a:cubicBezTo>
                  <a:pt x="2324415" y="372625"/>
                  <a:pt x="2313139" y="377296"/>
                  <a:pt x="2301382" y="377296"/>
                </a:cubicBezTo>
                <a:lnTo>
                  <a:pt x="44332" y="377296"/>
                </a:lnTo>
                <a:cubicBezTo>
                  <a:pt x="32574" y="377296"/>
                  <a:pt x="21298" y="372625"/>
                  <a:pt x="12985" y="364311"/>
                </a:cubicBezTo>
                <a:cubicBezTo>
                  <a:pt x="4671" y="355998"/>
                  <a:pt x="0" y="344721"/>
                  <a:pt x="0" y="332964"/>
                </a:cubicBezTo>
                <a:lnTo>
                  <a:pt x="0" y="44332"/>
                </a:lnTo>
                <a:cubicBezTo>
                  <a:pt x="0" y="32574"/>
                  <a:pt x="4671" y="21298"/>
                  <a:pt x="12985" y="12985"/>
                </a:cubicBezTo>
                <a:cubicBezTo>
                  <a:pt x="21298" y="4671"/>
                  <a:pt x="32574" y="0"/>
                  <a:pt x="44332" y="0"/>
                </a:cubicBezTo>
                <a:close/>
              </a:path>
            </a:pathLst>
          </a:custGeom>
          <a:solidFill>
            <a:srgbClr val="FF5C00"/>
          </a:solid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513866847" name="TextBox 4"/>
          <p:cNvSpPr txBox="1"/>
          <p:nvPr/>
        </p:nvSpPr>
        <p:spPr bwMode="auto">
          <a:xfrm rot="0" flipH="0" flipV="0">
            <a:off x="5734962" y="2951482"/>
            <a:ext cx="5937588" cy="955030"/>
          </a:xfrm>
          <a:prstGeom prst="rect">
            <a:avLst/>
          </a:prstGeom>
          <a:grpFill/>
        </p:spPr>
        <p:txBody>
          <a:bodyPr vertOverflow="overflow" horzOverflow="overflow" vert="horz" wrap="square" lIns="50799" tIns="50799" rIns="50799" bIns="50799" numCol="1" spcCol="0" rtlCol="0" fromWordArt="0" anchor="ctr" anchorCtr="0" forceAA="0" upright="0" compatLnSpc="0"/>
          <a:lstStyle/>
          <a:p>
            <a:pPr algn="ctr">
              <a:lnSpc>
                <a:spcPct val="100000"/>
              </a:lnSpc>
              <a:defRPr/>
            </a:pPr>
            <a:r>
              <a:rPr sz="2400" b="1" lang="en-US">
                <a:solidFill>
                  <a:srgbClr val="FFFFFF"/>
                </a:solidFill>
                <a:latin typeface="IBM Plex Sans"/>
              </a:rPr>
              <a:t>Concrete oplossingen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0431581" name="AutoShape 5"/>
          <p:cNvSpPr/>
          <p:nvPr/>
        </p:nvSpPr>
        <p:spPr bwMode="auto">
          <a:xfrm>
            <a:off x="4117375" y="3445681"/>
            <a:ext cx="139293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/>
        </p:txBody>
      </p:sp>
      <p:sp>
        <p:nvSpPr>
          <p:cNvPr id="1113514388" name="AutoShape 6"/>
          <p:cNvSpPr/>
          <p:nvPr/>
        </p:nvSpPr>
        <p:spPr bwMode="auto">
          <a:xfrm>
            <a:off x="4117375" y="1474134"/>
            <a:ext cx="0" cy="3909733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502927862" name="AutoShape 7"/>
          <p:cNvSpPr/>
          <p:nvPr/>
        </p:nvSpPr>
        <p:spPr bwMode="auto">
          <a:xfrm flipH="1">
            <a:off x="2726368" y="1507493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19639185" name="AutoShape 8"/>
          <p:cNvSpPr/>
          <p:nvPr/>
        </p:nvSpPr>
        <p:spPr bwMode="auto">
          <a:xfrm flipH="1">
            <a:off x="2726368" y="3445681"/>
            <a:ext cx="1391007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79244811" name="AutoShape 9"/>
          <p:cNvSpPr/>
          <p:nvPr/>
        </p:nvSpPr>
        <p:spPr bwMode="auto">
          <a:xfrm flipH="1">
            <a:off x="2726368" y="5350507"/>
            <a:ext cx="1419582" cy="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201754402" name="Freeform 10"/>
          <p:cNvSpPr/>
          <p:nvPr/>
        </p:nvSpPr>
        <p:spPr bwMode="auto">
          <a:xfrm rot="0" flipH="0" flipV="0">
            <a:off x="968339" y="4542537"/>
            <a:ext cx="1615939" cy="1615939"/>
          </a:xfrm>
          <a:custGeom>
            <a:avLst/>
            <a:gdLst/>
            <a:ahLst/>
            <a:cxnLst/>
            <a:rect l="l" t="t" r="r" b="b"/>
            <a:pathLst>
              <a:path w="1615939" h="1615939" fill="norm" stroke="1" extrusionOk="0">
                <a:moveTo>
                  <a:pt x="0" y="0"/>
                </a:moveTo>
                <a:lnTo>
                  <a:pt x="1615939" y="0"/>
                </a:lnTo>
                <a:lnTo>
                  <a:pt x="1615939" y="1615939"/>
                </a:lnTo>
                <a:lnTo>
                  <a:pt x="0" y="16159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320546" name="Freeform 11"/>
          <p:cNvSpPr/>
          <p:nvPr/>
        </p:nvSpPr>
        <p:spPr bwMode="auto">
          <a:xfrm rot="0" flipH="0" flipV="0">
            <a:off x="1035568" y="825064"/>
            <a:ext cx="1481481" cy="1190123"/>
          </a:xfrm>
          <a:custGeom>
            <a:avLst/>
            <a:gdLst/>
            <a:ahLst/>
            <a:cxnLst/>
            <a:rect l="l" t="t" r="r" b="b"/>
            <a:pathLst>
              <a:path w="1481481" h="1190123" fill="norm" stroke="1" extrusionOk="0">
                <a:moveTo>
                  <a:pt x="0" y="0"/>
                </a:moveTo>
                <a:lnTo>
                  <a:pt x="1481481" y="0"/>
                </a:lnTo>
                <a:lnTo>
                  <a:pt x="1481481" y="1190123"/>
                </a:lnTo>
                <a:lnTo>
                  <a:pt x="0" y="11901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141661342" name="Freeform 12"/>
          <p:cNvSpPr/>
          <p:nvPr/>
        </p:nvSpPr>
        <p:spPr bwMode="auto">
          <a:xfrm rot="0" flipH="0" flipV="0">
            <a:off x="1115578" y="2508949"/>
            <a:ext cx="1092861" cy="1649601"/>
          </a:xfrm>
          <a:custGeom>
            <a:avLst/>
            <a:gdLst/>
            <a:ahLst/>
            <a:cxnLst/>
            <a:rect l="l" t="t" r="r" b="b"/>
            <a:pathLst>
              <a:path w="1092861" h="1649601" fill="norm" stroke="1" extrusionOk="0">
                <a:moveTo>
                  <a:pt x="0" y="0"/>
                </a:moveTo>
                <a:lnTo>
                  <a:pt x="1092861" y="0"/>
                </a:lnTo>
                <a:lnTo>
                  <a:pt x="1092861" y="1649602"/>
                </a:lnTo>
                <a:lnTo>
                  <a:pt x="0" y="1649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835888" name="Freeform 2"/>
          <p:cNvSpPr/>
          <p:nvPr/>
        </p:nvSpPr>
        <p:spPr bwMode="auto">
          <a:xfrm rot="0" flipH="0" flipV="0">
            <a:off x="1350167" y="624416"/>
            <a:ext cx="8545289" cy="5703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659447415" name="Freeform 3"/>
          <p:cNvSpPr/>
          <p:nvPr/>
        </p:nvSpPr>
        <p:spPr bwMode="auto">
          <a:xfrm rot="0" flipH="0" flipV="0">
            <a:off x="2846417" y="918385"/>
            <a:ext cx="5591866" cy="3310607"/>
          </a:xfrm>
          <a:custGeom>
            <a:avLst/>
            <a:gdLst/>
            <a:ahLst/>
            <a:cxnLst/>
            <a:rect l="l" t="t" r="r" b="b"/>
            <a:pathLst>
              <a:path w="5684817" h="3365638" fill="norm" stroke="1" extrusionOk="0">
                <a:moveTo>
                  <a:pt x="0" y="0"/>
                </a:moveTo>
                <a:lnTo>
                  <a:pt x="5684817" y="0"/>
                </a:lnTo>
                <a:lnTo>
                  <a:pt x="5684817" y="3365637"/>
                </a:lnTo>
                <a:lnTo>
                  <a:pt x="0" y="3365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808171029" name="Freeform 4"/>
          <p:cNvSpPr/>
          <p:nvPr/>
        </p:nvSpPr>
        <p:spPr bwMode="auto">
          <a:xfrm rot="0" flipH="0" flipV="0">
            <a:off x="9038220" y="2234856"/>
            <a:ext cx="2528096" cy="2133082"/>
          </a:xfrm>
          <a:custGeom>
            <a:avLst/>
            <a:gdLst/>
            <a:ahLst/>
            <a:cxnLst/>
            <a:rect l="l" t="t" r="r" b="b"/>
            <a:pathLst>
              <a:path w="2570120" h="2168539" fill="norm" stroke="1" extrusionOk="0">
                <a:moveTo>
                  <a:pt x="0" y="0"/>
                </a:moveTo>
                <a:lnTo>
                  <a:pt x="2570120" y="0"/>
                </a:lnTo>
                <a:lnTo>
                  <a:pt x="2570120" y="2168539"/>
                </a:lnTo>
                <a:lnTo>
                  <a:pt x="0" y="21685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693362" name="Freeform 2"/>
          <p:cNvSpPr/>
          <p:nvPr/>
        </p:nvSpPr>
        <p:spPr bwMode="auto">
          <a:xfrm rot="0" flipH="0" flipV="0">
            <a:off x="1872734" y="627153"/>
            <a:ext cx="8164764" cy="5449980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989218548" name="Freeform 6"/>
          <p:cNvSpPr/>
          <p:nvPr/>
        </p:nvSpPr>
        <p:spPr bwMode="auto">
          <a:xfrm rot="0" flipH="0" flipV="0">
            <a:off x="3228930" y="936282"/>
            <a:ext cx="5386986" cy="3117133"/>
          </a:xfrm>
          <a:custGeom>
            <a:avLst/>
            <a:gdLst/>
            <a:ahLst/>
            <a:cxnLst/>
            <a:rect l="l" t="t" r="r" b="b"/>
            <a:pathLst>
              <a:path w="5122771" h="3243411" fill="norm" stroke="1" extrusionOk="0">
                <a:moveTo>
                  <a:pt x="0" y="0"/>
                </a:moveTo>
                <a:lnTo>
                  <a:pt x="5122770" y="0"/>
                </a:lnTo>
                <a:lnTo>
                  <a:pt x="5122770" y="3243411"/>
                </a:lnTo>
                <a:lnTo>
                  <a:pt x="0" y="32434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sp>
        <p:nvSpPr>
          <p:cNvPr id="1956713691" name="Freeform 7"/>
          <p:cNvSpPr/>
          <p:nvPr/>
        </p:nvSpPr>
        <p:spPr bwMode="auto">
          <a:xfrm rot="0" flipH="0" flipV="0">
            <a:off x="9322171" y="2653239"/>
            <a:ext cx="1781861" cy="1674950"/>
          </a:xfrm>
          <a:custGeom>
            <a:avLst/>
            <a:gdLst/>
            <a:ahLst/>
            <a:cxnLst/>
            <a:rect l="l" t="t" r="r" b="b"/>
            <a:pathLst>
              <a:path w="1895906" h="1782152" fill="norm" stroke="1" extrusionOk="0">
                <a:moveTo>
                  <a:pt x="0" y="0"/>
                </a:moveTo>
                <a:lnTo>
                  <a:pt x="1895906" y="0"/>
                </a:lnTo>
                <a:lnTo>
                  <a:pt x="1895906" y="1782152"/>
                </a:lnTo>
                <a:lnTo>
                  <a:pt x="0" y="17821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63140630" name=""/>
          <p:cNvGrpSpPr/>
          <p:nvPr/>
        </p:nvGrpSpPr>
        <p:grpSpPr bwMode="auto">
          <a:xfrm>
            <a:off x="1124073" y="2151162"/>
            <a:ext cx="9943853" cy="2570003"/>
            <a:chOff x="0" y="0"/>
            <a:chExt cx="9943853" cy="2570003"/>
          </a:xfrm>
        </p:grpSpPr>
        <p:sp>
          <p:nvSpPr>
            <p:cNvPr id="1843659458" name="Freeform 2"/>
            <p:cNvSpPr/>
            <p:nvPr/>
          </p:nvSpPr>
          <p:spPr bwMode="auto">
            <a:xfrm rot="0" flipH="0" flipV="0">
              <a:off x="2806641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264899863" name="Freeform 3"/>
            <p:cNvSpPr/>
            <p:nvPr/>
          </p:nvSpPr>
          <p:spPr bwMode="auto">
            <a:xfrm rot="0" flipH="0" flipV="0">
              <a:off x="0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440455589" name="Freeform 4"/>
            <p:cNvSpPr/>
            <p:nvPr/>
          </p:nvSpPr>
          <p:spPr bwMode="auto">
            <a:xfrm rot="0" flipH="0" flipV="0">
              <a:off x="8151056" y="0"/>
              <a:ext cx="1784430" cy="1854142"/>
            </a:xfrm>
            <a:custGeom>
              <a:avLst/>
              <a:gdLst/>
              <a:ahLst/>
              <a:cxnLst/>
              <a:rect l="l" t="t" r="r" b="b"/>
              <a:pathLst>
                <a:path w="1784430" h="1854142" fill="norm" stroke="1" extrusionOk="0">
                  <a:moveTo>
                    <a:pt x="0" y="0"/>
                  </a:moveTo>
                  <a:lnTo>
                    <a:pt x="1784431" y="0"/>
                  </a:lnTo>
                  <a:lnTo>
                    <a:pt x="1784431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129137717" name="Freeform 5"/>
            <p:cNvSpPr/>
            <p:nvPr/>
          </p:nvSpPr>
          <p:spPr bwMode="auto">
            <a:xfrm rot="0" flipH="0" flipV="0">
              <a:off x="5608939" y="0"/>
              <a:ext cx="1589938" cy="1854142"/>
            </a:xfrm>
            <a:custGeom>
              <a:avLst/>
              <a:gdLst/>
              <a:ahLst/>
              <a:cxnLst/>
              <a:rect l="l" t="t" r="r" b="b"/>
              <a:pathLst>
                <a:path w="1589938" h="1854142" fill="norm" stroke="1" extrusionOk="0">
                  <a:moveTo>
                    <a:pt x="0" y="0"/>
                  </a:moveTo>
                  <a:lnTo>
                    <a:pt x="1589938" y="0"/>
                  </a:lnTo>
                  <a:lnTo>
                    <a:pt x="1589938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580112003" name="TextBox 6"/>
            <p:cNvSpPr txBox="1"/>
            <p:nvPr/>
          </p:nvSpPr>
          <p:spPr bwMode="auto">
            <a:xfrm rot="0">
              <a:off x="26488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Chrome</a:t>
              </a:r>
              <a:endParaRPr/>
            </a:p>
          </p:txBody>
        </p:sp>
        <p:sp>
          <p:nvSpPr>
            <p:cNvPr id="856748786" name="TextBox 7"/>
            <p:cNvSpPr txBox="1"/>
            <p:nvPr/>
          </p:nvSpPr>
          <p:spPr bwMode="auto">
            <a:xfrm rot="0">
              <a:off x="283313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Chromium</a:t>
              </a:r>
              <a:endParaRPr/>
            </a:p>
          </p:txBody>
        </p:sp>
        <p:sp>
          <p:nvSpPr>
            <p:cNvPr id="1626460172" name="TextBox 8"/>
            <p:cNvSpPr txBox="1"/>
            <p:nvPr/>
          </p:nvSpPr>
          <p:spPr bwMode="auto">
            <a:xfrm rot="0" flipH="0" flipV="0">
              <a:off x="5206607" y="2107364"/>
              <a:ext cx="2624424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Brave</a:t>
              </a:r>
              <a:endParaRPr/>
            </a:p>
          </p:txBody>
        </p:sp>
        <p:sp>
          <p:nvSpPr>
            <p:cNvPr id="1311629489" name="TextBox 9"/>
            <p:cNvSpPr txBox="1"/>
            <p:nvPr/>
          </p:nvSpPr>
          <p:spPr bwMode="auto">
            <a:xfrm rot="0">
              <a:off x="8142690" y="2107365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Firefox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802541" name="Freeform 3"/>
          <p:cNvSpPr/>
          <p:nvPr/>
        </p:nvSpPr>
        <p:spPr bwMode="auto">
          <a:xfrm rot="0" flipH="0" flipV="0">
            <a:off x="3135145" y="529602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1997009551" name="Freeform 7"/>
          <p:cNvSpPr/>
          <p:nvPr/>
        </p:nvSpPr>
        <p:spPr bwMode="auto">
          <a:xfrm rot="0" flipH="0" flipV="0">
            <a:off x="4502360" y="834704"/>
            <a:ext cx="5952901" cy="3426358"/>
          </a:xfrm>
          <a:custGeom>
            <a:avLst/>
            <a:gdLst/>
            <a:ahLst/>
            <a:cxnLst/>
            <a:rect l="l" t="t" r="r" b="b"/>
            <a:pathLst>
              <a:path w="5952901" h="3426358" fill="norm" stroke="1" extrusionOk="0">
                <a:moveTo>
                  <a:pt x="0" y="0"/>
                </a:moveTo>
                <a:lnTo>
                  <a:pt x="5952901" y="0"/>
                </a:lnTo>
                <a:lnTo>
                  <a:pt x="5952901" y="3426358"/>
                </a:lnTo>
                <a:lnTo>
                  <a:pt x="0" y="3426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294617229" name=""/>
          <p:cNvGrpSpPr/>
          <p:nvPr/>
        </p:nvGrpSpPr>
        <p:grpSpPr bwMode="auto">
          <a:xfrm>
            <a:off x="685800" y="2148626"/>
            <a:ext cx="2713928" cy="2560745"/>
            <a:chOff x="0" y="0"/>
            <a:chExt cx="2713928" cy="2560745"/>
          </a:xfrm>
        </p:grpSpPr>
        <p:sp>
          <p:nvSpPr>
            <p:cNvPr id="1262076459" name="Freeform 2"/>
            <p:cNvSpPr/>
            <p:nvPr/>
          </p:nvSpPr>
          <p:spPr bwMode="auto">
            <a:xfrm rot="0" flipH="0" flipV="0">
              <a:off x="429892" y="0"/>
              <a:ext cx="1854142" cy="1854142"/>
            </a:xfrm>
            <a:custGeom>
              <a:avLst/>
              <a:gdLst/>
              <a:ahLst/>
              <a:cxnLst/>
              <a:rect l="l" t="t" r="r" b="b"/>
              <a:pathLst>
                <a:path w="1854142" h="1854142" fill="norm" stroke="1" extrusionOk="0">
                  <a:moveTo>
                    <a:pt x="0" y="0"/>
                  </a:moveTo>
                  <a:lnTo>
                    <a:pt x="1854142" y="0"/>
                  </a:lnTo>
                  <a:lnTo>
                    <a:pt x="1854142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89574071" name="TextBox 8"/>
            <p:cNvSpPr txBox="1"/>
            <p:nvPr/>
          </p:nvSpPr>
          <p:spPr bwMode="auto">
            <a:xfrm rot="0">
              <a:off x="0" y="2112435"/>
              <a:ext cx="2713929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TOR Browser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294153" name=""/>
          <p:cNvSpPr/>
          <p:nvPr/>
        </p:nvSpPr>
        <p:spPr bwMode="auto">
          <a:xfrm flipH="1" flipV="0">
            <a:off x="1395013" y="3767671"/>
            <a:ext cx="9718568" cy="2304648"/>
          </a:xfrm>
          <a:prstGeom prst="flowChartAlternateProcess">
            <a:avLst/>
          </a:prstGeom>
          <a:solidFill>
            <a:srgbClr val="00B050">
              <a:alpha val="23000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37631547" name=""/>
          <p:cNvSpPr/>
          <p:nvPr/>
        </p:nvSpPr>
        <p:spPr bwMode="auto">
          <a:xfrm flipH="1" flipV="0">
            <a:off x="1395013" y="873314"/>
            <a:ext cx="9718568" cy="2505726"/>
          </a:xfrm>
          <a:prstGeom prst="flowChartAlternateProcess">
            <a:avLst/>
          </a:prstGeom>
          <a:solidFill>
            <a:srgbClr val="C00000">
              <a:alpha val="13999"/>
            </a:srgbClr>
          </a:solidFill>
          <a:ln w="12699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911489308" name="AutoShape 2"/>
          <p:cNvSpPr/>
          <p:nvPr/>
        </p:nvSpPr>
        <p:spPr bwMode="auto">
          <a:xfrm flipH="0" flipV="1">
            <a:off x="3420678" y="4928912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41540024" name="Freeform 3"/>
          <p:cNvSpPr/>
          <p:nvPr/>
        </p:nvSpPr>
        <p:spPr bwMode="auto">
          <a:xfrm rot="0" flipH="0" flipV="0">
            <a:off x="4183373" y="4653424"/>
            <a:ext cx="593958" cy="805367"/>
          </a:xfrm>
          <a:custGeom>
            <a:avLst/>
            <a:gdLst/>
            <a:ahLst/>
            <a:cxnLst/>
            <a:rect l="l" t="t" r="r" b="b"/>
            <a:pathLst>
              <a:path w="829681" h="1124991" fill="norm" stroke="1" extrusionOk="0">
                <a:moveTo>
                  <a:pt x="0" y="0"/>
                </a:moveTo>
                <a:lnTo>
                  <a:pt x="829680" y="0"/>
                </a:lnTo>
                <a:lnTo>
                  <a:pt x="829680" y="1124991"/>
                </a:lnTo>
                <a:lnTo>
                  <a:pt x="0" y="1124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68254099" name="Freeform 4"/>
          <p:cNvSpPr/>
          <p:nvPr/>
        </p:nvSpPr>
        <p:spPr bwMode="auto">
          <a:xfrm rot="0" flipH="0" flipV="0">
            <a:off x="1924380" y="4704971"/>
            <a:ext cx="950472" cy="634437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024843138" name="Freeform 5"/>
          <p:cNvSpPr/>
          <p:nvPr/>
        </p:nvSpPr>
        <p:spPr bwMode="auto">
          <a:xfrm rot="0" flipH="0" flipV="0">
            <a:off x="5917331" y="4704971"/>
            <a:ext cx="725753" cy="50349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723315" name="Freeform 6"/>
          <p:cNvSpPr/>
          <p:nvPr/>
        </p:nvSpPr>
        <p:spPr bwMode="auto">
          <a:xfrm rot="0" flipH="0" flipV="0">
            <a:off x="7947198" y="4669432"/>
            <a:ext cx="769811" cy="612963"/>
          </a:xfrm>
          <a:custGeom>
            <a:avLst/>
            <a:gdLst/>
            <a:ahLst/>
            <a:cxnLst/>
            <a:rect l="l" t="t" r="r" b="b"/>
            <a:pathLst>
              <a:path w="1075323" h="856226" fill="norm" stroke="1" extrusionOk="0">
                <a:moveTo>
                  <a:pt x="0" y="0"/>
                </a:moveTo>
                <a:lnTo>
                  <a:pt x="1075323" y="0"/>
                </a:lnTo>
                <a:lnTo>
                  <a:pt x="1075323" y="856225"/>
                </a:lnTo>
                <a:lnTo>
                  <a:pt x="0" y="8562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434679232" name="Freeform 7"/>
          <p:cNvSpPr/>
          <p:nvPr/>
        </p:nvSpPr>
        <p:spPr bwMode="auto">
          <a:xfrm rot="0" flipH="0" flipV="0">
            <a:off x="9876355" y="4587126"/>
            <a:ext cx="752284" cy="752284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1"/>
                </a:lnTo>
                <a:lnTo>
                  <a:pt x="0" y="10508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710332836" name="AutoShape 8"/>
          <p:cNvSpPr/>
          <p:nvPr/>
        </p:nvSpPr>
        <p:spPr bwMode="auto">
          <a:xfrm flipH="1" flipV="0">
            <a:off x="3420678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73977087" name="Freeform 9"/>
          <p:cNvSpPr/>
          <p:nvPr/>
        </p:nvSpPr>
        <p:spPr bwMode="auto">
          <a:xfrm rot="0" flipH="0" flipV="0">
            <a:off x="3583762" y="429189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7" y="0"/>
                </a:lnTo>
                <a:lnTo>
                  <a:pt x="363887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935249938" name="Freeform 10"/>
          <p:cNvSpPr/>
          <p:nvPr/>
        </p:nvSpPr>
        <p:spPr bwMode="auto">
          <a:xfrm rot="0" flipH="0" flipV="0">
            <a:off x="5254014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556220260" name="TextBox 11"/>
          <p:cNvSpPr txBox="1"/>
          <p:nvPr/>
        </p:nvSpPr>
        <p:spPr bwMode="auto">
          <a:xfrm rot="0">
            <a:off x="1717936" y="1084587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Zonder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1417823998" name="TextBox 12"/>
          <p:cNvSpPr txBox="1"/>
          <p:nvPr/>
        </p:nvSpPr>
        <p:spPr bwMode="auto">
          <a:xfrm rot="0">
            <a:off x="1717936" y="3913444"/>
            <a:ext cx="2719686" cy="462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8"/>
              </a:lnSpc>
              <a:defRPr/>
            </a:pPr>
            <a:r>
              <a:rPr sz="2000" b="1" u="sng" lang="en-US">
                <a:solidFill>
                  <a:srgbClr val="000000"/>
                </a:solidFill>
                <a:latin typeface="IBM Plex Sans"/>
              </a:rPr>
              <a:t>Met VPN</a:t>
            </a:r>
            <a:endParaRPr sz="1200" b="1" u="sng">
              <a:latin typeface="IBM Plex Sans"/>
              <a:cs typeface="IBM Plex Sans"/>
            </a:endParaRPr>
          </a:p>
        </p:txBody>
      </p:sp>
      <p:sp>
        <p:nvSpPr>
          <p:cNvPr id="431911303" name="TextBox 13"/>
          <p:cNvSpPr txBox="1"/>
          <p:nvPr/>
        </p:nvSpPr>
        <p:spPr bwMode="auto">
          <a:xfrm rot="0" flipH="0" flipV="0">
            <a:off x="1456029" y="5545260"/>
            <a:ext cx="177912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Gebruiker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70905675" name="TextBox 14"/>
          <p:cNvSpPr txBox="1"/>
          <p:nvPr/>
        </p:nvSpPr>
        <p:spPr bwMode="auto">
          <a:xfrm rot="0" flipH="0" flipV="0">
            <a:off x="3583762" y="5545260"/>
            <a:ext cx="1404784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VPN-client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234300785" name="TextBox 15"/>
          <p:cNvSpPr txBox="1"/>
          <p:nvPr/>
        </p:nvSpPr>
        <p:spPr bwMode="auto">
          <a:xfrm rot="0" flipH="0" flipV="0">
            <a:off x="5308259" y="5575017"/>
            <a:ext cx="1944974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Internetprovider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42090752" name="TextBox 16"/>
          <p:cNvSpPr txBox="1"/>
          <p:nvPr/>
        </p:nvSpPr>
        <p:spPr bwMode="auto">
          <a:xfrm rot="0">
            <a:off x="7647278" y="554526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VPN-server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985523857" name="TextBox 17"/>
          <p:cNvSpPr txBox="1"/>
          <p:nvPr/>
        </p:nvSpPr>
        <p:spPr bwMode="auto">
          <a:xfrm rot="0">
            <a:off x="9505994" y="5598120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484753597" name="AutoShape 18"/>
          <p:cNvSpPr/>
          <p:nvPr/>
        </p:nvSpPr>
        <p:spPr bwMode="auto">
          <a:xfrm flipH="0" flipV="1">
            <a:off x="5120606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790083863" name="AutoShape 19"/>
          <p:cNvSpPr/>
          <p:nvPr/>
        </p:nvSpPr>
        <p:spPr bwMode="auto">
          <a:xfrm flipH="1" flipV="0">
            <a:off x="5171546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093383860" name="Freeform 20"/>
          <p:cNvSpPr/>
          <p:nvPr/>
        </p:nvSpPr>
        <p:spPr bwMode="auto">
          <a:xfrm rot="0" flipH="0" flipV="0">
            <a:off x="7142543" y="4291890"/>
            <a:ext cx="261627" cy="341439"/>
          </a:xfrm>
          <a:custGeom>
            <a:avLst/>
            <a:gdLst/>
            <a:ahLst/>
            <a:cxnLst/>
            <a:rect l="l" t="t" r="r" b="b"/>
            <a:pathLst>
              <a:path w="365461" h="476947" fill="norm" stroke="1" extrusionOk="0">
                <a:moveTo>
                  <a:pt x="0" y="0"/>
                </a:moveTo>
                <a:lnTo>
                  <a:pt x="365461" y="0"/>
                </a:lnTo>
                <a:lnTo>
                  <a:pt x="365461" y="476948"/>
                </a:lnTo>
                <a:lnTo>
                  <a:pt x="0" y="47694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957652287" name="AutoShape 21"/>
          <p:cNvSpPr/>
          <p:nvPr/>
        </p:nvSpPr>
        <p:spPr bwMode="auto">
          <a:xfrm flipH="0" flipV="1">
            <a:off x="6953618" y="4863673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54009605" name="AutoShape 22"/>
          <p:cNvSpPr/>
          <p:nvPr/>
        </p:nvSpPr>
        <p:spPr bwMode="auto">
          <a:xfrm flipH="1" flipV="0">
            <a:off x="7063423" y="5137446"/>
            <a:ext cx="528446" cy="0"/>
          </a:xfrm>
          <a:prstGeom prst="line">
            <a:avLst/>
          </a:prstGeom>
          <a:ln w="38100" cap="flat">
            <a:solidFill>
              <a:srgbClr val="FF5C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468644771" name="AutoShape 23"/>
          <p:cNvSpPr/>
          <p:nvPr/>
        </p:nvSpPr>
        <p:spPr bwMode="auto">
          <a:xfrm flipH="0" flipV="1">
            <a:off x="9097231" y="4863673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612684212" name="AutoShape 24"/>
          <p:cNvSpPr/>
          <p:nvPr/>
        </p:nvSpPr>
        <p:spPr bwMode="auto">
          <a:xfrm flipH="1" flipV="0">
            <a:off x="9097231" y="5137446"/>
            <a:ext cx="52844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104439930" name="Freeform 25"/>
          <p:cNvSpPr/>
          <p:nvPr/>
        </p:nvSpPr>
        <p:spPr bwMode="auto">
          <a:xfrm rot="0" flipH="0" flipV="0">
            <a:off x="9270797" y="4273840"/>
            <a:ext cx="260501" cy="377541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85153051" name="Freeform 26"/>
          <p:cNvSpPr/>
          <p:nvPr/>
        </p:nvSpPr>
        <p:spPr bwMode="auto">
          <a:xfrm rot="0" flipH="0" flipV="0">
            <a:off x="1834508" y="1782409"/>
            <a:ext cx="1030020" cy="687538"/>
          </a:xfrm>
          <a:custGeom>
            <a:avLst/>
            <a:gdLst/>
            <a:ahLst/>
            <a:cxnLst/>
            <a:rect l="l" t="t" r="r" b="b"/>
            <a:pathLst>
              <a:path w="1327679" h="886226" fill="norm" stroke="1" extrusionOk="0">
                <a:moveTo>
                  <a:pt x="0" y="0"/>
                </a:moveTo>
                <a:lnTo>
                  <a:pt x="1327679" y="0"/>
                </a:lnTo>
                <a:lnTo>
                  <a:pt x="1327679" y="886225"/>
                </a:lnTo>
                <a:lnTo>
                  <a:pt x="0" y="8862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1191309114" name="Freeform 27"/>
          <p:cNvSpPr/>
          <p:nvPr/>
        </p:nvSpPr>
        <p:spPr bwMode="auto">
          <a:xfrm rot="0" flipH="0" flipV="0">
            <a:off x="5633153" y="1924317"/>
            <a:ext cx="786496" cy="545631"/>
          </a:xfrm>
          <a:custGeom>
            <a:avLst/>
            <a:gdLst/>
            <a:ahLst/>
            <a:cxnLst/>
            <a:rect l="l" t="t" r="r" b="b"/>
            <a:pathLst>
              <a:path w="1013781" h="703311" fill="norm" stroke="1" extrusionOk="0">
                <a:moveTo>
                  <a:pt x="0" y="0"/>
                </a:moveTo>
                <a:lnTo>
                  <a:pt x="1013781" y="0"/>
                </a:lnTo>
                <a:lnTo>
                  <a:pt x="1013781" y="703311"/>
                </a:lnTo>
                <a:lnTo>
                  <a:pt x="0" y="70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880955622" name="Freeform 28"/>
          <p:cNvSpPr/>
          <p:nvPr/>
        </p:nvSpPr>
        <p:spPr bwMode="auto">
          <a:xfrm rot="0" flipH="0" flipV="0">
            <a:off x="9623396" y="1721133"/>
            <a:ext cx="815247" cy="815247"/>
          </a:xfrm>
          <a:custGeom>
            <a:avLst/>
            <a:gdLst/>
            <a:ahLst/>
            <a:cxnLst/>
            <a:rect l="l" t="t" r="r" b="b"/>
            <a:pathLst>
              <a:path w="1050840" h="1050840" fill="norm" stroke="1" extrusionOk="0">
                <a:moveTo>
                  <a:pt x="0" y="0"/>
                </a:moveTo>
                <a:lnTo>
                  <a:pt x="1050840" y="0"/>
                </a:lnTo>
                <a:lnTo>
                  <a:pt x="1050840" y="1050840"/>
                </a:lnTo>
                <a:lnTo>
                  <a:pt x="0" y="10508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2000039932" name="TextBox 29"/>
          <p:cNvSpPr txBox="1"/>
          <p:nvPr/>
        </p:nvSpPr>
        <p:spPr bwMode="auto">
          <a:xfrm rot="0" flipH="0" flipV="0">
            <a:off x="1372306" y="2655535"/>
            <a:ext cx="1703502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Gebruiker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55172619" name="TextBox 30"/>
          <p:cNvSpPr txBox="1"/>
          <p:nvPr/>
        </p:nvSpPr>
        <p:spPr bwMode="auto">
          <a:xfrm rot="0" flipH="0" flipV="0">
            <a:off x="4532100" y="2735951"/>
            <a:ext cx="3099848" cy="183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Internetprovider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69473994" name="TextBox 31"/>
          <p:cNvSpPr txBox="1"/>
          <p:nvPr/>
        </p:nvSpPr>
        <p:spPr bwMode="auto">
          <a:xfrm rot="0">
            <a:off x="9222338" y="2703933"/>
            <a:ext cx="1493005" cy="3202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8"/>
              </a:lnSpc>
              <a:defRPr/>
            </a:pPr>
            <a:r>
              <a:rPr sz="1200" b="1" lang="en-US">
                <a:solidFill>
                  <a:srgbClr val="000000"/>
                </a:solidFill>
                <a:latin typeface="IBM Plex Sans"/>
              </a:rPr>
              <a:t>Internet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2061287153" name="AutoShape 32"/>
          <p:cNvSpPr/>
          <p:nvPr/>
        </p:nvSpPr>
        <p:spPr bwMode="auto">
          <a:xfrm flipH="0" flipV="0">
            <a:off x="6837804" y="2197134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1308061434" name="AutoShape 33"/>
          <p:cNvSpPr/>
          <p:nvPr/>
        </p:nvSpPr>
        <p:spPr bwMode="auto">
          <a:xfrm flipH="1" flipV="1">
            <a:off x="6947610" y="246995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1386476" name="Freeform 34"/>
          <p:cNvSpPr/>
          <p:nvPr/>
        </p:nvSpPr>
        <p:spPr bwMode="auto">
          <a:xfrm rot="0" flipH="0" flipV="0">
            <a:off x="7631589" y="151517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4"/>
                </a:lnTo>
                <a:lnTo>
                  <a:pt x="0" y="5273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  <p:sp>
        <p:nvSpPr>
          <p:cNvPr id="767684681" name="AutoShape 35"/>
          <p:cNvSpPr/>
          <p:nvPr/>
        </p:nvSpPr>
        <p:spPr bwMode="auto">
          <a:xfrm flipH="0" flipV="0">
            <a:off x="3074370" y="2010962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2079430038" name="AutoShape 36"/>
          <p:cNvSpPr/>
          <p:nvPr/>
        </p:nvSpPr>
        <p:spPr bwMode="auto">
          <a:xfrm flipH="1" flipV="1">
            <a:off x="3162188" y="2375091"/>
            <a:ext cx="229803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arrow" w="med" len="sm"/>
          </a:ln>
        </p:spPr>
        <p:txBody>
          <a:bodyPr/>
          <a:p>
            <a:pPr>
              <a:defRPr/>
            </a:pPr>
            <a:endParaRPr/>
          </a:p>
        </p:txBody>
      </p:sp>
      <p:sp>
        <p:nvSpPr>
          <p:cNvPr id="893460498" name="Freeform 37"/>
          <p:cNvSpPr/>
          <p:nvPr/>
        </p:nvSpPr>
        <p:spPr bwMode="auto">
          <a:xfrm rot="0" flipH="0" flipV="0">
            <a:off x="4082233" y="1420317"/>
            <a:ext cx="282304" cy="409140"/>
          </a:xfrm>
          <a:custGeom>
            <a:avLst/>
            <a:gdLst/>
            <a:ahLst/>
            <a:cxnLst/>
            <a:rect l="l" t="t" r="r" b="b"/>
            <a:pathLst>
              <a:path w="363888" h="527374" fill="norm" stroke="1" extrusionOk="0">
                <a:moveTo>
                  <a:pt x="0" y="0"/>
                </a:moveTo>
                <a:lnTo>
                  <a:pt x="363888" y="0"/>
                </a:lnTo>
                <a:lnTo>
                  <a:pt x="363888" y="527373"/>
                </a:lnTo>
                <a:lnTo>
                  <a:pt x="0" y="5273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rcRect l="0" t="0" r="0" b="0"/>
            <a:stretch/>
          </a:blipFill>
        </p:spPr>
        <p:txBody>
          <a:bodyPr/>
          <a:p>
            <a:pPr>
              <a:defRPr/>
            </a:pP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4770690" name=""/>
          <p:cNvGrpSpPr/>
          <p:nvPr/>
        </p:nvGrpSpPr>
        <p:grpSpPr bwMode="auto">
          <a:xfrm>
            <a:off x="1550498" y="2151162"/>
            <a:ext cx="10262662" cy="2570003"/>
            <a:chOff x="0" y="0"/>
            <a:chExt cx="10262662" cy="2570003"/>
          </a:xfrm>
        </p:grpSpPr>
        <p:grpSp>
          <p:nvGrpSpPr>
            <p:cNvPr id="1802503057" name="Group 2"/>
            <p:cNvGrpSpPr/>
            <p:nvPr/>
          </p:nvGrpSpPr>
          <p:grpSpPr bwMode="auto">
            <a:xfrm rot="0">
              <a:off x="3586931" y="0"/>
              <a:ext cx="1854142" cy="1854142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602007178" name="Freeform 4"/>
            <p:cNvSpPr/>
            <p:nvPr/>
          </p:nvSpPr>
          <p:spPr bwMode="auto">
            <a:xfrm rot="0" flipH="0" flipV="0">
              <a:off x="0" y="554742"/>
              <a:ext cx="2158430" cy="744658"/>
            </a:xfrm>
            <a:custGeom>
              <a:avLst/>
              <a:gdLst/>
              <a:ahLst/>
              <a:cxnLst/>
              <a:rect l="l" t="t" r="r" b="b"/>
              <a:pathLst>
                <a:path w="2158430" h="744658" fill="norm" stroke="1" extrusionOk="0">
                  <a:moveTo>
                    <a:pt x="0" y="0"/>
                  </a:moveTo>
                  <a:lnTo>
                    <a:pt x="2158430" y="0"/>
                  </a:lnTo>
                  <a:lnTo>
                    <a:pt x="2158430" y="744658"/>
                  </a:lnTo>
                  <a:lnTo>
                    <a:pt x="0" y="7446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528961903" name="Freeform 5"/>
            <p:cNvSpPr/>
            <p:nvPr/>
          </p:nvSpPr>
          <p:spPr bwMode="auto">
            <a:xfrm rot="0" flipH="0" flipV="0">
              <a:off x="7019472" y="0"/>
              <a:ext cx="2030081" cy="1854142"/>
            </a:xfrm>
            <a:custGeom>
              <a:avLst/>
              <a:gdLst/>
              <a:ahLst/>
              <a:cxnLst/>
              <a:rect l="l" t="t" r="r" b="b"/>
              <a:pathLst>
                <a:path w="2030082" h="1854142" fill="norm" stroke="1" extrusionOk="0">
                  <a:moveTo>
                    <a:pt x="0" y="0"/>
                  </a:moveTo>
                  <a:lnTo>
                    <a:pt x="2030083" y="0"/>
                  </a:lnTo>
                  <a:lnTo>
                    <a:pt x="203008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659766082" name="TextBox 6"/>
            <p:cNvSpPr txBox="1"/>
            <p:nvPr/>
          </p:nvSpPr>
          <p:spPr bwMode="auto">
            <a:xfrm rot="0" flipH="0" flipV="0">
              <a:off x="0" y="2107364"/>
              <a:ext cx="239888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IVPN</a:t>
              </a:r>
              <a:endParaRPr/>
            </a:p>
          </p:txBody>
        </p:sp>
        <p:sp>
          <p:nvSpPr>
            <p:cNvPr id="1685135885" name="TextBox 7"/>
            <p:cNvSpPr txBox="1"/>
            <p:nvPr/>
          </p:nvSpPr>
          <p:spPr bwMode="auto">
            <a:xfrm rot="0" flipH="0" flipV="0">
              <a:off x="2906166" y="2107364"/>
              <a:ext cx="3482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Mullvad VPN</a:t>
              </a:r>
              <a:endParaRPr/>
            </a:p>
          </p:txBody>
        </p:sp>
        <p:sp>
          <p:nvSpPr>
            <p:cNvPr id="967811422" name="TextBox 8"/>
            <p:cNvSpPr txBox="1"/>
            <p:nvPr/>
          </p:nvSpPr>
          <p:spPr bwMode="auto">
            <a:xfrm rot="0" flipH="0" flipV="0">
              <a:off x="6978026" y="2107364"/>
              <a:ext cx="3284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Proton VPN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82262" name="Freeform 2"/>
          <p:cNvSpPr/>
          <p:nvPr/>
        </p:nvSpPr>
        <p:spPr bwMode="auto">
          <a:xfrm rot="3828460" flipH="0" flipV="0">
            <a:off x="454175" y="185989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461883358" name="Freeform 3"/>
          <p:cNvSpPr/>
          <p:nvPr/>
        </p:nvSpPr>
        <p:spPr bwMode="auto">
          <a:xfrm rot="-3507593" flipH="1" flipV="0">
            <a:off x="10436683" y="2079178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912294458" name="Freeform 4"/>
          <p:cNvSpPr/>
          <p:nvPr/>
        </p:nvSpPr>
        <p:spPr bwMode="auto">
          <a:xfrm rot="3898291" flipH="1" flipV="0">
            <a:off x="6152054" y="4878347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1470785" y="0"/>
                </a:moveTo>
                <a:lnTo>
                  <a:pt x="0" y="0"/>
                </a:lnTo>
                <a:lnTo>
                  <a:pt x="0" y="415496"/>
                </a:lnTo>
                <a:lnTo>
                  <a:pt x="1470785" y="415496"/>
                </a:lnTo>
                <a:lnTo>
                  <a:pt x="1470785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11606438" name="Freeform 5"/>
          <p:cNvSpPr/>
          <p:nvPr/>
        </p:nvSpPr>
        <p:spPr bwMode="auto">
          <a:xfrm rot="-3510518" flipH="0" flipV="0">
            <a:off x="3676054" y="4577013"/>
            <a:ext cx="1470785" cy="415497"/>
          </a:xfrm>
          <a:custGeom>
            <a:avLst/>
            <a:gdLst/>
            <a:ahLst/>
            <a:cxnLst/>
            <a:rect l="l" t="t" r="r" b="b"/>
            <a:pathLst>
              <a:path w="1470785" h="415497" fill="norm" stroke="1" extrusionOk="0">
                <a:moveTo>
                  <a:pt x="0" y="0"/>
                </a:moveTo>
                <a:lnTo>
                  <a:pt x="1470785" y="0"/>
                </a:lnTo>
                <a:lnTo>
                  <a:pt x="1470785" y="415497"/>
                </a:lnTo>
                <a:lnTo>
                  <a:pt x="0" y="4154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rcRect l="0" t="0" r="0" b="0"/>
            <a:stretch/>
          </a:blipFill>
        </p:spPr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1757128369" name="TextBox 8"/>
          <p:cNvSpPr txBox="1"/>
          <p:nvPr/>
        </p:nvSpPr>
        <p:spPr bwMode="auto">
          <a:xfrm rot="0" flipH="0" flipV="0">
            <a:off x="878623" y="588870"/>
            <a:ext cx="5943765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sz="2600" b="1" lang="en-US">
                <a:solidFill>
                  <a:srgbClr val="FF3131"/>
                </a:solidFill>
                <a:latin typeface="IBM Plex Sans"/>
              </a:rPr>
              <a:t>Protocol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62244551" name="TextBox 9"/>
          <p:cNvSpPr txBox="1"/>
          <p:nvPr/>
        </p:nvSpPr>
        <p:spPr bwMode="auto">
          <a:xfrm rot="0" flipH="0" flipV="0">
            <a:off x="3351249" y="1176548"/>
            <a:ext cx="5351313" cy="555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68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Domeinnaam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21093683" name="TextBox 10"/>
          <p:cNvSpPr txBox="1"/>
          <p:nvPr/>
        </p:nvSpPr>
        <p:spPr bwMode="auto">
          <a:xfrm rot="0" flipH="0" flipV="0">
            <a:off x="7504666" y="5192156"/>
            <a:ext cx="2563291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FF5C00"/>
                </a:solidFill>
                <a:latin typeface="IBM Plex Sans"/>
              </a:rPr>
              <a:t>Topniveaudomein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1878946" name="TextBox 11"/>
          <p:cNvSpPr txBox="1"/>
          <p:nvPr/>
        </p:nvSpPr>
        <p:spPr bwMode="auto">
          <a:xfrm rot="0" flipH="0" flipV="0">
            <a:off x="878623" y="4906902"/>
            <a:ext cx="2829669" cy="792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IBM Plex Sans"/>
              </a:rPr>
              <a:t>Domein op het tweede niveau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678623497" name="TextBox 12"/>
          <p:cNvSpPr txBox="1"/>
          <p:nvPr/>
        </p:nvSpPr>
        <p:spPr bwMode="auto">
          <a:xfrm rot="0" flipH="0" flipV="0">
            <a:off x="6493797" y="825268"/>
            <a:ext cx="5240736" cy="39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sz="2600" b="1" lang="en-US">
                <a:solidFill>
                  <a:srgbClr val="3758D3"/>
                </a:solidFill>
                <a:latin typeface="IBM Plex Sans"/>
              </a:rPr>
              <a:t>Pad</a:t>
            </a:r>
            <a:endParaRPr sz="1400">
              <a:latin typeface="IBM Plex Sans"/>
              <a:cs typeface="IBM Plex Sans"/>
            </a:endParaRPr>
          </a:p>
        </p:txBody>
      </p:sp>
      <p:grpSp>
        <p:nvGrpSpPr>
          <p:cNvPr id="196289465" name=""/>
          <p:cNvGrpSpPr/>
          <p:nvPr/>
        </p:nvGrpSpPr>
        <p:grpSpPr bwMode="auto">
          <a:xfrm>
            <a:off x="635754" y="1874594"/>
            <a:ext cx="11369260" cy="1963680"/>
            <a:chOff x="0" y="0"/>
            <a:chExt cx="11369260" cy="1963680"/>
          </a:xfrm>
        </p:grpSpPr>
        <p:sp>
          <p:nvSpPr>
            <p:cNvPr id="969929486" name="Freeform 6"/>
            <p:cNvSpPr/>
            <p:nvPr/>
          </p:nvSpPr>
          <p:spPr bwMode="auto">
            <a:xfrm rot="5400000" flipH="0" flipV="0">
              <a:off x="4691822" y="-1680256"/>
              <a:ext cx="1040158" cy="4400671"/>
            </a:xfrm>
            <a:custGeom>
              <a:avLst/>
              <a:gdLst/>
              <a:ahLst/>
              <a:cxnLst/>
              <a:rect l="l" t="t" r="r" b="b"/>
              <a:pathLst>
                <a:path w="1040158" h="4400671" fill="norm" stroke="1" extrusionOk="0">
                  <a:moveTo>
                    <a:pt x="0" y="0"/>
                  </a:moveTo>
                  <a:lnTo>
                    <a:pt x="1040158" y="0"/>
                  </a:lnTo>
                  <a:lnTo>
                    <a:pt x="1040158" y="4400671"/>
                  </a:lnTo>
                  <a:lnTo>
                    <a:pt x="0" y="44006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rcRect l="0" t="0" r="0" b="0"/>
              <a:stretch/>
            </a:blipFill>
          </p:spPr>
          <p:txBody>
            <a:bodyPr/>
            <a:p>
              <a:pPr>
                <a:defRPr/>
              </a:pPr>
              <a:endParaRPr>
                <a:latin typeface="IBM Plex Sans"/>
                <a:cs typeface="IBM Plex Sans"/>
              </a:endParaRPr>
            </a:p>
          </p:txBody>
        </p:sp>
        <p:sp>
          <p:nvSpPr>
            <p:cNvPr id="994286499" name="TextBox 7"/>
            <p:cNvSpPr txBox="1"/>
            <p:nvPr/>
          </p:nvSpPr>
          <p:spPr bwMode="auto">
            <a:xfrm rot="0" flipH="0" flipV="0">
              <a:off x="0" y="1087782"/>
              <a:ext cx="11369260" cy="875898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894"/>
                </a:lnSpc>
                <a:defRPr/>
              </a:pPr>
              <a:r>
                <a:rPr lang="en-US" sz="4900" b="1">
                  <a:solidFill>
                    <a:srgbClr val="FF3131"/>
                  </a:solidFill>
                  <a:latin typeface="IBM Plex Sans"/>
                  <a:ea typeface="IBM Plex Sans"/>
                  <a:cs typeface="IBM Plex Sans"/>
                </a:rPr>
                <a:t>https://</a:t>
              </a:r>
              <a:r>
                <a:rPr lang="en-US" sz="4900" b="1">
                  <a:solidFill>
                    <a:srgbClr val="000000"/>
                  </a:solidFill>
                  <a:latin typeface="IBM Plex Sans"/>
                  <a:ea typeface="IBM Plex Sans"/>
                  <a:cs typeface="IBM Plex Sans"/>
                </a:rPr>
                <a:t>planb</a:t>
              </a:r>
              <a:r>
                <a:rPr lang="en-US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.</a:t>
              </a:r>
              <a:r>
                <a:rPr lang="fr-FR" sz="4900" b="1">
                  <a:solidFill>
                    <a:srgbClr val="FF5C00"/>
                  </a:solidFill>
                  <a:latin typeface="IBM Plex Sans"/>
                  <a:ea typeface="IBM Plex Sans"/>
                  <a:cs typeface="IBM Plex Sans"/>
                </a:rPr>
                <a:t>academy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/</a:t>
              </a:r>
              <a:r>
                <a:rPr lang="fr-FR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en/</a:t>
              </a:r>
              <a:r>
                <a:rPr lang="en-US" sz="4900" b="1">
                  <a:solidFill>
                    <a:srgbClr val="004AAD"/>
                  </a:solidFill>
                  <a:latin typeface="IBM Plex Sans"/>
                  <a:ea typeface="IBM Plex Sans"/>
                  <a:cs typeface="IBM Plex Sans"/>
                </a:rPr>
                <a:t>tutorials</a:t>
              </a:r>
              <a:endParaRPr>
                <a:latin typeface="IBM Plex Sans"/>
                <a:cs typeface="IBM Plex San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71648338" name=""/>
          <p:cNvGrpSpPr/>
          <p:nvPr/>
        </p:nvGrpSpPr>
        <p:grpSpPr bwMode="auto">
          <a:xfrm>
            <a:off x="1588582" y="2231570"/>
            <a:ext cx="9896134" cy="2750980"/>
            <a:chOff x="0" y="0"/>
            <a:chExt cx="9896134" cy="2750980"/>
          </a:xfrm>
        </p:grpSpPr>
        <p:sp>
          <p:nvSpPr>
            <p:cNvPr id="82837455" name="Freeform 2"/>
            <p:cNvSpPr/>
            <p:nvPr/>
          </p:nvSpPr>
          <p:spPr bwMode="auto">
            <a:xfrm rot="0" flipH="0" flipV="0">
              <a:off x="6751353" y="50283"/>
              <a:ext cx="1801163" cy="1854142"/>
            </a:xfrm>
            <a:custGeom>
              <a:avLst/>
              <a:gdLst/>
              <a:ahLst/>
              <a:cxnLst/>
              <a:rect l="l" t="t" r="r" b="b"/>
              <a:pathLst>
                <a:path w="1801163" h="1854142" fill="norm" stroke="1" extrusionOk="0">
                  <a:moveTo>
                    <a:pt x="0" y="0"/>
                  </a:moveTo>
                  <a:lnTo>
                    <a:pt x="1801163" y="0"/>
                  </a:lnTo>
                  <a:lnTo>
                    <a:pt x="1801163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22678" t="0" r="22676" b="0"/>
              <a:stretch/>
            </a:blipFill>
          </p:spPr>
        </p:sp>
        <p:sp>
          <p:nvSpPr>
            <p:cNvPr id="171116727" name="Freeform 3"/>
            <p:cNvSpPr/>
            <p:nvPr/>
          </p:nvSpPr>
          <p:spPr bwMode="auto">
            <a:xfrm rot="0" flipH="0" flipV="0">
              <a:off x="580559" y="50283"/>
              <a:ext cx="1564677" cy="1854142"/>
            </a:xfrm>
            <a:custGeom>
              <a:avLst/>
              <a:gdLst/>
              <a:ahLst/>
              <a:cxnLst/>
              <a:rect l="l" t="t" r="r" b="b"/>
              <a:pathLst>
                <a:path w="1564677" h="1854142" fill="norm" stroke="1" extrusionOk="0">
                  <a:moveTo>
                    <a:pt x="0" y="0"/>
                  </a:moveTo>
                  <a:lnTo>
                    <a:pt x="1564677" y="0"/>
                  </a:lnTo>
                  <a:lnTo>
                    <a:pt x="1564677" y="1854142"/>
                  </a:lnTo>
                  <a:lnTo>
                    <a:pt x="0" y="18541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63062472" name="TextBox 5"/>
            <p:cNvSpPr txBox="1"/>
            <p:nvPr/>
          </p:nvSpPr>
          <p:spPr bwMode="auto">
            <a:xfrm rot="0" flipH="0" flipV="0">
              <a:off x="3058582" y="2288341"/>
              <a:ext cx="294360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macOS</a:t>
              </a:r>
              <a:endParaRPr/>
            </a:p>
          </p:txBody>
        </p:sp>
        <p:sp>
          <p:nvSpPr>
            <p:cNvPr id="1408797406" name="TextBox 6"/>
            <p:cNvSpPr txBox="1"/>
            <p:nvPr/>
          </p:nvSpPr>
          <p:spPr bwMode="auto">
            <a:xfrm rot="0" flipH="0" flipV="0">
              <a:off x="0" y="2288341"/>
              <a:ext cx="292243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Linux</a:t>
              </a:r>
              <a:endParaRPr/>
            </a:p>
          </p:txBody>
        </p:sp>
        <p:sp>
          <p:nvSpPr>
            <p:cNvPr id="754876033" name="TextBox 7"/>
            <p:cNvSpPr txBox="1"/>
            <p:nvPr/>
          </p:nvSpPr>
          <p:spPr bwMode="auto">
            <a:xfrm rot="0" flipH="0" flipV="0">
              <a:off x="6751352" y="2288341"/>
              <a:ext cx="3144782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</a:t>
              </a:r>
              <a:endParaRPr/>
            </a:p>
          </p:txBody>
        </p:sp>
        <p:pic>
          <p:nvPicPr>
            <p:cNvPr id="315501358" name=""/>
            <p:cNvPicPr>
              <a:picLocks noChangeAspect="1"/>
            </p:cNvPicPr>
            <p:nvPr/>
          </p:nvPicPr>
          <p:blipFill>
            <a:blip r:embed="rId5"/>
            <a:stretch/>
          </p:blipFill>
          <p:spPr bwMode="auto">
            <a:xfrm flipH="0" flipV="0">
              <a:off x="3531961" y="0"/>
              <a:ext cx="1524174" cy="197246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7722059" name="Freeform 3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939289380" name="Group 4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5" name="Freeform 5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52047471" name="Freeform 7"/>
          <p:cNvSpPr/>
          <p:nvPr/>
        </p:nvSpPr>
        <p:spPr bwMode="auto">
          <a:xfrm rot="0" flipH="0" flipV="0">
            <a:off x="4509714" y="832063"/>
            <a:ext cx="6078644" cy="3419238"/>
          </a:xfrm>
          <a:custGeom>
            <a:avLst/>
            <a:gdLst/>
            <a:ahLst/>
            <a:cxnLst/>
            <a:rect l="l" t="t" r="r" b="b"/>
            <a:pathLst>
              <a:path w="6078644" h="3419238" fill="norm" stroke="1" extrusionOk="0">
                <a:moveTo>
                  <a:pt x="0" y="0"/>
                </a:moveTo>
                <a:lnTo>
                  <a:pt x="6078645" y="0"/>
                </a:lnTo>
                <a:lnTo>
                  <a:pt x="6078645" y="3419238"/>
                </a:lnTo>
                <a:lnTo>
                  <a:pt x="0" y="34192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0" b="0"/>
            <a:stretch/>
          </a:blipFill>
        </p:spPr>
        <p:txBody>
          <a:bodyPr/>
          <a:p/>
        </p:txBody>
      </p:sp>
      <p:grpSp>
        <p:nvGrpSpPr>
          <p:cNvPr id="1006180223" name=""/>
          <p:cNvGrpSpPr/>
          <p:nvPr/>
        </p:nvGrpSpPr>
        <p:grpSpPr bwMode="auto">
          <a:xfrm>
            <a:off x="339748" y="2128008"/>
            <a:ext cx="3101635" cy="2616309"/>
            <a:chOff x="0" y="0"/>
            <a:chExt cx="3101635" cy="2616309"/>
          </a:xfrm>
        </p:grpSpPr>
        <p:sp>
          <p:nvSpPr>
            <p:cNvPr id="1883203191" name="Freeform 2"/>
            <p:cNvSpPr/>
            <p:nvPr/>
          </p:nvSpPr>
          <p:spPr bwMode="auto">
            <a:xfrm rot="0" flipH="0" flipV="0">
              <a:off x="546075" y="0"/>
              <a:ext cx="1937986" cy="1937986"/>
            </a:xfrm>
            <a:custGeom>
              <a:avLst/>
              <a:gdLst/>
              <a:ahLst/>
              <a:cxnLst/>
              <a:rect l="l" t="t" r="r" b="b"/>
              <a:pathLst>
                <a:path w="1937986" h="1937986" fill="norm" stroke="1" extrusionOk="0">
                  <a:moveTo>
                    <a:pt x="0" y="0"/>
                  </a:moveTo>
                  <a:lnTo>
                    <a:pt x="1937986" y="0"/>
                  </a:lnTo>
                  <a:lnTo>
                    <a:pt x="1937986" y="1937986"/>
                  </a:lnTo>
                  <a:lnTo>
                    <a:pt x="0" y="19379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45968787" name="TextBox 8"/>
            <p:cNvSpPr txBox="1"/>
            <p:nvPr/>
          </p:nvSpPr>
          <p:spPr bwMode="auto">
            <a:xfrm rot="0" flipH="0" flipV="0">
              <a:off x="0" y="2153670"/>
              <a:ext cx="3101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Ubuntu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0523369" name=""/>
          <p:cNvGrpSpPr/>
          <p:nvPr/>
        </p:nvGrpSpPr>
        <p:grpSpPr bwMode="auto">
          <a:xfrm>
            <a:off x="2096582" y="1786479"/>
            <a:ext cx="8446939" cy="3196071"/>
            <a:chOff x="0" y="0"/>
            <a:chExt cx="8446939" cy="3196071"/>
          </a:xfrm>
        </p:grpSpPr>
        <p:grpSp>
          <p:nvGrpSpPr>
            <p:cNvPr id="161769879" name="Group 2"/>
            <p:cNvGrpSpPr/>
            <p:nvPr/>
          </p:nvGrpSpPr>
          <p:grpSpPr bwMode="auto">
            <a:xfrm rot="0">
              <a:off x="759474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21874" t="0" r="21873" b="0"/>
                <a:stretch/>
              </a:blipFill>
            </p:spPr>
          </p:sp>
        </p:grpSp>
        <p:sp>
          <p:nvSpPr>
            <p:cNvPr id="112123075" name="Freeform 4"/>
            <p:cNvSpPr/>
            <p:nvPr/>
          </p:nvSpPr>
          <p:spPr bwMode="auto">
            <a:xfrm rot="0" flipH="0" flipV="0">
              <a:off x="5002272" y="0"/>
              <a:ext cx="2237088" cy="2349516"/>
            </a:xfrm>
            <a:custGeom>
              <a:avLst/>
              <a:gdLst/>
              <a:ahLst/>
              <a:cxnLst/>
              <a:rect l="l" t="t" r="r" b="b"/>
              <a:pathLst>
                <a:path w="2237088" h="2349516" fill="norm" stroke="1" extrusionOk="0">
                  <a:moveTo>
                    <a:pt x="0" y="0"/>
                  </a:moveTo>
                  <a:lnTo>
                    <a:pt x="2237088" y="0"/>
                  </a:lnTo>
                  <a:lnTo>
                    <a:pt x="2237088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35369260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Kaspersky</a:t>
              </a:r>
              <a:endParaRPr/>
            </a:p>
          </p:txBody>
        </p:sp>
        <p:sp>
          <p:nvSpPr>
            <p:cNvPr id="999051230" name="TextBox 6"/>
            <p:cNvSpPr txBox="1"/>
            <p:nvPr/>
          </p:nvSpPr>
          <p:spPr bwMode="auto">
            <a:xfrm rot="0" flipH="0" flipV="0">
              <a:off x="4159249" y="2733432"/>
              <a:ext cx="428769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Windows Defender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32883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sp>
        <p:nvSpPr>
          <p:cNvPr id="2109067387" name="Freeform 3"/>
          <p:cNvSpPr/>
          <p:nvPr/>
        </p:nvSpPr>
        <p:spPr bwMode="auto">
          <a:xfrm rot="0" flipH="0" flipV="0">
            <a:off x="3242297" y="834771"/>
            <a:ext cx="5707406" cy="3443015"/>
          </a:xfrm>
          <a:custGeom>
            <a:avLst/>
            <a:gdLst/>
            <a:ahLst/>
            <a:cxnLst/>
            <a:rect l="l" t="t" r="r" b="b"/>
            <a:pathLst>
              <a:path w="5707406" h="3443015" fill="norm" stroke="1" extrusionOk="0">
                <a:moveTo>
                  <a:pt x="0" y="0"/>
                </a:moveTo>
                <a:lnTo>
                  <a:pt x="5707406" y="0"/>
                </a:lnTo>
                <a:lnTo>
                  <a:pt x="5707406" y="3443016"/>
                </a:lnTo>
                <a:lnTo>
                  <a:pt x="0" y="3443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250" b="20299"/>
            <a:stretch/>
          </a:blipFill>
        </p:spPr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466324" name="Freeform 2"/>
          <p:cNvSpPr/>
          <p:nvPr/>
        </p:nvSpPr>
        <p:spPr bwMode="auto">
          <a:xfrm rot="0" flipH="0" flipV="0">
            <a:off x="3209229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29623813" name="Group 3"/>
          <p:cNvGrpSpPr/>
          <p:nvPr/>
        </p:nvGrpSpPr>
        <p:grpSpPr bwMode="auto">
          <a:xfrm rot="0">
            <a:off x="4687693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622532664" name="Freeform 6"/>
          <p:cNvSpPr/>
          <p:nvPr/>
        </p:nvSpPr>
        <p:spPr bwMode="auto">
          <a:xfrm rot="0" flipH="0" flipV="0">
            <a:off x="4519603" y="822365"/>
            <a:ext cx="6058867" cy="3423067"/>
          </a:xfrm>
          <a:custGeom>
            <a:avLst/>
            <a:gdLst/>
            <a:ahLst/>
            <a:cxnLst/>
            <a:rect l="l" t="t" r="r" b="b"/>
            <a:pathLst>
              <a:path w="6058867" h="3423067" fill="norm" stroke="1" extrusionOk="0">
                <a:moveTo>
                  <a:pt x="0" y="0"/>
                </a:moveTo>
                <a:lnTo>
                  <a:pt x="6058867" y="0"/>
                </a:lnTo>
                <a:lnTo>
                  <a:pt x="6058867" y="3423067"/>
                </a:lnTo>
                <a:lnTo>
                  <a:pt x="0" y="3423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0" r="379" b="0"/>
            <a:stretch/>
          </a:blipFill>
        </p:spPr>
        <p:txBody>
          <a:bodyPr/>
          <a:p/>
        </p:txBody>
      </p:sp>
      <p:sp>
        <p:nvSpPr>
          <p:cNvPr id="1212104795" name="Freeform 7"/>
          <p:cNvSpPr/>
          <p:nvPr/>
        </p:nvSpPr>
        <p:spPr bwMode="auto">
          <a:xfrm rot="0" flipH="0" flipV="0">
            <a:off x="981886" y="2273698"/>
            <a:ext cx="2199084" cy="1766597"/>
          </a:xfrm>
          <a:custGeom>
            <a:avLst/>
            <a:gdLst/>
            <a:ahLst/>
            <a:cxnLst/>
            <a:rect l="l" t="t" r="r" b="b"/>
            <a:pathLst>
              <a:path w="2199084" h="1766597" fill="norm" stroke="1" extrusionOk="0">
                <a:moveTo>
                  <a:pt x="0" y="0"/>
                </a:moveTo>
                <a:lnTo>
                  <a:pt x="2199084" y="0"/>
                </a:lnTo>
                <a:lnTo>
                  <a:pt x="2199084" y="1766597"/>
                </a:lnTo>
                <a:lnTo>
                  <a:pt x="0" y="17665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rcRect l="0" t="0" r="0" b="0"/>
            <a:stretch/>
          </a:blipFill>
        </p:spPr>
        <p:txBody>
          <a:bodyPr/>
          <a:p/>
        </p:txBody>
      </p:sp>
      <p:sp>
        <p:nvSpPr>
          <p:cNvPr id="275550696" name="TextBox 8"/>
          <p:cNvSpPr txBox="1"/>
          <p:nvPr/>
        </p:nvSpPr>
        <p:spPr bwMode="auto">
          <a:xfrm rot="0" flipH="0" flipV="0">
            <a:off x="255083" y="4281680"/>
            <a:ext cx="3652689" cy="462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  <a:defRPr/>
            </a:pPr>
            <a:r>
              <a:rPr sz="2600" b="1" lang="en-US">
                <a:solidFill>
                  <a:srgbClr val="000000"/>
                </a:solidFill>
                <a:latin typeface="Rubik Bold"/>
              </a:rPr>
              <a:t>Proton Mail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335815" name="Freeform 2"/>
          <p:cNvSpPr/>
          <p:nvPr/>
        </p:nvSpPr>
        <p:spPr bwMode="auto">
          <a:xfrm rot="0" flipH="0" flipV="0">
            <a:off x="1752334" y="529603"/>
            <a:ext cx="8687332" cy="5798794"/>
          </a:xfrm>
          <a:custGeom>
            <a:avLst/>
            <a:gdLst/>
            <a:ahLst/>
            <a:cxnLst/>
            <a:rect l="l" t="t" r="r" b="b"/>
            <a:pathLst>
              <a:path w="8687332" h="5798794" fill="norm" stroke="1" extrusionOk="0">
                <a:moveTo>
                  <a:pt x="0" y="0"/>
                </a:moveTo>
                <a:lnTo>
                  <a:pt x="8687332" y="0"/>
                </a:lnTo>
                <a:lnTo>
                  <a:pt x="8687332" y="5798794"/>
                </a:lnTo>
                <a:lnTo>
                  <a:pt x="0" y="57987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rcRect l="0" t="0" r="0" b="0"/>
            <a:stretch/>
          </a:blipFill>
        </p:spPr>
        <p:txBody>
          <a:bodyPr/>
          <a:p/>
        </p:txBody>
      </p:sp>
      <p:grpSp>
        <p:nvGrpSpPr>
          <p:cNvPr id="1042815035" name="Group 3"/>
          <p:cNvGrpSpPr/>
          <p:nvPr/>
        </p:nvGrpSpPr>
        <p:grpSpPr bwMode="auto">
          <a:xfrm rot="0">
            <a:off x="3230798" y="841587"/>
            <a:ext cx="5722687" cy="3384620"/>
            <a:chOff x="0" y="0"/>
            <a:chExt cx="2260815" cy="1337134"/>
          </a:xfrm>
        </p:grpSpPr>
        <p:sp>
          <p:nvSpPr>
            <p:cNvPr id="4" name="Freeform 4"/>
            <p:cNvSpPr/>
            <p:nvPr/>
          </p:nvSpPr>
          <p:spPr bwMode="auto">
            <a:xfrm rot="0" flipH="0" flipV="0">
              <a:off x="0" y="0"/>
              <a:ext cx="2260815" cy="1337134"/>
            </a:xfrm>
            <a:custGeom>
              <a:avLst/>
              <a:gdLst/>
              <a:ahLst/>
              <a:cxnLst/>
              <a:rect l="l" t="t" r="r" b="b"/>
              <a:pathLst>
                <a:path w="2260815" h="1337134" fill="norm" stroke="1" extrusionOk="0">
                  <a:moveTo>
                    <a:pt x="0" y="0"/>
                  </a:moveTo>
                  <a:lnTo>
                    <a:pt x="2260815" y="0"/>
                  </a:lnTo>
                  <a:lnTo>
                    <a:pt x="2260815" y="1337134"/>
                  </a:lnTo>
                  <a:lnTo>
                    <a:pt x="0" y="13371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 bwMode="auto">
            <a:xfrm>
              <a:off x="0" y="-47625"/>
              <a:ext cx="2260815" cy="1384759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  <p:sp>
        <p:nvSpPr>
          <p:cNvPr id="1150504188" name="Freeform 6"/>
          <p:cNvSpPr/>
          <p:nvPr/>
        </p:nvSpPr>
        <p:spPr bwMode="auto">
          <a:xfrm rot="0" flipH="0" flipV="0">
            <a:off x="3198132" y="752143"/>
            <a:ext cx="5795735" cy="3608996"/>
          </a:xfrm>
          <a:custGeom>
            <a:avLst/>
            <a:gdLst/>
            <a:ahLst/>
            <a:cxnLst/>
            <a:rect l="l" t="t" r="r" b="b"/>
            <a:pathLst>
              <a:path w="5795735" h="3608996" fill="norm" stroke="1" extrusionOk="0">
                <a:moveTo>
                  <a:pt x="0" y="0"/>
                </a:moveTo>
                <a:lnTo>
                  <a:pt x="5795736" y="0"/>
                </a:lnTo>
                <a:lnTo>
                  <a:pt x="5795736" y="3608997"/>
                </a:lnTo>
                <a:lnTo>
                  <a:pt x="0" y="36089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rcRect l="0" t="1446" r="0" b="3438"/>
            <a:stretch/>
          </a:blipFill>
        </p:spPr>
        <p:txBody>
          <a:bodyPr/>
          <a:p/>
        </p:txBody>
      </p:sp>
      <p:grpSp>
        <p:nvGrpSpPr>
          <p:cNvPr id="418694071" name="Group 7"/>
          <p:cNvGrpSpPr/>
          <p:nvPr/>
        </p:nvGrpSpPr>
        <p:grpSpPr bwMode="auto">
          <a:xfrm rot="0">
            <a:off x="7031596" y="2748077"/>
            <a:ext cx="698494" cy="196149"/>
            <a:chOff x="0" y="0"/>
            <a:chExt cx="275948" cy="77491"/>
          </a:xfrm>
        </p:grpSpPr>
        <p:sp>
          <p:nvSpPr>
            <p:cNvPr id="8" name="Freeform 8"/>
            <p:cNvSpPr/>
            <p:nvPr/>
          </p:nvSpPr>
          <p:spPr bwMode="auto">
            <a:xfrm rot="0" flipH="0" flipV="0">
              <a:off x="0" y="0"/>
              <a:ext cx="275948" cy="77491"/>
            </a:xfrm>
            <a:custGeom>
              <a:avLst/>
              <a:gdLst/>
              <a:ahLst/>
              <a:cxnLst/>
              <a:rect l="l" t="t" r="r" b="b"/>
              <a:pathLst>
                <a:path w="275948" h="77491" fill="norm" stroke="1" extrusionOk="0">
                  <a:moveTo>
                    <a:pt x="0" y="0"/>
                  </a:moveTo>
                  <a:lnTo>
                    <a:pt x="275948" y="0"/>
                  </a:lnTo>
                  <a:lnTo>
                    <a:pt x="275948" y="77491"/>
                  </a:lnTo>
                  <a:lnTo>
                    <a:pt x="0" y="7749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9" name="TextBox 9"/>
            <p:cNvSpPr txBox="1"/>
            <p:nvPr/>
          </p:nvSpPr>
          <p:spPr bwMode="auto">
            <a:xfrm>
              <a:off x="0" y="-47625"/>
              <a:ext cx="275948" cy="125116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037"/>
                </a:lnSpc>
                <a:defRPr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05544102" name=""/>
          <p:cNvGrpSpPr/>
          <p:nvPr/>
        </p:nvGrpSpPr>
        <p:grpSpPr bwMode="auto">
          <a:xfrm>
            <a:off x="2350582" y="1786479"/>
            <a:ext cx="7449948" cy="3196071"/>
            <a:chOff x="0" y="0"/>
            <a:chExt cx="7449948" cy="3196071"/>
          </a:xfrm>
        </p:grpSpPr>
        <p:grpSp>
          <p:nvGrpSpPr>
            <p:cNvPr id="1817016270" name="Group 2"/>
            <p:cNvGrpSpPr/>
            <p:nvPr/>
          </p:nvGrpSpPr>
          <p:grpSpPr bwMode="auto">
            <a:xfrm rot="0">
              <a:off x="505473" y="0"/>
              <a:ext cx="2349516" cy="2349516"/>
              <a:chOff x="0" y="0"/>
              <a:chExt cx="812800" cy="812800"/>
            </a:xfrm>
          </p:grpSpPr>
          <p:sp>
            <p:nvSpPr>
              <p:cNvPr id="3" name="Freeform 3"/>
              <p:cNvSpPr/>
              <p:nvPr/>
            </p:nvSpPr>
            <p:spPr bwMode="auto">
              <a:xfrm rot="0" flipH="0" flipV="0"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fill="norm" stroke="1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3"/>
                <a:srcRect l="0" t="0" r="0" b="0"/>
                <a:stretch/>
              </a:blipFill>
            </p:spPr>
          </p:sp>
        </p:grpSp>
        <p:sp>
          <p:nvSpPr>
            <p:cNvPr id="1548456478" name="Freeform 4"/>
            <p:cNvSpPr/>
            <p:nvPr/>
          </p:nvSpPr>
          <p:spPr bwMode="auto">
            <a:xfrm rot="0" flipH="0" flipV="0">
              <a:off x="4692057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2142827796" name="TextBox 5"/>
            <p:cNvSpPr txBox="1"/>
            <p:nvPr/>
          </p:nvSpPr>
          <p:spPr bwMode="auto">
            <a:xfrm rot="0" flipH="0" flipV="0">
              <a:off x="0" y="2733432"/>
              <a:ext cx="3736636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Dashlane</a:t>
              </a:r>
              <a:endParaRPr/>
            </a:p>
          </p:txBody>
        </p:sp>
        <p:sp>
          <p:nvSpPr>
            <p:cNvPr id="1001704740" name="TextBox 6"/>
            <p:cNvSpPr txBox="1"/>
            <p:nvPr/>
          </p:nvSpPr>
          <p:spPr bwMode="auto">
            <a:xfrm rot="0">
              <a:off x="4283685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LastPass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62467199" name=""/>
          <p:cNvGrpSpPr/>
          <p:nvPr/>
        </p:nvGrpSpPr>
        <p:grpSpPr bwMode="auto">
          <a:xfrm>
            <a:off x="2096582" y="1786479"/>
            <a:ext cx="7703947" cy="3196071"/>
            <a:chOff x="0" y="0"/>
            <a:chExt cx="7703947" cy="3196071"/>
          </a:xfrm>
        </p:grpSpPr>
        <p:sp>
          <p:nvSpPr>
            <p:cNvPr id="25490370" name="Freeform 2"/>
            <p:cNvSpPr/>
            <p:nvPr/>
          </p:nvSpPr>
          <p:spPr bwMode="auto">
            <a:xfrm rot="0" flipH="0" flipV="0">
              <a:off x="759474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1863866327" name="Freeform 3"/>
            <p:cNvSpPr/>
            <p:nvPr/>
          </p:nvSpPr>
          <p:spPr bwMode="auto">
            <a:xfrm rot="0" flipH="0" flipV="0">
              <a:off x="4946058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680529616" name="TextBox 4"/>
            <p:cNvSpPr txBox="1"/>
            <p:nvPr/>
          </p:nvSpPr>
          <p:spPr bwMode="auto">
            <a:xfrm rot="0" flipH="0" flipV="0">
              <a:off x="0" y="2733432"/>
              <a:ext cx="4043553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Bitwarden</a:t>
              </a:r>
              <a:endParaRPr/>
            </a:p>
          </p:txBody>
        </p:sp>
        <p:sp>
          <p:nvSpPr>
            <p:cNvPr id="1612290767" name="TextBox 5"/>
            <p:cNvSpPr txBox="1"/>
            <p:nvPr/>
          </p:nvSpPr>
          <p:spPr bwMode="auto">
            <a:xfrm rot="0">
              <a:off x="4537684" y="2733433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KeePass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0559807" name=""/>
          <p:cNvGrpSpPr/>
          <p:nvPr/>
        </p:nvGrpSpPr>
        <p:grpSpPr bwMode="auto">
          <a:xfrm>
            <a:off x="370156" y="1786479"/>
            <a:ext cx="11507405" cy="3196071"/>
            <a:chOff x="0" y="0"/>
            <a:chExt cx="11507405" cy="3196071"/>
          </a:xfrm>
        </p:grpSpPr>
        <p:sp>
          <p:nvSpPr>
            <p:cNvPr id="603372934" name="Freeform 2"/>
            <p:cNvSpPr/>
            <p:nvPr/>
          </p:nvSpPr>
          <p:spPr bwMode="auto">
            <a:xfrm rot="0" flipH="0" flipV="0">
              <a:off x="0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2031204029" name="Freeform 3"/>
            <p:cNvSpPr/>
            <p:nvPr/>
          </p:nvSpPr>
          <p:spPr bwMode="auto">
            <a:xfrm rot="0" flipH="0" flipV="0">
              <a:off x="9457630" y="0"/>
              <a:ext cx="1994055" cy="2349516"/>
            </a:xfrm>
            <a:custGeom>
              <a:avLst/>
              <a:gdLst/>
              <a:ahLst/>
              <a:cxnLst/>
              <a:rect l="l" t="t" r="r" b="b"/>
              <a:pathLst>
                <a:path w="1994055" h="2349516" fill="norm" stroke="1" extrusionOk="0">
                  <a:moveTo>
                    <a:pt x="0" y="0"/>
                  </a:moveTo>
                  <a:lnTo>
                    <a:pt x="1994055" y="0"/>
                  </a:lnTo>
                  <a:lnTo>
                    <a:pt x="199405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849991255" name="Freeform 4"/>
            <p:cNvSpPr/>
            <p:nvPr/>
          </p:nvSpPr>
          <p:spPr bwMode="auto">
            <a:xfrm rot="0" flipH="0" flipV="0">
              <a:off x="6257925" y="0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7" y="0"/>
                  </a:lnTo>
                  <a:lnTo>
                    <a:pt x="2349517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0" b="0"/>
              <a:stretch/>
            </a:blipFill>
          </p:spPr>
        </p:sp>
        <p:sp>
          <p:nvSpPr>
            <p:cNvPr id="1555794602" name="Freeform 5"/>
            <p:cNvSpPr/>
            <p:nvPr/>
          </p:nvSpPr>
          <p:spPr bwMode="auto">
            <a:xfrm rot="0" flipH="0" flipV="0">
              <a:off x="3128962" y="132309"/>
              <a:ext cx="2349516" cy="2084898"/>
            </a:xfrm>
            <a:custGeom>
              <a:avLst/>
              <a:gdLst/>
              <a:ahLst/>
              <a:cxnLst/>
              <a:rect l="l" t="t" r="r" b="b"/>
              <a:pathLst>
                <a:path w="2349516" h="2084898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084897"/>
                  </a:lnTo>
                  <a:lnTo>
                    <a:pt x="0" y="2084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13934" t="17955" r="13872" b="17982"/>
              <a:stretch/>
            </a:blipFill>
          </p:spPr>
        </p:sp>
        <p:sp>
          <p:nvSpPr>
            <p:cNvPr id="196337321" name="TextBox 6"/>
            <p:cNvSpPr txBox="1"/>
            <p:nvPr/>
          </p:nvSpPr>
          <p:spPr bwMode="auto">
            <a:xfrm rot="0">
              <a:off x="115424" y="2733432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SMS</a:t>
              </a:r>
              <a:endParaRPr/>
            </a:p>
          </p:txBody>
        </p:sp>
        <p:sp>
          <p:nvSpPr>
            <p:cNvPr id="1082453252" name="TextBox 7"/>
            <p:cNvSpPr txBox="1"/>
            <p:nvPr/>
          </p:nvSpPr>
          <p:spPr bwMode="auto">
            <a:xfrm rot="0">
              <a:off x="2327773" y="2733433"/>
              <a:ext cx="3951894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Google Authenticator</a:t>
              </a:r>
              <a:endParaRPr/>
            </a:p>
          </p:txBody>
        </p:sp>
        <p:sp>
          <p:nvSpPr>
            <p:cNvPr id="1697391056" name="TextBox 8"/>
            <p:cNvSpPr txBox="1"/>
            <p:nvPr/>
          </p:nvSpPr>
          <p:spPr bwMode="auto">
            <a:xfrm rot="0" flipH="0" flipV="0">
              <a:off x="6257923" y="2733432"/>
              <a:ext cx="2438887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  <p:sp>
          <p:nvSpPr>
            <p:cNvPr id="951273862" name="TextBox 9"/>
            <p:cNvSpPr txBox="1"/>
            <p:nvPr/>
          </p:nvSpPr>
          <p:spPr bwMode="auto">
            <a:xfrm rot="0" flipH="0" flipV="0">
              <a:off x="9061216" y="2733432"/>
              <a:ext cx="2446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Security key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14898755" name=""/>
          <p:cNvGrpSpPr/>
          <p:nvPr/>
        </p:nvGrpSpPr>
        <p:grpSpPr bwMode="auto">
          <a:xfrm>
            <a:off x="353586" y="1758895"/>
            <a:ext cx="11650975" cy="3223656"/>
            <a:chOff x="0" y="0"/>
            <a:chExt cx="11650975" cy="3223656"/>
          </a:xfrm>
        </p:grpSpPr>
        <p:sp>
          <p:nvSpPr>
            <p:cNvPr id="41933635" name="Freeform 2"/>
            <p:cNvSpPr/>
            <p:nvPr/>
          </p:nvSpPr>
          <p:spPr bwMode="auto">
            <a:xfrm rot="0" flipH="0" flipV="0">
              <a:off x="3182573" y="27583"/>
              <a:ext cx="1870262" cy="2349516"/>
            </a:xfrm>
            <a:custGeom>
              <a:avLst/>
              <a:gdLst/>
              <a:ahLst/>
              <a:cxnLst/>
              <a:rect l="l" t="t" r="r" b="b"/>
              <a:pathLst>
                <a:path w="1870262" h="2349516" fill="norm" stroke="1" extrusionOk="0">
                  <a:moveTo>
                    <a:pt x="0" y="0"/>
                  </a:moveTo>
                  <a:lnTo>
                    <a:pt x="1870262" y="0"/>
                  </a:lnTo>
                  <a:lnTo>
                    <a:pt x="1870262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16376" t="7883" r="16872" b="8260"/>
              <a:stretch/>
            </a:blipFill>
          </p:spPr>
        </p:sp>
        <p:sp>
          <p:nvSpPr>
            <p:cNvPr id="2016066821" name="Freeform 3"/>
            <p:cNvSpPr/>
            <p:nvPr/>
          </p:nvSpPr>
          <p:spPr bwMode="auto">
            <a:xfrm rot="0" flipH="0" flipV="0">
              <a:off x="0" y="0"/>
              <a:ext cx="2404684" cy="2404684"/>
            </a:xfrm>
            <a:custGeom>
              <a:avLst/>
              <a:gdLst/>
              <a:ahLst/>
              <a:cxnLst/>
              <a:rect l="l" t="t" r="r" b="b"/>
              <a:pathLst>
                <a:path w="2404684" h="2404684" fill="norm" stroke="1" extrusionOk="0">
                  <a:moveTo>
                    <a:pt x="0" y="0"/>
                  </a:moveTo>
                  <a:lnTo>
                    <a:pt x="2404685" y="0"/>
                  </a:lnTo>
                  <a:lnTo>
                    <a:pt x="2404685" y="2404684"/>
                  </a:lnTo>
                  <a:lnTo>
                    <a:pt x="0" y="240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482176345" name="Freeform 4"/>
            <p:cNvSpPr/>
            <p:nvPr/>
          </p:nvSpPr>
          <p:spPr bwMode="auto">
            <a:xfrm rot="0" flipH="0" flipV="0">
              <a:off x="5830725" y="27583"/>
              <a:ext cx="2324265" cy="2349516"/>
            </a:xfrm>
            <a:custGeom>
              <a:avLst/>
              <a:gdLst/>
              <a:ahLst/>
              <a:cxnLst/>
              <a:rect l="l" t="t" r="r" b="b"/>
              <a:pathLst>
                <a:path w="2324265" h="2349516" fill="norm" stroke="1" extrusionOk="0">
                  <a:moveTo>
                    <a:pt x="0" y="0"/>
                  </a:moveTo>
                  <a:lnTo>
                    <a:pt x="2324265" y="0"/>
                  </a:lnTo>
                  <a:lnTo>
                    <a:pt x="2324265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rcRect l="0" t="0" r="3114" b="10622"/>
              <a:stretch/>
            </a:blipFill>
          </p:spPr>
        </p:sp>
        <p:sp>
          <p:nvSpPr>
            <p:cNvPr id="1313726961" name="Freeform 5"/>
            <p:cNvSpPr/>
            <p:nvPr/>
          </p:nvSpPr>
          <p:spPr bwMode="auto">
            <a:xfrm rot="0" flipH="0" flipV="0">
              <a:off x="8936040" y="27583"/>
              <a:ext cx="2548784" cy="2347082"/>
            </a:xfrm>
            <a:custGeom>
              <a:avLst/>
              <a:gdLst/>
              <a:ahLst/>
              <a:cxnLst/>
              <a:rect l="l" t="t" r="r" b="b"/>
              <a:pathLst>
                <a:path w="2548784" h="2347082" fill="norm" stroke="1" extrusionOk="0">
                  <a:moveTo>
                    <a:pt x="0" y="0"/>
                  </a:moveTo>
                  <a:lnTo>
                    <a:pt x="2548785" y="0"/>
                  </a:lnTo>
                  <a:lnTo>
                    <a:pt x="2548785" y="2347082"/>
                  </a:lnTo>
                  <a:lnTo>
                    <a:pt x="0" y="23470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rcRect l="0" t="0" r="0" b="0"/>
              <a:stretch/>
            </a:blipFill>
          </p:spPr>
        </p:sp>
        <p:sp>
          <p:nvSpPr>
            <p:cNvPr id="1863543766" name="TextBox 6"/>
            <p:cNvSpPr txBox="1"/>
            <p:nvPr/>
          </p:nvSpPr>
          <p:spPr bwMode="auto">
            <a:xfrm rot="0">
              <a:off x="301760" y="2761017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Nmap</a:t>
              </a:r>
              <a:endParaRPr/>
            </a:p>
          </p:txBody>
        </p:sp>
        <p:sp>
          <p:nvSpPr>
            <p:cNvPr id="1702306372" name="TextBox 7"/>
            <p:cNvSpPr txBox="1"/>
            <p:nvPr/>
          </p:nvSpPr>
          <p:spPr bwMode="auto">
            <a:xfrm rot="0" flipH="0" flipV="0">
              <a:off x="2489661" y="2761016"/>
              <a:ext cx="3143970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Metasploit</a:t>
              </a:r>
              <a:endParaRPr/>
            </a:p>
          </p:txBody>
        </p:sp>
        <p:sp>
          <p:nvSpPr>
            <p:cNvPr id="956239643" name="TextBox 8"/>
            <p:cNvSpPr txBox="1"/>
            <p:nvPr/>
          </p:nvSpPr>
          <p:spPr bwMode="auto">
            <a:xfrm rot="0" flipH="0" flipV="0">
              <a:off x="5553536" y="2761016"/>
              <a:ext cx="27636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Python</a:t>
              </a:r>
              <a:endParaRPr/>
            </a:p>
          </p:txBody>
        </p:sp>
        <p:sp>
          <p:nvSpPr>
            <p:cNvPr id="1227605525" name="TextBox 9"/>
            <p:cNvSpPr txBox="1"/>
            <p:nvPr/>
          </p:nvSpPr>
          <p:spPr bwMode="auto">
            <a:xfrm rot="0" flipH="0" flipV="0">
              <a:off x="8696786" y="2761016"/>
              <a:ext cx="2954189" cy="462639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Normes ISO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77288234" name=""/>
          <p:cNvGrpSpPr/>
          <p:nvPr/>
        </p:nvGrpSpPr>
        <p:grpSpPr bwMode="auto">
          <a:xfrm>
            <a:off x="2751588" y="1682011"/>
            <a:ext cx="7048941" cy="3286211"/>
            <a:chOff x="0" y="0"/>
            <a:chExt cx="7048941" cy="3286211"/>
          </a:xfrm>
        </p:grpSpPr>
        <p:sp>
          <p:nvSpPr>
            <p:cNvPr id="235134932" name="Freeform 2"/>
            <p:cNvSpPr/>
            <p:nvPr/>
          </p:nvSpPr>
          <p:spPr bwMode="auto">
            <a:xfrm rot="0" flipH="0" flipV="0">
              <a:off x="0" y="0"/>
              <a:ext cx="2558452" cy="2558452"/>
            </a:xfrm>
            <a:custGeom>
              <a:avLst/>
              <a:gdLst/>
              <a:ahLst/>
              <a:cxnLst/>
              <a:rect l="l" t="t" r="r" b="b"/>
              <a:pathLst>
                <a:path w="2558453" h="2558453" fill="norm" stroke="1" extrusionOk="0">
                  <a:moveTo>
                    <a:pt x="0" y="0"/>
                  </a:moveTo>
                  <a:lnTo>
                    <a:pt x="2558452" y="0"/>
                  </a:lnTo>
                  <a:lnTo>
                    <a:pt x="2558452" y="2558453"/>
                  </a:lnTo>
                  <a:lnTo>
                    <a:pt x="0" y="25584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rcRect l="0" t="0" r="0" b="0"/>
              <a:stretch/>
            </a:blipFill>
          </p:spPr>
        </p:sp>
        <p:sp>
          <p:nvSpPr>
            <p:cNvPr id="621507205" name="Freeform 3"/>
            <p:cNvSpPr/>
            <p:nvPr/>
          </p:nvSpPr>
          <p:spPr bwMode="auto">
            <a:xfrm rot="0" flipH="0" flipV="0">
              <a:off x="4291051" y="104467"/>
              <a:ext cx="2349516" cy="2349516"/>
            </a:xfrm>
            <a:custGeom>
              <a:avLst/>
              <a:gdLst/>
              <a:ahLst/>
              <a:cxnLst/>
              <a:rect l="l" t="t" r="r" b="b"/>
              <a:pathLst>
                <a:path w="2349516" h="2349516" fill="norm" stroke="1" extrusionOk="0">
                  <a:moveTo>
                    <a:pt x="0" y="0"/>
                  </a:moveTo>
                  <a:lnTo>
                    <a:pt x="2349516" y="0"/>
                  </a:lnTo>
                  <a:lnTo>
                    <a:pt x="2349516" y="2349517"/>
                  </a:lnTo>
                  <a:lnTo>
                    <a:pt x="0" y="23495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rcRect l="0" t="0" r="0" b="0"/>
              <a:stretch/>
            </a:blipFill>
          </p:spPr>
        </p:sp>
        <p:sp>
          <p:nvSpPr>
            <p:cNvPr id="1352422494" name="TextBox 4"/>
            <p:cNvSpPr txBox="1"/>
            <p:nvPr/>
          </p:nvSpPr>
          <p:spPr bwMode="auto">
            <a:xfrm rot="0">
              <a:off x="378643" y="2837901"/>
              <a:ext cx="18011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andOTP</a:t>
              </a:r>
              <a:endParaRPr/>
            </a:p>
          </p:txBody>
        </p:sp>
        <p:sp>
          <p:nvSpPr>
            <p:cNvPr id="454210958" name="TextBox 5"/>
            <p:cNvSpPr txBox="1"/>
            <p:nvPr/>
          </p:nvSpPr>
          <p:spPr bwMode="auto">
            <a:xfrm rot="0">
              <a:off x="3882678" y="2837901"/>
              <a:ext cx="3166263" cy="448310"/>
            </a:xfrm>
            <a:prstGeom prst="rect">
              <a:avLst/>
            </a:prstGeom>
            <a:grpFill/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40"/>
                </a:lnSpc>
                <a:defRPr/>
              </a:pPr>
              <a:r>
                <a:rPr lang="en-US" sz="2600" b="1">
                  <a:solidFill>
                    <a:srgbClr val="000000"/>
                  </a:solidFill>
                  <a:latin typeface="Rubik Bold"/>
                  <a:ea typeface="Rubik Bold"/>
                  <a:cs typeface="Rubik Bold"/>
                </a:rPr>
                <a:t>Authy</a:t>
              </a: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21</Slides>
  <Notes>21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Planb - SCU101</dc:title>
  <dc:identifier>DAF9OTvybPA</dc:identifier>
  <cp:lastModifiedBy/>
  <cp:revision>8</cp:revision>
  <dcterms:created xsi:type="dcterms:W3CDTF">2006-08-16T00:00:00Z</dcterms:created>
  <dcterms:modified xsi:type="dcterms:W3CDTF">2025-10-16T09:01:46Z</dcterms:modified>
</cp:coreProperties>
</file>