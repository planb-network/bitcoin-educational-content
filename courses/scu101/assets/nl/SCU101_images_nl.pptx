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779158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0308887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97019446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48723363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05690387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8884016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70162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4162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767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2570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7851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5118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9093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2333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144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618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9279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04104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4006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9424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087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38880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215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4521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167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70640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68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6312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4898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3455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4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90078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109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26907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6441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7020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917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612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679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2667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98399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425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6889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0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619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9747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00311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922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5764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556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411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2185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82480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95684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5683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480913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6991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252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4337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30566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26187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11255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811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24824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71741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1694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7443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78112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7641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4129645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1259411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445036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8285193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79210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78520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7186237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680015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6214372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264221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617724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8999105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277258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55029163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5443216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353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3942038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88818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6266227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9844873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429317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4222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523470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7994767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3399378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6981249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738522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0405913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805629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5621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0661890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2658807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544170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47052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8810341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8598044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0053352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05937883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8570893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729066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31789766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829116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38212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238783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66614978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589149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815374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096441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618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6599476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2079924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468912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79569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260612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37178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00619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1812330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658372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914525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396155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6719588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797286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7999657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7.png"/><Relationship Id="rId4" Type="http://schemas.openxmlformats.org/officeDocument/2006/relationships/image" Target="../media/image11.png"/><Relationship Id="rId5" Type="http://schemas.openxmlformats.org/officeDocument/2006/relationships/image" Target="../media/image3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6979208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29533089" name="TextBox 4"/>
          <p:cNvSpPr txBox="1"/>
          <p:nvPr/>
        </p:nvSpPr>
        <p:spPr bwMode="auto">
          <a:xfrm rot="0" flipH="0" flipV="0">
            <a:off x="6256041" y="2984844"/>
            <a:ext cx="4967996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Online navigatie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73260422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091608501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773528658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647694261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64201547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220387659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90231089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912373558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165300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6656808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Computergebruik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3363388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706308324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09372573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35767852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716562788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95825195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8409874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1915819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5867016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28770290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5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396435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21780123" name="TextBox 4"/>
          <p:cNvSpPr txBox="1"/>
          <p:nvPr/>
        </p:nvSpPr>
        <p:spPr bwMode="auto">
          <a:xfrm rot="0" flipH="0" flipV="0">
            <a:off x="5734963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Concrete oplossingen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33317765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90664071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841452301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386990768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960263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176869678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70825142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48256091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580110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659545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293843530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097330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791634752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64330877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139829" name="Freeform 2"/>
          <p:cNvSpPr/>
          <p:nvPr/>
        </p:nvSpPr>
        <p:spPr bwMode="auto">
          <a:xfrm rot="0" flipH="0" flipV="0">
            <a:off x="3930715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78109113" name="Freeform 3"/>
          <p:cNvSpPr/>
          <p:nvPr/>
        </p:nvSpPr>
        <p:spPr bwMode="auto">
          <a:xfrm rot="0" flipH="0" flipV="0">
            <a:off x="1124073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91675674" name="Freeform 4"/>
          <p:cNvSpPr/>
          <p:nvPr/>
        </p:nvSpPr>
        <p:spPr bwMode="auto">
          <a:xfrm rot="0" flipH="0" flipV="0">
            <a:off x="9275130" y="2151162"/>
            <a:ext cx="1784430" cy="1854142"/>
          </a:xfrm>
          <a:custGeom>
            <a:avLst/>
            <a:gdLst/>
            <a:ahLst/>
            <a:cxnLst/>
            <a:rect l="l" t="t" r="r" b="b"/>
            <a:pathLst>
              <a:path w="1784430" h="1854142" fill="norm" stroke="1" extrusionOk="0">
                <a:moveTo>
                  <a:pt x="0" y="0"/>
                </a:moveTo>
                <a:lnTo>
                  <a:pt x="1784431" y="0"/>
                </a:lnTo>
                <a:lnTo>
                  <a:pt x="1784431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21709891" name="Freeform 5"/>
          <p:cNvSpPr/>
          <p:nvPr/>
        </p:nvSpPr>
        <p:spPr bwMode="auto">
          <a:xfrm rot="0" flipH="0" flipV="0">
            <a:off x="6733013" y="2151162"/>
            <a:ext cx="1589938" cy="1854142"/>
          </a:xfrm>
          <a:custGeom>
            <a:avLst/>
            <a:gdLst/>
            <a:ahLst/>
            <a:cxnLst/>
            <a:rect l="l" t="t" r="r" b="b"/>
            <a:pathLst>
              <a:path w="1589938" h="1854142" fill="norm" stroke="1" extrusionOk="0">
                <a:moveTo>
                  <a:pt x="0" y="0"/>
                </a:moveTo>
                <a:lnTo>
                  <a:pt x="1589938" y="0"/>
                </a:lnTo>
                <a:lnTo>
                  <a:pt x="1589938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706665957" name="TextBox 6"/>
          <p:cNvSpPr txBox="1"/>
          <p:nvPr/>
        </p:nvSpPr>
        <p:spPr bwMode="auto">
          <a:xfrm rot="0">
            <a:off x="1150562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Chroom</a:t>
            </a:r>
            <a:endParaRPr/>
          </a:p>
        </p:txBody>
      </p:sp>
      <p:sp>
        <p:nvSpPr>
          <p:cNvPr id="1932720680" name="TextBox 7"/>
          <p:cNvSpPr txBox="1"/>
          <p:nvPr/>
        </p:nvSpPr>
        <p:spPr bwMode="auto">
          <a:xfrm rot="0">
            <a:off x="395720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Chroom</a:t>
            </a:r>
            <a:endParaRPr/>
          </a:p>
        </p:txBody>
      </p:sp>
      <p:sp>
        <p:nvSpPr>
          <p:cNvPr id="461353742" name="TextBox 8"/>
          <p:cNvSpPr txBox="1"/>
          <p:nvPr/>
        </p:nvSpPr>
        <p:spPr bwMode="auto">
          <a:xfrm rot="0">
            <a:off x="6627400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Dappere</a:t>
            </a:r>
            <a:endParaRPr/>
          </a:p>
        </p:txBody>
      </p:sp>
      <p:sp>
        <p:nvSpPr>
          <p:cNvPr id="1752176915" name="TextBox 9"/>
          <p:cNvSpPr txBox="1"/>
          <p:nvPr/>
        </p:nvSpPr>
        <p:spPr bwMode="auto">
          <a:xfrm rot="0">
            <a:off x="926676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Firefox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012845" name="Freeform 2"/>
          <p:cNvSpPr/>
          <p:nvPr/>
        </p:nvSpPr>
        <p:spPr bwMode="auto">
          <a:xfrm rot="0" flipH="0" flipV="0">
            <a:off x="1115693" y="2148627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513928287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658024653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89022942" name="TextBox 8"/>
          <p:cNvSpPr txBox="1"/>
          <p:nvPr/>
        </p:nvSpPr>
        <p:spPr bwMode="auto">
          <a:xfrm rot="0">
            <a:off x="685800" y="4261063"/>
            <a:ext cx="2713929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TOR-browser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185006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021308134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25727416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147287715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08549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54854090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42821230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96066520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79323852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7888603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19276397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08336526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Zonder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755098497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Met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545976980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Gebruiker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34979393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VPN-client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59433777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Internetprovider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18241087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VPN-server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70212320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5768419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08463899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0912885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8522896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90278727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60110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5600126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3429421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36444053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0758488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29732500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485660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Gebruiker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018367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Internetprovider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948594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67420298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30381192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07774121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62172253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91164706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682902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26161830" name="Group 2"/>
          <p:cNvGrpSpPr/>
          <p:nvPr/>
        </p:nvGrpSpPr>
        <p:grpSpPr bwMode="auto">
          <a:xfrm rot="0">
            <a:off x="5137431" y="2151162"/>
            <a:ext cx="1854142" cy="185414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051169692" name="Freeform 4"/>
          <p:cNvSpPr/>
          <p:nvPr/>
        </p:nvSpPr>
        <p:spPr bwMode="auto">
          <a:xfrm rot="0" flipH="0" flipV="0">
            <a:off x="1550500" y="2705904"/>
            <a:ext cx="2158430" cy="744658"/>
          </a:xfrm>
          <a:custGeom>
            <a:avLst/>
            <a:gdLst/>
            <a:ahLst/>
            <a:cxnLst/>
            <a:rect l="l" t="t" r="r" b="b"/>
            <a:pathLst>
              <a:path w="2158430" h="744658" fill="norm" stroke="1" extrusionOk="0">
                <a:moveTo>
                  <a:pt x="0" y="0"/>
                </a:moveTo>
                <a:lnTo>
                  <a:pt x="2158430" y="0"/>
                </a:lnTo>
                <a:lnTo>
                  <a:pt x="2158430" y="744658"/>
                </a:lnTo>
                <a:lnTo>
                  <a:pt x="0" y="7446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043119927" name="Freeform 5"/>
          <p:cNvSpPr/>
          <p:nvPr/>
        </p:nvSpPr>
        <p:spPr bwMode="auto">
          <a:xfrm rot="0" flipH="0" flipV="0">
            <a:off x="8569972" y="2151162"/>
            <a:ext cx="2030081" cy="1854142"/>
          </a:xfrm>
          <a:custGeom>
            <a:avLst/>
            <a:gdLst/>
            <a:ahLst/>
            <a:cxnLst/>
            <a:rect l="l" t="t" r="r" b="b"/>
            <a:pathLst>
              <a:path w="2030082" h="1854142" fill="norm" stroke="1" extrusionOk="0">
                <a:moveTo>
                  <a:pt x="0" y="0"/>
                </a:moveTo>
                <a:lnTo>
                  <a:pt x="2030083" y="0"/>
                </a:lnTo>
                <a:lnTo>
                  <a:pt x="203008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8736158" name="TextBox 6"/>
          <p:cNvSpPr txBox="1"/>
          <p:nvPr/>
        </p:nvSpPr>
        <p:spPr bwMode="auto">
          <a:xfrm rot="0" flipH="0" flipV="0">
            <a:off x="1550499" y="4258527"/>
            <a:ext cx="239888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IVPN</a:t>
            </a:r>
            <a:endParaRPr/>
          </a:p>
        </p:txBody>
      </p:sp>
      <p:sp>
        <p:nvSpPr>
          <p:cNvPr id="410645639" name="TextBox 7"/>
          <p:cNvSpPr txBox="1"/>
          <p:nvPr/>
        </p:nvSpPr>
        <p:spPr bwMode="auto">
          <a:xfrm rot="0" flipH="0" flipV="0">
            <a:off x="4456666" y="4258527"/>
            <a:ext cx="3482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Mullvad VPN</a:t>
            </a:r>
            <a:endParaRPr/>
          </a:p>
        </p:txBody>
      </p:sp>
      <p:sp>
        <p:nvSpPr>
          <p:cNvPr id="1489463141" name="TextBox 8"/>
          <p:cNvSpPr txBox="1"/>
          <p:nvPr/>
        </p:nvSpPr>
        <p:spPr bwMode="auto">
          <a:xfrm rot="0" flipH="0" flipV="0">
            <a:off x="8528526" y="4258527"/>
            <a:ext cx="3284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Proton VPN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349651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607340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61372992" name="Freeform 4"/>
          <p:cNvSpPr/>
          <p:nvPr/>
        </p:nvSpPr>
        <p:spPr bwMode="auto">
          <a:xfrm rot="3898292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41071339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3113007" name="TextBox 8"/>
          <p:cNvSpPr txBox="1"/>
          <p:nvPr/>
        </p:nvSpPr>
        <p:spPr bwMode="auto">
          <a:xfrm rot="0" flipH="0" flipV="0">
            <a:off x="878623" y="588870"/>
            <a:ext cx="594376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Protocol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7583553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Domeinnaam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2454251" name="TextBox 10"/>
          <p:cNvSpPr txBox="1"/>
          <p:nvPr/>
        </p:nvSpPr>
        <p:spPr bwMode="auto">
          <a:xfrm rot="0" flipH="0" flipV="0">
            <a:off x="7504666" y="5192156"/>
            <a:ext cx="2563292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Topniveaudomein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91484965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Domein op het tweede niveau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3297312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Pad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751903488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278791" name="Freeform 2"/>
          <p:cNvSpPr/>
          <p:nvPr/>
        </p:nvSpPr>
        <p:spPr bwMode="auto">
          <a:xfrm rot="0" flipH="0" flipV="0">
            <a:off x="8339937" y="2281855"/>
            <a:ext cx="1801163" cy="1854142"/>
          </a:xfrm>
          <a:custGeom>
            <a:avLst/>
            <a:gdLst/>
            <a:ahLst/>
            <a:cxnLst/>
            <a:rect l="l" t="t" r="r" b="b"/>
            <a:pathLst>
              <a:path w="1801163" h="1854142" fill="norm" stroke="1" extrusionOk="0">
                <a:moveTo>
                  <a:pt x="0" y="0"/>
                </a:moveTo>
                <a:lnTo>
                  <a:pt x="1801163" y="0"/>
                </a:lnTo>
                <a:lnTo>
                  <a:pt x="180116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22678" t="0" r="22676" b="0"/>
            <a:stretch/>
          </a:blipFill>
        </p:spPr>
        <p:txBody>
          <a:bodyPr/>
          <a:p/>
        </p:txBody>
      </p:sp>
      <p:sp>
        <p:nvSpPr>
          <p:cNvPr id="1067555733" name="Freeform 3"/>
          <p:cNvSpPr/>
          <p:nvPr/>
        </p:nvSpPr>
        <p:spPr bwMode="auto">
          <a:xfrm rot="0" flipH="0" flipV="0">
            <a:off x="2169143" y="2281855"/>
            <a:ext cx="1564677" cy="1854142"/>
          </a:xfrm>
          <a:custGeom>
            <a:avLst/>
            <a:gdLst/>
            <a:ahLst/>
            <a:cxnLst/>
            <a:rect l="l" t="t" r="r" b="b"/>
            <a:pathLst>
              <a:path w="1564677" h="1854142" fill="norm" stroke="1" extrusionOk="0">
                <a:moveTo>
                  <a:pt x="0" y="0"/>
                </a:moveTo>
                <a:lnTo>
                  <a:pt x="1564677" y="0"/>
                </a:lnTo>
                <a:lnTo>
                  <a:pt x="1564677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760365243" name="TextBox 5"/>
          <p:cNvSpPr txBox="1"/>
          <p:nvPr/>
        </p:nvSpPr>
        <p:spPr bwMode="auto">
          <a:xfrm rot="0" flipH="0" flipV="0">
            <a:off x="4647166" y="4519913"/>
            <a:ext cx="294360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macOS</a:t>
            </a:r>
            <a:endParaRPr/>
          </a:p>
        </p:txBody>
      </p:sp>
      <p:sp>
        <p:nvSpPr>
          <p:cNvPr id="133874316" name="TextBox 6"/>
          <p:cNvSpPr txBox="1"/>
          <p:nvPr/>
        </p:nvSpPr>
        <p:spPr bwMode="auto">
          <a:xfrm rot="0" flipH="0" flipV="0">
            <a:off x="1588583" y="4519913"/>
            <a:ext cx="292243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Linux</a:t>
            </a:r>
            <a:endParaRPr/>
          </a:p>
        </p:txBody>
      </p:sp>
      <p:sp>
        <p:nvSpPr>
          <p:cNvPr id="641848708" name="TextBox 7"/>
          <p:cNvSpPr txBox="1"/>
          <p:nvPr/>
        </p:nvSpPr>
        <p:spPr bwMode="auto">
          <a:xfrm rot="0" flipH="0" flipV="0">
            <a:off x="8339936" y="4519913"/>
            <a:ext cx="3144782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Windows</a:t>
            </a:r>
            <a:endParaRPr/>
          </a:p>
        </p:txBody>
      </p:sp>
      <p:pic>
        <p:nvPicPr>
          <p:cNvPr id="122591119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120545" y="2231571"/>
            <a:ext cx="1524174" cy="19724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4132834" name="Freeform 2"/>
          <p:cNvSpPr/>
          <p:nvPr/>
        </p:nvSpPr>
        <p:spPr bwMode="auto">
          <a:xfrm rot="0" flipH="0" flipV="0">
            <a:off x="885825" y="2128009"/>
            <a:ext cx="1937986" cy="1937986"/>
          </a:xfrm>
          <a:custGeom>
            <a:avLst/>
            <a:gdLst/>
            <a:ahLst/>
            <a:cxnLst/>
            <a:rect l="l" t="t" r="r" b="b"/>
            <a:pathLst>
              <a:path w="1937986" h="1937986" fill="norm" stroke="1" extrusionOk="0">
                <a:moveTo>
                  <a:pt x="0" y="0"/>
                </a:moveTo>
                <a:lnTo>
                  <a:pt x="1937986" y="0"/>
                </a:lnTo>
                <a:lnTo>
                  <a:pt x="1937986" y="1937986"/>
                </a:lnTo>
                <a:lnTo>
                  <a:pt x="0" y="19379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62520704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33244457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947105925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099197656" name="TextBox 8"/>
          <p:cNvSpPr txBox="1"/>
          <p:nvPr/>
        </p:nvSpPr>
        <p:spPr bwMode="auto">
          <a:xfrm rot="0" flipH="0" flipV="0">
            <a:off x="339749" y="4281680"/>
            <a:ext cx="3101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Ubuntu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23157633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21874" t="0" r="21873" b="0"/>
              <a:stretch/>
            </a:blipFill>
          </p:spPr>
        </p:sp>
      </p:grpSp>
      <p:sp>
        <p:nvSpPr>
          <p:cNvPr id="842494845" name="Freeform 4"/>
          <p:cNvSpPr/>
          <p:nvPr/>
        </p:nvSpPr>
        <p:spPr bwMode="auto">
          <a:xfrm rot="0" flipH="0" flipV="0">
            <a:off x="7098855" y="1786480"/>
            <a:ext cx="2237088" cy="2349516"/>
          </a:xfrm>
          <a:custGeom>
            <a:avLst/>
            <a:gdLst/>
            <a:ahLst/>
            <a:cxnLst/>
            <a:rect l="l" t="t" r="r" b="b"/>
            <a:pathLst>
              <a:path w="2237088" h="2349516" fill="norm" stroke="1" extrusionOk="0">
                <a:moveTo>
                  <a:pt x="0" y="0"/>
                </a:moveTo>
                <a:lnTo>
                  <a:pt x="2237088" y="0"/>
                </a:lnTo>
                <a:lnTo>
                  <a:pt x="2237088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388922128" name="TextBox 5"/>
          <p:cNvSpPr txBox="1"/>
          <p:nvPr/>
        </p:nvSpPr>
        <p:spPr bwMode="auto">
          <a:xfrm rot="0" flipH="0" flipV="0">
            <a:off x="2096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Kaspersky</a:t>
            </a:r>
            <a:endParaRPr/>
          </a:p>
        </p:txBody>
      </p:sp>
      <p:sp>
        <p:nvSpPr>
          <p:cNvPr id="1187116898" name="TextBox 6"/>
          <p:cNvSpPr txBox="1"/>
          <p:nvPr/>
        </p:nvSpPr>
        <p:spPr bwMode="auto">
          <a:xfrm rot="0" flipH="0" flipV="0">
            <a:off x="6255833" y="4519913"/>
            <a:ext cx="428769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Windows Verdediger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214754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497117978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375423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539294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461871000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65023321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306188857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Proton Mail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8595089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98082757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693983757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743850276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20157138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369499524" name="Freeform 4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4526225" name="TextBox 5"/>
          <p:cNvSpPr txBox="1"/>
          <p:nvPr/>
        </p:nvSpPr>
        <p:spPr bwMode="auto">
          <a:xfrm rot="0" flipH="0" flipV="0">
            <a:off x="2350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Dashlane</a:t>
            </a:r>
            <a:endParaRPr/>
          </a:p>
        </p:txBody>
      </p:sp>
      <p:sp>
        <p:nvSpPr>
          <p:cNvPr id="1800511430" name="TextBox 6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LastPass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873808" name="Freeform 2"/>
          <p:cNvSpPr/>
          <p:nvPr/>
        </p:nvSpPr>
        <p:spPr bwMode="auto">
          <a:xfrm rot="0" flipH="0" flipV="0">
            <a:off x="28560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57447485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23949812" name="TextBox 4"/>
          <p:cNvSpPr txBox="1"/>
          <p:nvPr/>
        </p:nvSpPr>
        <p:spPr bwMode="auto">
          <a:xfrm rot="0" flipH="0" flipV="0">
            <a:off x="2096583" y="4519913"/>
            <a:ext cx="4043553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Bitwarden</a:t>
            </a:r>
            <a:endParaRPr/>
          </a:p>
        </p:txBody>
      </p:sp>
      <p:sp>
        <p:nvSpPr>
          <p:cNvPr id="1655083270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KeePass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6728728" name="Freeform 2"/>
          <p:cNvSpPr/>
          <p:nvPr/>
        </p:nvSpPr>
        <p:spPr bwMode="auto">
          <a:xfrm rot="0" flipH="0" flipV="0">
            <a:off x="3701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73717796" name="Freeform 3"/>
          <p:cNvSpPr/>
          <p:nvPr/>
        </p:nvSpPr>
        <p:spPr bwMode="auto">
          <a:xfrm rot="0" flipH="0" flipV="0">
            <a:off x="9827788" y="1786480"/>
            <a:ext cx="1994055" cy="2349516"/>
          </a:xfrm>
          <a:custGeom>
            <a:avLst/>
            <a:gdLst/>
            <a:ahLst/>
            <a:cxnLst/>
            <a:rect l="l" t="t" r="r" b="b"/>
            <a:pathLst>
              <a:path w="1994055" h="2349516" fill="norm" stroke="1" extrusionOk="0">
                <a:moveTo>
                  <a:pt x="0" y="0"/>
                </a:moveTo>
                <a:lnTo>
                  <a:pt x="1994055" y="0"/>
                </a:lnTo>
                <a:lnTo>
                  <a:pt x="199405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49708042" name="Freeform 4"/>
          <p:cNvSpPr/>
          <p:nvPr/>
        </p:nvSpPr>
        <p:spPr bwMode="auto">
          <a:xfrm rot="0" flipH="0" flipV="0">
            <a:off x="6628082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724942572" name="Freeform 5"/>
          <p:cNvSpPr/>
          <p:nvPr/>
        </p:nvSpPr>
        <p:spPr bwMode="auto">
          <a:xfrm rot="0" flipH="0" flipV="0">
            <a:off x="3499120" y="1918790"/>
            <a:ext cx="2349516" cy="2084898"/>
          </a:xfrm>
          <a:custGeom>
            <a:avLst/>
            <a:gdLst/>
            <a:ahLst/>
            <a:cxnLst/>
            <a:rect l="l" t="t" r="r" b="b"/>
            <a:pathLst>
              <a:path w="2349516" h="2084898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084897"/>
                </a:lnTo>
                <a:lnTo>
                  <a:pt x="0" y="20848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13934" t="17955" r="13872" b="17982"/>
            <a:stretch/>
          </a:blipFill>
        </p:spPr>
        <p:txBody>
          <a:bodyPr/>
          <a:p/>
        </p:txBody>
      </p:sp>
      <p:sp>
        <p:nvSpPr>
          <p:cNvPr id="1383103709" name="TextBox 6"/>
          <p:cNvSpPr txBox="1"/>
          <p:nvPr/>
        </p:nvSpPr>
        <p:spPr bwMode="auto">
          <a:xfrm rot="0">
            <a:off x="485583" y="4519913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SMS</a:t>
            </a:r>
            <a:endParaRPr/>
          </a:p>
        </p:txBody>
      </p:sp>
      <p:sp>
        <p:nvSpPr>
          <p:cNvPr id="1309673928" name="TextBox 7"/>
          <p:cNvSpPr txBox="1"/>
          <p:nvPr/>
        </p:nvSpPr>
        <p:spPr bwMode="auto">
          <a:xfrm rot="0">
            <a:off x="2697931" y="4519914"/>
            <a:ext cx="3951894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Google Authenticator</a:t>
            </a:r>
            <a:endParaRPr/>
          </a:p>
        </p:txBody>
      </p:sp>
      <p:sp>
        <p:nvSpPr>
          <p:cNvPr id="1739735838" name="TextBox 8"/>
          <p:cNvSpPr txBox="1"/>
          <p:nvPr/>
        </p:nvSpPr>
        <p:spPr bwMode="auto">
          <a:xfrm rot="0" flipH="0" flipV="0">
            <a:off x="6628081" y="4519913"/>
            <a:ext cx="2438887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Authy</a:t>
            </a:r>
            <a:endParaRPr/>
          </a:p>
        </p:txBody>
      </p:sp>
      <p:sp>
        <p:nvSpPr>
          <p:cNvPr id="1395132848" name="TextBox 9"/>
          <p:cNvSpPr txBox="1"/>
          <p:nvPr/>
        </p:nvSpPr>
        <p:spPr bwMode="auto">
          <a:xfrm rot="0" flipH="0" flipV="0">
            <a:off x="9431374" y="4519913"/>
            <a:ext cx="2446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Veiligheidssleutel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595656" name="Freeform 2"/>
          <p:cNvSpPr/>
          <p:nvPr/>
        </p:nvSpPr>
        <p:spPr bwMode="auto">
          <a:xfrm rot="0" flipH="0" flipV="0">
            <a:off x="3536161" y="1786480"/>
            <a:ext cx="1870262" cy="2349516"/>
          </a:xfrm>
          <a:custGeom>
            <a:avLst/>
            <a:gdLst/>
            <a:ahLst/>
            <a:cxnLst/>
            <a:rect l="l" t="t" r="r" b="b"/>
            <a:pathLst>
              <a:path w="1870262" h="2349516" fill="norm" stroke="1" extrusionOk="0">
                <a:moveTo>
                  <a:pt x="0" y="0"/>
                </a:moveTo>
                <a:lnTo>
                  <a:pt x="1870262" y="0"/>
                </a:lnTo>
                <a:lnTo>
                  <a:pt x="1870262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16376" t="7883" r="16872" b="8260"/>
            <a:stretch/>
          </a:blipFill>
        </p:spPr>
        <p:txBody>
          <a:bodyPr/>
          <a:p/>
        </p:txBody>
      </p:sp>
      <p:sp>
        <p:nvSpPr>
          <p:cNvPr id="1624275612" name="Freeform 3"/>
          <p:cNvSpPr/>
          <p:nvPr/>
        </p:nvSpPr>
        <p:spPr bwMode="auto">
          <a:xfrm rot="0" flipH="0" flipV="0">
            <a:off x="353587" y="1758896"/>
            <a:ext cx="2404684" cy="2404684"/>
          </a:xfrm>
          <a:custGeom>
            <a:avLst/>
            <a:gdLst/>
            <a:ahLst/>
            <a:cxnLst/>
            <a:rect l="l" t="t" r="r" b="b"/>
            <a:pathLst>
              <a:path w="2404684" h="2404684" fill="norm" stroke="1" extrusionOk="0">
                <a:moveTo>
                  <a:pt x="0" y="0"/>
                </a:moveTo>
                <a:lnTo>
                  <a:pt x="2404685" y="0"/>
                </a:lnTo>
                <a:lnTo>
                  <a:pt x="2404685" y="2404684"/>
                </a:lnTo>
                <a:lnTo>
                  <a:pt x="0" y="24046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6463546" name="Freeform 4"/>
          <p:cNvSpPr/>
          <p:nvPr/>
        </p:nvSpPr>
        <p:spPr bwMode="auto">
          <a:xfrm rot="0" flipH="0" flipV="0">
            <a:off x="6184313" y="1786480"/>
            <a:ext cx="2324265" cy="2349516"/>
          </a:xfrm>
          <a:custGeom>
            <a:avLst/>
            <a:gdLst/>
            <a:ahLst/>
            <a:cxnLst/>
            <a:rect l="l" t="t" r="r" b="b"/>
            <a:pathLst>
              <a:path w="2324265" h="2349516" fill="norm" stroke="1" extrusionOk="0">
                <a:moveTo>
                  <a:pt x="0" y="0"/>
                </a:moveTo>
                <a:lnTo>
                  <a:pt x="2324265" y="0"/>
                </a:lnTo>
                <a:lnTo>
                  <a:pt x="232426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3114" b="10622"/>
            <a:stretch/>
          </a:blipFill>
        </p:spPr>
        <p:txBody>
          <a:bodyPr/>
          <a:p/>
        </p:txBody>
      </p:sp>
      <p:sp>
        <p:nvSpPr>
          <p:cNvPr id="1032766442" name="Freeform 5"/>
          <p:cNvSpPr/>
          <p:nvPr/>
        </p:nvSpPr>
        <p:spPr bwMode="auto">
          <a:xfrm rot="0" flipH="0" flipV="0">
            <a:off x="9289628" y="1786480"/>
            <a:ext cx="2548784" cy="2347082"/>
          </a:xfrm>
          <a:custGeom>
            <a:avLst/>
            <a:gdLst/>
            <a:ahLst/>
            <a:cxnLst/>
            <a:rect l="l" t="t" r="r" b="b"/>
            <a:pathLst>
              <a:path w="2548784" h="2347082" fill="norm" stroke="1" extrusionOk="0">
                <a:moveTo>
                  <a:pt x="0" y="0"/>
                </a:moveTo>
                <a:lnTo>
                  <a:pt x="2548785" y="0"/>
                </a:lnTo>
                <a:lnTo>
                  <a:pt x="2548785" y="2347082"/>
                </a:lnTo>
                <a:lnTo>
                  <a:pt x="0" y="23470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837530637" name="TextBox 6"/>
          <p:cNvSpPr txBox="1"/>
          <p:nvPr/>
        </p:nvSpPr>
        <p:spPr bwMode="auto">
          <a:xfrm rot="0">
            <a:off x="655348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Nmap</a:t>
            </a:r>
            <a:endParaRPr/>
          </a:p>
        </p:txBody>
      </p:sp>
      <p:sp>
        <p:nvSpPr>
          <p:cNvPr id="1732630817" name="TextBox 7"/>
          <p:cNvSpPr txBox="1"/>
          <p:nvPr/>
        </p:nvSpPr>
        <p:spPr bwMode="auto">
          <a:xfrm rot="0" flipH="0" flipV="0">
            <a:off x="2843249" y="4519913"/>
            <a:ext cx="314397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Metasploit</a:t>
            </a:r>
            <a:endParaRPr/>
          </a:p>
        </p:txBody>
      </p:sp>
      <p:sp>
        <p:nvSpPr>
          <p:cNvPr id="1948740273" name="TextBox 8"/>
          <p:cNvSpPr txBox="1"/>
          <p:nvPr/>
        </p:nvSpPr>
        <p:spPr bwMode="auto">
          <a:xfrm rot="0" flipH="0" flipV="0">
            <a:off x="5907124" y="4519913"/>
            <a:ext cx="2763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Python</a:t>
            </a:r>
            <a:endParaRPr/>
          </a:p>
        </p:txBody>
      </p:sp>
      <p:sp>
        <p:nvSpPr>
          <p:cNvPr id="1079441136" name="TextBox 9"/>
          <p:cNvSpPr txBox="1"/>
          <p:nvPr/>
        </p:nvSpPr>
        <p:spPr bwMode="auto">
          <a:xfrm rot="0" flipH="0" flipV="0">
            <a:off x="9050374" y="4519913"/>
            <a:ext cx="2954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ISO-normen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24140" name="Freeform 2"/>
          <p:cNvSpPr/>
          <p:nvPr/>
        </p:nvSpPr>
        <p:spPr bwMode="auto">
          <a:xfrm rot="0" flipH="0" flipV="0">
            <a:off x="2751589" y="1682012"/>
            <a:ext cx="2558452" cy="2558452"/>
          </a:xfrm>
          <a:custGeom>
            <a:avLst/>
            <a:gdLst/>
            <a:ahLst/>
            <a:cxnLst/>
            <a:rect l="l" t="t" r="r" b="b"/>
            <a:pathLst>
              <a:path w="2558453" h="2558453" fill="norm" stroke="1" extrusionOk="0">
                <a:moveTo>
                  <a:pt x="0" y="0"/>
                </a:moveTo>
                <a:lnTo>
                  <a:pt x="2558452" y="0"/>
                </a:lnTo>
                <a:lnTo>
                  <a:pt x="2558452" y="2558453"/>
                </a:lnTo>
                <a:lnTo>
                  <a:pt x="0" y="25584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043565106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95705989" name="TextBox 4"/>
          <p:cNvSpPr txBox="1"/>
          <p:nvPr/>
        </p:nvSpPr>
        <p:spPr bwMode="auto">
          <a:xfrm rot="0">
            <a:off x="3130233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enOTP</a:t>
            </a:r>
            <a:endParaRPr/>
          </a:p>
        </p:txBody>
      </p:sp>
      <p:sp>
        <p:nvSpPr>
          <p:cNvPr id="1631462426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Authy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6</cp:revision>
  <dcterms:created xsi:type="dcterms:W3CDTF">2006-08-16T00:00:00Z</dcterms:created>
  <dcterms:modified xsi:type="dcterms:W3CDTF">2025-10-12T15:05:23Z</dcterms:modified>
</cp:coreProperties>
</file>