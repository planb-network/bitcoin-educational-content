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在线导航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电脑使用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混凝土解决方案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无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使用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用户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客户端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互联网服务提供商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服务器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互联网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用户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互联网服务提供商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互联网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规程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域名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顶级域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二级域名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路径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质子邮箱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