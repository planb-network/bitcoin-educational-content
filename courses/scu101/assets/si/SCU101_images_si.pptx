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අන්තර්ජාල මාර්ගෝපදේශනය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කම්පියුටර් භාවිතය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කන්ක්‍රීට් විසඳුම්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ක්‍රෝම්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ක්‍රෝමියම්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ධෛර්යශීලී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ෆයර්ෆොක්ස්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ටෝර් බ්‍රව්සරය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 නැතුව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VPN සමඟ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පරිශීලකයා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клієнт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අන්තර්ජාල සේවා සැපයුම්කරු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සේවාදායකය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අන්තර්ජාලය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පරිශීලකයා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ඉන්ටර්නෙට් සේවා සැපයුම්කරු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අන්තර්ජාලය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මුල්වාඩ්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ප්‍රොටොන්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ප්‍රොටෝකෝලය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ඩොමේන් නාමය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ඉහළ මට්ටමේ ඩොමේන්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දෙවන මට්ටමේ ඩොමේන්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පථය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මැක් ඔඑස්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ලිනක්ස්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වින්ඩෝස්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උබුන්ටු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කැස්පර්ස්කි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වින්ඩෝස් ආරක්ෂකයා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ප්‍රෝටොන් මැයිල්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ඩෑෂ්ලේන්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ලැස්ට්පෑස්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බිට්වෝඩන්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කිප්පස්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SMS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ගූගල් ඔත්තුකරු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ආතීන්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ආරක්ෂක යතුර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එන්මාප්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මෙටාස්පොයිට්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පයිතන්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ISO ප්‍රමිතීන්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ආන්ඩෝටීපී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ඇතී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