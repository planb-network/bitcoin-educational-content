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Navigering online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Datoranvändning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Konkreta lösningar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Krom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Krom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Modig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TOR-webbläsare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Utan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Med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Användare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VPN-klient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Internetleverantör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VPN-server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Användare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Internetleverantör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Domännamn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Domän på toppnivå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Domän på andra nivån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Väg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Fönster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Kaspersky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 Defender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Bitvarden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Google Authenticator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Säkerhetsnyckel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ISO-normer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ochOTP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