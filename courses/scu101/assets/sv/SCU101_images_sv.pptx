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officeDocument/2006/relationships/extended-properties" Target="docProps/app.xml"/><Relationship Id="rId3" Type="http://schemas.openxmlformats.org/package/2006/relationships/metadata/core-properties" Target="docProps/core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embedTrueTypeFonts="1" saveSubsetFonts="1">
  <p:sldMasterIdLst>
    <p:sldMasterId id="2147483648" r:id="rId1"/>
  </p:sldMasterIdLst>
  <p:notesMasterIdLst>
    <p:notesMasterId r:id="rId25"/>
  </p:notesMasterIdLst>
  <p:sldIdLst>
    <p:sldId id="256" r:id="rId4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  <p:sldId id="266" r:id="rId14"/>
    <p:sldId id="267" r:id="rId15"/>
    <p:sldId id="268" r:id="rId16"/>
    <p:sldId id="269" r:id="rId17"/>
    <p:sldId id="270" r:id="rId18"/>
    <p:sldId id="271" r:id="rId19"/>
    <p:sldId id="272" r:id="rId20"/>
    <p:sldId id="273" r:id="rId21"/>
    <p:sldId id="274" r:id="rId22"/>
    <p:sldId id="275" r:id="rId23"/>
    <p:sldId id="276" r:id="rId24"/>
  </p:sldIdLst>
  <p:sldSz cx="12192000" cy="6858000"/>
  <p:notesSz cx="6858000" cy="9144000"/>
  <p:defaultTextStyle>
    <a:defPPr>
      <a:defRPr lang="en-US"/>
    </a:defPPr>
    <a:lvl1pPr marL="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slideViewPr>
    <p:cSldViewPr>
      <p:cViewPr varScale="1">
        <p:scale>
          <a:sx n="74" d="100"/>
          <a:sy n="74" d="100"/>
        </p:scale>
        <p:origin x="-1092" y="-90"/>
      </p:cViewPr>
      <p:guideLst>
        <p:guide pos="2160" orient="horz"/>
        <p:guide pos="2880"/>
      </p:guideLst>
    </p:cSldViewPr>
  </p:slide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theme" Target="theme/theme2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2" Type="http://schemas.openxmlformats.org/officeDocument/2006/relationships/slide" Target="slides/slide9.xml"/><Relationship Id="rId13" Type="http://schemas.openxmlformats.org/officeDocument/2006/relationships/slide" Target="slides/slide10.xml"/><Relationship Id="rId14" Type="http://schemas.openxmlformats.org/officeDocument/2006/relationships/slide" Target="slides/slide11.xml"/><Relationship Id="rId15" Type="http://schemas.openxmlformats.org/officeDocument/2006/relationships/slide" Target="slides/slide12.xml"/><Relationship Id="rId16" Type="http://schemas.openxmlformats.org/officeDocument/2006/relationships/slide" Target="slides/slide13.xml"/><Relationship Id="rId17" Type="http://schemas.openxmlformats.org/officeDocument/2006/relationships/slide" Target="slides/slide14.xml"/><Relationship Id="rId18" Type="http://schemas.openxmlformats.org/officeDocument/2006/relationships/slide" Target="slides/slide15.xml"/><Relationship Id="rId19" Type="http://schemas.openxmlformats.org/officeDocument/2006/relationships/slide" Target="slides/slide16.xml"/><Relationship Id="rId20" Type="http://schemas.openxmlformats.org/officeDocument/2006/relationships/slide" Target="slides/slide17.xml"/><Relationship Id="rId21" Type="http://schemas.openxmlformats.org/officeDocument/2006/relationships/slide" Target="slides/slide18.xml"/><Relationship Id="rId22" Type="http://schemas.openxmlformats.org/officeDocument/2006/relationships/slide" Target="slides/slide19.xml"/><Relationship Id="rId23" Type="http://schemas.openxmlformats.org/officeDocument/2006/relationships/slide" Target="slides/slide20.xml"/><Relationship Id="rId24" Type="http://schemas.openxmlformats.org/officeDocument/2006/relationships/slide" Target="slides/slide21.xml"/><Relationship Id="rId25" Type="http://schemas.openxmlformats.org/officeDocument/2006/relationships/notesMaster" Target="notesMasters/notesMaster1.xml"/><Relationship Id="rId26" Type="http://schemas.openxmlformats.org/officeDocument/2006/relationships/presProps" Target="presProps.xml"/><Relationship Id="rId27" Type="http://schemas.openxmlformats.org/officeDocument/2006/relationships/tableStyles" Target="tableStyles.xml"/><Relationship Id="rId28" Type="http://schemas.openxmlformats.org/officeDocument/2006/relationships/viewProps" Target="viewProp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 name=""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39461181" name="Header Placeholder 1"/>
          <p:cNvSpPr>
            <a:spLocks noGrp="1"/>
          </p:cNvSpPr>
          <p:nvPr>
            <p:ph type="hdr" sz="quarter"/>
          </p:nvPr>
        </p:nvSpPr>
        <p:spPr bwMode="auto"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/>
            </a:lvl1pPr>
          </a:lstStyle>
          <a:p>
            <a:pPr>
              <a:defRPr/>
            </a:pPr>
            <a:endParaRPr/>
          </a:p>
        </p:txBody>
      </p:sp>
      <p:sp>
        <p:nvSpPr>
          <p:cNvPr id="1523924022" name="Date Placeholder 2"/>
          <p:cNvSpPr>
            <a:spLocks noGrp="1"/>
          </p:cNvSpPr>
          <p:nvPr>
            <p:ph type="dt" idx="2"/>
          </p:nvPr>
        </p:nvSpPr>
        <p:spPr bwMode="auto"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/>
            </a:lvl1pPr>
          </a:lstStyle>
          <a:p>
            <a:pPr>
              <a:defRPr/>
            </a:pPr>
            <a:endParaRPr/>
          </a:p>
        </p:txBody>
      </p:sp>
      <p:sp>
        <p:nvSpPr>
          <p:cNvPr id="2089799050" name="Date Placeholder 2"/>
          <p:cNvSpPr>
            <a:spLocks noGrp="1"/>
          </p:cNvSpPr>
          <p:nvPr>
            <p:ph type="dt" idx="3"/>
          </p:nvPr>
        </p:nvSpPr>
        <p:spPr bwMode="auto"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/>
            </a:lvl1pPr>
          </a:lstStyle>
          <a:p>
            <a:pPr>
              <a:defRPr/>
            </a:pPr>
            <a:endParaRPr/>
          </a:p>
        </p:txBody>
      </p:sp>
      <p:sp>
        <p:nvSpPr>
          <p:cNvPr id="166679424" name="Notes Placeholder 4"/>
          <p:cNvSpPr>
            <a:spLocks noGrp="1"/>
          </p:cNvSpPr>
          <p:nvPr>
            <p:ph type="body" sz="quarter" idx="1"/>
          </p:nvPr>
        </p:nvSpPr>
        <p:spPr bwMode="auto"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 anchor="ctr"/>
          <a:lstStyle/>
          <a:p>
            <a:pPr>
              <a:defRPr/>
            </a:pPr>
            <a:endParaRPr/>
          </a:p>
        </p:txBody>
      </p:sp>
      <p:sp>
        <p:nvSpPr>
          <p:cNvPr id="312217275" name="Footer Placeholder 5"/>
          <p:cNvSpPr>
            <a:spLocks noGrp="1"/>
          </p:cNvSpPr>
          <p:nvPr>
            <p:ph type="ftr" sz="quarter" idx="4"/>
          </p:nvPr>
        </p:nvSpPr>
        <p:spPr bwMode="auto"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>
              <a:defRPr/>
            </a:pPr>
            <a:endParaRPr/>
          </a:p>
        </p:txBody>
      </p:sp>
      <p:sp>
        <p:nvSpPr>
          <p:cNvPr id="1513303751" name="Slide Number Placeholder 6"/>
          <p:cNvSpPr>
            <a:spLocks noGrp="1"/>
          </p:cNvSpPr>
          <p:nvPr>
            <p:ph type="sldNum" sz="quarter" idx="10"/>
          </p:nvPr>
        </p:nvSpPr>
        <p:spPr bwMode="auto"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>
              <a:defRPr/>
            </a:pPr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>
      <a:defRPr sz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>
      <a:defRPr sz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>
      <a:defRPr sz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>
      <a:defRPr sz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>
      <a:defRPr sz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>
      <a:defRPr sz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>
      <a:defRPr sz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>
      <a:defRPr sz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>
      <a:defRPr sz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38085015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2519951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2003810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7AF67644-3D00-4344-85FA-4AE388E01C2B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3833820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09308541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9459402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93869066-B780-156C-C0E4-B63E5A9860AD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5708481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44336658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4331970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040B08FF-727B-DF33-14B9-3C26325CEBA9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86119251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1747463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3113538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82176DCC-F3EA-F819-3D8C-59380827F40F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5515978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90952688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9687807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D92D62FD-D300-1C90-727F-4C214D0BA517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83763850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65560697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8571163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4625164C-C457-F7CE-D3F0-1C3E32919DDB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54810717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5367387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1711841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9FBA781B-CAA4-8AD1-3542-3B0463DCD732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94830414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92313516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7484117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21AD30C5-168D-2E72-955D-BF84A37A608D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83327265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36683222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1393571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2A20E2E4-3A96-6C3C-1799-4BB1FC04A196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28031968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5561026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5921964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4DC4CCF2-A05D-CF54-29A6-D2F9F7D8D0FD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8387194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65604220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456664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58FD7BE8-37F1-4C11-1070-F24C3B6912E3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5849126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80925499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5327097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5DC71DE2-3D7A-48B2-9947-973BA277E5C3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0161550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93944483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8854087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DC675C1C-C5E9-20A5-BCD3-0CA414D017D6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16184406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72710037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8415733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D9E81334-C396-53D7-E867-CC495E284168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5508714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40988470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6556728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088AAA90-31AA-F8DF-E3DC-431BB8B9CA79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48553188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15212862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1661231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6EF206B0-4485-5ADD-B335-2FE9C887D5AF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13330298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4955419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5584791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ACB2B094-7B2C-3B4E-66C0-5841496B8CAC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7082929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98972558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9039867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6AB40D7C-96CC-FE55-7472-60EA56BC88FE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52501067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204579091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2339520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3F93D4DC-34CE-6A5A-9349-0882DF883741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10175287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74019027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0271585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91C55CD1-63AC-DF5A-300F-16428CA0417B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58707957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84282563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8148407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000C327D-742E-AC27-CBA0-C187A2295680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itle" userDrawn="1">
  <p:cSld name="Title Slide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50247647" name="Title 1"/>
          <p:cNvSpPr>
            <a:spLocks noGrp="1"/>
          </p:cNvSpPr>
          <p:nvPr>
            <p:ph type="ctrTitle"/>
          </p:nvPr>
        </p:nvSpPr>
        <p:spPr bwMode="auto">
          <a:xfrm>
            <a:off x="685800" y="2130425"/>
            <a:ext cx="7772400" cy="1470025"/>
          </a:xfrm>
        </p:spPr>
        <p:txBody>
          <a:bodyPr/>
          <a:lstStyle/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1970992874" name="Subtitle 2"/>
          <p:cNvSpPr>
            <a:spLocks noGrp="1"/>
          </p:cNvSpPr>
          <p:nvPr>
            <p:ph type="subTitle" idx="1"/>
          </p:nvPr>
        </p:nvSpPr>
        <p:spPr bwMode="auto">
          <a:xfrm>
            <a:off x="1371600" y="3886200"/>
            <a:ext cx="6400800" cy="1752599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>
              <a:defRPr/>
            </a:pPr>
            <a:r>
              <a:rPr lang="en-US"/>
              <a:t>Click to edit Master subtitle style</a:t>
            </a:r>
            <a:endParaRPr lang="en-US"/>
          </a:p>
        </p:txBody>
      </p:sp>
      <p:sp>
        <p:nvSpPr>
          <p:cNvPr id="1029926349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1D8BD707-D9CF-40AE-B4C6-C98DA3205C09}" type="datetimeFigureOut">
              <a:rPr lang="en-US"/>
              <a:t>8/1/2011</a:t>
            </a:fld>
            <a:endParaRPr lang="en-US"/>
          </a:p>
        </p:txBody>
      </p:sp>
      <p:sp>
        <p:nvSpPr>
          <p:cNvPr id="553611866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713378702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B6F15528-21DE-4FAA-801E-634DDDAF4B2B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obj" userDrawn="1">
  <p:cSld name="Title and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32175385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874797030" name="Content Placeholder 2"/>
          <p:cNvSpPr>
            <a:spLocks noGrp="1"/>
          </p:cNvSpPr>
          <p:nvPr>
            <p:ph idx="1"/>
          </p:nvPr>
        </p:nvSpPr>
        <p:spPr bwMode="auto"/>
        <p:txBody>
          <a:bodyPr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1688621669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1D8BD707-D9CF-40AE-B4C6-C98DA3205C09}" type="datetimeFigureOut">
              <a:rPr lang="en-US"/>
              <a:t>8/1/2011</a:t>
            </a:fld>
            <a:endParaRPr lang="en-US"/>
          </a:p>
        </p:txBody>
      </p:sp>
      <p:sp>
        <p:nvSpPr>
          <p:cNvPr id="1787118035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670455421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B6F15528-21DE-4FAA-801E-634DDDAF4B2B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secHead" userDrawn="1">
  <p:cSld name="Section Header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87403853" name="Title 1"/>
          <p:cNvSpPr>
            <a:spLocks noGrp="1"/>
          </p:cNvSpPr>
          <p:nvPr>
            <p:ph type="title"/>
          </p:nvPr>
        </p:nvSpPr>
        <p:spPr bwMode="auto"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87240213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413879033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1D8BD707-D9CF-40AE-B4C6-C98DA3205C09}" type="datetimeFigureOut">
              <a:rPr lang="en-US"/>
              <a:t>8/1/2011</a:t>
            </a:fld>
            <a:endParaRPr lang="en-US"/>
          </a:p>
        </p:txBody>
      </p:sp>
      <p:sp>
        <p:nvSpPr>
          <p:cNvPr id="1246312742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956351348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B6F15528-21DE-4FAA-801E-634DDDAF4B2B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woObj" userDrawn="1">
  <p:cSld name="Two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129363593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1099663872" name="Content Placeholder 2"/>
          <p:cNvSpPr>
            <a:spLocks noGrp="1"/>
          </p:cNvSpPr>
          <p:nvPr>
            <p:ph sz="half" idx="1"/>
          </p:nvPr>
        </p:nvSpPr>
        <p:spPr bwMode="auto"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107969989" name="Content Placeholder 3"/>
          <p:cNvSpPr>
            <a:spLocks noGrp="1"/>
          </p:cNvSpPr>
          <p:nvPr>
            <p:ph sz="half" idx="2"/>
          </p:nvPr>
        </p:nvSpPr>
        <p:spPr bwMode="auto"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788552269" name="Date Placeholder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1D8BD707-D9CF-40AE-B4C6-C98DA3205C09}" type="datetimeFigureOut">
              <a:rPr lang="en-US"/>
              <a:t>8/1/2011</a:t>
            </a:fld>
            <a:endParaRPr lang="en-US"/>
          </a:p>
        </p:txBody>
      </p:sp>
      <p:sp>
        <p:nvSpPr>
          <p:cNvPr id="272621562" name="Footer Placeholder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679495277" name="Slide Number Placeholder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B6F15528-21DE-4FAA-801E-634DDDAF4B2B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woTxTwoObj" userDrawn="1">
  <p:cSld name="Comparis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67519460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1360995508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1198426012" name="Content Placeholder 3"/>
          <p:cNvSpPr>
            <a:spLocks noGrp="1"/>
          </p:cNvSpPr>
          <p:nvPr>
            <p:ph sz="half" idx="2"/>
          </p:nvPr>
        </p:nvSpPr>
        <p:spPr bwMode="auto"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501442024" name="Text Placeholder 4"/>
          <p:cNvSpPr>
            <a:spLocks noGrp="1"/>
          </p:cNvSpPr>
          <p:nvPr>
            <p:ph type="body" sz="quarter" idx="3"/>
          </p:nvPr>
        </p:nvSpPr>
        <p:spPr bwMode="auto"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772514223" name="Content Placeholder 5"/>
          <p:cNvSpPr>
            <a:spLocks noGrp="1"/>
          </p:cNvSpPr>
          <p:nvPr>
            <p:ph sz="quarter" idx="4"/>
          </p:nvPr>
        </p:nvSpPr>
        <p:spPr bwMode="auto"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1364026831" name="Date Placeholder 6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1D8BD707-D9CF-40AE-B4C6-C98DA3205C09}" type="datetimeFigureOut">
              <a:rPr lang="en-US"/>
              <a:t>8/1/2011</a:t>
            </a:fld>
            <a:endParaRPr lang="en-US"/>
          </a:p>
        </p:txBody>
      </p:sp>
      <p:sp>
        <p:nvSpPr>
          <p:cNvPr id="2039728596" name="Footer Placeholder 7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628332740" name="Slide Number Placeholder 8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B6F15528-21DE-4FAA-801E-634DDDAF4B2B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itleOnly" userDrawn="1">
  <p:cSld name="Title Only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92120775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1479417241" name="Date Placeholder 2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1D8BD707-D9CF-40AE-B4C6-C98DA3205C09}" type="datetimeFigureOut">
              <a:rPr lang="en-US"/>
              <a:t>8/1/2011</a:t>
            </a:fld>
            <a:endParaRPr lang="en-US"/>
          </a:p>
        </p:txBody>
      </p:sp>
      <p:sp>
        <p:nvSpPr>
          <p:cNvPr id="1929644680" name="Footer Placeholder 3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792811254" name="Slide Number Placeholder 4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B6F15528-21DE-4FAA-801E-634DDDAF4B2B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blank" userDrawn="1">
  <p:cSld name="Blank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19769675" name="Date Placeholder 1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1D8BD707-D9CF-40AE-B4C6-C98DA3205C09}" type="datetimeFigureOut">
              <a:rPr lang="en-US"/>
              <a:t>8/1/2011</a:t>
            </a:fld>
            <a:endParaRPr lang="en-US"/>
          </a:p>
        </p:txBody>
      </p:sp>
      <p:sp>
        <p:nvSpPr>
          <p:cNvPr id="1870552406" name="Footer Placeholder 2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499012345" name="Slide Number Placeholder 3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B6F15528-21DE-4FAA-801E-634DDDAF4B2B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objTx" userDrawn="1">
  <p:cSld name="Content with Capti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52653766" name="Title 1"/>
          <p:cNvSpPr>
            <a:spLocks noGrp="1"/>
          </p:cNvSpPr>
          <p:nvPr>
            <p:ph type="title"/>
          </p:nvPr>
        </p:nvSpPr>
        <p:spPr bwMode="auto"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1999081490" name="Content Placeholder 2"/>
          <p:cNvSpPr>
            <a:spLocks noGrp="1"/>
          </p:cNvSpPr>
          <p:nvPr>
            <p:ph idx="1"/>
          </p:nvPr>
        </p:nvSpPr>
        <p:spPr bwMode="auto"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813937938" name="Text Placeholder 3"/>
          <p:cNvSpPr>
            <a:spLocks noGrp="1"/>
          </p:cNvSpPr>
          <p:nvPr>
            <p:ph type="body" sz="half" idx="2"/>
          </p:nvPr>
        </p:nvSpPr>
        <p:spPr bwMode="auto"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1910368031" name="Date Placeholder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1D8BD707-D9CF-40AE-B4C6-C98DA3205C09}" type="datetimeFigureOut">
              <a:rPr lang="en-US"/>
              <a:t>8/1/2011</a:t>
            </a:fld>
            <a:endParaRPr lang="en-US"/>
          </a:p>
        </p:txBody>
      </p:sp>
      <p:sp>
        <p:nvSpPr>
          <p:cNvPr id="1672106252" name="Footer Placeholder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111979614" name="Slide Number Placeholder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B6F15528-21DE-4FAA-801E-634DDDAF4B2B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picTx" userDrawn="1">
  <p:cSld name="Picture with Capti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78329761" name="Title 1"/>
          <p:cNvSpPr>
            <a:spLocks noGrp="1"/>
          </p:cNvSpPr>
          <p:nvPr>
            <p:ph type="title"/>
          </p:nvPr>
        </p:nvSpPr>
        <p:spPr bwMode="auto"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1275624077" name="Picture Placeholder 2"/>
          <p:cNvSpPr>
            <a:spLocks noGrp="1"/>
          </p:cNvSpPr>
          <p:nvPr>
            <p:ph type="pic" idx="1"/>
          </p:nvPr>
        </p:nvSpPr>
        <p:spPr bwMode="auto"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>
              <a:defRPr/>
            </a:pPr>
            <a:endParaRPr lang="en-US"/>
          </a:p>
        </p:txBody>
      </p:sp>
      <p:sp>
        <p:nvSpPr>
          <p:cNvPr id="13081115" name="Text Placeholder 3"/>
          <p:cNvSpPr>
            <a:spLocks noGrp="1"/>
          </p:cNvSpPr>
          <p:nvPr>
            <p:ph type="body" sz="half" idx="2"/>
          </p:nvPr>
        </p:nvSpPr>
        <p:spPr bwMode="auto"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875805453" name="Date Placeholder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1D8BD707-D9CF-40AE-B4C6-C98DA3205C09}" type="datetimeFigureOut">
              <a:rPr lang="en-US"/>
              <a:t>8/1/2011</a:t>
            </a:fld>
            <a:endParaRPr lang="en-US"/>
          </a:p>
        </p:txBody>
      </p:sp>
      <p:sp>
        <p:nvSpPr>
          <p:cNvPr id="1352302504" name="Footer Placeholder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388320197" name="Slide Number Placeholder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B6F15528-21DE-4FAA-801E-634DDDAF4B2B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vertTx" userDrawn="1">
  <p:cSld name="Title and Vertical Tex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6385921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1801663284" name="Vertical Text Placeholder 2"/>
          <p:cNvSpPr>
            <a:spLocks noGrp="1"/>
          </p:cNvSpPr>
          <p:nvPr>
            <p:ph type="body" orient="vert" idx="1"/>
          </p:nvPr>
        </p:nvSpPr>
        <p:spPr bwMode="auto"/>
        <p:txBody>
          <a:bodyPr vert="eaVert"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1328227646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1D8BD707-D9CF-40AE-B4C6-C98DA3205C09}" type="datetimeFigureOut">
              <a:rPr lang="en-US"/>
              <a:t>8/1/2011</a:t>
            </a:fld>
            <a:endParaRPr lang="en-US"/>
          </a:p>
        </p:txBody>
      </p:sp>
      <p:sp>
        <p:nvSpPr>
          <p:cNvPr id="72257458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897705383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B6F15528-21DE-4FAA-801E-634DDDAF4B2B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vertTitleAndTx" userDrawn="1">
  <p:cSld name="Vertical Title and Tex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83463819" name="Vertical Title 1"/>
          <p:cNvSpPr>
            <a:spLocks noGrp="1"/>
          </p:cNvSpPr>
          <p:nvPr>
            <p:ph type="title" orient="vert"/>
          </p:nvPr>
        </p:nvSpPr>
        <p:spPr bwMode="auto">
          <a:xfrm>
            <a:off x="6629400" y="274638"/>
            <a:ext cx="2057400" cy="5851525"/>
          </a:xfrm>
        </p:spPr>
        <p:txBody>
          <a:bodyPr vert="eaVert"/>
          <a:lstStyle/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209121196" name="Vertical Text Placeholder 2"/>
          <p:cNvSpPr>
            <a:spLocks noGrp="1"/>
          </p:cNvSpPr>
          <p:nvPr>
            <p:ph type="body" orient="vert" idx="1"/>
          </p:nvPr>
        </p:nvSpPr>
        <p:spPr bwMode="auto">
          <a:xfrm>
            <a:off x="457200" y="274638"/>
            <a:ext cx="6019800" cy="5851525"/>
          </a:xfrm>
        </p:spPr>
        <p:txBody>
          <a:bodyPr vert="eaVert"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1689928407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1D8BD707-D9CF-40AE-B4C6-C98DA3205C09}" type="datetimeFigureOut">
              <a:rPr lang="en-US"/>
              <a:t>8/1/2011</a:t>
            </a:fld>
            <a:endParaRPr lang="en-US"/>
          </a:p>
        </p:txBody>
      </p:sp>
      <p:sp>
        <p:nvSpPr>
          <p:cNvPr id="899784331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403537056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B6F15528-21DE-4FAA-801E-634DDDAF4B2B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preserve="0">
  <p:cSld name=""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86572554" name="Title Placeholder 1"/>
          <p:cNvSpPr>
            <a:spLocks noGrp="1"/>
          </p:cNvSpPr>
          <p:nvPr>
            <p:ph type="title"/>
          </p:nvPr>
        </p:nvSpPr>
        <p:spPr bwMode="auto"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733645760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1277456204" name="Date Placeholder 3"/>
          <p:cNvSpPr>
            <a:spLocks noGrp="1"/>
          </p:cNvSpPr>
          <p:nvPr>
            <p:ph type="dt" sz="half" idx="2"/>
          </p:nvPr>
        </p:nvSpPr>
        <p:spPr bwMode="auto"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1D8BD707-D9CF-40AE-B4C6-C98DA3205C09}" type="datetimeFigureOut">
              <a:rPr lang="en-US"/>
              <a:t>8/1/2011</a:t>
            </a:fld>
            <a:endParaRPr lang="en-US"/>
          </a:p>
        </p:txBody>
      </p:sp>
      <p:sp>
        <p:nvSpPr>
          <p:cNvPr id="1129639611" name="Footer Placeholder 4"/>
          <p:cNvSpPr>
            <a:spLocks noGrp="1"/>
          </p:cNvSpPr>
          <p:nvPr>
            <p:ph type="ftr" sz="quarter" idx="3"/>
          </p:nvPr>
        </p:nvSpPr>
        <p:spPr bwMode="auto"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135733862" name="Slide Number Placeholder 5"/>
          <p:cNvSpPr>
            <a:spLocks noGrp="1"/>
          </p:cNvSpPr>
          <p:nvPr>
            <p:ph type="sldNum" sz="quarter" idx="4"/>
          </p:nvPr>
        </p:nvSpPr>
        <p:spPr bwMode="auto"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B6F15528-21DE-4FAA-801E-634DDDAF4B2B}" type="slidenum">
              <a:rPr lang="en-US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>
        <a:spcBef>
          <a:spcPts val="0"/>
        </a:spcBef>
        <a:buNone/>
        <a:defRPr sz="44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>
        <a:spcBef>
          <a:spcPts val="0"/>
        </a:spcBef>
        <a:buFont typeface="Arial"/>
        <a:buChar char="•"/>
        <a:defRPr sz="3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>
        <a:spcBef>
          <a:spcPts val="0"/>
        </a:spcBef>
        <a:buFont typeface="Arial"/>
        <a:buChar char="–"/>
        <a:defRPr sz="28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>
        <a:spcBef>
          <a:spcPts val="0"/>
        </a:spcBef>
        <a:buFont typeface="Arial"/>
        <a:buChar char="•"/>
        <a:defRPr sz="24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>
        <a:spcBef>
          <a:spcPts val="0"/>
        </a:spcBef>
        <a:buFont typeface="Arial"/>
        <a:buChar char="–"/>
        <a:defRPr sz="20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>
        <a:spcBef>
          <a:spcPts val="0"/>
        </a:spcBef>
        <a:buFont typeface="Arial"/>
        <a:buChar char="»"/>
        <a:defRPr sz="20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>
        <a:spcBef>
          <a:spcPts val="0"/>
        </a:spcBef>
        <a:buFont typeface="Arial"/>
        <a:buChar char="•"/>
        <a:defRPr sz="20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>
        <a:spcBef>
          <a:spcPts val="0"/>
        </a:spcBef>
        <a:buFont typeface="Arial"/>
        <a:buChar char="•"/>
        <a:defRPr sz="20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>
        <a:spcBef>
          <a:spcPts val="0"/>
        </a:spcBef>
        <a:buFont typeface="Arial"/>
        <a:buChar char="•"/>
        <a:defRPr sz="20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>
        <a:spcBef>
          <a:spcPts val="0"/>
        </a:spcBef>
        <a:buFont typeface="Arial"/>
        <a:buChar char="•"/>
        <a:defRPr sz="20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Relationship Id="rId4" Type="http://schemas.openxmlformats.org/officeDocument/2006/relationships/image" Target="../media/image2.png"/><Relationship Id="rId5" Type="http://schemas.openxmlformats.org/officeDocument/2006/relationships/image" Target="../media/image3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6.png"/><Relationship Id="rId6" Type="http://schemas.openxmlformats.org/officeDocument/2006/relationships/image" Target="../media/image7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8.png"/><Relationship Id="rId4" Type="http://schemas.openxmlformats.org/officeDocument/2006/relationships/image" Target="../media/image9.png"/><Relationship Id="rId5" Type="http://schemas.openxmlformats.org/officeDocument/2006/relationships/image" Target="../media/image10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1.png"/><Relationship Id="rId4" Type="http://schemas.openxmlformats.org/officeDocument/2006/relationships/image" Target="../media/image12.png"/><Relationship Id="rId5" Type="http://schemas.openxmlformats.org/officeDocument/2006/relationships/image" Target="../media/image1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1.png"/><Relationship Id="rId4" Type="http://schemas.openxmlformats.org/officeDocument/2006/relationships/image" Target="../media/image14.png"/><Relationship Id="rId5" Type="http://schemas.openxmlformats.org/officeDocument/2006/relationships/image" Target="../media/image1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16.png"/><Relationship Id="rId4" Type="http://schemas.openxmlformats.org/officeDocument/2006/relationships/image" Target="../media/image17.png"/><Relationship Id="rId5" Type="http://schemas.openxmlformats.org/officeDocument/2006/relationships/image" Target="../media/image18.png"/><Relationship Id="rId6" Type="http://schemas.openxmlformats.org/officeDocument/2006/relationships/image" Target="../media/image19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11.png"/><Relationship Id="rId4" Type="http://schemas.openxmlformats.org/officeDocument/2006/relationships/image" Target="../media/image20.png"/><Relationship Id="rId5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21.png"/><Relationship Id="rId4" Type="http://schemas.openxmlformats.org/officeDocument/2006/relationships/image" Target="../media/image22.png"/><Relationship Id="rId5" Type="http://schemas.openxmlformats.org/officeDocument/2006/relationships/image" Target="../media/image23.png"/><Relationship Id="rId6" Type="http://schemas.openxmlformats.org/officeDocument/2006/relationships/image" Target="../media/image24.png"/><Relationship Id="rId7" Type="http://schemas.openxmlformats.org/officeDocument/2006/relationships/image" Target="../media/image25.png"/><Relationship Id="rId8" Type="http://schemas.openxmlformats.org/officeDocument/2006/relationships/image" Target="../media/image26.png"/><Relationship Id="rId9" Type="http://schemas.openxmlformats.org/officeDocument/2006/relationships/image" Target="../media/image27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28.png"/><Relationship Id="rId4" Type="http://schemas.openxmlformats.org/officeDocument/2006/relationships/image" Target="../media/image29.png"/><Relationship Id="rId5" Type="http://schemas.openxmlformats.org/officeDocument/2006/relationships/image" Target="../media/image30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1.png"/><Relationship Id="rId4" Type="http://schemas.openxmlformats.org/officeDocument/2006/relationships/image" Target="../media/image32.png"/><Relationship Id="rId5" Type="http://schemas.openxmlformats.org/officeDocument/2006/relationships/image" Target="../media/image33.png"/><Relationship Id="rId6" Type="http://schemas.openxmlformats.org/officeDocument/2006/relationships/image" Target="../media/image34.png"/><Relationship Id="rId7" Type="http://schemas.openxmlformats.org/officeDocument/2006/relationships/image" Target="../media/image35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36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1.png"/><Relationship Id="rId4" Type="http://schemas.openxmlformats.org/officeDocument/2006/relationships/image" Target="../media/image37.jpg"/><Relationship Id="rId5" Type="http://schemas.openxmlformats.org/officeDocument/2006/relationships/image" Target="../media/image38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39.png"/><Relationship Id="rId4" Type="http://schemas.openxmlformats.org/officeDocument/2006/relationships/image" Target="../media/image40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1.png"/><Relationship Id="rId4" Type="http://schemas.openxmlformats.org/officeDocument/2006/relationships/image" Target="../media/image4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11.png"/><Relationship Id="rId4" Type="http://schemas.openxmlformats.org/officeDocument/2006/relationships/image" Target="../media/image42.png"/><Relationship Id="rId5" Type="http://schemas.openxmlformats.org/officeDocument/2006/relationships/image" Target="../media/image43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11.png"/><Relationship Id="rId4" Type="http://schemas.openxmlformats.org/officeDocument/2006/relationships/image" Target="../media/image44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45.png"/><Relationship Id="rId4" Type="http://schemas.openxmlformats.org/officeDocument/2006/relationships/image" Target="../media/image46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47.png"/><Relationship Id="rId4" Type="http://schemas.openxmlformats.org/officeDocument/2006/relationships/image" Target="../media/image48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49.png"/><Relationship Id="rId4" Type="http://schemas.openxmlformats.org/officeDocument/2006/relationships/image" Target="../media/image50.png"/><Relationship Id="rId5" Type="http://schemas.openxmlformats.org/officeDocument/2006/relationships/image" Target="../media/image51.png"/><Relationship Id="rId6" Type="http://schemas.openxmlformats.org/officeDocument/2006/relationships/image" Target="../media/image52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53.png"/><Relationship Id="rId4" Type="http://schemas.openxmlformats.org/officeDocument/2006/relationships/image" Target="../media/image54.png"/><Relationship Id="rId5" Type="http://schemas.openxmlformats.org/officeDocument/2006/relationships/image" Target="../media/image55.png"/><Relationship Id="rId6" Type="http://schemas.openxmlformats.org/officeDocument/2006/relationships/image" Target="../media/image56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57.png"/><Relationship Id="rId4" Type="http://schemas.openxmlformats.org/officeDocument/2006/relationships/image" Target="../media/image5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noFill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80498079" name="Freeform 3"/>
          <p:cNvSpPr/>
          <p:nvPr/>
        </p:nvSpPr>
        <p:spPr bwMode="auto">
          <a:xfrm rot="0" flipH="0" flipV="0">
            <a:off x="6256042" y="2984845"/>
            <a:ext cx="4967997" cy="955029"/>
          </a:xfrm>
          <a:custGeom>
            <a:avLst/>
            <a:gdLst/>
            <a:ahLst/>
            <a:cxnLst/>
            <a:rect l="l" t="t" r="r" b="b"/>
            <a:pathLst>
              <a:path w="1962666" h="377296" fill="norm" stroke="1" extrusionOk="0">
                <a:moveTo>
                  <a:pt x="52984" y="0"/>
                </a:moveTo>
                <a:lnTo>
                  <a:pt x="1909682" y="0"/>
                </a:lnTo>
                <a:cubicBezTo>
                  <a:pt x="1923734" y="0"/>
                  <a:pt x="1937211" y="5582"/>
                  <a:pt x="1947147" y="15519"/>
                </a:cubicBezTo>
                <a:cubicBezTo>
                  <a:pt x="1957084" y="25455"/>
                  <a:pt x="1962666" y="38932"/>
                  <a:pt x="1962666" y="52984"/>
                </a:cubicBezTo>
                <a:lnTo>
                  <a:pt x="1962666" y="324312"/>
                </a:lnTo>
                <a:cubicBezTo>
                  <a:pt x="1962666" y="353574"/>
                  <a:pt x="1938944" y="377296"/>
                  <a:pt x="1909682" y="377296"/>
                </a:cubicBezTo>
                <a:lnTo>
                  <a:pt x="52984" y="377296"/>
                </a:lnTo>
                <a:cubicBezTo>
                  <a:pt x="23722" y="377296"/>
                  <a:pt x="0" y="353574"/>
                  <a:pt x="0" y="324312"/>
                </a:cubicBezTo>
                <a:lnTo>
                  <a:pt x="0" y="52984"/>
                </a:lnTo>
                <a:cubicBezTo>
                  <a:pt x="0" y="38932"/>
                  <a:pt x="5582" y="25455"/>
                  <a:pt x="15519" y="15519"/>
                </a:cubicBezTo>
                <a:cubicBezTo>
                  <a:pt x="25455" y="5582"/>
                  <a:pt x="38932" y="0"/>
                  <a:pt x="52984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1066711762" name="TextBox 4"/>
          <p:cNvSpPr txBox="1"/>
          <p:nvPr/>
        </p:nvSpPr>
        <p:spPr bwMode="auto">
          <a:xfrm rot="0" flipH="0" flipV="0">
            <a:off x="6256041" y="2984844"/>
            <a:ext cx="4967995" cy="955029"/>
          </a:xfrm>
          <a:prstGeom prst="rect">
            <a:avLst/>
          </a:prstGeom>
          <a:grpFill/>
        </p:spPr>
        <p:txBody>
          <a:bodyPr vertOverflow="overflow" horzOverflow="overflow" vert="horz" wrap="square" lIns="50799" tIns="50799" rIns="50799" bIns="50799" numCol="1" spcCol="0" rtlCol="0" fromWordArt="0" anchor="ctr" anchorCtr="0" forceAA="0" upright="0" compatLnSpc="0"/>
          <a:lstStyle/>
          <a:p>
            <a:pPr algn="ctr">
              <a:lnSpc>
                <a:spcPct val="100000"/>
              </a:lnSpc>
              <a:defRPr/>
            </a:pPr>
            <a:r>
              <a:rPr sz="2600" b="1" lang="en-US">
                <a:solidFill>
                  <a:srgbClr val="FFFFFF"/>
                </a:solidFill>
                <a:latin typeface="IBM Plex Sans"/>
              </a:rPr>
              <a:t>Navigering online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1419147078" name="Freeform 5"/>
          <p:cNvSpPr/>
          <p:nvPr/>
        </p:nvSpPr>
        <p:spPr bwMode="auto">
          <a:xfrm rot="0" flipH="0" flipV="0">
            <a:off x="967959" y="2729677"/>
            <a:ext cx="1498729" cy="1498729"/>
          </a:xfrm>
          <a:custGeom>
            <a:avLst/>
            <a:gdLst/>
            <a:ahLst/>
            <a:cxnLst/>
            <a:rect l="l" t="t" r="r" b="b"/>
            <a:pathLst>
              <a:path w="1498730" h="1498730" fill="norm" stroke="1" extrusionOk="0">
                <a:moveTo>
                  <a:pt x="0" y="0"/>
                </a:moveTo>
                <a:lnTo>
                  <a:pt x="1498730" y="0"/>
                </a:lnTo>
                <a:lnTo>
                  <a:pt x="1498730" y="1498730"/>
                </a:lnTo>
                <a:lnTo>
                  <a:pt x="0" y="149873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rcRect l="0" t="0" r="0" b="0"/>
            <a:stretch/>
          </a:blipFill>
        </p:spPr>
        <p:txBody>
          <a:bodyPr/>
          <a:p/>
        </p:txBody>
      </p:sp>
      <p:sp>
        <p:nvSpPr>
          <p:cNvPr id="1571143037" name="AutoShape 6"/>
          <p:cNvSpPr/>
          <p:nvPr/>
        </p:nvSpPr>
        <p:spPr bwMode="auto">
          <a:xfrm>
            <a:off x="4079275" y="3462361"/>
            <a:ext cx="2043419" cy="0"/>
          </a:xfrm>
          <a:prstGeom prst="line">
            <a:avLst/>
          </a:prstGeom>
          <a:ln w="6667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p/>
        </p:txBody>
      </p:sp>
      <p:sp>
        <p:nvSpPr>
          <p:cNvPr id="386099944" name="AutoShape 7"/>
          <p:cNvSpPr/>
          <p:nvPr/>
        </p:nvSpPr>
        <p:spPr bwMode="auto">
          <a:xfrm>
            <a:off x="4079275" y="1490813"/>
            <a:ext cx="0" cy="3909733"/>
          </a:xfrm>
          <a:prstGeom prst="line">
            <a:avLst/>
          </a:prstGeom>
          <a:ln w="6667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p/>
        </p:txBody>
      </p:sp>
      <p:sp>
        <p:nvSpPr>
          <p:cNvPr id="754728133" name="Freeform 8"/>
          <p:cNvSpPr/>
          <p:nvPr/>
        </p:nvSpPr>
        <p:spPr bwMode="auto">
          <a:xfrm rot="0" flipH="0" flipV="0">
            <a:off x="967959" y="4649876"/>
            <a:ext cx="1544681" cy="1434623"/>
          </a:xfrm>
          <a:custGeom>
            <a:avLst/>
            <a:gdLst/>
            <a:ahLst/>
            <a:cxnLst/>
            <a:rect l="l" t="t" r="r" b="b"/>
            <a:pathLst>
              <a:path w="1544681" h="1434623" fill="norm" stroke="1" extrusionOk="0">
                <a:moveTo>
                  <a:pt x="0" y="0"/>
                </a:moveTo>
                <a:lnTo>
                  <a:pt x="1544681" y="0"/>
                </a:lnTo>
                <a:lnTo>
                  <a:pt x="1544681" y="1434623"/>
                </a:lnTo>
                <a:lnTo>
                  <a:pt x="0" y="1434623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rcRect l="0" t="0" r="0" b="0"/>
            <a:stretch/>
          </a:blipFill>
        </p:spPr>
        <p:txBody>
          <a:bodyPr/>
          <a:p/>
        </p:txBody>
      </p:sp>
      <p:sp>
        <p:nvSpPr>
          <p:cNvPr id="344004983" name="Freeform 9"/>
          <p:cNvSpPr/>
          <p:nvPr/>
        </p:nvSpPr>
        <p:spPr bwMode="auto">
          <a:xfrm rot="0" flipH="0" flipV="0">
            <a:off x="989626" y="773501"/>
            <a:ext cx="1501345" cy="1501345"/>
          </a:xfrm>
          <a:custGeom>
            <a:avLst/>
            <a:gdLst/>
            <a:ahLst/>
            <a:cxnLst/>
            <a:rect l="l" t="t" r="r" b="b"/>
            <a:pathLst>
              <a:path w="1501345" h="1501345" fill="norm" stroke="1" extrusionOk="0">
                <a:moveTo>
                  <a:pt x="0" y="0"/>
                </a:moveTo>
                <a:lnTo>
                  <a:pt x="1501345" y="0"/>
                </a:lnTo>
                <a:lnTo>
                  <a:pt x="1501345" y="1501345"/>
                </a:lnTo>
                <a:lnTo>
                  <a:pt x="0" y="1501345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rcRect l="0" t="0" r="0" b="0"/>
            <a:stretch/>
          </a:blipFill>
        </p:spPr>
        <p:txBody>
          <a:bodyPr/>
          <a:p/>
        </p:txBody>
      </p:sp>
      <p:sp>
        <p:nvSpPr>
          <p:cNvPr id="1346494693" name="AutoShape 10"/>
          <p:cNvSpPr/>
          <p:nvPr/>
        </p:nvSpPr>
        <p:spPr bwMode="auto">
          <a:xfrm flipH="1">
            <a:off x="2688268" y="1524174"/>
            <a:ext cx="1419582" cy="0"/>
          </a:xfrm>
          <a:prstGeom prst="line">
            <a:avLst/>
          </a:prstGeom>
          <a:ln w="6667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p/>
        </p:txBody>
      </p:sp>
      <p:sp>
        <p:nvSpPr>
          <p:cNvPr id="1053094743" name="AutoShape 11"/>
          <p:cNvSpPr/>
          <p:nvPr/>
        </p:nvSpPr>
        <p:spPr bwMode="auto">
          <a:xfrm flipH="1">
            <a:off x="2688268" y="3462361"/>
            <a:ext cx="1391007" cy="0"/>
          </a:xfrm>
          <a:prstGeom prst="line">
            <a:avLst/>
          </a:prstGeom>
          <a:ln w="6667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p/>
        </p:txBody>
      </p:sp>
      <p:sp>
        <p:nvSpPr>
          <p:cNvPr id="1023535980" name="AutoShape 12"/>
          <p:cNvSpPr/>
          <p:nvPr/>
        </p:nvSpPr>
        <p:spPr bwMode="auto">
          <a:xfrm flipH="1">
            <a:off x="2688268" y="5367187"/>
            <a:ext cx="1419582" cy="0"/>
          </a:xfrm>
          <a:prstGeom prst="line">
            <a:avLst/>
          </a:prstGeom>
          <a:ln w="6667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p/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noFill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47261215" name="Freeform 3"/>
          <p:cNvSpPr/>
          <p:nvPr/>
        </p:nvSpPr>
        <p:spPr bwMode="auto">
          <a:xfrm rot="0" flipH="0" flipV="0">
            <a:off x="5579737" y="2980233"/>
            <a:ext cx="6090439" cy="955029"/>
          </a:xfrm>
          <a:custGeom>
            <a:avLst/>
            <a:gdLst/>
            <a:ahLst/>
            <a:cxnLst/>
            <a:rect l="l" t="t" r="r" b="b"/>
            <a:pathLst>
              <a:path w="2406100" h="377296" fill="norm" stroke="1" extrusionOk="0">
                <a:moveTo>
                  <a:pt x="43219" y="0"/>
                </a:moveTo>
                <a:lnTo>
                  <a:pt x="2362880" y="0"/>
                </a:lnTo>
                <a:cubicBezTo>
                  <a:pt x="2386750" y="0"/>
                  <a:pt x="2406100" y="19350"/>
                  <a:pt x="2406100" y="43219"/>
                </a:cubicBezTo>
                <a:lnTo>
                  <a:pt x="2406100" y="334077"/>
                </a:lnTo>
                <a:cubicBezTo>
                  <a:pt x="2406100" y="357946"/>
                  <a:pt x="2386750" y="377296"/>
                  <a:pt x="2362880" y="377296"/>
                </a:cubicBezTo>
                <a:lnTo>
                  <a:pt x="43219" y="377296"/>
                </a:lnTo>
                <a:cubicBezTo>
                  <a:pt x="19350" y="377296"/>
                  <a:pt x="0" y="357946"/>
                  <a:pt x="0" y="334077"/>
                </a:cubicBezTo>
                <a:lnTo>
                  <a:pt x="0" y="43219"/>
                </a:lnTo>
                <a:cubicBezTo>
                  <a:pt x="0" y="19350"/>
                  <a:pt x="19350" y="0"/>
                  <a:pt x="43219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719597882" name="TextBox 4"/>
          <p:cNvSpPr txBox="1"/>
          <p:nvPr/>
        </p:nvSpPr>
        <p:spPr bwMode="auto">
          <a:xfrm rot="0" flipH="0" flipV="0">
            <a:off x="5579736" y="2980233"/>
            <a:ext cx="6090438" cy="955029"/>
          </a:xfrm>
          <a:prstGeom prst="rect">
            <a:avLst/>
          </a:prstGeom>
          <a:grpFill/>
        </p:spPr>
        <p:txBody>
          <a:bodyPr vertOverflow="overflow" horzOverflow="overflow" vert="horz" wrap="square" lIns="50799" tIns="50799" rIns="50799" bIns="50799" numCol="1" spcCol="0" rtlCol="0" fromWordArt="0" anchor="ctr" anchorCtr="0" forceAA="0" upright="0" compatLnSpc="0"/>
          <a:lstStyle/>
          <a:p>
            <a:pPr algn="ctr">
              <a:lnSpc>
                <a:spcPct val="100000"/>
              </a:lnSpc>
              <a:defRPr/>
            </a:pPr>
            <a:r>
              <a:rPr sz="2600" b="1" lang="en-US">
                <a:solidFill>
                  <a:srgbClr val="FFFFFF"/>
                </a:solidFill>
                <a:latin typeface="IBM Plex Sans"/>
              </a:rPr>
              <a:t>Datoranvändning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176788216" name="AutoShape 5"/>
          <p:cNvSpPr/>
          <p:nvPr/>
        </p:nvSpPr>
        <p:spPr bwMode="auto">
          <a:xfrm>
            <a:off x="3953538" y="3457749"/>
            <a:ext cx="1404053" cy="0"/>
          </a:xfrm>
          <a:prstGeom prst="line">
            <a:avLst/>
          </a:prstGeom>
          <a:ln w="6667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p/>
        </p:txBody>
      </p:sp>
      <p:sp>
        <p:nvSpPr>
          <p:cNvPr id="1003610369" name="AutoShape 6"/>
          <p:cNvSpPr/>
          <p:nvPr/>
        </p:nvSpPr>
        <p:spPr bwMode="auto">
          <a:xfrm>
            <a:off x="3953538" y="1181038"/>
            <a:ext cx="0" cy="4553837"/>
          </a:xfrm>
          <a:prstGeom prst="line">
            <a:avLst/>
          </a:prstGeom>
          <a:ln w="6667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p/>
        </p:txBody>
      </p:sp>
      <p:sp>
        <p:nvSpPr>
          <p:cNvPr id="1968682045" name="AutoShape 7"/>
          <p:cNvSpPr/>
          <p:nvPr/>
        </p:nvSpPr>
        <p:spPr bwMode="auto">
          <a:xfrm flipH="1">
            <a:off x="2562531" y="1212862"/>
            <a:ext cx="1419582" cy="0"/>
          </a:xfrm>
          <a:prstGeom prst="line">
            <a:avLst/>
          </a:prstGeom>
          <a:ln w="6667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p/>
        </p:txBody>
      </p:sp>
      <p:sp>
        <p:nvSpPr>
          <p:cNvPr id="460894646" name="AutoShape 8"/>
          <p:cNvSpPr/>
          <p:nvPr/>
        </p:nvSpPr>
        <p:spPr bwMode="auto">
          <a:xfrm flipH="1">
            <a:off x="2562531" y="2712899"/>
            <a:ext cx="1391007" cy="0"/>
          </a:xfrm>
          <a:prstGeom prst="line">
            <a:avLst/>
          </a:prstGeom>
          <a:ln w="6667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p/>
        </p:txBody>
      </p:sp>
      <p:sp>
        <p:nvSpPr>
          <p:cNvPr id="1551153601" name="AutoShape 9"/>
          <p:cNvSpPr/>
          <p:nvPr/>
        </p:nvSpPr>
        <p:spPr bwMode="auto">
          <a:xfrm flipH="1">
            <a:off x="2562531" y="4209763"/>
            <a:ext cx="1419582" cy="0"/>
          </a:xfrm>
          <a:prstGeom prst="line">
            <a:avLst/>
          </a:prstGeom>
          <a:ln w="6667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p/>
        </p:txBody>
      </p:sp>
      <p:sp>
        <p:nvSpPr>
          <p:cNvPr id="773891794" name="AutoShape 11"/>
          <p:cNvSpPr/>
          <p:nvPr/>
        </p:nvSpPr>
        <p:spPr bwMode="auto">
          <a:xfrm flipH="1">
            <a:off x="2562531" y="5702637"/>
            <a:ext cx="1419582" cy="0"/>
          </a:xfrm>
          <a:prstGeom prst="line">
            <a:avLst/>
          </a:prstGeom>
          <a:ln w="6667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p/>
        </p:txBody>
      </p:sp>
      <p:sp>
        <p:nvSpPr>
          <p:cNvPr id="1444738161" name="Freeform 12"/>
          <p:cNvSpPr/>
          <p:nvPr/>
        </p:nvSpPr>
        <p:spPr bwMode="auto">
          <a:xfrm rot="0" flipH="0" flipV="0">
            <a:off x="521821" y="3671955"/>
            <a:ext cx="1912207" cy="1075617"/>
          </a:xfrm>
          <a:custGeom>
            <a:avLst/>
            <a:gdLst/>
            <a:ahLst/>
            <a:cxnLst/>
            <a:rect l="l" t="t" r="r" b="b"/>
            <a:pathLst>
              <a:path w="1912207" h="1075617" fill="norm" stroke="1" extrusionOk="0">
                <a:moveTo>
                  <a:pt x="0" y="0"/>
                </a:moveTo>
                <a:lnTo>
                  <a:pt x="1912208" y="0"/>
                </a:lnTo>
                <a:lnTo>
                  <a:pt x="1912208" y="1075617"/>
                </a:lnTo>
                <a:lnTo>
                  <a:pt x="0" y="107561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rcRect l="0" t="0" r="0" b="0"/>
            <a:stretch/>
          </a:blipFill>
        </p:spPr>
        <p:txBody>
          <a:bodyPr/>
          <a:p/>
        </p:txBody>
      </p:sp>
      <p:sp>
        <p:nvSpPr>
          <p:cNvPr id="186258557" name="Freeform 13"/>
          <p:cNvSpPr/>
          <p:nvPr/>
        </p:nvSpPr>
        <p:spPr bwMode="auto">
          <a:xfrm rot="0" flipH="0" flipV="0">
            <a:off x="947959" y="1999222"/>
            <a:ext cx="1059933" cy="1256020"/>
          </a:xfrm>
          <a:custGeom>
            <a:avLst/>
            <a:gdLst/>
            <a:ahLst/>
            <a:cxnLst/>
            <a:rect l="l" t="t" r="r" b="b"/>
            <a:pathLst>
              <a:path w="1059933" h="1256020" fill="norm" stroke="1" extrusionOk="0">
                <a:moveTo>
                  <a:pt x="0" y="0"/>
                </a:moveTo>
                <a:lnTo>
                  <a:pt x="1059932" y="0"/>
                </a:lnTo>
                <a:lnTo>
                  <a:pt x="1059932" y="1256020"/>
                </a:lnTo>
                <a:lnTo>
                  <a:pt x="0" y="1256020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rcRect l="0" t="0" r="0" b="0"/>
            <a:stretch/>
          </a:blipFill>
        </p:spPr>
        <p:txBody>
          <a:bodyPr/>
          <a:p/>
        </p:txBody>
      </p:sp>
      <p:sp>
        <p:nvSpPr>
          <p:cNvPr id="436054587" name="Freeform 14"/>
          <p:cNvSpPr/>
          <p:nvPr/>
        </p:nvSpPr>
        <p:spPr bwMode="auto">
          <a:xfrm rot="0" flipH="0" flipV="0">
            <a:off x="733241" y="5007326"/>
            <a:ext cx="1487297" cy="1390622"/>
          </a:xfrm>
          <a:custGeom>
            <a:avLst/>
            <a:gdLst/>
            <a:ahLst/>
            <a:cxnLst/>
            <a:rect l="l" t="t" r="r" b="b"/>
            <a:pathLst>
              <a:path w="1487297" h="1390622" fill="norm" stroke="1" extrusionOk="0">
                <a:moveTo>
                  <a:pt x="0" y="0"/>
                </a:moveTo>
                <a:lnTo>
                  <a:pt x="1487296" y="0"/>
                </a:lnTo>
                <a:lnTo>
                  <a:pt x="1487296" y="1390622"/>
                </a:lnTo>
                <a:lnTo>
                  <a:pt x="0" y="1390622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rcRect l="0" t="0" r="0" b="0"/>
            <a:stretch/>
          </a:blipFill>
        </p:spPr>
        <p:txBody>
          <a:bodyPr/>
          <a:p/>
        </p:txBody>
      </p:sp>
      <p:pic>
        <p:nvPicPr>
          <p:cNvPr id="37673178" name=""/>
          <p:cNvPicPr>
            <a:picLocks noChangeAspect="1"/>
          </p:cNvPicPr>
          <p:nvPr/>
        </p:nvPicPr>
        <p:blipFill>
          <a:blip r:embed="rId6"/>
          <a:stretch/>
        </p:blipFill>
        <p:spPr bwMode="auto">
          <a:xfrm flipH="0" flipV="0">
            <a:off x="173399" y="103654"/>
            <a:ext cx="2527421" cy="1895566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noFill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58382999" name="Freeform 3"/>
          <p:cNvSpPr/>
          <p:nvPr/>
        </p:nvSpPr>
        <p:spPr bwMode="auto">
          <a:xfrm rot="0" flipH="0" flipV="0">
            <a:off x="5734964" y="2951483"/>
            <a:ext cx="5937588" cy="955029"/>
          </a:xfrm>
          <a:custGeom>
            <a:avLst/>
            <a:gdLst/>
            <a:ahLst/>
            <a:cxnLst/>
            <a:rect l="l" t="t" r="r" b="b"/>
            <a:pathLst>
              <a:path w="2345714" h="377296" fill="norm" stroke="1" extrusionOk="0">
                <a:moveTo>
                  <a:pt x="44332" y="0"/>
                </a:moveTo>
                <a:lnTo>
                  <a:pt x="2301382" y="0"/>
                </a:lnTo>
                <a:cubicBezTo>
                  <a:pt x="2313139" y="0"/>
                  <a:pt x="2324415" y="4671"/>
                  <a:pt x="2332729" y="12985"/>
                </a:cubicBezTo>
                <a:cubicBezTo>
                  <a:pt x="2341043" y="21298"/>
                  <a:pt x="2345714" y="32574"/>
                  <a:pt x="2345714" y="44332"/>
                </a:cubicBezTo>
                <a:lnTo>
                  <a:pt x="2345714" y="332964"/>
                </a:lnTo>
                <a:cubicBezTo>
                  <a:pt x="2345714" y="344721"/>
                  <a:pt x="2341043" y="355998"/>
                  <a:pt x="2332729" y="364311"/>
                </a:cubicBezTo>
                <a:cubicBezTo>
                  <a:pt x="2324415" y="372625"/>
                  <a:pt x="2313139" y="377296"/>
                  <a:pt x="2301382" y="377296"/>
                </a:cubicBezTo>
                <a:lnTo>
                  <a:pt x="44332" y="377296"/>
                </a:lnTo>
                <a:cubicBezTo>
                  <a:pt x="32574" y="377296"/>
                  <a:pt x="21298" y="372625"/>
                  <a:pt x="12985" y="364311"/>
                </a:cubicBezTo>
                <a:cubicBezTo>
                  <a:pt x="4671" y="355998"/>
                  <a:pt x="0" y="344721"/>
                  <a:pt x="0" y="332964"/>
                </a:cubicBezTo>
                <a:lnTo>
                  <a:pt x="0" y="44332"/>
                </a:lnTo>
                <a:cubicBezTo>
                  <a:pt x="0" y="32574"/>
                  <a:pt x="4671" y="21298"/>
                  <a:pt x="12985" y="12985"/>
                </a:cubicBezTo>
                <a:cubicBezTo>
                  <a:pt x="21298" y="4671"/>
                  <a:pt x="32574" y="0"/>
                  <a:pt x="44332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1513866847" name="TextBox 4"/>
          <p:cNvSpPr txBox="1"/>
          <p:nvPr/>
        </p:nvSpPr>
        <p:spPr bwMode="auto">
          <a:xfrm rot="0" flipH="0" flipV="0">
            <a:off x="5734962" y="2951482"/>
            <a:ext cx="5937588" cy="955030"/>
          </a:xfrm>
          <a:prstGeom prst="rect">
            <a:avLst/>
          </a:prstGeom>
          <a:grpFill/>
        </p:spPr>
        <p:txBody>
          <a:bodyPr vertOverflow="overflow" horzOverflow="overflow" vert="horz" wrap="square" lIns="50799" tIns="50799" rIns="50799" bIns="50799" numCol="1" spcCol="0" rtlCol="0" fromWordArt="0" anchor="ctr" anchorCtr="0" forceAA="0" upright="0" compatLnSpc="0"/>
          <a:lstStyle/>
          <a:p>
            <a:pPr algn="ctr">
              <a:lnSpc>
                <a:spcPct val="100000"/>
              </a:lnSpc>
              <a:defRPr/>
            </a:pPr>
            <a:r>
              <a:rPr sz="2400" b="1" lang="en-US">
                <a:solidFill>
                  <a:srgbClr val="FFFFFF"/>
                </a:solidFill>
                <a:latin typeface="IBM Plex Sans"/>
              </a:rPr>
              <a:t>Konkreta lösningar</a:t>
            </a:r>
            <a:endParaRPr sz="1200">
              <a:latin typeface="IBM Plex Sans"/>
              <a:cs typeface="IBM Plex Sans"/>
            </a:endParaRPr>
          </a:p>
        </p:txBody>
      </p:sp>
      <p:sp>
        <p:nvSpPr>
          <p:cNvPr id="650431581" name="AutoShape 5"/>
          <p:cNvSpPr/>
          <p:nvPr/>
        </p:nvSpPr>
        <p:spPr bwMode="auto">
          <a:xfrm>
            <a:off x="4117375" y="3445681"/>
            <a:ext cx="1392932" cy="0"/>
          </a:xfrm>
          <a:prstGeom prst="line">
            <a:avLst/>
          </a:prstGeom>
          <a:ln w="6667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p/>
        </p:txBody>
      </p:sp>
      <p:sp>
        <p:nvSpPr>
          <p:cNvPr id="1113514388" name="AutoShape 6"/>
          <p:cNvSpPr/>
          <p:nvPr/>
        </p:nvSpPr>
        <p:spPr bwMode="auto">
          <a:xfrm>
            <a:off x="4117375" y="1474134"/>
            <a:ext cx="0" cy="3909733"/>
          </a:xfrm>
          <a:prstGeom prst="line">
            <a:avLst/>
          </a:prstGeom>
          <a:ln w="6667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p/>
        </p:txBody>
      </p:sp>
      <p:sp>
        <p:nvSpPr>
          <p:cNvPr id="1502927862" name="AutoShape 7"/>
          <p:cNvSpPr/>
          <p:nvPr/>
        </p:nvSpPr>
        <p:spPr bwMode="auto">
          <a:xfrm flipH="1">
            <a:off x="2726368" y="1507493"/>
            <a:ext cx="1419582" cy="0"/>
          </a:xfrm>
          <a:prstGeom prst="line">
            <a:avLst/>
          </a:prstGeom>
          <a:ln w="6667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p/>
        </p:txBody>
      </p:sp>
      <p:sp>
        <p:nvSpPr>
          <p:cNvPr id="219639185" name="AutoShape 8"/>
          <p:cNvSpPr/>
          <p:nvPr/>
        </p:nvSpPr>
        <p:spPr bwMode="auto">
          <a:xfrm flipH="1">
            <a:off x="2726368" y="3445681"/>
            <a:ext cx="1391007" cy="0"/>
          </a:xfrm>
          <a:prstGeom prst="line">
            <a:avLst/>
          </a:prstGeom>
          <a:ln w="6667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p/>
        </p:txBody>
      </p:sp>
      <p:sp>
        <p:nvSpPr>
          <p:cNvPr id="2079244811" name="AutoShape 9"/>
          <p:cNvSpPr/>
          <p:nvPr/>
        </p:nvSpPr>
        <p:spPr bwMode="auto">
          <a:xfrm flipH="1">
            <a:off x="2726368" y="5350507"/>
            <a:ext cx="1419582" cy="0"/>
          </a:xfrm>
          <a:prstGeom prst="line">
            <a:avLst/>
          </a:prstGeom>
          <a:ln w="6667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p/>
        </p:txBody>
      </p:sp>
      <p:sp>
        <p:nvSpPr>
          <p:cNvPr id="201754402" name="Freeform 10"/>
          <p:cNvSpPr/>
          <p:nvPr/>
        </p:nvSpPr>
        <p:spPr bwMode="auto">
          <a:xfrm rot="0" flipH="0" flipV="0">
            <a:off x="968339" y="4542537"/>
            <a:ext cx="1615939" cy="1615939"/>
          </a:xfrm>
          <a:custGeom>
            <a:avLst/>
            <a:gdLst/>
            <a:ahLst/>
            <a:cxnLst/>
            <a:rect l="l" t="t" r="r" b="b"/>
            <a:pathLst>
              <a:path w="1615939" h="1615939" fill="norm" stroke="1" extrusionOk="0">
                <a:moveTo>
                  <a:pt x="0" y="0"/>
                </a:moveTo>
                <a:lnTo>
                  <a:pt x="1615939" y="0"/>
                </a:lnTo>
                <a:lnTo>
                  <a:pt x="1615939" y="1615939"/>
                </a:lnTo>
                <a:lnTo>
                  <a:pt x="0" y="1615939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rcRect l="0" t="0" r="0" b="0"/>
            <a:stretch/>
          </a:blipFill>
        </p:spPr>
        <p:txBody>
          <a:bodyPr/>
          <a:p/>
        </p:txBody>
      </p:sp>
      <p:sp>
        <p:nvSpPr>
          <p:cNvPr id="1997320546" name="Freeform 11"/>
          <p:cNvSpPr/>
          <p:nvPr/>
        </p:nvSpPr>
        <p:spPr bwMode="auto">
          <a:xfrm rot="0" flipH="0" flipV="0">
            <a:off x="1035568" y="825064"/>
            <a:ext cx="1481481" cy="1190123"/>
          </a:xfrm>
          <a:custGeom>
            <a:avLst/>
            <a:gdLst/>
            <a:ahLst/>
            <a:cxnLst/>
            <a:rect l="l" t="t" r="r" b="b"/>
            <a:pathLst>
              <a:path w="1481481" h="1190123" fill="norm" stroke="1" extrusionOk="0">
                <a:moveTo>
                  <a:pt x="0" y="0"/>
                </a:moveTo>
                <a:lnTo>
                  <a:pt x="1481481" y="0"/>
                </a:lnTo>
                <a:lnTo>
                  <a:pt x="1481481" y="1190123"/>
                </a:lnTo>
                <a:lnTo>
                  <a:pt x="0" y="1190123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rcRect l="0" t="0" r="0" b="0"/>
            <a:stretch/>
          </a:blipFill>
        </p:spPr>
        <p:txBody>
          <a:bodyPr/>
          <a:p/>
        </p:txBody>
      </p:sp>
      <p:sp>
        <p:nvSpPr>
          <p:cNvPr id="1141661342" name="Freeform 12"/>
          <p:cNvSpPr/>
          <p:nvPr/>
        </p:nvSpPr>
        <p:spPr bwMode="auto">
          <a:xfrm rot="0" flipH="0" flipV="0">
            <a:off x="1115578" y="2508949"/>
            <a:ext cx="1092861" cy="1649601"/>
          </a:xfrm>
          <a:custGeom>
            <a:avLst/>
            <a:gdLst/>
            <a:ahLst/>
            <a:cxnLst/>
            <a:rect l="l" t="t" r="r" b="b"/>
            <a:pathLst>
              <a:path w="1092861" h="1649601" fill="norm" stroke="1" extrusionOk="0">
                <a:moveTo>
                  <a:pt x="0" y="0"/>
                </a:moveTo>
                <a:lnTo>
                  <a:pt x="1092861" y="0"/>
                </a:lnTo>
                <a:lnTo>
                  <a:pt x="1092861" y="1649602"/>
                </a:lnTo>
                <a:lnTo>
                  <a:pt x="0" y="1649602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rcRect l="0" t="0" r="0" b="0"/>
            <a:stretch/>
          </a:blipFill>
        </p:spPr>
        <p:txBody>
          <a:bodyPr/>
          <a:p/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noFill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8835888" name="Freeform 2"/>
          <p:cNvSpPr/>
          <p:nvPr/>
        </p:nvSpPr>
        <p:spPr bwMode="auto">
          <a:xfrm rot="0" flipH="0" flipV="0">
            <a:off x="1350167" y="624416"/>
            <a:ext cx="8545289" cy="5703980"/>
          </a:xfrm>
          <a:custGeom>
            <a:avLst/>
            <a:gdLst/>
            <a:ahLst/>
            <a:cxnLst/>
            <a:rect l="l" t="t" r="r" b="b"/>
            <a:pathLst>
              <a:path w="8687332" h="5798794" fill="norm" stroke="1" extrusionOk="0">
                <a:moveTo>
                  <a:pt x="0" y="0"/>
                </a:moveTo>
                <a:lnTo>
                  <a:pt x="8687332" y="0"/>
                </a:lnTo>
                <a:lnTo>
                  <a:pt x="8687332" y="5798794"/>
                </a:lnTo>
                <a:lnTo>
                  <a:pt x="0" y="579879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rcRect l="0" t="0" r="0" b="0"/>
            <a:stretch/>
          </a:blipFill>
        </p:spPr>
        <p:txBody>
          <a:bodyPr/>
          <a:p/>
        </p:txBody>
      </p:sp>
      <p:sp>
        <p:nvSpPr>
          <p:cNvPr id="659447415" name="Freeform 3"/>
          <p:cNvSpPr/>
          <p:nvPr/>
        </p:nvSpPr>
        <p:spPr bwMode="auto">
          <a:xfrm rot="0" flipH="0" flipV="0">
            <a:off x="2846417" y="918385"/>
            <a:ext cx="5591866" cy="3310607"/>
          </a:xfrm>
          <a:custGeom>
            <a:avLst/>
            <a:gdLst/>
            <a:ahLst/>
            <a:cxnLst/>
            <a:rect l="l" t="t" r="r" b="b"/>
            <a:pathLst>
              <a:path w="5684817" h="3365638" fill="norm" stroke="1" extrusionOk="0">
                <a:moveTo>
                  <a:pt x="0" y="0"/>
                </a:moveTo>
                <a:lnTo>
                  <a:pt x="5684817" y="0"/>
                </a:lnTo>
                <a:lnTo>
                  <a:pt x="5684817" y="3365637"/>
                </a:lnTo>
                <a:lnTo>
                  <a:pt x="0" y="3365637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rcRect l="0" t="0" r="0" b="0"/>
            <a:stretch/>
          </a:blipFill>
        </p:spPr>
        <p:txBody>
          <a:bodyPr/>
          <a:p/>
        </p:txBody>
      </p:sp>
      <p:sp>
        <p:nvSpPr>
          <p:cNvPr id="1808171029" name="Freeform 4"/>
          <p:cNvSpPr/>
          <p:nvPr/>
        </p:nvSpPr>
        <p:spPr bwMode="auto">
          <a:xfrm rot="0" flipH="0" flipV="0">
            <a:off x="9038220" y="2234856"/>
            <a:ext cx="2528096" cy="2133082"/>
          </a:xfrm>
          <a:custGeom>
            <a:avLst/>
            <a:gdLst/>
            <a:ahLst/>
            <a:cxnLst/>
            <a:rect l="l" t="t" r="r" b="b"/>
            <a:pathLst>
              <a:path w="2570120" h="2168539" fill="norm" stroke="1" extrusionOk="0">
                <a:moveTo>
                  <a:pt x="0" y="0"/>
                </a:moveTo>
                <a:lnTo>
                  <a:pt x="2570120" y="0"/>
                </a:lnTo>
                <a:lnTo>
                  <a:pt x="2570120" y="2168539"/>
                </a:lnTo>
                <a:lnTo>
                  <a:pt x="0" y="2168539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rcRect l="0" t="0" r="0" b="0"/>
            <a:stretch/>
          </a:blipFill>
        </p:spPr>
        <p:txBody>
          <a:bodyPr/>
          <a:p/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noFill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81693362" name="Freeform 2"/>
          <p:cNvSpPr/>
          <p:nvPr/>
        </p:nvSpPr>
        <p:spPr bwMode="auto">
          <a:xfrm rot="0" flipH="0" flipV="0">
            <a:off x="1872734" y="627153"/>
            <a:ext cx="8164764" cy="5449980"/>
          </a:xfrm>
          <a:custGeom>
            <a:avLst/>
            <a:gdLst/>
            <a:ahLst/>
            <a:cxnLst/>
            <a:rect l="l" t="t" r="r" b="b"/>
            <a:pathLst>
              <a:path w="8687332" h="5798794" fill="norm" stroke="1" extrusionOk="0">
                <a:moveTo>
                  <a:pt x="0" y="0"/>
                </a:moveTo>
                <a:lnTo>
                  <a:pt x="8687332" y="0"/>
                </a:lnTo>
                <a:lnTo>
                  <a:pt x="8687332" y="5798794"/>
                </a:lnTo>
                <a:lnTo>
                  <a:pt x="0" y="579879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rcRect l="0" t="0" r="0" b="0"/>
            <a:stretch/>
          </a:blipFill>
        </p:spPr>
        <p:txBody>
          <a:bodyPr/>
          <a:p/>
        </p:txBody>
      </p:sp>
      <p:sp>
        <p:nvSpPr>
          <p:cNvPr id="989218548" name="Freeform 6"/>
          <p:cNvSpPr/>
          <p:nvPr/>
        </p:nvSpPr>
        <p:spPr bwMode="auto">
          <a:xfrm rot="0" flipH="0" flipV="0">
            <a:off x="3228930" y="936282"/>
            <a:ext cx="5386986" cy="3117133"/>
          </a:xfrm>
          <a:custGeom>
            <a:avLst/>
            <a:gdLst/>
            <a:ahLst/>
            <a:cxnLst/>
            <a:rect l="l" t="t" r="r" b="b"/>
            <a:pathLst>
              <a:path w="5122771" h="3243411" fill="norm" stroke="1" extrusionOk="0">
                <a:moveTo>
                  <a:pt x="0" y="0"/>
                </a:moveTo>
                <a:lnTo>
                  <a:pt x="5122770" y="0"/>
                </a:lnTo>
                <a:lnTo>
                  <a:pt x="5122770" y="3243411"/>
                </a:lnTo>
                <a:lnTo>
                  <a:pt x="0" y="3243411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rcRect l="0" t="0" r="0" b="0"/>
            <a:stretch/>
          </a:blipFill>
        </p:spPr>
        <p:txBody>
          <a:bodyPr/>
          <a:p/>
        </p:txBody>
      </p:sp>
      <p:sp>
        <p:nvSpPr>
          <p:cNvPr id="1956713691" name="Freeform 7"/>
          <p:cNvSpPr/>
          <p:nvPr/>
        </p:nvSpPr>
        <p:spPr bwMode="auto">
          <a:xfrm rot="0" flipH="0" flipV="0">
            <a:off x="9322171" y="2653239"/>
            <a:ext cx="1781861" cy="1674950"/>
          </a:xfrm>
          <a:custGeom>
            <a:avLst/>
            <a:gdLst/>
            <a:ahLst/>
            <a:cxnLst/>
            <a:rect l="l" t="t" r="r" b="b"/>
            <a:pathLst>
              <a:path w="1895906" h="1782152" fill="norm" stroke="1" extrusionOk="0">
                <a:moveTo>
                  <a:pt x="0" y="0"/>
                </a:moveTo>
                <a:lnTo>
                  <a:pt x="1895906" y="0"/>
                </a:lnTo>
                <a:lnTo>
                  <a:pt x="1895906" y="1782152"/>
                </a:lnTo>
                <a:lnTo>
                  <a:pt x="0" y="1782152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rcRect l="0" t="0" r="0" b="0"/>
            <a:stretch/>
          </a:blipFill>
        </p:spPr>
        <p:txBody>
          <a:bodyPr/>
          <a:p/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noFill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763140630" name=""/>
          <p:cNvGrpSpPr/>
          <p:nvPr/>
        </p:nvGrpSpPr>
        <p:grpSpPr bwMode="auto">
          <a:xfrm>
            <a:off x="1124073" y="2151162"/>
            <a:ext cx="9943853" cy="2570003"/>
            <a:chOff x="0" y="0"/>
            <a:chExt cx="9943853" cy="2570003"/>
          </a:xfrm>
        </p:grpSpPr>
        <p:sp>
          <p:nvSpPr>
            <p:cNvPr id="1843659458" name="Freeform 2"/>
            <p:cNvSpPr/>
            <p:nvPr/>
          </p:nvSpPr>
          <p:spPr bwMode="auto">
            <a:xfrm rot="0" flipH="0" flipV="0">
              <a:off x="2806641" y="0"/>
              <a:ext cx="1854142" cy="1854142"/>
            </a:xfrm>
            <a:custGeom>
              <a:avLst/>
              <a:gdLst/>
              <a:ahLst/>
              <a:cxnLst/>
              <a:rect l="l" t="t" r="r" b="b"/>
              <a:pathLst>
                <a:path w="1854142" h="1854142" fill="norm" stroke="1" extrusionOk="0">
                  <a:moveTo>
                    <a:pt x="0" y="0"/>
                  </a:moveTo>
                  <a:lnTo>
                    <a:pt x="1854142" y="0"/>
                  </a:lnTo>
                  <a:lnTo>
                    <a:pt x="1854142" y="1854142"/>
                  </a:lnTo>
                  <a:lnTo>
                    <a:pt x="0" y="185414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rcRect l="0" t="0" r="0" b="0"/>
              <a:stretch/>
            </a:blipFill>
          </p:spPr>
        </p:sp>
        <p:sp>
          <p:nvSpPr>
            <p:cNvPr id="1264899863" name="Freeform 3"/>
            <p:cNvSpPr/>
            <p:nvPr/>
          </p:nvSpPr>
          <p:spPr bwMode="auto">
            <a:xfrm rot="0" flipH="0" flipV="0">
              <a:off x="0" y="0"/>
              <a:ext cx="1854142" cy="1854142"/>
            </a:xfrm>
            <a:custGeom>
              <a:avLst/>
              <a:gdLst/>
              <a:ahLst/>
              <a:cxnLst/>
              <a:rect l="l" t="t" r="r" b="b"/>
              <a:pathLst>
                <a:path w="1854142" h="1854142" fill="norm" stroke="1" extrusionOk="0">
                  <a:moveTo>
                    <a:pt x="0" y="0"/>
                  </a:moveTo>
                  <a:lnTo>
                    <a:pt x="1854142" y="0"/>
                  </a:lnTo>
                  <a:lnTo>
                    <a:pt x="1854142" y="1854142"/>
                  </a:lnTo>
                  <a:lnTo>
                    <a:pt x="0" y="185414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rcRect l="0" t="0" r="0" b="0"/>
              <a:stretch/>
            </a:blipFill>
          </p:spPr>
        </p:sp>
        <p:sp>
          <p:nvSpPr>
            <p:cNvPr id="1440455589" name="Freeform 4"/>
            <p:cNvSpPr/>
            <p:nvPr/>
          </p:nvSpPr>
          <p:spPr bwMode="auto">
            <a:xfrm rot="0" flipH="0" flipV="0">
              <a:off x="8151056" y="0"/>
              <a:ext cx="1784430" cy="1854142"/>
            </a:xfrm>
            <a:custGeom>
              <a:avLst/>
              <a:gdLst/>
              <a:ahLst/>
              <a:cxnLst/>
              <a:rect l="l" t="t" r="r" b="b"/>
              <a:pathLst>
                <a:path w="1784430" h="1854142" fill="norm" stroke="1" extrusionOk="0">
                  <a:moveTo>
                    <a:pt x="0" y="0"/>
                  </a:moveTo>
                  <a:lnTo>
                    <a:pt x="1784431" y="0"/>
                  </a:lnTo>
                  <a:lnTo>
                    <a:pt x="1784431" y="1854142"/>
                  </a:lnTo>
                  <a:lnTo>
                    <a:pt x="0" y="185414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rcRect l="0" t="0" r="0" b="0"/>
              <a:stretch/>
            </a:blipFill>
          </p:spPr>
        </p:sp>
        <p:sp>
          <p:nvSpPr>
            <p:cNvPr id="1129137717" name="Freeform 5"/>
            <p:cNvSpPr/>
            <p:nvPr/>
          </p:nvSpPr>
          <p:spPr bwMode="auto">
            <a:xfrm rot="0" flipH="0" flipV="0">
              <a:off x="5608939" y="0"/>
              <a:ext cx="1589938" cy="1854142"/>
            </a:xfrm>
            <a:custGeom>
              <a:avLst/>
              <a:gdLst/>
              <a:ahLst/>
              <a:cxnLst/>
              <a:rect l="l" t="t" r="r" b="b"/>
              <a:pathLst>
                <a:path w="1589938" h="1854142" fill="norm" stroke="1" extrusionOk="0">
                  <a:moveTo>
                    <a:pt x="0" y="0"/>
                  </a:moveTo>
                  <a:lnTo>
                    <a:pt x="1589938" y="0"/>
                  </a:lnTo>
                  <a:lnTo>
                    <a:pt x="1589938" y="1854142"/>
                  </a:lnTo>
                  <a:lnTo>
                    <a:pt x="0" y="185414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rcRect l="0" t="0" r="0" b="0"/>
              <a:stretch/>
            </a:blipFill>
          </p:spPr>
        </p:sp>
        <p:sp>
          <p:nvSpPr>
            <p:cNvPr id="580112003" name="TextBox 6"/>
            <p:cNvSpPr txBox="1"/>
            <p:nvPr/>
          </p:nvSpPr>
          <p:spPr bwMode="auto">
            <a:xfrm rot="0">
              <a:off x="26488" y="2107365"/>
              <a:ext cx="1801163" cy="448310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40"/>
                </a:lnSpc>
                <a:defRPr/>
              </a:pPr>
              <a:r>
                <a:rPr lang="en-US" sz="26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Chrome</a:t>
              </a:r>
              <a:endParaRPr/>
            </a:p>
          </p:txBody>
        </p:sp>
        <p:sp>
          <p:nvSpPr>
            <p:cNvPr id="856748786" name="TextBox 7"/>
            <p:cNvSpPr txBox="1"/>
            <p:nvPr/>
          </p:nvSpPr>
          <p:spPr bwMode="auto">
            <a:xfrm rot="0">
              <a:off x="2833130" y="2107365"/>
              <a:ext cx="1801163" cy="448310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40"/>
                </a:lnSpc>
                <a:defRPr/>
              </a:pPr>
              <a:r>
                <a:rPr lang="en-US" sz="26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Chromium</a:t>
              </a:r>
              <a:endParaRPr/>
            </a:p>
          </p:txBody>
        </p:sp>
        <p:sp>
          <p:nvSpPr>
            <p:cNvPr id="1626460172" name="TextBox 8"/>
            <p:cNvSpPr txBox="1"/>
            <p:nvPr/>
          </p:nvSpPr>
          <p:spPr bwMode="auto">
            <a:xfrm rot="0" flipH="0" flipV="0">
              <a:off x="5206607" y="2107364"/>
              <a:ext cx="2624424" cy="462639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40"/>
                </a:lnSpc>
                <a:defRPr/>
              </a:pPr>
              <a:r>
                <a:rPr lang="en-US" sz="26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Brave</a:t>
              </a:r>
              <a:endParaRPr/>
            </a:p>
          </p:txBody>
        </p:sp>
        <p:sp>
          <p:nvSpPr>
            <p:cNvPr id="1311629489" name="TextBox 9"/>
            <p:cNvSpPr txBox="1"/>
            <p:nvPr/>
          </p:nvSpPr>
          <p:spPr bwMode="auto">
            <a:xfrm rot="0">
              <a:off x="8142690" y="2107365"/>
              <a:ext cx="1801163" cy="448310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40"/>
                </a:lnSpc>
                <a:defRPr/>
              </a:pPr>
              <a:r>
                <a:rPr lang="en-US" sz="26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Firefox</a:t>
              </a:r>
              <a:endParaRPr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noFill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61802541" name="Freeform 3"/>
          <p:cNvSpPr/>
          <p:nvPr/>
        </p:nvSpPr>
        <p:spPr bwMode="auto">
          <a:xfrm rot="0" flipH="0" flipV="0">
            <a:off x="3135145" y="529602"/>
            <a:ext cx="8687332" cy="5798794"/>
          </a:xfrm>
          <a:custGeom>
            <a:avLst/>
            <a:gdLst/>
            <a:ahLst/>
            <a:cxnLst/>
            <a:rect l="l" t="t" r="r" b="b"/>
            <a:pathLst>
              <a:path w="8687332" h="5798794" fill="norm" stroke="1" extrusionOk="0">
                <a:moveTo>
                  <a:pt x="0" y="0"/>
                </a:moveTo>
                <a:lnTo>
                  <a:pt x="8687332" y="0"/>
                </a:lnTo>
                <a:lnTo>
                  <a:pt x="8687332" y="5798794"/>
                </a:lnTo>
                <a:lnTo>
                  <a:pt x="0" y="579879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rcRect l="0" t="0" r="0" b="0"/>
            <a:stretch/>
          </a:blipFill>
        </p:spPr>
        <p:txBody>
          <a:bodyPr/>
          <a:p/>
        </p:txBody>
      </p:sp>
      <p:sp>
        <p:nvSpPr>
          <p:cNvPr id="1997009551" name="Freeform 7"/>
          <p:cNvSpPr/>
          <p:nvPr/>
        </p:nvSpPr>
        <p:spPr bwMode="auto">
          <a:xfrm rot="0" flipH="0" flipV="0">
            <a:off x="4502360" y="834704"/>
            <a:ext cx="5952901" cy="3426358"/>
          </a:xfrm>
          <a:custGeom>
            <a:avLst/>
            <a:gdLst/>
            <a:ahLst/>
            <a:cxnLst/>
            <a:rect l="l" t="t" r="r" b="b"/>
            <a:pathLst>
              <a:path w="5952901" h="3426358" fill="norm" stroke="1" extrusionOk="0">
                <a:moveTo>
                  <a:pt x="0" y="0"/>
                </a:moveTo>
                <a:lnTo>
                  <a:pt x="5952901" y="0"/>
                </a:lnTo>
                <a:lnTo>
                  <a:pt x="5952901" y="3426358"/>
                </a:lnTo>
                <a:lnTo>
                  <a:pt x="0" y="3426358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rcRect l="0" t="0" r="0" b="0"/>
            <a:stretch/>
          </a:blipFill>
        </p:spPr>
        <p:txBody>
          <a:bodyPr/>
          <a:p/>
        </p:txBody>
      </p:sp>
      <p:grpSp>
        <p:nvGrpSpPr>
          <p:cNvPr id="294617229" name=""/>
          <p:cNvGrpSpPr/>
          <p:nvPr/>
        </p:nvGrpSpPr>
        <p:grpSpPr bwMode="auto">
          <a:xfrm>
            <a:off x="685800" y="2148626"/>
            <a:ext cx="2713928" cy="2560745"/>
            <a:chOff x="0" y="0"/>
            <a:chExt cx="2713928" cy="2560745"/>
          </a:xfrm>
        </p:grpSpPr>
        <p:sp>
          <p:nvSpPr>
            <p:cNvPr id="1262076459" name="Freeform 2"/>
            <p:cNvSpPr/>
            <p:nvPr/>
          </p:nvSpPr>
          <p:spPr bwMode="auto">
            <a:xfrm rot="0" flipH="0" flipV="0">
              <a:off x="429892" y="0"/>
              <a:ext cx="1854142" cy="1854142"/>
            </a:xfrm>
            <a:custGeom>
              <a:avLst/>
              <a:gdLst/>
              <a:ahLst/>
              <a:cxnLst/>
              <a:rect l="l" t="t" r="r" b="b"/>
              <a:pathLst>
                <a:path w="1854142" h="1854142" fill="norm" stroke="1" extrusionOk="0">
                  <a:moveTo>
                    <a:pt x="0" y="0"/>
                  </a:moveTo>
                  <a:lnTo>
                    <a:pt x="1854142" y="0"/>
                  </a:lnTo>
                  <a:lnTo>
                    <a:pt x="1854142" y="1854142"/>
                  </a:lnTo>
                  <a:lnTo>
                    <a:pt x="0" y="185414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rcRect l="0" t="0" r="0" b="0"/>
              <a:stretch/>
            </a:blipFill>
          </p:spPr>
        </p:sp>
        <p:sp>
          <p:nvSpPr>
            <p:cNvPr id="89574071" name="TextBox 8"/>
            <p:cNvSpPr txBox="1"/>
            <p:nvPr/>
          </p:nvSpPr>
          <p:spPr bwMode="auto">
            <a:xfrm rot="0">
              <a:off x="0" y="2112435"/>
              <a:ext cx="2713929" cy="448310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40"/>
                </a:lnSpc>
                <a:defRPr/>
              </a:pPr>
              <a:r>
                <a:rPr lang="en-US" sz="26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TOR Browser</a:t>
              </a:r>
              <a:endParaRPr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noFill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86294153" name=""/>
          <p:cNvSpPr/>
          <p:nvPr/>
        </p:nvSpPr>
        <p:spPr bwMode="auto">
          <a:xfrm flipH="1" flipV="0">
            <a:off x="1395013" y="3767671"/>
            <a:ext cx="9718568" cy="2304648"/>
          </a:xfrm>
          <a:prstGeom prst="flowChartAlternateProcess">
            <a:avLst/>
          </a:prstGeom>
          <a:solidFill>
            <a:srgbClr val="00B050">
              <a:alpha val="23000"/>
            </a:srgbClr>
          </a:solidFill>
          <a:ln w="12699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p>
            <a:pPr>
              <a:defRPr/>
            </a:pPr>
            <a:endParaRPr/>
          </a:p>
        </p:txBody>
      </p:sp>
      <p:sp>
        <p:nvSpPr>
          <p:cNvPr id="2037631547" name=""/>
          <p:cNvSpPr/>
          <p:nvPr/>
        </p:nvSpPr>
        <p:spPr bwMode="auto">
          <a:xfrm flipH="1" flipV="0">
            <a:off x="1395013" y="873314"/>
            <a:ext cx="9718568" cy="2505726"/>
          </a:xfrm>
          <a:prstGeom prst="flowChartAlternateProcess">
            <a:avLst/>
          </a:prstGeom>
          <a:solidFill>
            <a:srgbClr val="C00000">
              <a:alpha val="13999"/>
            </a:srgbClr>
          </a:solidFill>
          <a:ln w="12699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p>
            <a:pPr>
              <a:defRPr/>
            </a:pPr>
            <a:endParaRPr/>
          </a:p>
        </p:txBody>
      </p:sp>
      <p:sp>
        <p:nvSpPr>
          <p:cNvPr id="911489308" name="AutoShape 2"/>
          <p:cNvSpPr/>
          <p:nvPr/>
        </p:nvSpPr>
        <p:spPr bwMode="auto">
          <a:xfrm flipH="0" flipV="1">
            <a:off x="3420678" y="4928912"/>
            <a:ext cx="528446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p>
            <a:pPr>
              <a:defRPr/>
            </a:pPr>
            <a:endParaRPr/>
          </a:p>
        </p:txBody>
      </p:sp>
      <p:sp>
        <p:nvSpPr>
          <p:cNvPr id="841540024" name="Freeform 3"/>
          <p:cNvSpPr/>
          <p:nvPr/>
        </p:nvSpPr>
        <p:spPr bwMode="auto">
          <a:xfrm rot="0" flipH="0" flipV="0">
            <a:off x="4183373" y="4653424"/>
            <a:ext cx="593958" cy="805367"/>
          </a:xfrm>
          <a:custGeom>
            <a:avLst/>
            <a:gdLst/>
            <a:ahLst/>
            <a:cxnLst/>
            <a:rect l="l" t="t" r="r" b="b"/>
            <a:pathLst>
              <a:path w="829681" h="1124991" fill="norm" stroke="1" extrusionOk="0">
                <a:moveTo>
                  <a:pt x="0" y="0"/>
                </a:moveTo>
                <a:lnTo>
                  <a:pt x="829680" y="0"/>
                </a:lnTo>
                <a:lnTo>
                  <a:pt x="829680" y="1124991"/>
                </a:lnTo>
                <a:lnTo>
                  <a:pt x="0" y="1124991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rcRect l="0" t="0" r="0" b="0"/>
            <a:stretch/>
          </a:blipFill>
        </p:spPr>
        <p:txBody>
          <a:bodyPr/>
          <a:p>
            <a:pPr>
              <a:defRPr/>
            </a:pPr>
            <a:endParaRPr sz="1600"/>
          </a:p>
        </p:txBody>
      </p:sp>
      <p:sp>
        <p:nvSpPr>
          <p:cNvPr id="68254099" name="Freeform 4"/>
          <p:cNvSpPr/>
          <p:nvPr/>
        </p:nvSpPr>
        <p:spPr bwMode="auto">
          <a:xfrm rot="0" flipH="0" flipV="0">
            <a:off x="1924380" y="4704971"/>
            <a:ext cx="950472" cy="634437"/>
          </a:xfrm>
          <a:custGeom>
            <a:avLst/>
            <a:gdLst/>
            <a:ahLst/>
            <a:cxnLst/>
            <a:rect l="l" t="t" r="r" b="b"/>
            <a:pathLst>
              <a:path w="1327679" h="886226" fill="norm" stroke="1" extrusionOk="0">
                <a:moveTo>
                  <a:pt x="0" y="0"/>
                </a:moveTo>
                <a:lnTo>
                  <a:pt x="1327679" y="0"/>
                </a:lnTo>
                <a:lnTo>
                  <a:pt x="1327679" y="886225"/>
                </a:lnTo>
                <a:lnTo>
                  <a:pt x="0" y="886225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rcRect l="0" t="0" r="0" b="0"/>
            <a:stretch/>
          </a:blipFill>
        </p:spPr>
        <p:txBody>
          <a:bodyPr/>
          <a:p>
            <a:pPr>
              <a:defRPr/>
            </a:pPr>
            <a:endParaRPr sz="1600"/>
          </a:p>
        </p:txBody>
      </p:sp>
      <p:sp>
        <p:nvSpPr>
          <p:cNvPr id="1024843138" name="Freeform 5"/>
          <p:cNvSpPr/>
          <p:nvPr/>
        </p:nvSpPr>
        <p:spPr bwMode="auto">
          <a:xfrm rot="0" flipH="0" flipV="0">
            <a:off x="5917331" y="4704971"/>
            <a:ext cx="725753" cy="503491"/>
          </a:xfrm>
          <a:custGeom>
            <a:avLst/>
            <a:gdLst/>
            <a:ahLst/>
            <a:cxnLst/>
            <a:rect l="l" t="t" r="r" b="b"/>
            <a:pathLst>
              <a:path w="1013781" h="703311" fill="norm" stroke="1" extrusionOk="0">
                <a:moveTo>
                  <a:pt x="0" y="0"/>
                </a:moveTo>
                <a:lnTo>
                  <a:pt x="1013781" y="0"/>
                </a:lnTo>
                <a:lnTo>
                  <a:pt x="1013781" y="703311"/>
                </a:lnTo>
                <a:lnTo>
                  <a:pt x="0" y="703311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rcRect l="0" t="0" r="0" b="0"/>
            <a:stretch/>
          </a:blipFill>
        </p:spPr>
        <p:txBody>
          <a:bodyPr/>
          <a:p>
            <a:pPr>
              <a:defRPr/>
            </a:pPr>
            <a:endParaRPr sz="1600"/>
          </a:p>
        </p:txBody>
      </p:sp>
      <p:sp>
        <p:nvSpPr>
          <p:cNvPr id="2723315" name="Freeform 6"/>
          <p:cNvSpPr/>
          <p:nvPr/>
        </p:nvSpPr>
        <p:spPr bwMode="auto">
          <a:xfrm rot="0" flipH="0" flipV="0">
            <a:off x="7947198" y="4669432"/>
            <a:ext cx="769811" cy="612963"/>
          </a:xfrm>
          <a:custGeom>
            <a:avLst/>
            <a:gdLst/>
            <a:ahLst/>
            <a:cxnLst/>
            <a:rect l="l" t="t" r="r" b="b"/>
            <a:pathLst>
              <a:path w="1075323" h="856226" fill="norm" stroke="1" extrusionOk="0">
                <a:moveTo>
                  <a:pt x="0" y="0"/>
                </a:moveTo>
                <a:lnTo>
                  <a:pt x="1075323" y="0"/>
                </a:lnTo>
                <a:lnTo>
                  <a:pt x="1075323" y="856225"/>
                </a:lnTo>
                <a:lnTo>
                  <a:pt x="0" y="856225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rcRect l="0" t="0" r="0" b="0"/>
            <a:stretch/>
          </a:blipFill>
        </p:spPr>
        <p:txBody>
          <a:bodyPr/>
          <a:p>
            <a:pPr>
              <a:defRPr/>
            </a:pPr>
            <a:endParaRPr sz="1600"/>
          </a:p>
        </p:txBody>
      </p:sp>
      <p:sp>
        <p:nvSpPr>
          <p:cNvPr id="1434679232" name="Freeform 7"/>
          <p:cNvSpPr/>
          <p:nvPr/>
        </p:nvSpPr>
        <p:spPr bwMode="auto">
          <a:xfrm rot="0" flipH="0" flipV="0">
            <a:off x="9876355" y="4587126"/>
            <a:ext cx="752284" cy="752284"/>
          </a:xfrm>
          <a:custGeom>
            <a:avLst/>
            <a:gdLst/>
            <a:ahLst/>
            <a:cxnLst/>
            <a:rect l="l" t="t" r="r" b="b"/>
            <a:pathLst>
              <a:path w="1050840" h="1050840" fill="norm" stroke="1" extrusionOk="0">
                <a:moveTo>
                  <a:pt x="0" y="0"/>
                </a:moveTo>
                <a:lnTo>
                  <a:pt x="1050840" y="0"/>
                </a:lnTo>
                <a:lnTo>
                  <a:pt x="1050840" y="1050841"/>
                </a:lnTo>
                <a:lnTo>
                  <a:pt x="0" y="1050841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rcRect l="0" t="0" r="0" b="0"/>
            <a:stretch/>
          </a:blipFill>
        </p:spPr>
        <p:txBody>
          <a:bodyPr/>
          <a:p>
            <a:pPr>
              <a:defRPr/>
            </a:pPr>
            <a:endParaRPr sz="1600"/>
          </a:p>
        </p:txBody>
      </p:sp>
      <p:sp>
        <p:nvSpPr>
          <p:cNvPr id="1710332836" name="AutoShape 8"/>
          <p:cNvSpPr/>
          <p:nvPr/>
        </p:nvSpPr>
        <p:spPr bwMode="auto">
          <a:xfrm flipH="1" flipV="0">
            <a:off x="3420678" y="5137446"/>
            <a:ext cx="528446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p>
            <a:pPr>
              <a:defRPr/>
            </a:pPr>
            <a:endParaRPr/>
          </a:p>
        </p:txBody>
      </p:sp>
      <p:sp>
        <p:nvSpPr>
          <p:cNvPr id="873977087" name="Freeform 9"/>
          <p:cNvSpPr/>
          <p:nvPr/>
        </p:nvSpPr>
        <p:spPr bwMode="auto">
          <a:xfrm rot="0" flipH="0" flipV="0">
            <a:off x="3583762" y="4291890"/>
            <a:ext cx="260501" cy="377541"/>
          </a:xfrm>
          <a:custGeom>
            <a:avLst/>
            <a:gdLst/>
            <a:ahLst/>
            <a:cxnLst/>
            <a:rect l="l" t="t" r="r" b="b"/>
            <a:pathLst>
              <a:path w="363888" h="527374" fill="norm" stroke="1" extrusionOk="0">
                <a:moveTo>
                  <a:pt x="0" y="0"/>
                </a:moveTo>
                <a:lnTo>
                  <a:pt x="363887" y="0"/>
                </a:lnTo>
                <a:lnTo>
                  <a:pt x="363887" y="527374"/>
                </a:lnTo>
                <a:lnTo>
                  <a:pt x="0" y="527374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rcRect l="0" t="0" r="0" b="0"/>
            <a:stretch/>
          </a:blipFill>
        </p:spPr>
        <p:txBody>
          <a:bodyPr/>
          <a:p>
            <a:pPr>
              <a:defRPr/>
            </a:pPr>
            <a:endParaRPr sz="1600"/>
          </a:p>
        </p:txBody>
      </p:sp>
      <p:sp>
        <p:nvSpPr>
          <p:cNvPr id="935249938" name="Freeform 10"/>
          <p:cNvSpPr/>
          <p:nvPr/>
        </p:nvSpPr>
        <p:spPr bwMode="auto">
          <a:xfrm rot="0" flipH="0" flipV="0">
            <a:off x="5254014" y="4291890"/>
            <a:ext cx="261627" cy="341439"/>
          </a:xfrm>
          <a:custGeom>
            <a:avLst/>
            <a:gdLst/>
            <a:ahLst/>
            <a:cxnLst/>
            <a:rect l="l" t="t" r="r" b="b"/>
            <a:pathLst>
              <a:path w="365461" h="476947" fill="norm" stroke="1" extrusionOk="0">
                <a:moveTo>
                  <a:pt x="0" y="0"/>
                </a:moveTo>
                <a:lnTo>
                  <a:pt x="365461" y="0"/>
                </a:lnTo>
                <a:lnTo>
                  <a:pt x="365461" y="476948"/>
                </a:lnTo>
                <a:lnTo>
                  <a:pt x="0" y="476948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rcRect l="0" t="0" r="0" b="0"/>
            <a:stretch/>
          </a:blipFill>
        </p:spPr>
        <p:txBody>
          <a:bodyPr/>
          <a:p>
            <a:pPr>
              <a:defRPr/>
            </a:pPr>
            <a:endParaRPr sz="1600"/>
          </a:p>
        </p:txBody>
      </p:sp>
      <p:sp>
        <p:nvSpPr>
          <p:cNvPr id="1556220260" name="TextBox 11"/>
          <p:cNvSpPr txBox="1"/>
          <p:nvPr/>
        </p:nvSpPr>
        <p:spPr bwMode="auto">
          <a:xfrm rot="0">
            <a:off x="1717936" y="1084587"/>
            <a:ext cx="2719686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638"/>
              </a:lnSpc>
              <a:defRPr/>
            </a:pPr>
            <a:r>
              <a:rPr sz="2000" b="1" u="sng" lang="en-US">
                <a:solidFill>
                  <a:srgbClr val="000000"/>
                </a:solidFill>
                <a:latin typeface="IBM Plex Sans"/>
              </a:rPr>
              <a:t>Utan VPN</a:t>
            </a:r>
            <a:endParaRPr sz="1200" b="1" u="sng">
              <a:latin typeface="IBM Plex Sans"/>
              <a:cs typeface="IBM Plex Sans"/>
            </a:endParaRPr>
          </a:p>
        </p:txBody>
      </p:sp>
      <p:sp>
        <p:nvSpPr>
          <p:cNvPr id="1417823998" name="TextBox 12"/>
          <p:cNvSpPr txBox="1"/>
          <p:nvPr/>
        </p:nvSpPr>
        <p:spPr bwMode="auto">
          <a:xfrm rot="0">
            <a:off x="1717936" y="3913444"/>
            <a:ext cx="2719686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638"/>
              </a:lnSpc>
              <a:defRPr/>
            </a:pPr>
            <a:r>
              <a:rPr sz="2000" b="1" u="sng" lang="en-US">
                <a:solidFill>
                  <a:srgbClr val="000000"/>
                </a:solidFill>
                <a:latin typeface="IBM Plex Sans"/>
              </a:rPr>
              <a:t>Med VPN</a:t>
            </a:r>
            <a:endParaRPr sz="1200" b="1" u="sng">
              <a:latin typeface="IBM Plex Sans"/>
              <a:cs typeface="IBM Plex Sans"/>
            </a:endParaRPr>
          </a:p>
        </p:txBody>
      </p:sp>
      <p:sp>
        <p:nvSpPr>
          <p:cNvPr id="431911303" name="TextBox 13"/>
          <p:cNvSpPr txBox="1"/>
          <p:nvPr/>
        </p:nvSpPr>
        <p:spPr bwMode="auto">
          <a:xfrm rot="0" flipH="0" flipV="0">
            <a:off x="1456029" y="5545260"/>
            <a:ext cx="1779122" cy="32027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518"/>
              </a:lnSpc>
              <a:defRPr/>
            </a:pPr>
            <a:r>
              <a:rPr sz="1200" b="1" lang="en-US">
                <a:solidFill>
                  <a:srgbClr val="000000"/>
                </a:solidFill>
                <a:latin typeface="IBM Plex Sans"/>
              </a:rPr>
              <a:t>Användare</a:t>
            </a:r>
            <a:endParaRPr sz="1200">
              <a:latin typeface="IBM Plex Sans"/>
              <a:cs typeface="IBM Plex Sans"/>
            </a:endParaRPr>
          </a:p>
        </p:txBody>
      </p:sp>
      <p:sp>
        <p:nvSpPr>
          <p:cNvPr id="670905675" name="TextBox 14"/>
          <p:cNvSpPr txBox="1"/>
          <p:nvPr/>
        </p:nvSpPr>
        <p:spPr bwMode="auto">
          <a:xfrm rot="0" flipH="0" flipV="0">
            <a:off x="3583762" y="5545260"/>
            <a:ext cx="1404784" cy="32027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518"/>
              </a:lnSpc>
              <a:defRPr/>
            </a:pPr>
            <a:r>
              <a:rPr sz="1200" b="1" lang="en-US">
                <a:solidFill>
                  <a:srgbClr val="000000"/>
                </a:solidFill>
                <a:latin typeface="IBM Plex Sans"/>
              </a:rPr>
              <a:t>VPN-klient</a:t>
            </a:r>
            <a:endParaRPr sz="1200">
              <a:latin typeface="IBM Plex Sans"/>
              <a:cs typeface="IBM Plex Sans"/>
            </a:endParaRPr>
          </a:p>
        </p:txBody>
      </p:sp>
      <p:sp>
        <p:nvSpPr>
          <p:cNvPr id="1234300785" name="TextBox 15"/>
          <p:cNvSpPr txBox="1"/>
          <p:nvPr/>
        </p:nvSpPr>
        <p:spPr bwMode="auto">
          <a:xfrm rot="0" flipH="0" flipV="0">
            <a:off x="5308259" y="5575017"/>
            <a:ext cx="1944974" cy="18324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ct val="100000"/>
              </a:lnSpc>
              <a:defRPr/>
            </a:pPr>
            <a:r>
              <a:rPr sz="1200" b="1" lang="en-US">
                <a:solidFill>
                  <a:srgbClr val="000000"/>
                </a:solidFill>
                <a:latin typeface="IBM Plex Sans"/>
              </a:rPr>
              <a:t>Internetleverantör</a:t>
            </a:r>
            <a:endParaRPr sz="1200">
              <a:latin typeface="IBM Plex Sans"/>
              <a:cs typeface="IBM Plex Sans"/>
            </a:endParaRPr>
          </a:p>
        </p:txBody>
      </p:sp>
      <p:sp>
        <p:nvSpPr>
          <p:cNvPr id="742090752" name="TextBox 16"/>
          <p:cNvSpPr txBox="1"/>
          <p:nvPr/>
        </p:nvSpPr>
        <p:spPr bwMode="auto">
          <a:xfrm rot="0">
            <a:off x="7647278" y="5545260"/>
            <a:ext cx="1493005" cy="32027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518"/>
              </a:lnSpc>
              <a:defRPr/>
            </a:pPr>
            <a:r>
              <a:rPr sz="1200" b="1" lang="en-US">
                <a:solidFill>
                  <a:srgbClr val="000000"/>
                </a:solidFill>
                <a:latin typeface="IBM Plex Sans"/>
              </a:rPr>
              <a:t>VPN-server</a:t>
            </a:r>
            <a:endParaRPr sz="1200">
              <a:latin typeface="IBM Plex Sans"/>
              <a:cs typeface="IBM Plex Sans"/>
            </a:endParaRPr>
          </a:p>
        </p:txBody>
      </p:sp>
      <p:sp>
        <p:nvSpPr>
          <p:cNvPr id="985523857" name="TextBox 17"/>
          <p:cNvSpPr txBox="1"/>
          <p:nvPr/>
        </p:nvSpPr>
        <p:spPr bwMode="auto">
          <a:xfrm rot="0">
            <a:off x="9505994" y="5598120"/>
            <a:ext cx="1493005" cy="32027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518"/>
              </a:lnSpc>
              <a:defRPr/>
            </a:pPr>
            <a:r>
              <a:rPr sz="1200" b="1" lang="en-US">
                <a:solidFill>
                  <a:srgbClr val="000000"/>
                </a:solidFill>
                <a:latin typeface="IBM Plex Sans"/>
              </a:rPr>
              <a:t>Internet</a:t>
            </a:r>
            <a:endParaRPr sz="1200">
              <a:latin typeface="IBM Plex Sans"/>
              <a:cs typeface="IBM Plex Sans"/>
            </a:endParaRPr>
          </a:p>
        </p:txBody>
      </p:sp>
      <p:sp>
        <p:nvSpPr>
          <p:cNvPr id="1484753597" name="AutoShape 18"/>
          <p:cNvSpPr/>
          <p:nvPr/>
        </p:nvSpPr>
        <p:spPr bwMode="auto">
          <a:xfrm flipH="0" flipV="1">
            <a:off x="5120606" y="4863673"/>
            <a:ext cx="528446" cy="0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p>
            <a:pPr>
              <a:defRPr/>
            </a:pPr>
            <a:endParaRPr/>
          </a:p>
        </p:txBody>
      </p:sp>
      <p:sp>
        <p:nvSpPr>
          <p:cNvPr id="790083863" name="AutoShape 19"/>
          <p:cNvSpPr/>
          <p:nvPr/>
        </p:nvSpPr>
        <p:spPr bwMode="auto">
          <a:xfrm flipH="1" flipV="0">
            <a:off x="5171546" y="5137446"/>
            <a:ext cx="528446" cy="0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p>
            <a:pPr>
              <a:defRPr/>
            </a:pPr>
            <a:endParaRPr/>
          </a:p>
        </p:txBody>
      </p:sp>
      <p:sp>
        <p:nvSpPr>
          <p:cNvPr id="1093383860" name="Freeform 20"/>
          <p:cNvSpPr/>
          <p:nvPr/>
        </p:nvSpPr>
        <p:spPr bwMode="auto">
          <a:xfrm rot="0" flipH="0" flipV="0">
            <a:off x="7142543" y="4291890"/>
            <a:ext cx="261627" cy="341439"/>
          </a:xfrm>
          <a:custGeom>
            <a:avLst/>
            <a:gdLst/>
            <a:ahLst/>
            <a:cxnLst/>
            <a:rect l="l" t="t" r="r" b="b"/>
            <a:pathLst>
              <a:path w="365461" h="476947" fill="norm" stroke="1" extrusionOk="0">
                <a:moveTo>
                  <a:pt x="0" y="0"/>
                </a:moveTo>
                <a:lnTo>
                  <a:pt x="365461" y="0"/>
                </a:lnTo>
                <a:lnTo>
                  <a:pt x="365461" y="476948"/>
                </a:lnTo>
                <a:lnTo>
                  <a:pt x="0" y="476948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rcRect l="0" t="0" r="0" b="0"/>
            <a:stretch/>
          </a:blipFill>
        </p:spPr>
        <p:txBody>
          <a:bodyPr/>
          <a:p>
            <a:pPr>
              <a:defRPr/>
            </a:pPr>
            <a:endParaRPr sz="1600"/>
          </a:p>
        </p:txBody>
      </p:sp>
      <p:sp>
        <p:nvSpPr>
          <p:cNvPr id="1957652287" name="AutoShape 21"/>
          <p:cNvSpPr/>
          <p:nvPr/>
        </p:nvSpPr>
        <p:spPr bwMode="auto">
          <a:xfrm flipH="0" flipV="1">
            <a:off x="6953618" y="4863673"/>
            <a:ext cx="528446" cy="0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p>
            <a:pPr>
              <a:defRPr/>
            </a:pPr>
            <a:endParaRPr/>
          </a:p>
        </p:txBody>
      </p:sp>
      <p:sp>
        <p:nvSpPr>
          <p:cNvPr id="54009605" name="AutoShape 22"/>
          <p:cNvSpPr/>
          <p:nvPr/>
        </p:nvSpPr>
        <p:spPr bwMode="auto">
          <a:xfrm flipH="1" flipV="0">
            <a:off x="7063423" y="5137446"/>
            <a:ext cx="528446" cy="0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p>
            <a:pPr>
              <a:defRPr/>
            </a:pPr>
            <a:endParaRPr/>
          </a:p>
        </p:txBody>
      </p:sp>
      <p:sp>
        <p:nvSpPr>
          <p:cNvPr id="1468644771" name="AutoShape 23"/>
          <p:cNvSpPr/>
          <p:nvPr/>
        </p:nvSpPr>
        <p:spPr bwMode="auto">
          <a:xfrm flipH="0" flipV="1">
            <a:off x="9097231" y="4863673"/>
            <a:ext cx="528446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p>
            <a:pPr>
              <a:defRPr/>
            </a:pPr>
            <a:endParaRPr/>
          </a:p>
        </p:txBody>
      </p:sp>
      <p:sp>
        <p:nvSpPr>
          <p:cNvPr id="1612684212" name="AutoShape 24"/>
          <p:cNvSpPr/>
          <p:nvPr/>
        </p:nvSpPr>
        <p:spPr bwMode="auto">
          <a:xfrm flipH="1" flipV="0">
            <a:off x="9097231" y="5137446"/>
            <a:ext cx="528446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p>
            <a:pPr>
              <a:defRPr/>
            </a:pPr>
            <a:endParaRPr/>
          </a:p>
        </p:txBody>
      </p:sp>
      <p:sp>
        <p:nvSpPr>
          <p:cNvPr id="2104439930" name="Freeform 25"/>
          <p:cNvSpPr/>
          <p:nvPr/>
        </p:nvSpPr>
        <p:spPr bwMode="auto">
          <a:xfrm rot="0" flipH="0" flipV="0">
            <a:off x="9270797" y="4273840"/>
            <a:ext cx="260501" cy="377541"/>
          </a:xfrm>
          <a:custGeom>
            <a:avLst/>
            <a:gdLst/>
            <a:ahLst/>
            <a:cxnLst/>
            <a:rect l="l" t="t" r="r" b="b"/>
            <a:pathLst>
              <a:path w="363888" h="527374" fill="norm" stroke="1" extrusionOk="0">
                <a:moveTo>
                  <a:pt x="0" y="0"/>
                </a:moveTo>
                <a:lnTo>
                  <a:pt x="363888" y="0"/>
                </a:lnTo>
                <a:lnTo>
                  <a:pt x="363888" y="527374"/>
                </a:lnTo>
                <a:lnTo>
                  <a:pt x="0" y="527374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rcRect l="0" t="0" r="0" b="0"/>
            <a:stretch/>
          </a:blipFill>
        </p:spPr>
        <p:txBody>
          <a:bodyPr/>
          <a:p>
            <a:pPr>
              <a:defRPr/>
            </a:pPr>
            <a:endParaRPr sz="1600"/>
          </a:p>
        </p:txBody>
      </p:sp>
      <p:sp>
        <p:nvSpPr>
          <p:cNvPr id="185153051" name="Freeform 26"/>
          <p:cNvSpPr/>
          <p:nvPr/>
        </p:nvSpPr>
        <p:spPr bwMode="auto">
          <a:xfrm rot="0" flipH="0" flipV="0">
            <a:off x="1834508" y="1782409"/>
            <a:ext cx="1030020" cy="687538"/>
          </a:xfrm>
          <a:custGeom>
            <a:avLst/>
            <a:gdLst/>
            <a:ahLst/>
            <a:cxnLst/>
            <a:rect l="l" t="t" r="r" b="b"/>
            <a:pathLst>
              <a:path w="1327679" h="886226" fill="norm" stroke="1" extrusionOk="0">
                <a:moveTo>
                  <a:pt x="0" y="0"/>
                </a:moveTo>
                <a:lnTo>
                  <a:pt x="1327679" y="0"/>
                </a:lnTo>
                <a:lnTo>
                  <a:pt x="1327679" y="886225"/>
                </a:lnTo>
                <a:lnTo>
                  <a:pt x="0" y="886225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rcRect l="0" t="0" r="0" b="0"/>
            <a:stretch/>
          </a:blipFill>
        </p:spPr>
        <p:txBody>
          <a:bodyPr/>
          <a:p>
            <a:pPr>
              <a:defRPr/>
            </a:pPr>
            <a:endParaRPr sz="1600"/>
          </a:p>
        </p:txBody>
      </p:sp>
      <p:sp>
        <p:nvSpPr>
          <p:cNvPr id="1191309114" name="Freeform 27"/>
          <p:cNvSpPr/>
          <p:nvPr/>
        </p:nvSpPr>
        <p:spPr bwMode="auto">
          <a:xfrm rot="0" flipH="0" flipV="0">
            <a:off x="5633153" y="1924317"/>
            <a:ext cx="786496" cy="545631"/>
          </a:xfrm>
          <a:custGeom>
            <a:avLst/>
            <a:gdLst/>
            <a:ahLst/>
            <a:cxnLst/>
            <a:rect l="l" t="t" r="r" b="b"/>
            <a:pathLst>
              <a:path w="1013781" h="703311" fill="norm" stroke="1" extrusionOk="0">
                <a:moveTo>
                  <a:pt x="0" y="0"/>
                </a:moveTo>
                <a:lnTo>
                  <a:pt x="1013781" y="0"/>
                </a:lnTo>
                <a:lnTo>
                  <a:pt x="1013781" y="703311"/>
                </a:lnTo>
                <a:lnTo>
                  <a:pt x="0" y="703311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rcRect l="0" t="0" r="0" b="0"/>
            <a:stretch/>
          </a:blipFill>
        </p:spPr>
        <p:txBody>
          <a:bodyPr/>
          <a:p>
            <a:pPr>
              <a:defRPr/>
            </a:pPr>
            <a:endParaRPr sz="1600"/>
          </a:p>
        </p:txBody>
      </p:sp>
      <p:sp>
        <p:nvSpPr>
          <p:cNvPr id="880955622" name="Freeform 28"/>
          <p:cNvSpPr/>
          <p:nvPr/>
        </p:nvSpPr>
        <p:spPr bwMode="auto">
          <a:xfrm rot="0" flipH="0" flipV="0">
            <a:off x="9623396" y="1721133"/>
            <a:ext cx="815247" cy="815247"/>
          </a:xfrm>
          <a:custGeom>
            <a:avLst/>
            <a:gdLst/>
            <a:ahLst/>
            <a:cxnLst/>
            <a:rect l="l" t="t" r="r" b="b"/>
            <a:pathLst>
              <a:path w="1050840" h="1050840" fill="norm" stroke="1" extrusionOk="0">
                <a:moveTo>
                  <a:pt x="0" y="0"/>
                </a:moveTo>
                <a:lnTo>
                  <a:pt x="1050840" y="0"/>
                </a:lnTo>
                <a:lnTo>
                  <a:pt x="1050840" y="1050840"/>
                </a:lnTo>
                <a:lnTo>
                  <a:pt x="0" y="1050840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rcRect l="0" t="0" r="0" b="0"/>
            <a:stretch/>
          </a:blipFill>
        </p:spPr>
        <p:txBody>
          <a:bodyPr/>
          <a:p>
            <a:pPr>
              <a:defRPr/>
            </a:pPr>
            <a:endParaRPr sz="1600"/>
          </a:p>
        </p:txBody>
      </p:sp>
      <p:sp>
        <p:nvSpPr>
          <p:cNvPr id="2000039932" name="TextBox 29"/>
          <p:cNvSpPr txBox="1"/>
          <p:nvPr/>
        </p:nvSpPr>
        <p:spPr bwMode="auto">
          <a:xfrm rot="0" flipH="0" flipV="0">
            <a:off x="1372306" y="2655535"/>
            <a:ext cx="1703502" cy="32027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518"/>
              </a:lnSpc>
              <a:defRPr/>
            </a:pPr>
            <a:r>
              <a:rPr sz="1200" b="1" lang="en-US">
                <a:solidFill>
                  <a:srgbClr val="000000"/>
                </a:solidFill>
                <a:latin typeface="IBM Plex Sans"/>
              </a:rPr>
              <a:t>Användare</a:t>
            </a:r>
            <a:endParaRPr sz="1200">
              <a:latin typeface="IBM Plex Sans"/>
              <a:cs typeface="IBM Plex Sans"/>
            </a:endParaRPr>
          </a:p>
        </p:txBody>
      </p:sp>
      <p:sp>
        <p:nvSpPr>
          <p:cNvPr id="655172619" name="TextBox 30"/>
          <p:cNvSpPr txBox="1"/>
          <p:nvPr/>
        </p:nvSpPr>
        <p:spPr bwMode="auto">
          <a:xfrm rot="0" flipH="0" flipV="0">
            <a:off x="4532100" y="2735951"/>
            <a:ext cx="3099848" cy="18324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ct val="100000"/>
              </a:lnSpc>
              <a:defRPr/>
            </a:pPr>
            <a:r>
              <a:rPr sz="1200" b="1" lang="en-US">
                <a:solidFill>
                  <a:srgbClr val="000000"/>
                </a:solidFill>
                <a:latin typeface="IBM Plex Sans"/>
              </a:rPr>
              <a:t>Internetleverantör</a:t>
            </a:r>
            <a:endParaRPr sz="1200">
              <a:latin typeface="IBM Plex Sans"/>
              <a:cs typeface="IBM Plex Sans"/>
            </a:endParaRPr>
          </a:p>
        </p:txBody>
      </p:sp>
      <p:sp>
        <p:nvSpPr>
          <p:cNvPr id="769473994" name="TextBox 31"/>
          <p:cNvSpPr txBox="1"/>
          <p:nvPr/>
        </p:nvSpPr>
        <p:spPr bwMode="auto">
          <a:xfrm rot="0">
            <a:off x="9222338" y="2703933"/>
            <a:ext cx="1493005" cy="32027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518"/>
              </a:lnSpc>
              <a:defRPr/>
            </a:pPr>
            <a:r>
              <a:rPr sz="1200" b="1" lang="en-US">
                <a:solidFill>
                  <a:srgbClr val="000000"/>
                </a:solidFill>
                <a:latin typeface="IBM Plex Sans"/>
              </a:rPr>
              <a:t>Internet</a:t>
            </a:r>
            <a:endParaRPr sz="1200">
              <a:latin typeface="IBM Plex Sans"/>
              <a:cs typeface="IBM Plex Sans"/>
            </a:endParaRPr>
          </a:p>
        </p:txBody>
      </p:sp>
      <p:sp>
        <p:nvSpPr>
          <p:cNvPr id="2061287153" name="AutoShape 32"/>
          <p:cNvSpPr/>
          <p:nvPr/>
        </p:nvSpPr>
        <p:spPr bwMode="auto">
          <a:xfrm flipH="0" flipV="0">
            <a:off x="6837804" y="2197134"/>
            <a:ext cx="2298030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p>
            <a:pPr>
              <a:defRPr/>
            </a:pPr>
            <a:endParaRPr/>
          </a:p>
        </p:txBody>
      </p:sp>
      <p:sp>
        <p:nvSpPr>
          <p:cNvPr id="1308061434" name="AutoShape 33"/>
          <p:cNvSpPr/>
          <p:nvPr/>
        </p:nvSpPr>
        <p:spPr bwMode="auto">
          <a:xfrm flipH="1" flipV="1">
            <a:off x="6947610" y="2469951"/>
            <a:ext cx="2298030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p>
            <a:pPr>
              <a:defRPr/>
            </a:pPr>
            <a:endParaRPr/>
          </a:p>
        </p:txBody>
      </p:sp>
      <p:sp>
        <p:nvSpPr>
          <p:cNvPr id="201386476" name="Freeform 34"/>
          <p:cNvSpPr/>
          <p:nvPr/>
        </p:nvSpPr>
        <p:spPr bwMode="auto">
          <a:xfrm rot="0" flipH="0" flipV="0">
            <a:off x="7631589" y="1515177"/>
            <a:ext cx="282304" cy="409140"/>
          </a:xfrm>
          <a:custGeom>
            <a:avLst/>
            <a:gdLst/>
            <a:ahLst/>
            <a:cxnLst/>
            <a:rect l="l" t="t" r="r" b="b"/>
            <a:pathLst>
              <a:path w="363888" h="527374" fill="norm" stroke="1" extrusionOk="0">
                <a:moveTo>
                  <a:pt x="0" y="0"/>
                </a:moveTo>
                <a:lnTo>
                  <a:pt x="363888" y="0"/>
                </a:lnTo>
                <a:lnTo>
                  <a:pt x="363888" y="527374"/>
                </a:lnTo>
                <a:lnTo>
                  <a:pt x="0" y="527374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rcRect l="0" t="0" r="0" b="0"/>
            <a:stretch/>
          </a:blipFill>
        </p:spPr>
        <p:txBody>
          <a:bodyPr/>
          <a:p>
            <a:pPr>
              <a:defRPr/>
            </a:pPr>
            <a:endParaRPr sz="1600"/>
          </a:p>
        </p:txBody>
      </p:sp>
      <p:sp>
        <p:nvSpPr>
          <p:cNvPr id="767684681" name="AutoShape 35"/>
          <p:cNvSpPr/>
          <p:nvPr/>
        </p:nvSpPr>
        <p:spPr bwMode="auto">
          <a:xfrm flipH="0" flipV="0">
            <a:off x="3074370" y="2010962"/>
            <a:ext cx="2298030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p>
            <a:pPr>
              <a:defRPr/>
            </a:pPr>
            <a:endParaRPr/>
          </a:p>
        </p:txBody>
      </p:sp>
      <p:sp>
        <p:nvSpPr>
          <p:cNvPr id="2079430038" name="AutoShape 36"/>
          <p:cNvSpPr/>
          <p:nvPr/>
        </p:nvSpPr>
        <p:spPr bwMode="auto">
          <a:xfrm flipH="1" flipV="1">
            <a:off x="3162188" y="2375091"/>
            <a:ext cx="2298030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p>
            <a:pPr>
              <a:defRPr/>
            </a:pPr>
            <a:endParaRPr/>
          </a:p>
        </p:txBody>
      </p:sp>
      <p:sp>
        <p:nvSpPr>
          <p:cNvPr id="893460498" name="Freeform 37"/>
          <p:cNvSpPr/>
          <p:nvPr/>
        </p:nvSpPr>
        <p:spPr bwMode="auto">
          <a:xfrm rot="0" flipH="0" flipV="0">
            <a:off x="4082233" y="1420317"/>
            <a:ext cx="282304" cy="409140"/>
          </a:xfrm>
          <a:custGeom>
            <a:avLst/>
            <a:gdLst/>
            <a:ahLst/>
            <a:cxnLst/>
            <a:rect l="l" t="t" r="r" b="b"/>
            <a:pathLst>
              <a:path w="363888" h="527374" fill="norm" stroke="1" extrusionOk="0">
                <a:moveTo>
                  <a:pt x="0" y="0"/>
                </a:moveTo>
                <a:lnTo>
                  <a:pt x="363888" y="0"/>
                </a:lnTo>
                <a:lnTo>
                  <a:pt x="363888" y="527373"/>
                </a:lnTo>
                <a:lnTo>
                  <a:pt x="0" y="527373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rcRect l="0" t="0" r="0" b="0"/>
            <a:stretch/>
          </a:blipFill>
        </p:spPr>
        <p:txBody>
          <a:bodyPr/>
          <a:p>
            <a:pPr>
              <a:defRPr/>
            </a:pPr>
            <a:endParaRPr sz="160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noFill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034770690" name=""/>
          <p:cNvGrpSpPr/>
          <p:nvPr/>
        </p:nvGrpSpPr>
        <p:grpSpPr bwMode="auto">
          <a:xfrm>
            <a:off x="1550498" y="2151162"/>
            <a:ext cx="10262662" cy="2570003"/>
            <a:chOff x="0" y="0"/>
            <a:chExt cx="10262662" cy="2570003"/>
          </a:xfrm>
        </p:grpSpPr>
        <p:grpSp>
          <p:nvGrpSpPr>
            <p:cNvPr id="1802503057" name="Group 2"/>
            <p:cNvGrpSpPr/>
            <p:nvPr/>
          </p:nvGrpSpPr>
          <p:grpSpPr bwMode="auto">
            <a:xfrm rot="0">
              <a:off x="3586931" y="0"/>
              <a:ext cx="1854142" cy="1854142"/>
              <a:chOff x="0" y="0"/>
              <a:chExt cx="812800" cy="812800"/>
            </a:xfrm>
          </p:grpSpPr>
          <p:sp>
            <p:nvSpPr>
              <p:cNvPr id="3" name="Freeform 3"/>
              <p:cNvSpPr/>
              <p:nvPr/>
            </p:nvSpPr>
            <p:spPr bwMode="auto">
              <a:xfrm rot="0" flipH="0" flipV="0">
                <a:off x="0" y="0"/>
                <a:ext cx="812800" cy="812800"/>
              </a:xfrm>
              <a:custGeom>
                <a:avLst/>
                <a:gdLst/>
                <a:ahLst/>
                <a:cxnLst/>
                <a:rect l="l" t="t" r="r" b="b"/>
                <a:pathLst>
                  <a:path w="812800" h="812800" fill="norm" stroke="1" extrusionOk="0">
                    <a:moveTo>
                      <a:pt x="406400" y="0"/>
                    </a:moveTo>
                    <a:cubicBezTo>
                      <a:pt x="181951" y="0"/>
                      <a:pt x="0" y="181951"/>
                      <a:pt x="0" y="406400"/>
                    </a:cubicBezTo>
                    <a:cubicBezTo>
                      <a:pt x="0" y="630849"/>
                      <a:pt x="181951" y="812800"/>
                      <a:pt x="406400" y="812800"/>
                    </a:cubicBezTo>
                    <a:cubicBezTo>
                      <a:pt x="630849" y="812800"/>
                      <a:pt x="812800" y="630849"/>
                      <a:pt x="812800" y="406400"/>
                    </a:cubicBezTo>
                    <a:cubicBezTo>
                      <a:pt x="812800" y="181951"/>
                      <a:pt x="630849" y="0"/>
                      <a:pt x="406400" y="0"/>
                    </a:cubicBezTo>
                    <a:close/>
                  </a:path>
                </a:pathLst>
              </a:custGeom>
              <a:blipFill>
                <a:blip r:embed="rId3"/>
                <a:srcRect l="0" t="0" r="0" b="0"/>
                <a:stretch/>
              </a:blipFill>
            </p:spPr>
          </p:sp>
        </p:grpSp>
        <p:sp>
          <p:nvSpPr>
            <p:cNvPr id="602007178" name="Freeform 4"/>
            <p:cNvSpPr/>
            <p:nvPr/>
          </p:nvSpPr>
          <p:spPr bwMode="auto">
            <a:xfrm rot="0" flipH="0" flipV="0">
              <a:off x="0" y="554742"/>
              <a:ext cx="2158430" cy="744658"/>
            </a:xfrm>
            <a:custGeom>
              <a:avLst/>
              <a:gdLst/>
              <a:ahLst/>
              <a:cxnLst/>
              <a:rect l="l" t="t" r="r" b="b"/>
              <a:pathLst>
                <a:path w="2158430" h="744658" fill="norm" stroke="1" extrusionOk="0">
                  <a:moveTo>
                    <a:pt x="0" y="0"/>
                  </a:moveTo>
                  <a:lnTo>
                    <a:pt x="2158430" y="0"/>
                  </a:lnTo>
                  <a:lnTo>
                    <a:pt x="2158430" y="744658"/>
                  </a:lnTo>
                  <a:lnTo>
                    <a:pt x="0" y="74465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rcRect l="0" t="0" r="0" b="0"/>
              <a:stretch/>
            </a:blipFill>
          </p:spPr>
        </p:sp>
        <p:sp>
          <p:nvSpPr>
            <p:cNvPr id="528961903" name="Freeform 5"/>
            <p:cNvSpPr/>
            <p:nvPr/>
          </p:nvSpPr>
          <p:spPr bwMode="auto">
            <a:xfrm rot="0" flipH="0" flipV="0">
              <a:off x="7019472" y="0"/>
              <a:ext cx="2030081" cy="1854142"/>
            </a:xfrm>
            <a:custGeom>
              <a:avLst/>
              <a:gdLst/>
              <a:ahLst/>
              <a:cxnLst/>
              <a:rect l="l" t="t" r="r" b="b"/>
              <a:pathLst>
                <a:path w="2030082" h="1854142" fill="norm" stroke="1" extrusionOk="0">
                  <a:moveTo>
                    <a:pt x="0" y="0"/>
                  </a:moveTo>
                  <a:lnTo>
                    <a:pt x="2030083" y="0"/>
                  </a:lnTo>
                  <a:lnTo>
                    <a:pt x="2030083" y="1854142"/>
                  </a:lnTo>
                  <a:lnTo>
                    <a:pt x="0" y="185414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rcRect l="0" t="0" r="0" b="0"/>
              <a:stretch/>
            </a:blipFill>
          </p:spPr>
        </p:sp>
        <p:sp>
          <p:nvSpPr>
            <p:cNvPr id="1659766082" name="TextBox 6"/>
            <p:cNvSpPr txBox="1"/>
            <p:nvPr/>
          </p:nvSpPr>
          <p:spPr bwMode="auto">
            <a:xfrm rot="0" flipH="0" flipV="0">
              <a:off x="0" y="2107364"/>
              <a:ext cx="2398886" cy="462639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40"/>
                </a:lnSpc>
                <a:defRPr/>
              </a:pPr>
              <a:r>
                <a:rPr lang="en-US" sz="26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IVPN</a:t>
              </a:r>
              <a:endParaRPr/>
            </a:p>
          </p:txBody>
        </p:sp>
        <p:sp>
          <p:nvSpPr>
            <p:cNvPr id="1685135885" name="TextBox 7"/>
            <p:cNvSpPr txBox="1"/>
            <p:nvPr/>
          </p:nvSpPr>
          <p:spPr bwMode="auto">
            <a:xfrm rot="0" flipH="0" flipV="0">
              <a:off x="2906166" y="2107364"/>
              <a:ext cx="3482636" cy="462639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40"/>
                </a:lnSpc>
                <a:defRPr/>
              </a:pPr>
              <a:r>
                <a:rPr lang="en-US" sz="26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Mullvad VPN</a:t>
              </a:r>
              <a:endParaRPr/>
            </a:p>
          </p:txBody>
        </p:sp>
        <p:sp>
          <p:nvSpPr>
            <p:cNvPr id="967811422" name="TextBox 8"/>
            <p:cNvSpPr txBox="1"/>
            <p:nvPr/>
          </p:nvSpPr>
          <p:spPr bwMode="auto">
            <a:xfrm rot="0" flipH="0" flipV="0">
              <a:off x="6978026" y="2107364"/>
              <a:ext cx="3284636" cy="462639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3640"/>
                </a:lnSpc>
                <a:defRPr/>
              </a:pPr>
              <a:r>
                <a:rPr lang="en-US" sz="26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Proton VPN</a:t>
              </a:r>
              <a:endParaRPr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noFill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02182262" name="Freeform 2"/>
          <p:cNvSpPr/>
          <p:nvPr/>
        </p:nvSpPr>
        <p:spPr bwMode="auto">
          <a:xfrm rot="3828460" flipH="0" flipV="0">
            <a:off x="454175" y="1859893"/>
            <a:ext cx="1470785" cy="415497"/>
          </a:xfrm>
          <a:custGeom>
            <a:avLst/>
            <a:gdLst/>
            <a:ahLst/>
            <a:cxnLst/>
            <a:rect l="l" t="t" r="r" b="b"/>
            <a:pathLst>
              <a:path w="1470785" h="415497" fill="norm" stroke="1" extrusionOk="0">
                <a:moveTo>
                  <a:pt x="0" y="0"/>
                </a:moveTo>
                <a:lnTo>
                  <a:pt x="1470785" y="0"/>
                </a:lnTo>
                <a:lnTo>
                  <a:pt x="1470785" y="415497"/>
                </a:lnTo>
                <a:lnTo>
                  <a:pt x="0" y="41549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rcRect l="0" t="0" r="0" b="0"/>
            <a:stretch/>
          </a:blipFill>
        </p:spPr>
        <p:txBody>
          <a:bodyPr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461883358" name="Freeform 3"/>
          <p:cNvSpPr/>
          <p:nvPr/>
        </p:nvSpPr>
        <p:spPr bwMode="auto">
          <a:xfrm rot="-3507593" flipH="1" flipV="0">
            <a:off x="10436683" y="2079178"/>
            <a:ext cx="1470785" cy="415497"/>
          </a:xfrm>
          <a:custGeom>
            <a:avLst/>
            <a:gdLst/>
            <a:ahLst/>
            <a:cxnLst/>
            <a:rect l="l" t="t" r="r" b="b"/>
            <a:pathLst>
              <a:path w="1470785" h="415497" fill="norm" stroke="1" extrusionOk="0">
                <a:moveTo>
                  <a:pt x="1470785" y="0"/>
                </a:moveTo>
                <a:lnTo>
                  <a:pt x="0" y="0"/>
                </a:lnTo>
                <a:lnTo>
                  <a:pt x="0" y="415496"/>
                </a:lnTo>
                <a:lnTo>
                  <a:pt x="1470785" y="415496"/>
                </a:lnTo>
                <a:lnTo>
                  <a:pt x="1470785" y="0"/>
                </a:lnTo>
                <a:close/>
              </a:path>
            </a:pathLst>
          </a:custGeom>
          <a:blipFill>
            <a:blip r:embed="rId4"/>
            <a:srcRect l="0" t="0" r="0" b="0"/>
            <a:stretch/>
          </a:blipFill>
        </p:spPr>
        <p:txBody>
          <a:bodyPr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1912294458" name="Freeform 4"/>
          <p:cNvSpPr/>
          <p:nvPr/>
        </p:nvSpPr>
        <p:spPr bwMode="auto">
          <a:xfrm rot="3898291" flipH="1" flipV="0">
            <a:off x="6152054" y="4878347"/>
            <a:ext cx="1470785" cy="415497"/>
          </a:xfrm>
          <a:custGeom>
            <a:avLst/>
            <a:gdLst/>
            <a:ahLst/>
            <a:cxnLst/>
            <a:rect l="l" t="t" r="r" b="b"/>
            <a:pathLst>
              <a:path w="1470785" h="415497" fill="norm" stroke="1" extrusionOk="0">
                <a:moveTo>
                  <a:pt x="1470785" y="0"/>
                </a:moveTo>
                <a:lnTo>
                  <a:pt x="0" y="0"/>
                </a:lnTo>
                <a:lnTo>
                  <a:pt x="0" y="415496"/>
                </a:lnTo>
                <a:lnTo>
                  <a:pt x="1470785" y="415496"/>
                </a:lnTo>
                <a:lnTo>
                  <a:pt x="1470785" y="0"/>
                </a:lnTo>
                <a:close/>
              </a:path>
            </a:pathLst>
          </a:custGeom>
          <a:blipFill>
            <a:blip r:embed="rId5"/>
            <a:srcRect l="0" t="0" r="0" b="0"/>
            <a:stretch/>
          </a:blipFill>
        </p:spPr>
        <p:txBody>
          <a:bodyPr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1711606438" name="Freeform 5"/>
          <p:cNvSpPr/>
          <p:nvPr/>
        </p:nvSpPr>
        <p:spPr bwMode="auto">
          <a:xfrm rot="-3510518" flipH="0" flipV="0">
            <a:off x="3676054" y="4577013"/>
            <a:ext cx="1470785" cy="415497"/>
          </a:xfrm>
          <a:custGeom>
            <a:avLst/>
            <a:gdLst/>
            <a:ahLst/>
            <a:cxnLst/>
            <a:rect l="l" t="t" r="r" b="b"/>
            <a:pathLst>
              <a:path w="1470785" h="415497" fill="norm" stroke="1" extrusionOk="0">
                <a:moveTo>
                  <a:pt x="0" y="0"/>
                </a:moveTo>
                <a:lnTo>
                  <a:pt x="1470785" y="0"/>
                </a:lnTo>
                <a:lnTo>
                  <a:pt x="1470785" y="415497"/>
                </a:lnTo>
                <a:lnTo>
                  <a:pt x="0" y="415497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rcRect l="0" t="0" r="0" b="0"/>
            <a:stretch/>
          </a:blipFill>
        </p:spPr>
        <p:txBody>
          <a:bodyPr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1757128369" name="TextBox 8"/>
          <p:cNvSpPr txBox="1"/>
          <p:nvPr/>
        </p:nvSpPr>
        <p:spPr bwMode="auto">
          <a:xfrm rot="0" flipH="0" flipV="0">
            <a:off x="878623" y="588870"/>
            <a:ext cx="5943765" cy="39659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ct val="100000"/>
              </a:lnSpc>
              <a:defRPr/>
            </a:pPr>
            <a:r>
              <a:rPr sz="2600" b="1" lang="en-US">
                <a:solidFill>
                  <a:srgbClr val="FF3131"/>
                </a:solidFill>
                <a:latin typeface="IBM Plex Sans"/>
              </a:rPr>
              <a:t>Protokoll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1062244551" name="TextBox 9"/>
          <p:cNvSpPr txBox="1"/>
          <p:nvPr/>
        </p:nvSpPr>
        <p:spPr bwMode="auto">
          <a:xfrm rot="0" flipH="0" flipV="0">
            <a:off x="3351249" y="1176548"/>
            <a:ext cx="5351313" cy="55509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368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IBM Plex Sans"/>
              </a:rPr>
              <a:t>Domännamn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821093683" name="TextBox 10"/>
          <p:cNvSpPr txBox="1"/>
          <p:nvPr/>
        </p:nvSpPr>
        <p:spPr bwMode="auto">
          <a:xfrm rot="0" flipH="0" flipV="0">
            <a:off x="7504666" y="5192156"/>
            <a:ext cx="2563291" cy="79283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ct val="100000"/>
              </a:lnSpc>
              <a:defRPr/>
            </a:pPr>
            <a:r>
              <a:rPr sz="2600" b="1" lang="en-US">
                <a:solidFill>
                  <a:srgbClr val="FF5C00"/>
                </a:solidFill>
                <a:latin typeface="IBM Plex Sans"/>
              </a:rPr>
              <a:t>Domän på toppnivå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51878946" name="TextBox 11"/>
          <p:cNvSpPr txBox="1"/>
          <p:nvPr/>
        </p:nvSpPr>
        <p:spPr bwMode="auto">
          <a:xfrm rot="0" flipH="0" flipV="0">
            <a:off x="878623" y="4906902"/>
            <a:ext cx="2829669" cy="79283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ct val="100000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IBM Plex Sans"/>
              </a:rPr>
              <a:t>Domän på andra nivån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678623497" name="TextBox 12"/>
          <p:cNvSpPr txBox="1"/>
          <p:nvPr/>
        </p:nvSpPr>
        <p:spPr bwMode="auto">
          <a:xfrm rot="0" flipH="0" flipV="0">
            <a:off x="6493797" y="825268"/>
            <a:ext cx="5240736" cy="39659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ct val="100000"/>
              </a:lnSpc>
              <a:defRPr/>
            </a:pPr>
            <a:r>
              <a:rPr sz="2600" b="1" lang="en-US">
                <a:solidFill>
                  <a:srgbClr val="3758D3"/>
                </a:solidFill>
                <a:latin typeface="IBM Plex Sans"/>
              </a:rPr>
              <a:t>Väg</a:t>
            </a:r>
            <a:endParaRPr sz="1400">
              <a:latin typeface="IBM Plex Sans"/>
              <a:cs typeface="IBM Plex Sans"/>
            </a:endParaRPr>
          </a:p>
        </p:txBody>
      </p:sp>
      <p:grpSp>
        <p:nvGrpSpPr>
          <p:cNvPr id="196289465" name=""/>
          <p:cNvGrpSpPr/>
          <p:nvPr/>
        </p:nvGrpSpPr>
        <p:grpSpPr bwMode="auto">
          <a:xfrm>
            <a:off x="635754" y="1874594"/>
            <a:ext cx="11369260" cy="1963680"/>
            <a:chOff x="0" y="0"/>
            <a:chExt cx="11369260" cy="1963680"/>
          </a:xfrm>
        </p:grpSpPr>
        <p:sp>
          <p:nvSpPr>
            <p:cNvPr id="969929486" name="Freeform 6"/>
            <p:cNvSpPr/>
            <p:nvPr/>
          </p:nvSpPr>
          <p:spPr bwMode="auto">
            <a:xfrm rot="5400000" flipH="0" flipV="0">
              <a:off x="4691822" y="-1680256"/>
              <a:ext cx="1040158" cy="4400671"/>
            </a:xfrm>
            <a:custGeom>
              <a:avLst/>
              <a:gdLst/>
              <a:ahLst/>
              <a:cxnLst/>
              <a:rect l="l" t="t" r="r" b="b"/>
              <a:pathLst>
                <a:path w="1040158" h="4400671" fill="norm" stroke="1" extrusionOk="0">
                  <a:moveTo>
                    <a:pt x="0" y="0"/>
                  </a:moveTo>
                  <a:lnTo>
                    <a:pt x="1040158" y="0"/>
                  </a:lnTo>
                  <a:lnTo>
                    <a:pt x="1040158" y="4400671"/>
                  </a:lnTo>
                  <a:lnTo>
                    <a:pt x="0" y="440067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rcRect l="0" t="0" r="0" b="0"/>
              <a:stretch/>
            </a:blipFill>
          </p:spPr>
          <p:txBody>
            <a:bodyPr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994286499" name="TextBox 7"/>
            <p:cNvSpPr txBox="1"/>
            <p:nvPr/>
          </p:nvSpPr>
          <p:spPr bwMode="auto">
            <a:xfrm rot="0" flipH="0" flipV="0">
              <a:off x="0" y="1087782"/>
              <a:ext cx="11369260" cy="87589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6894"/>
                </a:lnSpc>
                <a:defRPr/>
              </a:pPr>
              <a:r>
                <a:rPr lang="en-US" sz="4900" b="1">
                  <a:solidFill>
                    <a:srgbClr val="FF3131"/>
                  </a:solidFill>
                  <a:latin typeface="IBM Plex Sans"/>
                  <a:ea typeface="IBM Plex Sans"/>
                  <a:cs typeface="IBM Plex Sans"/>
                </a:rPr>
                <a:t>https://</a:t>
              </a:r>
              <a:r>
                <a:rPr lang="en-US" sz="49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planb</a:t>
              </a:r>
              <a:r>
                <a:rPr lang="en-US" sz="4900" b="1">
                  <a:solidFill>
                    <a:srgbClr val="FF5C00"/>
                  </a:solidFill>
                  <a:latin typeface="IBM Plex Sans"/>
                  <a:ea typeface="IBM Plex Sans"/>
                  <a:cs typeface="IBM Plex Sans"/>
                </a:rPr>
                <a:t>.</a:t>
              </a:r>
              <a:r>
                <a:rPr lang="fr-FR" sz="4900" b="1">
                  <a:solidFill>
                    <a:srgbClr val="FF5C00"/>
                  </a:solidFill>
                  <a:latin typeface="IBM Plex Sans"/>
                  <a:ea typeface="IBM Plex Sans"/>
                  <a:cs typeface="IBM Plex Sans"/>
                </a:rPr>
                <a:t>academy</a:t>
              </a:r>
              <a:r>
                <a:rPr lang="en-US" sz="4900" b="1">
                  <a:solidFill>
                    <a:srgbClr val="004AAD"/>
                  </a:solidFill>
                  <a:latin typeface="IBM Plex Sans"/>
                  <a:ea typeface="IBM Plex Sans"/>
                  <a:cs typeface="IBM Plex Sans"/>
                </a:rPr>
                <a:t>/</a:t>
              </a:r>
              <a:r>
                <a:rPr lang="fr-FR" sz="4900" b="1">
                  <a:solidFill>
                    <a:srgbClr val="004AAD"/>
                  </a:solidFill>
                  <a:latin typeface="IBM Plex Sans"/>
                  <a:ea typeface="IBM Plex Sans"/>
                  <a:cs typeface="IBM Plex Sans"/>
                </a:rPr>
                <a:t>en/</a:t>
              </a:r>
              <a:r>
                <a:rPr lang="en-US" sz="4900" b="1">
                  <a:solidFill>
                    <a:srgbClr val="004AAD"/>
                  </a:solidFill>
                  <a:latin typeface="IBM Plex Sans"/>
                  <a:ea typeface="IBM Plex Sans"/>
                  <a:cs typeface="IBM Plex Sans"/>
                </a:rPr>
                <a:t>tutorials</a:t>
              </a:r>
              <a:endParaRPr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noFill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971648338" name=""/>
          <p:cNvGrpSpPr/>
          <p:nvPr/>
        </p:nvGrpSpPr>
        <p:grpSpPr bwMode="auto">
          <a:xfrm>
            <a:off x="1588582" y="2231570"/>
            <a:ext cx="9896134" cy="2750980"/>
            <a:chOff x="0" y="0"/>
            <a:chExt cx="9896134" cy="2750980"/>
          </a:xfrm>
        </p:grpSpPr>
        <p:sp>
          <p:nvSpPr>
            <p:cNvPr id="82837455" name="Freeform 2"/>
            <p:cNvSpPr/>
            <p:nvPr/>
          </p:nvSpPr>
          <p:spPr bwMode="auto">
            <a:xfrm rot="0" flipH="0" flipV="0">
              <a:off x="6751353" y="50283"/>
              <a:ext cx="1801163" cy="1854142"/>
            </a:xfrm>
            <a:custGeom>
              <a:avLst/>
              <a:gdLst/>
              <a:ahLst/>
              <a:cxnLst/>
              <a:rect l="l" t="t" r="r" b="b"/>
              <a:pathLst>
                <a:path w="1801163" h="1854142" fill="norm" stroke="1" extrusionOk="0">
                  <a:moveTo>
                    <a:pt x="0" y="0"/>
                  </a:moveTo>
                  <a:lnTo>
                    <a:pt x="1801163" y="0"/>
                  </a:lnTo>
                  <a:lnTo>
                    <a:pt x="1801163" y="1854142"/>
                  </a:lnTo>
                  <a:lnTo>
                    <a:pt x="0" y="185414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rcRect l="22678" t="0" r="22676" b="0"/>
              <a:stretch/>
            </a:blipFill>
          </p:spPr>
        </p:sp>
        <p:sp>
          <p:nvSpPr>
            <p:cNvPr id="171116727" name="Freeform 3"/>
            <p:cNvSpPr/>
            <p:nvPr/>
          </p:nvSpPr>
          <p:spPr bwMode="auto">
            <a:xfrm rot="0" flipH="0" flipV="0">
              <a:off x="580559" y="50283"/>
              <a:ext cx="1564677" cy="1854142"/>
            </a:xfrm>
            <a:custGeom>
              <a:avLst/>
              <a:gdLst/>
              <a:ahLst/>
              <a:cxnLst/>
              <a:rect l="l" t="t" r="r" b="b"/>
              <a:pathLst>
                <a:path w="1564677" h="1854142" fill="norm" stroke="1" extrusionOk="0">
                  <a:moveTo>
                    <a:pt x="0" y="0"/>
                  </a:moveTo>
                  <a:lnTo>
                    <a:pt x="1564677" y="0"/>
                  </a:lnTo>
                  <a:lnTo>
                    <a:pt x="1564677" y="1854142"/>
                  </a:lnTo>
                  <a:lnTo>
                    <a:pt x="0" y="185414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rcRect l="0" t="0" r="0" b="0"/>
              <a:stretch/>
            </a:blipFill>
          </p:spPr>
        </p:sp>
        <p:sp>
          <p:nvSpPr>
            <p:cNvPr id="263062472" name="TextBox 5"/>
            <p:cNvSpPr txBox="1"/>
            <p:nvPr/>
          </p:nvSpPr>
          <p:spPr bwMode="auto">
            <a:xfrm rot="0" flipH="0" flipV="0">
              <a:off x="3058582" y="2288341"/>
              <a:ext cx="2943606" cy="462639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40"/>
                </a:lnSpc>
                <a:defRPr/>
              </a:pPr>
              <a:r>
                <a:rPr lang="en-US" sz="26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macOS</a:t>
              </a:r>
              <a:endParaRPr/>
            </a:p>
          </p:txBody>
        </p:sp>
        <p:sp>
          <p:nvSpPr>
            <p:cNvPr id="1408797406" name="TextBox 6"/>
            <p:cNvSpPr txBox="1"/>
            <p:nvPr/>
          </p:nvSpPr>
          <p:spPr bwMode="auto">
            <a:xfrm rot="0" flipH="0" flipV="0">
              <a:off x="0" y="2288341"/>
              <a:ext cx="2922439" cy="462639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40"/>
                </a:lnSpc>
                <a:defRPr/>
              </a:pPr>
              <a:r>
                <a:rPr lang="en-US" sz="26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Linux</a:t>
              </a:r>
              <a:endParaRPr/>
            </a:p>
          </p:txBody>
        </p:sp>
        <p:sp>
          <p:nvSpPr>
            <p:cNvPr id="754876033" name="TextBox 7"/>
            <p:cNvSpPr txBox="1"/>
            <p:nvPr/>
          </p:nvSpPr>
          <p:spPr bwMode="auto">
            <a:xfrm rot="0" flipH="0" flipV="0">
              <a:off x="6751352" y="2288341"/>
              <a:ext cx="3144782" cy="462639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3640"/>
                </a:lnSpc>
                <a:defRPr/>
              </a:pPr>
              <a:r>
                <a:rPr lang="en-US" sz="26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Windows</a:t>
              </a:r>
              <a:endParaRPr/>
            </a:p>
          </p:txBody>
        </p:sp>
        <p:pic>
          <p:nvPicPr>
            <p:cNvPr id="315501358" name=""/>
            <p:cNvPicPr>
              <a:picLocks noChangeAspect="1"/>
            </p:cNvPicPr>
            <p:nvPr/>
          </p:nvPicPr>
          <p:blipFill>
            <a:blip r:embed="rId5"/>
            <a:stretch/>
          </p:blipFill>
          <p:spPr bwMode="auto">
            <a:xfrm flipH="0" flipV="0">
              <a:off x="3531961" y="0"/>
              <a:ext cx="1524174" cy="1972461"/>
            </a:xfrm>
            <a:prstGeom prst="rect">
              <a:avLst/>
            </a:prstGeom>
          </p:spPr>
        </p:pic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noFill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57722059" name="Freeform 3"/>
          <p:cNvSpPr/>
          <p:nvPr/>
        </p:nvSpPr>
        <p:spPr bwMode="auto">
          <a:xfrm rot="0" flipH="0" flipV="0">
            <a:off x="3209229" y="529603"/>
            <a:ext cx="8687332" cy="5798794"/>
          </a:xfrm>
          <a:custGeom>
            <a:avLst/>
            <a:gdLst/>
            <a:ahLst/>
            <a:cxnLst/>
            <a:rect l="l" t="t" r="r" b="b"/>
            <a:pathLst>
              <a:path w="8687332" h="5798794" fill="norm" stroke="1" extrusionOk="0">
                <a:moveTo>
                  <a:pt x="0" y="0"/>
                </a:moveTo>
                <a:lnTo>
                  <a:pt x="8687332" y="0"/>
                </a:lnTo>
                <a:lnTo>
                  <a:pt x="8687332" y="5798794"/>
                </a:lnTo>
                <a:lnTo>
                  <a:pt x="0" y="579879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rcRect l="0" t="0" r="0" b="0"/>
            <a:stretch/>
          </a:blipFill>
        </p:spPr>
        <p:txBody>
          <a:bodyPr/>
          <a:p/>
        </p:txBody>
      </p:sp>
      <p:grpSp>
        <p:nvGrpSpPr>
          <p:cNvPr id="1939289380" name="Group 4"/>
          <p:cNvGrpSpPr/>
          <p:nvPr/>
        </p:nvGrpSpPr>
        <p:grpSpPr bwMode="auto">
          <a:xfrm rot="0">
            <a:off x="4687693" y="841587"/>
            <a:ext cx="5722687" cy="3384620"/>
            <a:chOff x="0" y="0"/>
            <a:chExt cx="2260815" cy="1337134"/>
          </a:xfrm>
        </p:grpSpPr>
        <p:sp>
          <p:nvSpPr>
            <p:cNvPr id="5" name="Freeform 5"/>
            <p:cNvSpPr/>
            <p:nvPr/>
          </p:nvSpPr>
          <p:spPr bwMode="auto">
            <a:xfrm rot="0" flipH="0" flipV="0">
              <a:off x="0" y="0"/>
              <a:ext cx="2260815" cy="1337134"/>
            </a:xfrm>
            <a:custGeom>
              <a:avLst/>
              <a:gdLst/>
              <a:ahLst/>
              <a:cxnLst/>
              <a:rect l="l" t="t" r="r" b="b"/>
              <a:pathLst>
                <a:path w="2260815" h="1337134" fill="norm" stroke="1" extrusionOk="0">
                  <a:moveTo>
                    <a:pt x="0" y="0"/>
                  </a:moveTo>
                  <a:lnTo>
                    <a:pt x="2260815" y="0"/>
                  </a:lnTo>
                  <a:lnTo>
                    <a:pt x="2260815" y="1337134"/>
                  </a:lnTo>
                  <a:lnTo>
                    <a:pt x="0" y="1337134"/>
                  </a:ln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id="6" name="TextBox 6"/>
            <p:cNvSpPr txBox="1"/>
            <p:nvPr/>
          </p:nvSpPr>
          <p:spPr bwMode="auto">
            <a:xfrm>
              <a:off x="0" y="-47625"/>
              <a:ext cx="2260815" cy="1384759"/>
            </a:xfrm>
            <a:prstGeom prst="rect">
              <a:avLst/>
            </a:prstGeom>
            <a:grpFill/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037"/>
                </a:lnSpc>
                <a:defRPr/>
              </a:pPr>
              <a:endParaRPr/>
            </a:p>
          </p:txBody>
        </p:sp>
      </p:grpSp>
      <p:sp>
        <p:nvSpPr>
          <p:cNvPr id="52047471" name="Freeform 7"/>
          <p:cNvSpPr/>
          <p:nvPr/>
        </p:nvSpPr>
        <p:spPr bwMode="auto">
          <a:xfrm rot="0" flipH="0" flipV="0">
            <a:off x="4509714" y="832063"/>
            <a:ext cx="6078644" cy="3419238"/>
          </a:xfrm>
          <a:custGeom>
            <a:avLst/>
            <a:gdLst/>
            <a:ahLst/>
            <a:cxnLst/>
            <a:rect l="l" t="t" r="r" b="b"/>
            <a:pathLst>
              <a:path w="6078644" h="3419238" fill="norm" stroke="1" extrusionOk="0">
                <a:moveTo>
                  <a:pt x="0" y="0"/>
                </a:moveTo>
                <a:lnTo>
                  <a:pt x="6078645" y="0"/>
                </a:lnTo>
                <a:lnTo>
                  <a:pt x="6078645" y="3419238"/>
                </a:lnTo>
                <a:lnTo>
                  <a:pt x="0" y="3419238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rcRect l="0" t="0" r="0" b="0"/>
            <a:stretch/>
          </a:blipFill>
        </p:spPr>
        <p:txBody>
          <a:bodyPr/>
          <a:p/>
        </p:txBody>
      </p:sp>
      <p:grpSp>
        <p:nvGrpSpPr>
          <p:cNvPr id="1006180223" name=""/>
          <p:cNvGrpSpPr/>
          <p:nvPr/>
        </p:nvGrpSpPr>
        <p:grpSpPr bwMode="auto">
          <a:xfrm>
            <a:off x="339748" y="2128008"/>
            <a:ext cx="3101635" cy="2616309"/>
            <a:chOff x="0" y="0"/>
            <a:chExt cx="3101635" cy="2616309"/>
          </a:xfrm>
        </p:grpSpPr>
        <p:sp>
          <p:nvSpPr>
            <p:cNvPr id="1883203191" name="Freeform 2"/>
            <p:cNvSpPr/>
            <p:nvPr/>
          </p:nvSpPr>
          <p:spPr bwMode="auto">
            <a:xfrm rot="0" flipH="0" flipV="0">
              <a:off x="546075" y="0"/>
              <a:ext cx="1937986" cy="1937986"/>
            </a:xfrm>
            <a:custGeom>
              <a:avLst/>
              <a:gdLst/>
              <a:ahLst/>
              <a:cxnLst/>
              <a:rect l="l" t="t" r="r" b="b"/>
              <a:pathLst>
                <a:path w="1937986" h="1937986" fill="norm" stroke="1" extrusionOk="0">
                  <a:moveTo>
                    <a:pt x="0" y="0"/>
                  </a:moveTo>
                  <a:lnTo>
                    <a:pt x="1937986" y="0"/>
                  </a:lnTo>
                  <a:lnTo>
                    <a:pt x="1937986" y="1937986"/>
                  </a:lnTo>
                  <a:lnTo>
                    <a:pt x="0" y="193798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rcRect l="0" t="0" r="0" b="0"/>
              <a:stretch/>
            </a:blipFill>
          </p:spPr>
        </p:sp>
        <p:sp>
          <p:nvSpPr>
            <p:cNvPr id="1545968787" name="TextBox 8"/>
            <p:cNvSpPr txBox="1"/>
            <p:nvPr/>
          </p:nvSpPr>
          <p:spPr bwMode="auto">
            <a:xfrm rot="0" flipH="0" flipV="0">
              <a:off x="0" y="2153670"/>
              <a:ext cx="3101636" cy="462639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40"/>
                </a:lnSpc>
                <a:defRPr/>
              </a:pPr>
              <a:r>
                <a:rPr lang="en-US" sz="26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Ubuntu</a:t>
              </a:r>
              <a:endParaRPr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noFill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990523369" name=""/>
          <p:cNvGrpSpPr/>
          <p:nvPr/>
        </p:nvGrpSpPr>
        <p:grpSpPr bwMode="auto">
          <a:xfrm>
            <a:off x="2096582" y="1786479"/>
            <a:ext cx="8446939" cy="3196071"/>
            <a:chOff x="0" y="0"/>
            <a:chExt cx="8446939" cy="3196071"/>
          </a:xfrm>
        </p:grpSpPr>
        <p:grpSp>
          <p:nvGrpSpPr>
            <p:cNvPr id="161769879" name="Group 2"/>
            <p:cNvGrpSpPr/>
            <p:nvPr/>
          </p:nvGrpSpPr>
          <p:grpSpPr bwMode="auto">
            <a:xfrm rot="0">
              <a:off x="759474" y="0"/>
              <a:ext cx="2349516" cy="2349516"/>
              <a:chOff x="0" y="0"/>
              <a:chExt cx="812800" cy="812800"/>
            </a:xfrm>
          </p:grpSpPr>
          <p:sp>
            <p:nvSpPr>
              <p:cNvPr id="3" name="Freeform 3"/>
              <p:cNvSpPr/>
              <p:nvPr/>
            </p:nvSpPr>
            <p:spPr bwMode="auto">
              <a:xfrm rot="0" flipH="0" flipV="0">
                <a:off x="0" y="0"/>
                <a:ext cx="812800" cy="812800"/>
              </a:xfrm>
              <a:custGeom>
                <a:avLst/>
                <a:gdLst/>
                <a:ahLst/>
                <a:cxnLst/>
                <a:rect l="l" t="t" r="r" b="b"/>
                <a:pathLst>
                  <a:path w="812800" h="812800" fill="norm" stroke="1" extrusionOk="0">
                    <a:moveTo>
                      <a:pt x="406400" y="0"/>
                    </a:moveTo>
                    <a:cubicBezTo>
                      <a:pt x="181951" y="0"/>
                      <a:pt x="0" y="181951"/>
                      <a:pt x="0" y="406400"/>
                    </a:cubicBezTo>
                    <a:cubicBezTo>
                      <a:pt x="0" y="630849"/>
                      <a:pt x="181951" y="812800"/>
                      <a:pt x="406400" y="812800"/>
                    </a:cubicBezTo>
                    <a:cubicBezTo>
                      <a:pt x="630849" y="812800"/>
                      <a:pt x="812800" y="630849"/>
                      <a:pt x="812800" y="406400"/>
                    </a:cubicBezTo>
                    <a:cubicBezTo>
                      <a:pt x="812800" y="181951"/>
                      <a:pt x="630849" y="0"/>
                      <a:pt x="406400" y="0"/>
                    </a:cubicBezTo>
                    <a:close/>
                  </a:path>
                </a:pathLst>
              </a:custGeom>
              <a:blipFill>
                <a:blip r:embed="rId3"/>
                <a:srcRect l="21874" t="0" r="21873" b="0"/>
                <a:stretch/>
              </a:blipFill>
            </p:spPr>
          </p:sp>
        </p:grpSp>
        <p:sp>
          <p:nvSpPr>
            <p:cNvPr id="112123075" name="Freeform 4"/>
            <p:cNvSpPr/>
            <p:nvPr/>
          </p:nvSpPr>
          <p:spPr bwMode="auto">
            <a:xfrm rot="0" flipH="0" flipV="0">
              <a:off x="5002272" y="0"/>
              <a:ext cx="2237088" cy="2349516"/>
            </a:xfrm>
            <a:custGeom>
              <a:avLst/>
              <a:gdLst/>
              <a:ahLst/>
              <a:cxnLst/>
              <a:rect l="l" t="t" r="r" b="b"/>
              <a:pathLst>
                <a:path w="2237088" h="2349516" fill="norm" stroke="1" extrusionOk="0">
                  <a:moveTo>
                    <a:pt x="0" y="0"/>
                  </a:moveTo>
                  <a:lnTo>
                    <a:pt x="2237088" y="0"/>
                  </a:lnTo>
                  <a:lnTo>
                    <a:pt x="2237088" y="2349517"/>
                  </a:lnTo>
                  <a:lnTo>
                    <a:pt x="0" y="234951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rcRect l="0" t="0" r="0" b="0"/>
              <a:stretch/>
            </a:blipFill>
          </p:spPr>
        </p:sp>
        <p:sp>
          <p:nvSpPr>
            <p:cNvPr id="235369260" name="TextBox 5"/>
            <p:cNvSpPr txBox="1"/>
            <p:nvPr/>
          </p:nvSpPr>
          <p:spPr bwMode="auto">
            <a:xfrm rot="0" flipH="0" flipV="0">
              <a:off x="0" y="2733432"/>
              <a:ext cx="3736636" cy="462639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40"/>
                </a:lnSpc>
                <a:defRPr/>
              </a:pPr>
              <a:r>
                <a:rPr lang="en-US" sz="26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Kaspersky</a:t>
              </a:r>
              <a:endParaRPr/>
            </a:p>
          </p:txBody>
        </p:sp>
        <p:sp>
          <p:nvSpPr>
            <p:cNvPr id="999051230" name="TextBox 6"/>
            <p:cNvSpPr txBox="1"/>
            <p:nvPr/>
          </p:nvSpPr>
          <p:spPr bwMode="auto">
            <a:xfrm rot="0" flipH="0" flipV="0">
              <a:off x="4159249" y="2733432"/>
              <a:ext cx="4287690" cy="462639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40"/>
                </a:lnSpc>
                <a:defRPr/>
              </a:pPr>
              <a:r>
                <a:rPr lang="en-US" sz="26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Windows Defender</a:t>
              </a:r>
              <a:endParaRPr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noFill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66732883" name="Freeform 2"/>
          <p:cNvSpPr/>
          <p:nvPr/>
        </p:nvSpPr>
        <p:spPr bwMode="auto">
          <a:xfrm rot="0" flipH="0" flipV="0">
            <a:off x="1752334" y="529603"/>
            <a:ext cx="8687332" cy="5798794"/>
          </a:xfrm>
          <a:custGeom>
            <a:avLst/>
            <a:gdLst/>
            <a:ahLst/>
            <a:cxnLst/>
            <a:rect l="l" t="t" r="r" b="b"/>
            <a:pathLst>
              <a:path w="8687332" h="5798794" fill="norm" stroke="1" extrusionOk="0">
                <a:moveTo>
                  <a:pt x="0" y="0"/>
                </a:moveTo>
                <a:lnTo>
                  <a:pt x="8687332" y="0"/>
                </a:lnTo>
                <a:lnTo>
                  <a:pt x="8687332" y="5798794"/>
                </a:lnTo>
                <a:lnTo>
                  <a:pt x="0" y="579879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rcRect l="0" t="0" r="0" b="0"/>
            <a:stretch/>
          </a:blipFill>
        </p:spPr>
        <p:txBody>
          <a:bodyPr/>
          <a:p/>
        </p:txBody>
      </p:sp>
      <p:sp>
        <p:nvSpPr>
          <p:cNvPr id="2109067387" name="Freeform 3"/>
          <p:cNvSpPr/>
          <p:nvPr/>
        </p:nvSpPr>
        <p:spPr bwMode="auto">
          <a:xfrm rot="0" flipH="0" flipV="0">
            <a:off x="3242297" y="834771"/>
            <a:ext cx="5707406" cy="3443015"/>
          </a:xfrm>
          <a:custGeom>
            <a:avLst/>
            <a:gdLst/>
            <a:ahLst/>
            <a:cxnLst/>
            <a:rect l="l" t="t" r="r" b="b"/>
            <a:pathLst>
              <a:path w="5707406" h="3443015" fill="norm" stroke="1" extrusionOk="0">
                <a:moveTo>
                  <a:pt x="0" y="0"/>
                </a:moveTo>
                <a:lnTo>
                  <a:pt x="5707406" y="0"/>
                </a:lnTo>
                <a:lnTo>
                  <a:pt x="5707406" y="3443016"/>
                </a:lnTo>
                <a:lnTo>
                  <a:pt x="0" y="3443016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rcRect l="0" t="0" r="250" b="20299"/>
            <a:stretch/>
          </a:blipFill>
        </p:spPr>
        <p:txBody>
          <a:bodyPr/>
          <a:p/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noFill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50466324" name="Freeform 2"/>
          <p:cNvSpPr/>
          <p:nvPr/>
        </p:nvSpPr>
        <p:spPr bwMode="auto">
          <a:xfrm rot="0" flipH="0" flipV="0">
            <a:off x="3209229" y="529603"/>
            <a:ext cx="8687332" cy="5798794"/>
          </a:xfrm>
          <a:custGeom>
            <a:avLst/>
            <a:gdLst/>
            <a:ahLst/>
            <a:cxnLst/>
            <a:rect l="l" t="t" r="r" b="b"/>
            <a:pathLst>
              <a:path w="8687332" h="5798794" fill="norm" stroke="1" extrusionOk="0">
                <a:moveTo>
                  <a:pt x="0" y="0"/>
                </a:moveTo>
                <a:lnTo>
                  <a:pt x="8687332" y="0"/>
                </a:lnTo>
                <a:lnTo>
                  <a:pt x="8687332" y="5798794"/>
                </a:lnTo>
                <a:lnTo>
                  <a:pt x="0" y="579879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rcRect l="0" t="0" r="0" b="0"/>
            <a:stretch/>
          </a:blipFill>
        </p:spPr>
        <p:txBody>
          <a:bodyPr/>
          <a:p/>
        </p:txBody>
      </p:sp>
      <p:grpSp>
        <p:nvGrpSpPr>
          <p:cNvPr id="1029623813" name="Group 3"/>
          <p:cNvGrpSpPr/>
          <p:nvPr/>
        </p:nvGrpSpPr>
        <p:grpSpPr bwMode="auto">
          <a:xfrm rot="0">
            <a:off x="4687693" y="841587"/>
            <a:ext cx="5722687" cy="3384620"/>
            <a:chOff x="0" y="0"/>
            <a:chExt cx="2260815" cy="1337134"/>
          </a:xfrm>
        </p:grpSpPr>
        <p:sp>
          <p:nvSpPr>
            <p:cNvPr id="4" name="Freeform 4"/>
            <p:cNvSpPr/>
            <p:nvPr/>
          </p:nvSpPr>
          <p:spPr bwMode="auto">
            <a:xfrm rot="0" flipH="0" flipV="0">
              <a:off x="0" y="0"/>
              <a:ext cx="2260815" cy="1337134"/>
            </a:xfrm>
            <a:custGeom>
              <a:avLst/>
              <a:gdLst/>
              <a:ahLst/>
              <a:cxnLst/>
              <a:rect l="l" t="t" r="r" b="b"/>
              <a:pathLst>
                <a:path w="2260815" h="1337134" fill="norm" stroke="1" extrusionOk="0">
                  <a:moveTo>
                    <a:pt x="0" y="0"/>
                  </a:moveTo>
                  <a:lnTo>
                    <a:pt x="2260815" y="0"/>
                  </a:lnTo>
                  <a:lnTo>
                    <a:pt x="2260815" y="1337134"/>
                  </a:lnTo>
                  <a:lnTo>
                    <a:pt x="0" y="1337134"/>
                  </a:ln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id="5" name="TextBox 5"/>
            <p:cNvSpPr txBox="1"/>
            <p:nvPr/>
          </p:nvSpPr>
          <p:spPr bwMode="auto">
            <a:xfrm>
              <a:off x="0" y="-47625"/>
              <a:ext cx="2260815" cy="1384759"/>
            </a:xfrm>
            <a:prstGeom prst="rect">
              <a:avLst/>
            </a:prstGeom>
            <a:grpFill/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037"/>
                </a:lnSpc>
                <a:defRPr/>
              </a:pPr>
              <a:endParaRPr/>
            </a:p>
          </p:txBody>
        </p:sp>
      </p:grpSp>
      <p:sp>
        <p:nvSpPr>
          <p:cNvPr id="1622532664" name="Freeform 6"/>
          <p:cNvSpPr/>
          <p:nvPr/>
        </p:nvSpPr>
        <p:spPr bwMode="auto">
          <a:xfrm rot="0" flipH="0" flipV="0">
            <a:off x="4519603" y="822365"/>
            <a:ext cx="6058867" cy="3423067"/>
          </a:xfrm>
          <a:custGeom>
            <a:avLst/>
            <a:gdLst/>
            <a:ahLst/>
            <a:cxnLst/>
            <a:rect l="l" t="t" r="r" b="b"/>
            <a:pathLst>
              <a:path w="6058867" h="3423067" fill="norm" stroke="1" extrusionOk="0">
                <a:moveTo>
                  <a:pt x="0" y="0"/>
                </a:moveTo>
                <a:lnTo>
                  <a:pt x="6058867" y="0"/>
                </a:lnTo>
                <a:lnTo>
                  <a:pt x="6058867" y="3423067"/>
                </a:lnTo>
                <a:lnTo>
                  <a:pt x="0" y="3423067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rcRect l="0" t="0" r="379" b="0"/>
            <a:stretch/>
          </a:blipFill>
        </p:spPr>
        <p:txBody>
          <a:bodyPr/>
          <a:p/>
        </p:txBody>
      </p:sp>
      <p:sp>
        <p:nvSpPr>
          <p:cNvPr id="1212104795" name="Freeform 7"/>
          <p:cNvSpPr/>
          <p:nvPr/>
        </p:nvSpPr>
        <p:spPr bwMode="auto">
          <a:xfrm rot="0" flipH="0" flipV="0">
            <a:off x="981886" y="2273698"/>
            <a:ext cx="2199084" cy="1766597"/>
          </a:xfrm>
          <a:custGeom>
            <a:avLst/>
            <a:gdLst/>
            <a:ahLst/>
            <a:cxnLst/>
            <a:rect l="l" t="t" r="r" b="b"/>
            <a:pathLst>
              <a:path w="2199084" h="1766597" fill="norm" stroke="1" extrusionOk="0">
                <a:moveTo>
                  <a:pt x="0" y="0"/>
                </a:moveTo>
                <a:lnTo>
                  <a:pt x="2199084" y="0"/>
                </a:lnTo>
                <a:lnTo>
                  <a:pt x="2199084" y="1766597"/>
                </a:lnTo>
                <a:lnTo>
                  <a:pt x="0" y="1766597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rcRect l="0" t="0" r="0" b="0"/>
            <a:stretch/>
          </a:blipFill>
        </p:spPr>
        <p:txBody>
          <a:bodyPr/>
          <a:p/>
        </p:txBody>
      </p:sp>
      <p:sp>
        <p:nvSpPr>
          <p:cNvPr id="275550696" name="TextBox 8"/>
          <p:cNvSpPr txBox="1"/>
          <p:nvPr/>
        </p:nvSpPr>
        <p:spPr bwMode="auto">
          <a:xfrm rot="0" flipH="0" flipV="0">
            <a:off x="255083" y="4281680"/>
            <a:ext cx="3652689" cy="46263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40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Rubik Bold"/>
              </a:rPr>
              <a:t>Proton Mail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noFill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26335815" name="Freeform 2"/>
          <p:cNvSpPr/>
          <p:nvPr/>
        </p:nvSpPr>
        <p:spPr bwMode="auto">
          <a:xfrm rot="0" flipH="0" flipV="0">
            <a:off x="1752334" y="529603"/>
            <a:ext cx="8687332" cy="5798794"/>
          </a:xfrm>
          <a:custGeom>
            <a:avLst/>
            <a:gdLst/>
            <a:ahLst/>
            <a:cxnLst/>
            <a:rect l="l" t="t" r="r" b="b"/>
            <a:pathLst>
              <a:path w="8687332" h="5798794" fill="norm" stroke="1" extrusionOk="0">
                <a:moveTo>
                  <a:pt x="0" y="0"/>
                </a:moveTo>
                <a:lnTo>
                  <a:pt x="8687332" y="0"/>
                </a:lnTo>
                <a:lnTo>
                  <a:pt x="8687332" y="5798794"/>
                </a:lnTo>
                <a:lnTo>
                  <a:pt x="0" y="579879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rcRect l="0" t="0" r="0" b="0"/>
            <a:stretch/>
          </a:blipFill>
        </p:spPr>
        <p:txBody>
          <a:bodyPr/>
          <a:p/>
        </p:txBody>
      </p:sp>
      <p:grpSp>
        <p:nvGrpSpPr>
          <p:cNvPr id="1042815035" name="Group 3"/>
          <p:cNvGrpSpPr/>
          <p:nvPr/>
        </p:nvGrpSpPr>
        <p:grpSpPr bwMode="auto">
          <a:xfrm rot="0">
            <a:off x="3230798" y="841587"/>
            <a:ext cx="5722687" cy="3384620"/>
            <a:chOff x="0" y="0"/>
            <a:chExt cx="2260815" cy="1337134"/>
          </a:xfrm>
        </p:grpSpPr>
        <p:sp>
          <p:nvSpPr>
            <p:cNvPr id="4" name="Freeform 4"/>
            <p:cNvSpPr/>
            <p:nvPr/>
          </p:nvSpPr>
          <p:spPr bwMode="auto">
            <a:xfrm rot="0" flipH="0" flipV="0">
              <a:off x="0" y="0"/>
              <a:ext cx="2260815" cy="1337134"/>
            </a:xfrm>
            <a:custGeom>
              <a:avLst/>
              <a:gdLst/>
              <a:ahLst/>
              <a:cxnLst/>
              <a:rect l="l" t="t" r="r" b="b"/>
              <a:pathLst>
                <a:path w="2260815" h="1337134" fill="norm" stroke="1" extrusionOk="0">
                  <a:moveTo>
                    <a:pt x="0" y="0"/>
                  </a:moveTo>
                  <a:lnTo>
                    <a:pt x="2260815" y="0"/>
                  </a:lnTo>
                  <a:lnTo>
                    <a:pt x="2260815" y="1337134"/>
                  </a:lnTo>
                  <a:lnTo>
                    <a:pt x="0" y="1337134"/>
                  </a:ln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id="5" name="TextBox 5"/>
            <p:cNvSpPr txBox="1"/>
            <p:nvPr/>
          </p:nvSpPr>
          <p:spPr bwMode="auto">
            <a:xfrm>
              <a:off x="0" y="-47625"/>
              <a:ext cx="2260815" cy="1384759"/>
            </a:xfrm>
            <a:prstGeom prst="rect">
              <a:avLst/>
            </a:prstGeom>
            <a:grpFill/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037"/>
                </a:lnSpc>
                <a:defRPr/>
              </a:pPr>
              <a:endParaRPr/>
            </a:p>
          </p:txBody>
        </p:sp>
      </p:grpSp>
      <p:sp>
        <p:nvSpPr>
          <p:cNvPr id="1150504188" name="Freeform 6"/>
          <p:cNvSpPr/>
          <p:nvPr/>
        </p:nvSpPr>
        <p:spPr bwMode="auto">
          <a:xfrm rot="0" flipH="0" flipV="0">
            <a:off x="3198132" y="752143"/>
            <a:ext cx="5795735" cy="3608996"/>
          </a:xfrm>
          <a:custGeom>
            <a:avLst/>
            <a:gdLst/>
            <a:ahLst/>
            <a:cxnLst/>
            <a:rect l="l" t="t" r="r" b="b"/>
            <a:pathLst>
              <a:path w="5795735" h="3608996" fill="norm" stroke="1" extrusionOk="0">
                <a:moveTo>
                  <a:pt x="0" y="0"/>
                </a:moveTo>
                <a:lnTo>
                  <a:pt x="5795736" y="0"/>
                </a:lnTo>
                <a:lnTo>
                  <a:pt x="5795736" y="3608997"/>
                </a:lnTo>
                <a:lnTo>
                  <a:pt x="0" y="3608997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rcRect l="0" t="1446" r="0" b="3438"/>
            <a:stretch/>
          </a:blipFill>
        </p:spPr>
        <p:txBody>
          <a:bodyPr/>
          <a:p/>
        </p:txBody>
      </p:sp>
      <p:grpSp>
        <p:nvGrpSpPr>
          <p:cNvPr id="418694071" name="Group 7"/>
          <p:cNvGrpSpPr/>
          <p:nvPr/>
        </p:nvGrpSpPr>
        <p:grpSpPr bwMode="auto">
          <a:xfrm rot="0">
            <a:off x="7031596" y="2748077"/>
            <a:ext cx="698494" cy="196149"/>
            <a:chOff x="0" y="0"/>
            <a:chExt cx="275948" cy="77491"/>
          </a:xfrm>
        </p:grpSpPr>
        <p:sp>
          <p:nvSpPr>
            <p:cNvPr id="8" name="Freeform 8"/>
            <p:cNvSpPr/>
            <p:nvPr/>
          </p:nvSpPr>
          <p:spPr bwMode="auto">
            <a:xfrm rot="0" flipH="0" flipV="0">
              <a:off x="0" y="0"/>
              <a:ext cx="275948" cy="77491"/>
            </a:xfrm>
            <a:custGeom>
              <a:avLst/>
              <a:gdLst/>
              <a:ahLst/>
              <a:cxnLst/>
              <a:rect l="l" t="t" r="r" b="b"/>
              <a:pathLst>
                <a:path w="275948" h="77491" fill="norm" stroke="1" extrusionOk="0">
                  <a:moveTo>
                    <a:pt x="0" y="0"/>
                  </a:moveTo>
                  <a:lnTo>
                    <a:pt x="275948" y="0"/>
                  </a:lnTo>
                  <a:lnTo>
                    <a:pt x="275948" y="77491"/>
                  </a:lnTo>
                  <a:lnTo>
                    <a:pt x="0" y="77491"/>
                  </a:ln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id="9" name="TextBox 9"/>
            <p:cNvSpPr txBox="1"/>
            <p:nvPr/>
          </p:nvSpPr>
          <p:spPr bwMode="auto">
            <a:xfrm>
              <a:off x="0" y="-47625"/>
              <a:ext cx="275948" cy="125116"/>
            </a:xfrm>
            <a:prstGeom prst="rect">
              <a:avLst/>
            </a:prstGeom>
            <a:grpFill/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037"/>
                </a:lnSpc>
                <a:defRPr/>
              </a:pPr>
              <a:endParaRPr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noFill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505544102" name=""/>
          <p:cNvGrpSpPr/>
          <p:nvPr/>
        </p:nvGrpSpPr>
        <p:grpSpPr bwMode="auto">
          <a:xfrm>
            <a:off x="2350582" y="1786479"/>
            <a:ext cx="7449948" cy="3196071"/>
            <a:chOff x="0" y="0"/>
            <a:chExt cx="7449948" cy="3196071"/>
          </a:xfrm>
        </p:grpSpPr>
        <p:grpSp>
          <p:nvGrpSpPr>
            <p:cNvPr id="1817016270" name="Group 2"/>
            <p:cNvGrpSpPr/>
            <p:nvPr/>
          </p:nvGrpSpPr>
          <p:grpSpPr bwMode="auto">
            <a:xfrm rot="0">
              <a:off x="505473" y="0"/>
              <a:ext cx="2349516" cy="2349516"/>
              <a:chOff x="0" y="0"/>
              <a:chExt cx="812800" cy="812800"/>
            </a:xfrm>
          </p:grpSpPr>
          <p:sp>
            <p:nvSpPr>
              <p:cNvPr id="3" name="Freeform 3"/>
              <p:cNvSpPr/>
              <p:nvPr/>
            </p:nvSpPr>
            <p:spPr bwMode="auto">
              <a:xfrm rot="0" flipH="0" flipV="0">
                <a:off x="0" y="0"/>
                <a:ext cx="812800" cy="812800"/>
              </a:xfrm>
              <a:custGeom>
                <a:avLst/>
                <a:gdLst/>
                <a:ahLst/>
                <a:cxnLst/>
                <a:rect l="l" t="t" r="r" b="b"/>
                <a:pathLst>
                  <a:path w="812800" h="812800" fill="norm" stroke="1" extrusionOk="0">
                    <a:moveTo>
                      <a:pt x="406400" y="0"/>
                    </a:moveTo>
                    <a:cubicBezTo>
                      <a:pt x="181951" y="0"/>
                      <a:pt x="0" y="181951"/>
                      <a:pt x="0" y="406400"/>
                    </a:cubicBezTo>
                    <a:cubicBezTo>
                      <a:pt x="0" y="630849"/>
                      <a:pt x="181951" y="812800"/>
                      <a:pt x="406400" y="812800"/>
                    </a:cubicBezTo>
                    <a:cubicBezTo>
                      <a:pt x="630849" y="812800"/>
                      <a:pt x="812800" y="630849"/>
                      <a:pt x="812800" y="406400"/>
                    </a:cubicBezTo>
                    <a:cubicBezTo>
                      <a:pt x="812800" y="181951"/>
                      <a:pt x="630849" y="0"/>
                      <a:pt x="406400" y="0"/>
                    </a:cubicBezTo>
                    <a:close/>
                  </a:path>
                </a:pathLst>
              </a:custGeom>
              <a:blipFill>
                <a:blip r:embed="rId3"/>
                <a:srcRect l="0" t="0" r="0" b="0"/>
                <a:stretch/>
              </a:blipFill>
            </p:spPr>
          </p:sp>
        </p:grpSp>
        <p:sp>
          <p:nvSpPr>
            <p:cNvPr id="1548456478" name="Freeform 4"/>
            <p:cNvSpPr/>
            <p:nvPr/>
          </p:nvSpPr>
          <p:spPr bwMode="auto">
            <a:xfrm rot="0" flipH="0" flipV="0">
              <a:off x="4692057" y="0"/>
              <a:ext cx="2349516" cy="2349516"/>
            </a:xfrm>
            <a:custGeom>
              <a:avLst/>
              <a:gdLst/>
              <a:ahLst/>
              <a:cxnLst/>
              <a:rect l="l" t="t" r="r" b="b"/>
              <a:pathLst>
                <a:path w="2349516" h="2349516" fill="norm" stroke="1" extrusionOk="0">
                  <a:moveTo>
                    <a:pt x="0" y="0"/>
                  </a:moveTo>
                  <a:lnTo>
                    <a:pt x="2349516" y="0"/>
                  </a:lnTo>
                  <a:lnTo>
                    <a:pt x="2349516" y="2349517"/>
                  </a:lnTo>
                  <a:lnTo>
                    <a:pt x="0" y="234951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rcRect l="0" t="0" r="0" b="0"/>
              <a:stretch/>
            </a:blipFill>
          </p:spPr>
        </p:sp>
        <p:sp>
          <p:nvSpPr>
            <p:cNvPr id="2142827796" name="TextBox 5"/>
            <p:cNvSpPr txBox="1"/>
            <p:nvPr/>
          </p:nvSpPr>
          <p:spPr bwMode="auto">
            <a:xfrm rot="0" flipH="0" flipV="0">
              <a:off x="0" y="2733432"/>
              <a:ext cx="3736636" cy="462639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40"/>
                </a:lnSpc>
                <a:defRPr/>
              </a:pPr>
              <a:r>
                <a:rPr lang="en-US" sz="26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Dashlane</a:t>
              </a:r>
              <a:endParaRPr/>
            </a:p>
          </p:txBody>
        </p:sp>
        <p:sp>
          <p:nvSpPr>
            <p:cNvPr id="1001704740" name="TextBox 6"/>
            <p:cNvSpPr txBox="1"/>
            <p:nvPr/>
          </p:nvSpPr>
          <p:spPr bwMode="auto">
            <a:xfrm rot="0">
              <a:off x="4283685" y="2733433"/>
              <a:ext cx="3166263" cy="448310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40"/>
                </a:lnSpc>
                <a:defRPr/>
              </a:pPr>
              <a:r>
                <a:rPr lang="en-US" sz="26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LastPass</a:t>
              </a:r>
              <a:endParaRPr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noFill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462467199" name=""/>
          <p:cNvGrpSpPr/>
          <p:nvPr/>
        </p:nvGrpSpPr>
        <p:grpSpPr bwMode="auto">
          <a:xfrm>
            <a:off x="2096582" y="1786479"/>
            <a:ext cx="7703947" cy="3196071"/>
            <a:chOff x="0" y="0"/>
            <a:chExt cx="7703947" cy="3196071"/>
          </a:xfrm>
        </p:grpSpPr>
        <p:sp>
          <p:nvSpPr>
            <p:cNvPr id="25490370" name="Freeform 2"/>
            <p:cNvSpPr/>
            <p:nvPr/>
          </p:nvSpPr>
          <p:spPr bwMode="auto">
            <a:xfrm rot="0" flipH="0" flipV="0">
              <a:off x="759474" y="0"/>
              <a:ext cx="2349516" cy="2349516"/>
            </a:xfrm>
            <a:custGeom>
              <a:avLst/>
              <a:gdLst/>
              <a:ahLst/>
              <a:cxnLst/>
              <a:rect l="l" t="t" r="r" b="b"/>
              <a:pathLst>
                <a:path w="2349516" h="2349516" fill="norm" stroke="1" extrusionOk="0">
                  <a:moveTo>
                    <a:pt x="0" y="0"/>
                  </a:moveTo>
                  <a:lnTo>
                    <a:pt x="2349516" y="0"/>
                  </a:lnTo>
                  <a:lnTo>
                    <a:pt x="2349516" y="2349517"/>
                  </a:lnTo>
                  <a:lnTo>
                    <a:pt x="0" y="234951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rcRect l="0" t="0" r="0" b="0"/>
              <a:stretch/>
            </a:blipFill>
          </p:spPr>
        </p:sp>
        <p:sp>
          <p:nvSpPr>
            <p:cNvPr id="1863866327" name="Freeform 3"/>
            <p:cNvSpPr/>
            <p:nvPr/>
          </p:nvSpPr>
          <p:spPr bwMode="auto">
            <a:xfrm rot="0" flipH="0" flipV="0">
              <a:off x="4946058" y="0"/>
              <a:ext cx="2349516" cy="2349516"/>
            </a:xfrm>
            <a:custGeom>
              <a:avLst/>
              <a:gdLst/>
              <a:ahLst/>
              <a:cxnLst/>
              <a:rect l="l" t="t" r="r" b="b"/>
              <a:pathLst>
                <a:path w="2349516" h="2349516" fill="norm" stroke="1" extrusionOk="0">
                  <a:moveTo>
                    <a:pt x="0" y="0"/>
                  </a:moveTo>
                  <a:lnTo>
                    <a:pt x="2349516" y="0"/>
                  </a:lnTo>
                  <a:lnTo>
                    <a:pt x="2349516" y="2349517"/>
                  </a:lnTo>
                  <a:lnTo>
                    <a:pt x="0" y="234951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rcRect l="0" t="0" r="0" b="0"/>
              <a:stretch/>
            </a:blipFill>
          </p:spPr>
        </p:sp>
        <p:sp>
          <p:nvSpPr>
            <p:cNvPr id="1680529616" name="TextBox 4"/>
            <p:cNvSpPr txBox="1"/>
            <p:nvPr/>
          </p:nvSpPr>
          <p:spPr bwMode="auto">
            <a:xfrm rot="0" flipH="0" flipV="0">
              <a:off x="0" y="2733432"/>
              <a:ext cx="4043553" cy="462639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40"/>
                </a:lnSpc>
                <a:defRPr/>
              </a:pPr>
              <a:r>
                <a:rPr lang="en-US" sz="26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Bitwarden</a:t>
              </a:r>
              <a:endParaRPr/>
            </a:p>
          </p:txBody>
        </p:sp>
        <p:sp>
          <p:nvSpPr>
            <p:cNvPr id="1612290767" name="TextBox 5"/>
            <p:cNvSpPr txBox="1"/>
            <p:nvPr/>
          </p:nvSpPr>
          <p:spPr bwMode="auto">
            <a:xfrm rot="0">
              <a:off x="4537684" y="2733433"/>
              <a:ext cx="3166263" cy="448310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40"/>
                </a:lnSpc>
                <a:defRPr/>
              </a:pPr>
              <a:r>
                <a:rPr lang="en-US" sz="26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KeePass</a:t>
              </a:r>
              <a:endParaRPr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noFill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380559807" name=""/>
          <p:cNvGrpSpPr/>
          <p:nvPr/>
        </p:nvGrpSpPr>
        <p:grpSpPr bwMode="auto">
          <a:xfrm>
            <a:off x="370156" y="1786479"/>
            <a:ext cx="11507405" cy="3196071"/>
            <a:chOff x="0" y="0"/>
            <a:chExt cx="11507405" cy="3196071"/>
          </a:xfrm>
        </p:grpSpPr>
        <p:sp>
          <p:nvSpPr>
            <p:cNvPr id="603372934" name="Freeform 2"/>
            <p:cNvSpPr/>
            <p:nvPr/>
          </p:nvSpPr>
          <p:spPr bwMode="auto">
            <a:xfrm rot="0" flipH="0" flipV="0">
              <a:off x="0" y="0"/>
              <a:ext cx="2349516" cy="2349516"/>
            </a:xfrm>
            <a:custGeom>
              <a:avLst/>
              <a:gdLst/>
              <a:ahLst/>
              <a:cxnLst/>
              <a:rect l="l" t="t" r="r" b="b"/>
              <a:pathLst>
                <a:path w="2349516" h="2349516" fill="norm" stroke="1" extrusionOk="0">
                  <a:moveTo>
                    <a:pt x="0" y="0"/>
                  </a:moveTo>
                  <a:lnTo>
                    <a:pt x="2349517" y="0"/>
                  </a:lnTo>
                  <a:lnTo>
                    <a:pt x="2349517" y="2349517"/>
                  </a:lnTo>
                  <a:lnTo>
                    <a:pt x="0" y="234951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rcRect l="0" t="0" r="0" b="0"/>
              <a:stretch/>
            </a:blipFill>
          </p:spPr>
        </p:sp>
        <p:sp>
          <p:nvSpPr>
            <p:cNvPr id="2031204029" name="Freeform 3"/>
            <p:cNvSpPr/>
            <p:nvPr/>
          </p:nvSpPr>
          <p:spPr bwMode="auto">
            <a:xfrm rot="0" flipH="0" flipV="0">
              <a:off x="9457630" y="0"/>
              <a:ext cx="1994055" cy="2349516"/>
            </a:xfrm>
            <a:custGeom>
              <a:avLst/>
              <a:gdLst/>
              <a:ahLst/>
              <a:cxnLst/>
              <a:rect l="l" t="t" r="r" b="b"/>
              <a:pathLst>
                <a:path w="1994055" h="2349516" fill="norm" stroke="1" extrusionOk="0">
                  <a:moveTo>
                    <a:pt x="0" y="0"/>
                  </a:moveTo>
                  <a:lnTo>
                    <a:pt x="1994055" y="0"/>
                  </a:lnTo>
                  <a:lnTo>
                    <a:pt x="1994055" y="2349517"/>
                  </a:lnTo>
                  <a:lnTo>
                    <a:pt x="0" y="234951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rcRect l="0" t="0" r="0" b="0"/>
              <a:stretch/>
            </a:blipFill>
          </p:spPr>
        </p:sp>
        <p:sp>
          <p:nvSpPr>
            <p:cNvPr id="1849991255" name="Freeform 4"/>
            <p:cNvSpPr/>
            <p:nvPr/>
          </p:nvSpPr>
          <p:spPr bwMode="auto">
            <a:xfrm rot="0" flipH="0" flipV="0">
              <a:off x="6257925" y="0"/>
              <a:ext cx="2349516" cy="2349516"/>
            </a:xfrm>
            <a:custGeom>
              <a:avLst/>
              <a:gdLst/>
              <a:ahLst/>
              <a:cxnLst/>
              <a:rect l="l" t="t" r="r" b="b"/>
              <a:pathLst>
                <a:path w="2349516" h="2349516" fill="norm" stroke="1" extrusionOk="0">
                  <a:moveTo>
                    <a:pt x="0" y="0"/>
                  </a:moveTo>
                  <a:lnTo>
                    <a:pt x="2349517" y="0"/>
                  </a:lnTo>
                  <a:lnTo>
                    <a:pt x="2349517" y="2349517"/>
                  </a:lnTo>
                  <a:lnTo>
                    <a:pt x="0" y="234951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rcRect l="0" t="0" r="0" b="0"/>
              <a:stretch/>
            </a:blipFill>
          </p:spPr>
        </p:sp>
        <p:sp>
          <p:nvSpPr>
            <p:cNvPr id="1555794602" name="Freeform 5"/>
            <p:cNvSpPr/>
            <p:nvPr/>
          </p:nvSpPr>
          <p:spPr bwMode="auto">
            <a:xfrm rot="0" flipH="0" flipV="0">
              <a:off x="3128962" y="132309"/>
              <a:ext cx="2349516" cy="2084898"/>
            </a:xfrm>
            <a:custGeom>
              <a:avLst/>
              <a:gdLst/>
              <a:ahLst/>
              <a:cxnLst/>
              <a:rect l="l" t="t" r="r" b="b"/>
              <a:pathLst>
                <a:path w="2349516" h="2084898" fill="norm" stroke="1" extrusionOk="0">
                  <a:moveTo>
                    <a:pt x="0" y="0"/>
                  </a:moveTo>
                  <a:lnTo>
                    <a:pt x="2349516" y="0"/>
                  </a:lnTo>
                  <a:lnTo>
                    <a:pt x="2349516" y="2084897"/>
                  </a:lnTo>
                  <a:lnTo>
                    <a:pt x="0" y="208489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rcRect l="13934" t="17955" r="13872" b="17982"/>
              <a:stretch/>
            </a:blipFill>
          </p:spPr>
        </p:sp>
        <p:sp>
          <p:nvSpPr>
            <p:cNvPr id="196337321" name="TextBox 6"/>
            <p:cNvSpPr txBox="1"/>
            <p:nvPr/>
          </p:nvSpPr>
          <p:spPr bwMode="auto">
            <a:xfrm rot="0">
              <a:off x="115424" y="2733432"/>
              <a:ext cx="1801163" cy="448310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40"/>
                </a:lnSpc>
                <a:defRPr/>
              </a:pPr>
              <a:r>
                <a:rPr lang="en-US" sz="26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SMS</a:t>
              </a:r>
              <a:endParaRPr/>
            </a:p>
          </p:txBody>
        </p:sp>
        <p:sp>
          <p:nvSpPr>
            <p:cNvPr id="1082453252" name="TextBox 7"/>
            <p:cNvSpPr txBox="1"/>
            <p:nvPr/>
          </p:nvSpPr>
          <p:spPr bwMode="auto">
            <a:xfrm rot="0">
              <a:off x="2327773" y="2733433"/>
              <a:ext cx="3951894" cy="448310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40"/>
                </a:lnSpc>
                <a:defRPr/>
              </a:pPr>
              <a:r>
                <a:rPr lang="en-US" sz="26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Google Authenticator</a:t>
              </a:r>
              <a:endParaRPr/>
            </a:p>
          </p:txBody>
        </p:sp>
        <p:sp>
          <p:nvSpPr>
            <p:cNvPr id="1697391056" name="TextBox 8"/>
            <p:cNvSpPr txBox="1"/>
            <p:nvPr/>
          </p:nvSpPr>
          <p:spPr bwMode="auto">
            <a:xfrm rot="0" flipH="0" flipV="0">
              <a:off x="6257923" y="2733432"/>
              <a:ext cx="2438887" cy="462639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40"/>
                </a:lnSpc>
                <a:defRPr/>
              </a:pPr>
              <a:r>
                <a:rPr lang="en-US" sz="26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Authy</a:t>
              </a:r>
              <a:endParaRPr/>
            </a:p>
          </p:txBody>
        </p:sp>
        <p:sp>
          <p:nvSpPr>
            <p:cNvPr id="951273862" name="TextBox 9"/>
            <p:cNvSpPr txBox="1"/>
            <p:nvPr/>
          </p:nvSpPr>
          <p:spPr bwMode="auto">
            <a:xfrm rot="0" flipH="0" flipV="0">
              <a:off x="9061216" y="2733432"/>
              <a:ext cx="2446189" cy="462639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40"/>
                </a:lnSpc>
                <a:defRPr/>
              </a:pPr>
              <a:r>
                <a:rPr lang="en-US" sz="26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Security key</a:t>
              </a:r>
              <a:endParaRPr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noFill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614898755" name=""/>
          <p:cNvGrpSpPr/>
          <p:nvPr/>
        </p:nvGrpSpPr>
        <p:grpSpPr bwMode="auto">
          <a:xfrm>
            <a:off x="353586" y="1758895"/>
            <a:ext cx="11650975" cy="3223656"/>
            <a:chOff x="0" y="0"/>
            <a:chExt cx="11650975" cy="3223656"/>
          </a:xfrm>
        </p:grpSpPr>
        <p:sp>
          <p:nvSpPr>
            <p:cNvPr id="41933635" name="Freeform 2"/>
            <p:cNvSpPr/>
            <p:nvPr/>
          </p:nvSpPr>
          <p:spPr bwMode="auto">
            <a:xfrm rot="0" flipH="0" flipV="0">
              <a:off x="3182573" y="27583"/>
              <a:ext cx="1870262" cy="2349516"/>
            </a:xfrm>
            <a:custGeom>
              <a:avLst/>
              <a:gdLst/>
              <a:ahLst/>
              <a:cxnLst/>
              <a:rect l="l" t="t" r="r" b="b"/>
              <a:pathLst>
                <a:path w="1870262" h="2349516" fill="norm" stroke="1" extrusionOk="0">
                  <a:moveTo>
                    <a:pt x="0" y="0"/>
                  </a:moveTo>
                  <a:lnTo>
                    <a:pt x="1870262" y="0"/>
                  </a:lnTo>
                  <a:lnTo>
                    <a:pt x="1870262" y="2349517"/>
                  </a:lnTo>
                  <a:lnTo>
                    <a:pt x="0" y="234951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rcRect l="16376" t="7883" r="16872" b="8260"/>
              <a:stretch/>
            </a:blipFill>
          </p:spPr>
        </p:sp>
        <p:sp>
          <p:nvSpPr>
            <p:cNvPr id="2016066821" name="Freeform 3"/>
            <p:cNvSpPr/>
            <p:nvPr/>
          </p:nvSpPr>
          <p:spPr bwMode="auto">
            <a:xfrm rot="0" flipH="0" flipV="0">
              <a:off x="0" y="0"/>
              <a:ext cx="2404684" cy="2404684"/>
            </a:xfrm>
            <a:custGeom>
              <a:avLst/>
              <a:gdLst/>
              <a:ahLst/>
              <a:cxnLst/>
              <a:rect l="l" t="t" r="r" b="b"/>
              <a:pathLst>
                <a:path w="2404684" h="2404684" fill="norm" stroke="1" extrusionOk="0">
                  <a:moveTo>
                    <a:pt x="0" y="0"/>
                  </a:moveTo>
                  <a:lnTo>
                    <a:pt x="2404685" y="0"/>
                  </a:lnTo>
                  <a:lnTo>
                    <a:pt x="2404685" y="2404684"/>
                  </a:lnTo>
                  <a:lnTo>
                    <a:pt x="0" y="240468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rcRect l="0" t="0" r="0" b="0"/>
              <a:stretch/>
            </a:blipFill>
          </p:spPr>
        </p:sp>
        <p:sp>
          <p:nvSpPr>
            <p:cNvPr id="482176345" name="Freeform 4"/>
            <p:cNvSpPr/>
            <p:nvPr/>
          </p:nvSpPr>
          <p:spPr bwMode="auto">
            <a:xfrm rot="0" flipH="0" flipV="0">
              <a:off x="5830725" y="27583"/>
              <a:ext cx="2324265" cy="2349516"/>
            </a:xfrm>
            <a:custGeom>
              <a:avLst/>
              <a:gdLst/>
              <a:ahLst/>
              <a:cxnLst/>
              <a:rect l="l" t="t" r="r" b="b"/>
              <a:pathLst>
                <a:path w="2324265" h="2349516" fill="norm" stroke="1" extrusionOk="0">
                  <a:moveTo>
                    <a:pt x="0" y="0"/>
                  </a:moveTo>
                  <a:lnTo>
                    <a:pt x="2324265" y="0"/>
                  </a:lnTo>
                  <a:lnTo>
                    <a:pt x="2324265" y="2349517"/>
                  </a:lnTo>
                  <a:lnTo>
                    <a:pt x="0" y="234951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rcRect l="0" t="0" r="3114" b="10622"/>
              <a:stretch/>
            </a:blipFill>
          </p:spPr>
        </p:sp>
        <p:sp>
          <p:nvSpPr>
            <p:cNvPr id="1313726961" name="Freeform 5"/>
            <p:cNvSpPr/>
            <p:nvPr/>
          </p:nvSpPr>
          <p:spPr bwMode="auto">
            <a:xfrm rot="0" flipH="0" flipV="0">
              <a:off x="8936040" y="27583"/>
              <a:ext cx="2548784" cy="2347082"/>
            </a:xfrm>
            <a:custGeom>
              <a:avLst/>
              <a:gdLst/>
              <a:ahLst/>
              <a:cxnLst/>
              <a:rect l="l" t="t" r="r" b="b"/>
              <a:pathLst>
                <a:path w="2548784" h="2347082" fill="norm" stroke="1" extrusionOk="0">
                  <a:moveTo>
                    <a:pt x="0" y="0"/>
                  </a:moveTo>
                  <a:lnTo>
                    <a:pt x="2548785" y="0"/>
                  </a:lnTo>
                  <a:lnTo>
                    <a:pt x="2548785" y="2347082"/>
                  </a:lnTo>
                  <a:lnTo>
                    <a:pt x="0" y="234708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rcRect l="0" t="0" r="0" b="0"/>
              <a:stretch/>
            </a:blipFill>
          </p:spPr>
        </p:sp>
        <p:sp>
          <p:nvSpPr>
            <p:cNvPr id="1863543766" name="TextBox 6"/>
            <p:cNvSpPr txBox="1"/>
            <p:nvPr/>
          </p:nvSpPr>
          <p:spPr bwMode="auto">
            <a:xfrm rot="0">
              <a:off x="301760" y="2761017"/>
              <a:ext cx="1801163" cy="448310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40"/>
                </a:lnSpc>
                <a:defRPr/>
              </a:pPr>
              <a:r>
                <a:rPr lang="en-US" sz="26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Nmap</a:t>
              </a:r>
              <a:endParaRPr/>
            </a:p>
          </p:txBody>
        </p:sp>
        <p:sp>
          <p:nvSpPr>
            <p:cNvPr id="1702306372" name="TextBox 7"/>
            <p:cNvSpPr txBox="1"/>
            <p:nvPr/>
          </p:nvSpPr>
          <p:spPr bwMode="auto">
            <a:xfrm rot="0" flipH="0" flipV="0">
              <a:off x="2489661" y="2761016"/>
              <a:ext cx="3143970" cy="462639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40"/>
                </a:lnSpc>
                <a:defRPr/>
              </a:pPr>
              <a:r>
                <a:rPr lang="en-US" sz="26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Metasploit</a:t>
              </a:r>
              <a:endParaRPr/>
            </a:p>
          </p:txBody>
        </p:sp>
        <p:sp>
          <p:nvSpPr>
            <p:cNvPr id="956239643" name="TextBox 8"/>
            <p:cNvSpPr txBox="1"/>
            <p:nvPr/>
          </p:nvSpPr>
          <p:spPr bwMode="auto">
            <a:xfrm rot="0" flipH="0" flipV="0">
              <a:off x="5553536" y="2761016"/>
              <a:ext cx="2763689" cy="462639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40"/>
                </a:lnSpc>
                <a:defRPr/>
              </a:pPr>
              <a:r>
                <a:rPr lang="en-US" sz="26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Python</a:t>
              </a:r>
              <a:endParaRPr/>
            </a:p>
          </p:txBody>
        </p:sp>
        <p:sp>
          <p:nvSpPr>
            <p:cNvPr id="1227605525" name="TextBox 9"/>
            <p:cNvSpPr txBox="1"/>
            <p:nvPr/>
          </p:nvSpPr>
          <p:spPr bwMode="auto">
            <a:xfrm rot="0" flipH="0" flipV="0">
              <a:off x="8696786" y="2761016"/>
              <a:ext cx="2954189" cy="462639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40"/>
                </a:lnSpc>
                <a:defRPr/>
              </a:pPr>
              <a:r>
                <a:rPr lang="en-US" sz="26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Normes ISO</a:t>
              </a:r>
              <a:endParaRPr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noFill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677288234" name=""/>
          <p:cNvGrpSpPr/>
          <p:nvPr/>
        </p:nvGrpSpPr>
        <p:grpSpPr bwMode="auto">
          <a:xfrm>
            <a:off x="2751588" y="1682011"/>
            <a:ext cx="7048941" cy="3286211"/>
            <a:chOff x="0" y="0"/>
            <a:chExt cx="7048941" cy="3286211"/>
          </a:xfrm>
        </p:grpSpPr>
        <p:sp>
          <p:nvSpPr>
            <p:cNvPr id="235134932" name="Freeform 2"/>
            <p:cNvSpPr/>
            <p:nvPr/>
          </p:nvSpPr>
          <p:spPr bwMode="auto">
            <a:xfrm rot="0" flipH="0" flipV="0">
              <a:off x="0" y="0"/>
              <a:ext cx="2558452" cy="2558452"/>
            </a:xfrm>
            <a:custGeom>
              <a:avLst/>
              <a:gdLst/>
              <a:ahLst/>
              <a:cxnLst/>
              <a:rect l="l" t="t" r="r" b="b"/>
              <a:pathLst>
                <a:path w="2558453" h="2558453" fill="norm" stroke="1" extrusionOk="0">
                  <a:moveTo>
                    <a:pt x="0" y="0"/>
                  </a:moveTo>
                  <a:lnTo>
                    <a:pt x="2558452" y="0"/>
                  </a:lnTo>
                  <a:lnTo>
                    <a:pt x="2558452" y="2558453"/>
                  </a:lnTo>
                  <a:lnTo>
                    <a:pt x="0" y="255845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rcRect l="0" t="0" r="0" b="0"/>
              <a:stretch/>
            </a:blipFill>
          </p:spPr>
        </p:sp>
        <p:sp>
          <p:nvSpPr>
            <p:cNvPr id="621507205" name="Freeform 3"/>
            <p:cNvSpPr/>
            <p:nvPr/>
          </p:nvSpPr>
          <p:spPr bwMode="auto">
            <a:xfrm rot="0" flipH="0" flipV="0">
              <a:off x="4291051" y="104467"/>
              <a:ext cx="2349516" cy="2349516"/>
            </a:xfrm>
            <a:custGeom>
              <a:avLst/>
              <a:gdLst/>
              <a:ahLst/>
              <a:cxnLst/>
              <a:rect l="l" t="t" r="r" b="b"/>
              <a:pathLst>
                <a:path w="2349516" h="2349516" fill="norm" stroke="1" extrusionOk="0">
                  <a:moveTo>
                    <a:pt x="0" y="0"/>
                  </a:moveTo>
                  <a:lnTo>
                    <a:pt x="2349516" y="0"/>
                  </a:lnTo>
                  <a:lnTo>
                    <a:pt x="2349516" y="2349517"/>
                  </a:lnTo>
                  <a:lnTo>
                    <a:pt x="0" y="234951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rcRect l="0" t="0" r="0" b="0"/>
              <a:stretch/>
            </a:blipFill>
          </p:spPr>
        </p:sp>
        <p:sp>
          <p:nvSpPr>
            <p:cNvPr id="1352422494" name="TextBox 4"/>
            <p:cNvSpPr txBox="1"/>
            <p:nvPr/>
          </p:nvSpPr>
          <p:spPr bwMode="auto">
            <a:xfrm rot="0">
              <a:off x="378643" y="2837901"/>
              <a:ext cx="1801163" cy="448310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40"/>
                </a:lnSpc>
                <a:defRPr/>
              </a:pPr>
              <a:r>
                <a:rPr lang="en-US" sz="26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andOTP</a:t>
              </a:r>
              <a:endParaRPr/>
            </a:p>
          </p:txBody>
        </p:sp>
        <p:sp>
          <p:nvSpPr>
            <p:cNvPr id="454210958" name="TextBox 5"/>
            <p:cNvSpPr txBox="1"/>
            <p:nvPr/>
          </p:nvSpPr>
          <p:spPr bwMode="auto">
            <a:xfrm rot="0">
              <a:off x="3882678" y="2837901"/>
              <a:ext cx="3166263" cy="448310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40"/>
                </a:lnSpc>
                <a:defRPr/>
              </a:pPr>
              <a:r>
                <a:rPr lang="en-US" sz="26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Authy</a:t>
              </a:r>
              <a:endParaRPr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xmlns:p="http://schemas.openxmlformats.org/presentation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Arial"/>
        <a:cs typeface="Arial"/>
      </a:majorFont>
      <a:minorFont>
        <a:latin typeface="Calibri"/>
        <a:ea typeface="Arial"/>
        <a:cs typeface="Arial"/>
      </a:minorFont>
    </a:fontScheme>
    <a:fmtScheme name="Office">
      <a:fillStyleLst>
        <a:solidFill>
          <a:schemeClr val="phClr"/>
        </a:solidFill>
        <a:gradFill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/>
        </a:gradFill>
        <a:gradFill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/>
        </a:gradFill>
      </a:bgFillStyleLst>
    </a:fmtScheme>
  </a:themeElements>
  <a:objectDefaults/>
</a:theme>
</file>

<file path=ppt/theme/theme2.xml><?xml version="1.0" encoding="utf-8"?>
<a:theme xmlns:a="http://schemas.openxmlformats.org/drawingml/2006/main" xmlns:r="http://schemas.openxmlformats.org/officeDocument/2006/relationships" xmlns:p="http://schemas.openxmlformats.org/presentation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">
      <a:majorFont>
        <a:latin typeface="Calibri"/>
        <a:ea typeface="Arial"/>
        <a:cs typeface="Arial"/>
      </a:majorFont>
      <a:minorFont>
        <a:latin typeface="Calibri"/>
        <a:ea typeface="Arial"/>
        <a:cs typeface="Arial"/>
      </a:minorFont>
    </a:fontScheme>
    <a:fmtScheme name="Office">
      <a:fillStyleLst>
        <a:solidFill>
          <a:schemeClr val="phClr"/>
        </a:solidFill>
        <a:gradFill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/>
        </a:gradFill>
        <a:gradFill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/>
        </a:gradFill>
      </a:bgFillStyleLst>
    </a:fmtScheme>
  </a:themeElements>
  <a:objectDefaults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ONLYOFFICE/9.0.3.29</Application>
  <PresentationFormat>On-screen Show (4:3)</PresentationFormat>
  <Paragraphs>0</Paragraphs>
  <Slides>21</Slides>
  <Notes>21</Notes>
  <HiddenSlides>0</HiddenSlides>
  <MMClips>2</MMClips>
  <ScaleCrop>0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22" baseType="lpstr">
      <vt:lpstr>Theme 1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</vt:vector>
  </TitlesOfParts>
  <Company/>
  <LinksUpToDate>0</LinksUpToDate>
  <SharedDoc>0</SharedDoc>
  <HyperlinksChanged>0</HyperlinksChanged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Planb - SCU101</dc:title>
  <dc:identifier>DAF9OTvybPA</dc:identifier>
  <cp:lastModifiedBy/>
  <cp:revision>8</cp:revision>
  <dcterms:created xsi:type="dcterms:W3CDTF">2006-08-16T00:00:00Z</dcterms:created>
  <dcterms:modified xsi:type="dcterms:W3CDTF">2025-10-16T09:01:46Z</dcterms:modified>
</cp:coreProperties>
</file>