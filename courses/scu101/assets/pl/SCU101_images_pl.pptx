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Nawigacja online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Korzystanie z komputera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Konkretne rozwiązania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Bez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Z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Użytkownik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Klient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Dostawca usług internetowych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Serwer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Użytkownik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Dostawca usług internetowych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Protokół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Nazwa domeny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Domena najwyższego poziomu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Domena drugiego poziomu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Ścieżka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