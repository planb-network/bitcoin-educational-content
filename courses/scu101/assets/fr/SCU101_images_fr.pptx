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Navigation en ligne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Utilisation de l'ordinateur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Solutions concrètes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Sans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Avec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Utilisateur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Client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Fournisseur d'accès à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Serveur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Utilisateur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Fournisseur d'accès à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Protocole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Nom de domaine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Domaine de premier niveau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Domaine de second niveau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Trajectoire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