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Navigazione online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Uso del computer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Soluzioni in calcestruzzo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Cromo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Cromo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Coraggioso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Browser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Senza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Con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Utente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Client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Fornitore di servizi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Server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Utente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Fornitore di servizi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Protocollo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Nome del dominio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Dominio di primo livello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Dominio di secondo livello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Percorso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Finestre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Posta Proton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Autenticatore Google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Chiave di sicurezza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Pitone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Norme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eOTP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