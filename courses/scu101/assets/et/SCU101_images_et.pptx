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Veebipõhine navigeerimine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Arvuti kasutamine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Konkreetsed lahendused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Ilma VPN-ita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VPN-iga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Kasutaja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klient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Interneti-teenuse pakkuja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Kasutaja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Interneti-teenuse pakkuja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Domeeninimi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Tippdomeen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Teise taseme domeen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Tee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