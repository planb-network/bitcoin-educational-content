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Çevrimiçi navigasyon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Bilgisayar kullanımı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Beton çözümleri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VPN olmadan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VPN ile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Kullanıcı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İstemcisi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İnternet Servis Sağlayıcısı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Sunucusu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İnternet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Kullanıcı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İnternet Servis Sağlayıcısı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İnternet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Protokol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Alan adı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Üst düzey alan adı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İkinci düzey alan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Yol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Posta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