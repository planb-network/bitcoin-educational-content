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embedTrueTypeFonts="1" saveSubsetFonts="1">
  <p:sldMasterIdLst>
    <p:sldMasterId id="2147483648" r:id="rId1"/>
  </p:sldMasterIdLst>
  <p:notesMasterIdLst>
    <p:notesMasterId r:id="rId25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</p:sldIdLst>
  <p:sldSz cx="12192000" cy="6858000"/>
  <p:notesSz cx="6858000" cy="9144000"/>
  <p:defaultTextStyle>
    <a:defPPr>
      <a:defRPr lang="en-US"/>
    </a:defPPr>
    <a:lvl1pPr marL="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>
      <p:cViewPr varScale="1">
        <p:scale>
          <a:sx n="74" d="100"/>
          <a:sy n="74" d="100"/>
        </p:scale>
        <p:origin x="-1092" y="-90"/>
      </p:cViewPr>
      <p:guideLst>
        <p:guide pos="2160" orient="horz"/>
        <p:guide pos="2880"/>
      </p:guideLst>
    </p:cSldViewPr>
  </p:slide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slide" Target="slides/slide19.xml"/><Relationship Id="rId23" Type="http://schemas.openxmlformats.org/officeDocument/2006/relationships/slide" Target="slides/slide20.xml"/><Relationship Id="rId24" Type="http://schemas.openxmlformats.org/officeDocument/2006/relationships/slide" Target="slides/slide21.xml"/><Relationship Id="rId25" Type="http://schemas.openxmlformats.org/officeDocument/2006/relationships/notesMaster" Target="notesMasters/notesMaster1.xml"/><Relationship Id="rId26" Type="http://schemas.openxmlformats.org/officeDocument/2006/relationships/presProps" Target="presProps.xml"/><Relationship Id="rId27" Type="http://schemas.openxmlformats.org/officeDocument/2006/relationships/tableStyles" Target="tableStyles.xml"/><Relationship Id="rId28" Type="http://schemas.openxmlformats.org/officeDocument/2006/relationships/viewProps" Target="viewProp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97791588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403088873" name="Date Placeholder 2"/>
          <p:cNvSpPr>
            <a:spLocks noGrp="1"/>
          </p:cNvSpPr>
          <p:nvPr>
            <p:ph type="dt" idx="2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397019446" name="Date Placeholder 2"/>
          <p:cNvSpPr>
            <a:spLocks noGrp="1"/>
          </p:cNvSpPr>
          <p:nvPr>
            <p:ph type="dt" idx="3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048723363" name="Notes Placeholder 4"/>
          <p:cNvSpPr>
            <a:spLocks noGrp="1"/>
          </p:cNvSpPr>
          <p:nvPr>
            <p:ph type="body" sz="quarter" idx="1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/>
          </a:p>
        </p:txBody>
      </p:sp>
      <p:sp>
        <p:nvSpPr>
          <p:cNvPr id="1056903877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888840161" name="Slide Number Placeholder 6"/>
          <p:cNvSpPr>
            <a:spLocks noGrp="1"/>
          </p:cNvSpPr>
          <p:nvPr>
            <p:ph type="sldNum" sz="quarter" idx="10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7701620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41416249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0076720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AF67644-3D00-4344-85FA-4AE388E01C2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5225700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2785149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2351184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3869066-B780-156C-C0E4-B63E5A9860AD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4690937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48233306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0171447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40B08FF-727B-DF33-14B9-3C26325CEBA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156187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7927965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1041042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2176DCC-F3EA-F819-3D8C-59380827F40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7640063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2942478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4100873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92D62FD-D300-1C90-727F-4C214D0BA517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5388803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9215650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3745219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625164C-C457-F7CE-D3F0-1C3E32919DD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831673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89706407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6023681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FBA781B-CAA4-8AD1-3542-3B0463DCD73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4163124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3489831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4345549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1AD30C5-168D-2E72-955D-BF84A37A608D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462421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69900787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0109163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A20E2E4-3A96-6C3C-1799-4BB1FC04A196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6269072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0644158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2070201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DC4CCF2-A05D-CF54-29A6-D2F9F7D8D0FD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569173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4861207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9467915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8FD7BE8-37F1-4C11-1070-F24C3B6912E3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5826678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06983996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7542592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DC71DE2-3D7A-48B2-9947-973BA277E5C3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7668891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480656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6619088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C675C1C-C5E9-20A5-BCD3-0CA414D017D6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3797472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51003110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5092298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9E81334-C396-53D7-E867-CC495E284168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5357648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81556489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4341131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88AAA90-31AA-F8DF-E3DC-431BB8B9CA7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6521859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0824802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1956847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EF206B0-4485-5ADD-B335-2FE9C887D5A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2756839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14809136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2869915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CB2B094-7B2C-3B4E-66C0-5841496B8CAC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132528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3433763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5305668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AB40D7C-96CC-FE55-7472-60EA56BC88FE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1261878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8112554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348118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F93D4DC-34CE-6A5A-9349-0882DF883741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3248247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51717419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3016949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1C55CD1-63AC-DF5A-300F-16428CA0417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8074439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9781126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2764149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00C327D-742E-AC27-CBA0-C187A229568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74129645" name="Title 1"/>
          <p:cNvSpPr>
            <a:spLocks noGrp="1"/>
          </p:cNvSpPr>
          <p:nvPr>
            <p:ph type="ctrTitle"/>
          </p:nvPr>
        </p:nvSpPr>
        <p:spPr bwMode="auto">
          <a:xfrm>
            <a:off x="685800" y="2130425"/>
            <a:ext cx="7772400" cy="1470025"/>
          </a:xfrm>
        </p:spPr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2061259411" name="Subtitle 2"/>
          <p:cNvSpPr>
            <a:spLocks noGrp="1"/>
          </p:cNvSpPr>
          <p:nvPr>
            <p:ph type="subTitle" idx="1"/>
          </p:nvPr>
        </p:nvSpPr>
        <p:spPr bwMode="auto">
          <a:xfrm>
            <a:off x="1371600" y="3886200"/>
            <a:ext cx="6400800" cy="1752599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>
              <a:defRPr/>
            </a:pPr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1644503620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8BD707-D9CF-40AE-B4C6-C98DA3205C09}" type="datetimeFigureOut">
              <a:rPr lang="en-US"/>
              <a:t>8/1/2011</a:t>
            </a:fld>
            <a:endParaRPr lang="en-US"/>
          </a:p>
        </p:txBody>
      </p:sp>
      <p:sp>
        <p:nvSpPr>
          <p:cNvPr id="782851939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937921058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47852057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571862377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768001521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8BD707-D9CF-40AE-B4C6-C98DA3205C09}" type="datetimeFigureOut">
              <a:rPr lang="en-US"/>
              <a:t>8/1/2011</a:t>
            </a:fld>
            <a:endParaRPr lang="en-US"/>
          </a:p>
        </p:txBody>
      </p:sp>
      <p:sp>
        <p:nvSpPr>
          <p:cNvPr id="1862143721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92642216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secHead" userDrawn="1">
  <p:cSld name="Section Head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03617724" name="Title 1"/>
          <p:cNvSpPr>
            <a:spLocks noGrp="1"/>
          </p:cNvSpPr>
          <p:nvPr>
            <p:ph type="title"/>
          </p:nvPr>
        </p:nvSpPr>
        <p:spPr bwMode="auto"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789991050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627725869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8BD707-D9CF-40AE-B4C6-C98DA3205C09}" type="datetimeFigureOut">
              <a:rPr lang="en-US"/>
              <a:t>8/1/2011</a:t>
            </a:fld>
            <a:endParaRPr lang="en-US"/>
          </a:p>
        </p:txBody>
      </p:sp>
      <p:sp>
        <p:nvSpPr>
          <p:cNvPr id="1550291638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654432161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3035336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939420385" name="Content Placeholder 2"/>
          <p:cNvSpPr>
            <a:spLocks noGrp="1"/>
          </p:cNvSpPr>
          <p:nvPr>
            <p:ph sz="half" idx="1"/>
          </p:nvPr>
        </p:nvSpPr>
        <p:spPr bwMode="auto"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2078881859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562662272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8BD707-D9CF-40AE-B4C6-C98DA3205C09}" type="datetimeFigureOut">
              <a:rPr lang="en-US"/>
              <a:t>8/1/2011</a:t>
            </a:fld>
            <a:endParaRPr lang="en-US"/>
          </a:p>
        </p:txBody>
      </p:sp>
      <p:sp>
        <p:nvSpPr>
          <p:cNvPr id="1298448730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414293176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TxTwoObj" userDrawn="1">
  <p:cSld name="Comparis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62422265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252347062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179947677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733993788" name="Text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569812493" name="Content Placeholder 5"/>
          <p:cNvSpPr>
            <a:spLocks noGrp="1"/>
          </p:cNvSpPr>
          <p:nvPr>
            <p:ph sz="quarter" idx="4"/>
          </p:nvPr>
        </p:nvSpPr>
        <p:spPr bwMode="auto"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437385221" name="Date Placeholder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8BD707-D9CF-40AE-B4C6-C98DA3205C09}" type="datetimeFigureOut">
              <a:rPr lang="en-US"/>
              <a:t>8/1/2011</a:t>
            </a:fld>
            <a:endParaRPr lang="en-US"/>
          </a:p>
        </p:txBody>
      </p:sp>
      <p:sp>
        <p:nvSpPr>
          <p:cNvPr id="2004059139" name="Footer Placeholder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868056297" name="Slide Number Placeholder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Only" userDrawn="1">
  <p:cSld name="Title 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82562165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506618909" name="Date Placeholder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8BD707-D9CF-40AE-B4C6-C98DA3205C09}" type="datetimeFigureOut">
              <a:rPr lang="en-US"/>
              <a:t>8/1/2011</a:t>
            </a:fld>
            <a:endParaRPr lang="en-US"/>
          </a:p>
        </p:txBody>
      </p:sp>
      <p:sp>
        <p:nvSpPr>
          <p:cNvPr id="1726588077" name="Footer Placeholder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95441700" name="Slide Number Placeholder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blank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53470525" name="Date Placeholder 1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8BD707-D9CF-40AE-B4C6-C98DA3205C09}" type="datetimeFigureOut">
              <a:rPr lang="en-US"/>
              <a:t>8/1/2011</a:t>
            </a:fld>
            <a:endParaRPr lang="en-US"/>
          </a:p>
        </p:txBody>
      </p:sp>
      <p:sp>
        <p:nvSpPr>
          <p:cNvPr id="1888103419" name="Footer Placeholder 2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485980443" name="Slide Number Placeholder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Tx" userDrawn="1">
  <p:cSld name="Content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50053352" name="Title 1"/>
          <p:cNvSpPr>
            <a:spLocks noGrp="1"/>
          </p:cNvSpPr>
          <p:nvPr>
            <p:ph type="title"/>
          </p:nvPr>
        </p:nvSpPr>
        <p:spPr bwMode="auto"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205937883" name="Content Placeholder 2"/>
          <p:cNvSpPr>
            <a:spLocks noGrp="1"/>
          </p:cNvSpPr>
          <p:nvPr>
            <p:ph idx="1"/>
          </p:nvPr>
        </p:nvSpPr>
        <p:spPr bwMode="auto"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385708935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372906688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8BD707-D9CF-40AE-B4C6-C98DA3205C09}" type="datetimeFigureOut">
              <a:rPr lang="en-US"/>
              <a:t>8/1/2011</a:t>
            </a:fld>
            <a:endParaRPr lang="en-US"/>
          </a:p>
        </p:txBody>
      </p:sp>
      <p:sp>
        <p:nvSpPr>
          <p:cNvPr id="317897660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478291163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picTx" userDrawn="1">
  <p:cSld name="Picture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00382121" name="Title 1"/>
          <p:cNvSpPr>
            <a:spLocks noGrp="1"/>
          </p:cNvSpPr>
          <p:nvPr>
            <p:ph type="title"/>
          </p:nvPr>
        </p:nvSpPr>
        <p:spPr bwMode="auto"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442387833" name="Picture Placeholder 2"/>
          <p:cNvSpPr>
            <a:spLocks noGrp="1"/>
          </p:cNvSpPr>
          <p:nvPr>
            <p:ph type="pic" idx="1"/>
          </p:nvPr>
        </p:nvSpPr>
        <p:spPr bwMode="auto"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>
              <a:defRPr/>
            </a:pPr>
            <a:endParaRPr lang="en-US"/>
          </a:p>
        </p:txBody>
      </p:sp>
      <p:sp>
        <p:nvSpPr>
          <p:cNvPr id="1666149780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815891493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8BD707-D9CF-40AE-B4C6-C98DA3205C09}" type="datetimeFigureOut">
              <a:rPr lang="en-US"/>
              <a:t>8/1/2011</a:t>
            </a:fld>
            <a:endParaRPr lang="en-US"/>
          </a:p>
        </p:txBody>
      </p:sp>
      <p:sp>
        <p:nvSpPr>
          <p:cNvPr id="1678153741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980964417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x" userDrawn="1">
  <p:cSld name="Title and Vertical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8961832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65994761" name="Vertical Text Placeholder 2"/>
          <p:cNvSpPr>
            <a:spLocks noGrp="1"/>
          </p:cNvSpPr>
          <p:nvPr>
            <p:ph type="body" orient="vert" idx="1"/>
          </p:nvPr>
        </p:nvSpPr>
        <p:spPr bwMode="auto"/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920799241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8BD707-D9CF-40AE-B4C6-C98DA3205C09}" type="datetimeFigureOut">
              <a:rPr lang="en-US"/>
              <a:t>8/1/2011</a:t>
            </a:fld>
            <a:endParaRPr lang="en-US"/>
          </a:p>
        </p:txBody>
      </p:sp>
      <p:sp>
        <p:nvSpPr>
          <p:cNvPr id="1746891292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2097956991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itleAndTx" userDrawn="1">
  <p:cSld name="Vertical Title and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42606123" name="Vertical Title 1"/>
          <p:cNvSpPr>
            <a:spLocks noGrp="1"/>
          </p:cNvSpPr>
          <p:nvPr>
            <p:ph type="title" orient="vert"/>
          </p:nvPr>
        </p:nvSpPr>
        <p:spPr bwMode="auto">
          <a:xfrm>
            <a:off x="6629400" y="274638"/>
            <a:ext cx="2057400" cy="5851525"/>
          </a:xfrm>
        </p:spPr>
        <p:txBody>
          <a:bodyPr vert="eaVert"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9371784" name="Vertical Text Placeholder 2"/>
          <p:cNvSpPr>
            <a:spLocks noGrp="1"/>
          </p:cNvSpPr>
          <p:nvPr>
            <p:ph type="body" orient="vert" idx="1"/>
          </p:nvPr>
        </p:nvSpPr>
        <p:spPr bwMode="auto">
          <a:xfrm>
            <a:off x="457200" y="274638"/>
            <a:ext cx="6019800" cy="5851525"/>
          </a:xfrm>
        </p:spPr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390061909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8BD707-D9CF-40AE-B4C6-C98DA3205C09}" type="datetimeFigureOut">
              <a:rPr lang="en-US"/>
              <a:t>8/1/2011</a:t>
            </a:fld>
            <a:endParaRPr lang="en-US"/>
          </a:p>
        </p:txBody>
      </p:sp>
      <p:sp>
        <p:nvSpPr>
          <p:cNvPr id="1218123309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296583723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79145258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8396155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467195889" name="Date Placeholder 3"/>
          <p:cNvSpPr>
            <a:spLocks noGrp="1"/>
          </p:cNvSpPr>
          <p:nvPr>
            <p:ph type="dt" sz="half" idx="2"/>
          </p:nvPr>
        </p:nvSpPr>
        <p:spPr bwMode="auto"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8/1/2011</a:t>
            </a:fld>
            <a:endParaRPr lang="en-US"/>
          </a:p>
        </p:txBody>
      </p:sp>
      <p:sp>
        <p:nvSpPr>
          <p:cNvPr id="2037972869" name="Footer Placeholder 4"/>
          <p:cNvSpPr>
            <a:spLocks noGrp="1"/>
          </p:cNvSpPr>
          <p:nvPr>
            <p:ph type="ftr" sz="quarter" idx="3"/>
          </p:nvPr>
        </p:nvSpPr>
        <p:spPr bwMode="auto"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79996574" name="Slide Number Placeholder 5"/>
          <p:cNvSpPr>
            <a:spLocks noGrp="1"/>
          </p:cNvSpPr>
          <p:nvPr>
            <p:ph type="sldNum" sz="quarter" idx="4"/>
          </p:nvPr>
        </p:nvSpPr>
        <p:spPr bwMode="auto"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>
        <a:spcBef>
          <a:spcPts val="0"/>
        </a:spcBef>
        <a:buFont typeface="Arial"/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>
        <a:spcBef>
          <a:spcPts val="0"/>
        </a:spcBef>
        <a:buFont typeface="Arial"/>
        <a:buChar char="–"/>
        <a:defRPr sz="28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>
        <a:spcBef>
          <a:spcPts val="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>
        <a:spcBef>
          <a:spcPts val="0"/>
        </a:spcBef>
        <a:buFont typeface="Arial"/>
        <a:buChar char="–"/>
        <a:defRPr sz="20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>
        <a:spcBef>
          <a:spcPts val="0"/>
        </a:spcBef>
        <a:buFont typeface="Arial"/>
        <a:buChar char="»"/>
        <a:defRPr sz="20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7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8.png"/><Relationship Id="rId4" Type="http://schemas.openxmlformats.org/officeDocument/2006/relationships/image" Target="../media/image9.png"/><Relationship Id="rId5" Type="http://schemas.openxmlformats.org/officeDocument/2006/relationships/image" Target="../media/image10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1.png"/><Relationship Id="rId4" Type="http://schemas.openxmlformats.org/officeDocument/2006/relationships/image" Target="../media/image12.png"/><Relationship Id="rId5" Type="http://schemas.openxmlformats.org/officeDocument/2006/relationships/image" Target="../media/image1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1.png"/><Relationship Id="rId4" Type="http://schemas.openxmlformats.org/officeDocument/2006/relationships/image" Target="../media/image14.png"/><Relationship Id="rId5" Type="http://schemas.openxmlformats.org/officeDocument/2006/relationships/image" Target="../media/image1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6.png"/><Relationship Id="rId4" Type="http://schemas.openxmlformats.org/officeDocument/2006/relationships/image" Target="../media/image17.png"/><Relationship Id="rId5" Type="http://schemas.openxmlformats.org/officeDocument/2006/relationships/image" Target="../media/image18.png"/><Relationship Id="rId6" Type="http://schemas.openxmlformats.org/officeDocument/2006/relationships/image" Target="../media/image19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Relationship Id="rId4" Type="http://schemas.openxmlformats.org/officeDocument/2006/relationships/image" Target="../media/image11.png"/><Relationship Id="rId5" Type="http://schemas.openxmlformats.org/officeDocument/2006/relationships/image" Target="../media/image20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1.png"/><Relationship Id="rId4" Type="http://schemas.openxmlformats.org/officeDocument/2006/relationships/image" Target="../media/image22.png"/><Relationship Id="rId5" Type="http://schemas.openxmlformats.org/officeDocument/2006/relationships/image" Target="../media/image23.png"/><Relationship Id="rId6" Type="http://schemas.openxmlformats.org/officeDocument/2006/relationships/image" Target="../media/image24.png"/><Relationship Id="rId7" Type="http://schemas.openxmlformats.org/officeDocument/2006/relationships/image" Target="../media/image25.png"/><Relationship Id="rId8" Type="http://schemas.openxmlformats.org/officeDocument/2006/relationships/image" Target="../media/image26.png"/><Relationship Id="rId9" Type="http://schemas.openxmlformats.org/officeDocument/2006/relationships/image" Target="../media/image27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8.png"/><Relationship Id="rId4" Type="http://schemas.openxmlformats.org/officeDocument/2006/relationships/image" Target="../media/image29.png"/><Relationship Id="rId5" Type="http://schemas.openxmlformats.org/officeDocument/2006/relationships/image" Target="../media/image30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1.png"/><Relationship Id="rId4" Type="http://schemas.openxmlformats.org/officeDocument/2006/relationships/image" Target="../media/image32.png"/><Relationship Id="rId5" Type="http://schemas.openxmlformats.org/officeDocument/2006/relationships/image" Target="../media/image33.png"/><Relationship Id="rId6" Type="http://schemas.openxmlformats.org/officeDocument/2006/relationships/image" Target="../media/image34.png"/><Relationship Id="rId7" Type="http://schemas.openxmlformats.org/officeDocument/2006/relationships/image" Target="../media/image35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36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7.png"/><Relationship Id="rId4" Type="http://schemas.openxmlformats.org/officeDocument/2006/relationships/image" Target="../media/image11.png"/><Relationship Id="rId5" Type="http://schemas.openxmlformats.org/officeDocument/2006/relationships/image" Target="../media/image38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9.png"/><Relationship Id="rId4" Type="http://schemas.openxmlformats.org/officeDocument/2006/relationships/image" Target="../media/image40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1.png"/><Relationship Id="rId4" Type="http://schemas.openxmlformats.org/officeDocument/2006/relationships/image" Target="../media/image4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1.png"/><Relationship Id="rId4" Type="http://schemas.openxmlformats.org/officeDocument/2006/relationships/image" Target="../media/image42.png"/><Relationship Id="rId5" Type="http://schemas.openxmlformats.org/officeDocument/2006/relationships/image" Target="../media/image43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1.png"/><Relationship Id="rId4" Type="http://schemas.openxmlformats.org/officeDocument/2006/relationships/image" Target="../media/image44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45.png"/><Relationship Id="rId4" Type="http://schemas.openxmlformats.org/officeDocument/2006/relationships/image" Target="../media/image46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47.png"/><Relationship Id="rId4" Type="http://schemas.openxmlformats.org/officeDocument/2006/relationships/image" Target="../media/image48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49.png"/><Relationship Id="rId4" Type="http://schemas.openxmlformats.org/officeDocument/2006/relationships/image" Target="../media/image50.png"/><Relationship Id="rId5" Type="http://schemas.openxmlformats.org/officeDocument/2006/relationships/image" Target="../media/image51.png"/><Relationship Id="rId6" Type="http://schemas.openxmlformats.org/officeDocument/2006/relationships/image" Target="../media/image52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53.png"/><Relationship Id="rId4" Type="http://schemas.openxmlformats.org/officeDocument/2006/relationships/image" Target="../media/image54.png"/><Relationship Id="rId5" Type="http://schemas.openxmlformats.org/officeDocument/2006/relationships/image" Target="../media/image55.png"/><Relationship Id="rId6" Type="http://schemas.openxmlformats.org/officeDocument/2006/relationships/image" Target="../media/image56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57.png"/><Relationship Id="rId4" Type="http://schemas.openxmlformats.org/officeDocument/2006/relationships/image" Target="../media/image5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56979208" name="Freeform 3"/>
          <p:cNvSpPr/>
          <p:nvPr/>
        </p:nvSpPr>
        <p:spPr bwMode="auto">
          <a:xfrm rot="0" flipH="0" flipV="0">
            <a:off x="6256042" y="2984845"/>
            <a:ext cx="4967997" cy="955029"/>
          </a:xfrm>
          <a:custGeom>
            <a:avLst/>
            <a:gdLst/>
            <a:ahLst/>
            <a:cxnLst/>
            <a:rect l="l" t="t" r="r" b="b"/>
            <a:pathLst>
              <a:path w="1962666" h="377296" fill="norm" stroke="1" extrusionOk="0">
                <a:moveTo>
                  <a:pt x="52984" y="0"/>
                </a:moveTo>
                <a:lnTo>
                  <a:pt x="1909682" y="0"/>
                </a:lnTo>
                <a:cubicBezTo>
                  <a:pt x="1923734" y="0"/>
                  <a:pt x="1937211" y="5582"/>
                  <a:pt x="1947147" y="15519"/>
                </a:cubicBezTo>
                <a:cubicBezTo>
                  <a:pt x="1957084" y="25455"/>
                  <a:pt x="1962666" y="38932"/>
                  <a:pt x="1962666" y="52984"/>
                </a:cubicBezTo>
                <a:lnTo>
                  <a:pt x="1962666" y="324312"/>
                </a:lnTo>
                <a:cubicBezTo>
                  <a:pt x="1962666" y="353574"/>
                  <a:pt x="1938944" y="377296"/>
                  <a:pt x="1909682" y="377296"/>
                </a:cubicBezTo>
                <a:lnTo>
                  <a:pt x="52984" y="377296"/>
                </a:lnTo>
                <a:cubicBezTo>
                  <a:pt x="23722" y="377296"/>
                  <a:pt x="0" y="353574"/>
                  <a:pt x="0" y="324312"/>
                </a:cubicBezTo>
                <a:lnTo>
                  <a:pt x="0" y="52984"/>
                </a:lnTo>
                <a:cubicBezTo>
                  <a:pt x="0" y="38932"/>
                  <a:pt x="5582" y="25455"/>
                  <a:pt x="15519" y="15519"/>
                </a:cubicBezTo>
                <a:cubicBezTo>
                  <a:pt x="25455" y="5582"/>
                  <a:pt x="38932" y="0"/>
                  <a:pt x="52984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529533089" name="TextBox 4"/>
          <p:cNvSpPr txBox="1"/>
          <p:nvPr/>
        </p:nvSpPr>
        <p:spPr bwMode="auto">
          <a:xfrm rot="0" flipH="0" flipV="0">
            <a:off x="6256041" y="2984844"/>
            <a:ext cx="4967996" cy="955029"/>
          </a:xfrm>
          <a:prstGeom prst="rect">
            <a:avLst/>
          </a:prstGeom>
          <a:grpFill/>
        </p:spPr>
        <p:txBody>
          <a:bodyPr vertOverflow="overflow" horzOverflow="overflow" vert="horz" wrap="square" lIns="50799" tIns="50799" rIns="50799" bIns="50799" numCol="1" spcCol="0" rtlCol="0" fromWordArt="0" anchor="ctr" anchorCtr="0" forceAA="0" upright="0" compatLnSpc="0"/>
          <a:lstStyle/>
          <a:p>
            <a:pPr algn="ctr">
              <a:lnSpc>
                <a:spcPct val="100000"/>
              </a:lnSpc>
              <a:defRPr/>
            </a:pPr>
            <a:r>
              <a:rPr sz="2600" b="1" lang="en-US">
                <a:solidFill>
                  <a:srgbClr val="FFFFFF"/>
                </a:solidFill>
                <a:latin typeface="IBM Plex Sans"/>
              </a:rPr>
              <a:t>Navegación en línea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573260422" name="Freeform 5"/>
          <p:cNvSpPr/>
          <p:nvPr/>
        </p:nvSpPr>
        <p:spPr bwMode="auto">
          <a:xfrm rot="0" flipH="0" flipV="0">
            <a:off x="967959" y="2729677"/>
            <a:ext cx="1498729" cy="1498729"/>
          </a:xfrm>
          <a:custGeom>
            <a:avLst/>
            <a:gdLst/>
            <a:ahLst/>
            <a:cxnLst/>
            <a:rect l="l" t="t" r="r" b="b"/>
            <a:pathLst>
              <a:path w="1498730" h="1498730" fill="norm" stroke="1" extrusionOk="0">
                <a:moveTo>
                  <a:pt x="0" y="0"/>
                </a:moveTo>
                <a:lnTo>
                  <a:pt x="1498730" y="0"/>
                </a:lnTo>
                <a:lnTo>
                  <a:pt x="1498730" y="1498730"/>
                </a:lnTo>
                <a:lnTo>
                  <a:pt x="0" y="149873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091608501" name="AutoShape 6"/>
          <p:cNvSpPr/>
          <p:nvPr/>
        </p:nvSpPr>
        <p:spPr bwMode="auto">
          <a:xfrm>
            <a:off x="4079275" y="3462361"/>
            <a:ext cx="2043419" cy="0"/>
          </a:xfrm>
          <a:prstGeom prst="line">
            <a:avLst/>
          </a:prstGeom>
          <a:ln w="6667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p/>
        </p:txBody>
      </p:sp>
      <p:sp>
        <p:nvSpPr>
          <p:cNvPr id="1773528658" name="AutoShape 7"/>
          <p:cNvSpPr/>
          <p:nvPr/>
        </p:nvSpPr>
        <p:spPr bwMode="auto">
          <a:xfrm>
            <a:off x="4079275" y="1490813"/>
            <a:ext cx="0" cy="3909733"/>
          </a:xfrm>
          <a:prstGeom prst="line">
            <a:avLst/>
          </a:prstGeom>
          <a:ln w="666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647694261" name="Freeform 8"/>
          <p:cNvSpPr/>
          <p:nvPr/>
        </p:nvSpPr>
        <p:spPr bwMode="auto">
          <a:xfrm rot="0" flipH="0" flipV="0">
            <a:off x="967959" y="4649876"/>
            <a:ext cx="1544681" cy="1434623"/>
          </a:xfrm>
          <a:custGeom>
            <a:avLst/>
            <a:gdLst/>
            <a:ahLst/>
            <a:cxnLst/>
            <a:rect l="l" t="t" r="r" b="b"/>
            <a:pathLst>
              <a:path w="1544681" h="1434623" fill="norm" stroke="1" extrusionOk="0">
                <a:moveTo>
                  <a:pt x="0" y="0"/>
                </a:moveTo>
                <a:lnTo>
                  <a:pt x="1544681" y="0"/>
                </a:lnTo>
                <a:lnTo>
                  <a:pt x="1544681" y="1434623"/>
                </a:lnTo>
                <a:lnTo>
                  <a:pt x="0" y="143462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rcRect l="0" t="0" r="0" b="0"/>
            <a:stretch/>
          </a:blipFill>
        </p:spPr>
        <p:txBody>
          <a:bodyPr/>
          <a:p/>
        </p:txBody>
      </p:sp>
      <p:sp>
        <p:nvSpPr>
          <p:cNvPr id="564201547" name="Freeform 9"/>
          <p:cNvSpPr/>
          <p:nvPr/>
        </p:nvSpPr>
        <p:spPr bwMode="auto">
          <a:xfrm rot="0" flipH="0" flipV="0">
            <a:off x="989626" y="773501"/>
            <a:ext cx="1501345" cy="1501345"/>
          </a:xfrm>
          <a:custGeom>
            <a:avLst/>
            <a:gdLst/>
            <a:ahLst/>
            <a:cxnLst/>
            <a:rect l="l" t="t" r="r" b="b"/>
            <a:pathLst>
              <a:path w="1501345" h="1501345" fill="norm" stroke="1" extrusionOk="0">
                <a:moveTo>
                  <a:pt x="0" y="0"/>
                </a:moveTo>
                <a:lnTo>
                  <a:pt x="1501345" y="0"/>
                </a:lnTo>
                <a:lnTo>
                  <a:pt x="1501345" y="1501345"/>
                </a:lnTo>
                <a:lnTo>
                  <a:pt x="0" y="150134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rcRect l="0" t="0" r="0" b="0"/>
            <a:stretch/>
          </a:blipFill>
        </p:spPr>
        <p:txBody>
          <a:bodyPr/>
          <a:p/>
        </p:txBody>
      </p:sp>
      <p:sp>
        <p:nvSpPr>
          <p:cNvPr id="1220387659" name="AutoShape 10"/>
          <p:cNvSpPr/>
          <p:nvPr/>
        </p:nvSpPr>
        <p:spPr bwMode="auto">
          <a:xfrm flipH="1">
            <a:off x="2688268" y="1524174"/>
            <a:ext cx="1419582" cy="0"/>
          </a:xfrm>
          <a:prstGeom prst="line">
            <a:avLst/>
          </a:prstGeom>
          <a:ln w="666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2090231089" name="AutoShape 11"/>
          <p:cNvSpPr/>
          <p:nvPr/>
        </p:nvSpPr>
        <p:spPr bwMode="auto">
          <a:xfrm flipH="1">
            <a:off x="2688268" y="3462361"/>
            <a:ext cx="1391007" cy="0"/>
          </a:xfrm>
          <a:prstGeom prst="line">
            <a:avLst/>
          </a:prstGeom>
          <a:ln w="666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912373558" name="AutoShape 12"/>
          <p:cNvSpPr/>
          <p:nvPr/>
        </p:nvSpPr>
        <p:spPr bwMode="auto">
          <a:xfrm flipH="1">
            <a:off x="2688268" y="5367187"/>
            <a:ext cx="1419582" cy="0"/>
          </a:xfrm>
          <a:prstGeom prst="line">
            <a:avLst/>
          </a:prstGeom>
          <a:ln w="666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24165300" name="Freeform 3"/>
          <p:cNvSpPr/>
          <p:nvPr/>
        </p:nvSpPr>
        <p:spPr bwMode="auto">
          <a:xfrm rot="0" flipH="0" flipV="0">
            <a:off x="5579737" y="2980233"/>
            <a:ext cx="6090439" cy="955029"/>
          </a:xfrm>
          <a:custGeom>
            <a:avLst/>
            <a:gdLst/>
            <a:ahLst/>
            <a:cxnLst/>
            <a:rect l="l" t="t" r="r" b="b"/>
            <a:pathLst>
              <a:path w="2406100" h="377296" fill="norm" stroke="1" extrusionOk="0">
                <a:moveTo>
                  <a:pt x="43219" y="0"/>
                </a:moveTo>
                <a:lnTo>
                  <a:pt x="2362880" y="0"/>
                </a:lnTo>
                <a:cubicBezTo>
                  <a:pt x="2386750" y="0"/>
                  <a:pt x="2406100" y="19350"/>
                  <a:pt x="2406100" y="43219"/>
                </a:cubicBezTo>
                <a:lnTo>
                  <a:pt x="2406100" y="334077"/>
                </a:lnTo>
                <a:cubicBezTo>
                  <a:pt x="2406100" y="357946"/>
                  <a:pt x="2386750" y="377296"/>
                  <a:pt x="2362880" y="377296"/>
                </a:cubicBezTo>
                <a:lnTo>
                  <a:pt x="43219" y="377296"/>
                </a:lnTo>
                <a:cubicBezTo>
                  <a:pt x="19350" y="377296"/>
                  <a:pt x="0" y="357946"/>
                  <a:pt x="0" y="334077"/>
                </a:cubicBezTo>
                <a:lnTo>
                  <a:pt x="0" y="43219"/>
                </a:lnTo>
                <a:cubicBezTo>
                  <a:pt x="0" y="19350"/>
                  <a:pt x="19350" y="0"/>
                  <a:pt x="43219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1486656808" name="TextBox 4"/>
          <p:cNvSpPr txBox="1"/>
          <p:nvPr/>
        </p:nvSpPr>
        <p:spPr bwMode="auto">
          <a:xfrm rot="0" flipH="0" flipV="0">
            <a:off x="5579736" y="2980233"/>
            <a:ext cx="6090438" cy="955029"/>
          </a:xfrm>
          <a:prstGeom prst="rect">
            <a:avLst/>
          </a:prstGeom>
          <a:grpFill/>
        </p:spPr>
        <p:txBody>
          <a:bodyPr vertOverflow="overflow" horzOverflow="overflow" vert="horz" wrap="square" lIns="50799" tIns="50799" rIns="50799" bIns="50799" numCol="1" spcCol="0" rtlCol="0" fromWordArt="0" anchor="ctr" anchorCtr="0" forceAA="0" upright="0" compatLnSpc="0"/>
          <a:lstStyle/>
          <a:p>
            <a:pPr algn="ctr">
              <a:lnSpc>
                <a:spcPct val="100000"/>
              </a:lnSpc>
              <a:defRPr/>
            </a:pPr>
            <a:r>
              <a:rPr sz="2600" b="1" lang="en-US">
                <a:solidFill>
                  <a:srgbClr val="FFFFFF"/>
                </a:solidFill>
                <a:latin typeface="IBM Plex Sans"/>
              </a:rPr>
              <a:t>Uso del ordenador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333633886" name="AutoShape 5"/>
          <p:cNvSpPr/>
          <p:nvPr/>
        </p:nvSpPr>
        <p:spPr bwMode="auto">
          <a:xfrm>
            <a:off x="3953538" y="3457749"/>
            <a:ext cx="1404053" cy="0"/>
          </a:xfrm>
          <a:prstGeom prst="line">
            <a:avLst/>
          </a:prstGeom>
          <a:ln w="6667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p/>
        </p:txBody>
      </p:sp>
      <p:sp>
        <p:nvSpPr>
          <p:cNvPr id="706308324" name="AutoShape 6"/>
          <p:cNvSpPr/>
          <p:nvPr/>
        </p:nvSpPr>
        <p:spPr bwMode="auto">
          <a:xfrm>
            <a:off x="3953538" y="1181038"/>
            <a:ext cx="0" cy="4553837"/>
          </a:xfrm>
          <a:prstGeom prst="line">
            <a:avLst/>
          </a:prstGeom>
          <a:ln w="666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2109372573" name="AutoShape 7"/>
          <p:cNvSpPr/>
          <p:nvPr/>
        </p:nvSpPr>
        <p:spPr bwMode="auto">
          <a:xfrm flipH="1">
            <a:off x="2562531" y="1212862"/>
            <a:ext cx="1419582" cy="0"/>
          </a:xfrm>
          <a:prstGeom prst="line">
            <a:avLst/>
          </a:prstGeom>
          <a:ln w="666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235767852" name="AutoShape 8"/>
          <p:cNvSpPr/>
          <p:nvPr/>
        </p:nvSpPr>
        <p:spPr bwMode="auto">
          <a:xfrm flipH="1">
            <a:off x="2562531" y="2712899"/>
            <a:ext cx="1391007" cy="0"/>
          </a:xfrm>
          <a:prstGeom prst="line">
            <a:avLst/>
          </a:prstGeom>
          <a:ln w="666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716562788" name="AutoShape 9"/>
          <p:cNvSpPr/>
          <p:nvPr/>
        </p:nvSpPr>
        <p:spPr bwMode="auto">
          <a:xfrm flipH="1">
            <a:off x="2562531" y="4209763"/>
            <a:ext cx="1419582" cy="0"/>
          </a:xfrm>
          <a:prstGeom prst="line">
            <a:avLst/>
          </a:prstGeom>
          <a:ln w="666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495825195" name="AutoShape 11"/>
          <p:cNvSpPr/>
          <p:nvPr/>
        </p:nvSpPr>
        <p:spPr bwMode="auto">
          <a:xfrm flipH="1">
            <a:off x="2562531" y="5702637"/>
            <a:ext cx="1419582" cy="0"/>
          </a:xfrm>
          <a:prstGeom prst="line">
            <a:avLst/>
          </a:prstGeom>
          <a:ln w="666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28409874" name="Freeform 12"/>
          <p:cNvSpPr/>
          <p:nvPr/>
        </p:nvSpPr>
        <p:spPr bwMode="auto">
          <a:xfrm rot="0" flipH="0" flipV="0">
            <a:off x="521821" y="3671955"/>
            <a:ext cx="1912207" cy="1075617"/>
          </a:xfrm>
          <a:custGeom>
            <a:avLst/>
            <a:gdLst/>
            <a:ahLst/>
            <a:cxnLst/>
            <a:rect l="l" t="t" r="r" b="b"/>
            <a:pathLst>
              <a:path w="1912207" h="1075617" fill="norm" stroke="1" extrusionOk="0">
                <a:moveTo>
                  <a:pt x="0" y="0"/>
                </a:moveTo>
                <a:lnTo>
                  <a:pt x="1912208" y="0"/>
                </a:lnTo>
                <a:lnTo>
                  <a:pt x="1912208" y="1075617"/>
                </a:lnTo>
                <a:lnTo>
                  <a:pt x="0" y="107561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419158197" name="Freeform 13"/>
          <p:cNvSpPr/>
          <p:nvPr/>
        </p:nvSpPr>
        <p:spPr bwMode="auto">
          <a:xfrm rot="0" flipH="0" flipV="0">
            <a:off x="947959" y="1999222"/>
            <a:ext cx="1059933" cy="1256020"/>
          </a:xfrm>
          <a:custGeom>
            <a:avLst/>
            <a:gdLst/>
            <a:ahLst/>
            <a:cxnLst/>
            <a:rect l="l" t="t" r="r" b="b"/>
            <a:pathLst>
              <a:path w="1059933" h="1256020" fill="norm" stroke="1" extrusionOk="0">
                <a:moveTo>
                  <a:pt x="0" y="0"/>
                </a:moveTo>
                <a:lnTo>
                  <a:pt x="1059932" y="0"/>
                </a:lnTo>
                <a:lnTo>
                  <a:pt x="1059932" y="1256020"/>
                </a:lnTo>
                <a:lnTo>
                  <a:pt x="0" y="125602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rcRect l="0" t="0" r="0" b="0"/>
            <a:stretch/>
          </a:blipFill>
        </p:spPr>
        <p:txBody>
          <a:bodyPr/>
          <a:p/>
        </p:txBody>
      </p:sp>
      <p:sp>
        <p:nvSpPr>
          <p:cNvPr id="2058670167" name="Freeform 14"/>
          <p:cNvSpPr/>
          <p:nvPr/>
        </p:nvSpPr>
        <p:spPr bwMode="auto">
          <a:xfrm rot="0" flipH="0" flipV="0">
            <a:off x="733241" y="5007326"/>
            <a:ext cx="1487297" cy="1390622"/>
          </a:xfrm>
          <a:custGeom>
            <a:avLst/>
            <a:gdLst/>
            <a:ahLst/>
            <a:cxnLst/>
            <a:rect l="l" t="t" r="r" b="b"/>
            <a:pathLst>
              <a:path w="1487297" h="1390622" fill="norm" stroke="1" extrusionOk="0">
                <a:moveTo>
                  <a:pt x="0" y="0"/>
                </a:moveTo>
                <a:lnTo>
                  <a:pt x="1487296" y="0"/>
                </a:lnTo>
                <a:lnTo>
                  <a:pt x="1487296" y="1390622"/>
                </a:lnTo>
                <a:lnTo>
                  <a:pt x="0" y="139062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rcRect l="0" t="0" r="0" b="0"/>
            <a:stretch/>
          </a:blipFill>
        </p:spPr>
        <p:txBody>
          <a:bodyPr/>
          <a:p/>
        </p:txBody>
      </p:sp>
      <p:pic>
        <p:nvPicPr>
          <p:cNvPr id="287702904" name=""/>
          <p:cNvPicPr>
            <a:picLocks noChangeAspect="1"/>
          </p:cNvPicPr>
          <p:nvPr/>
        </p:nvPicPr>
        <p:blipFill>
          <a:blip r:embed="rId6"/>
          <a:stretch/>
        </p:blipFill>
        <p:spPr bwMode="auto">
          <a:xfrm flipH="0" flipV="0">
            <a:off x="173399" y="103655"/>
            <a:ext cx="2527421" cy="189556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43396435" name="Freeform 3"/>
          <p:cNvSpPr/>
          <p:nvPr/>
        </p:nvSpPr>
        <p:spPr bwMode="auto">
          <a:xfrm rot="0" flipH="0" flipV="0">
            <a:off x="5734964" y="2951483"/>
            <a:ext cx="5937588" cy="955029"/>
          </a:xfrm>
          <a:custGeom>
            <a:avLst/>
            <a:gdLst/>
            <a:ahLst/>
            <a:cxnLst/>
            <a:rect l="l" t="t" r="r" b="b"/>
            <a:pathLst>
              <a:path w="2345714" h="377296" fill="norm" stroke="1" extrusionOk="0">
                <a:moveTo>
                  <a:pt x="44332" y="0"/>
                </a:moveTo>
                <a:lnTo>
                  <a:pt x="2301382" y="0"/>
                </a:lnTo>
                <a:cubicBezTo>
                  <a:pt x="2313139" y="0"/>
                  <a:pt x="2324415" y="4671"/>
                  <a:pt x="2332729" y="12985"/>
                </a:cubicBezTo>
                <a:cubicBezTo>
                  <a:pt x="2341043" y="21298"/>
                  <a:pt x="2345714" y="32574"/>
                  <a:pt x="2345714" y="44332"/>
                </a:cubicBezTo>
                <a:lnTo>
                  <a:pt x="2345714" y="332964"/>
                </a:lnTo>
                <a:cubicBezTo>
                  <a:pt x="2345714" y="344721"/>
                  <a:pt x="2341043" y="355998"/>
                  <a:pt x="2332729" y="364311"/>
                </a:cubicBezTo>
                <a:cubicBezTo>
                  <a:pt x="2324415" y="372625"/>
                  <a:pt x="2313139" y="377296"/>
                  <a:pt x="2301382" y="377296"/>
                </a:cubicBezTo>
                <a:lnTo>
                  <a:pt x="44332" y="377296"/>
                </a:lnTo>
                <a:cubicBezTo>
                  <a:pt x="32574" y="377296"/>
                  <a:pt x="21298" y="372625"/>
                  <a:pt x="12985" y="364311"/>
                </a:cubicBezTo>
                <a:cubicBezTo>
                  <a:pt x="4671" y="355998"/>
                  <a:pt x="0" y="344721"/>
                  <a:pt x="0" y="332964"/>
                </a:cubicBezTo>
                <a:lnTo>
                  <a:pt x="0" y="44332"/>
                </a:lnTo>
                <a:cubicBezTo>
                  <a:pt x="0" y="32574"/>
                  <a:pt x="4671" y="21298"/>
                  <a:pt x="12985" y="12985"/>
                </a:cubicBezTo>
                <a:cubicBezTo>
                  <a:pt x="21298" y="4671"/>
                  <a:pt x="32574" y="0"/>
                  <a:pt x="44332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1021780123" name="TextBox 4"/>
          <p:cNvSpPr txBox="1"/>
          <p:nvPr/>
        </p:nvSpPr>
        <p:spPr bwMode="auto">
          <a:xfrm rot="0" flipH="0" flipV="0">
            <a:off x="5734963" y="2951482"/>
            <a:ext cx="5937588" cy="955030"/>
          </a:xfrm>
          <a:prstGeom prst="rect">
            <a:avLst/>
          </a:prstGeom>
          <a:grpFill/>
        </p:spPr>
        <p:txBody>
          <a:bodyPr vertOverflow="overflow" horzOverflow="overflow" vert="horz" wrap="square" lIns="50799" tIns="50799" rIns="50799" bIns="50799" numCol="1" spcCol="0" rtlCol="0" fromWordArt="0" anchor="ctr" anchorCtr="0" forceAA="0" upright="0" compatLnSpc="0"/>
          <a:lstStyle/>
          <a:p>
            <a:pPr algn="ctr">
              <a:lnSpc>
                <a:spcPct val="100000"/>
              </a:lnSpc>
              <a:defRPr/>
            </a:pPr>
            <a:r>
              <a:rPr sz="2400" b="1" lang="en-US">
                <a:solidFill>
                  <a:srgbClr val="FFFFFF"/>
                </a:solidFill>
                <a:latin typeface="IBM Plex Sans"/>
              </a:rPr>
              <a:t>Soluciones concretas</a:t>
            </a:r>
            <a:endParaRPr sz="1200">
              <a:latin typeface="IBM Plex Sans"/>
              <a:cs typeface="IBM Plex Sans"/>
            </a:endParaRPr>
          </a:p>
        </p:txBody>
      </p:sp>
      <p:sp>
        <p:nvSpPr>
          <p:cNvPr id="1933317765" name="AutoShape 5"/>
          <p:cNvSpPr/>
          <p:nvPr/>
        </p:nvSpPr>
        <p:spPr bwMode="auto">
          <a:xfrm>
            <a:off x="4117375" y="3445681"/>
            <a:ext cx="1392932" cy="0"/>
          </a:xfrm>
          <a:prstGeom prst="line">
            <a:avLst/>
          </a:prstGeom>
          <a:ln w="6667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p/>
        </p:txBody>
      </p:sp>
      <p:sp>
        <p:nvSpPr>
          <p:cNvPr id="190664071" name="AutoShape 6"/>
          <p:cNvSpPr/>
          <p:nvPr/>
        </p:nvSpPr>
        <p:spPr bwMode="auto">
          <a:xfrm>
            <a:off x="4117375" y="1474134"/>
            <a:ext cx="0" cy="3909733"/>
          </a:xfrm>
          <a:prstGeom prst="line">
            <a:avLst/>
          </a:prstGeom>
          <a:ln w="666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841452301" name="AutoShape 7"/>
          <p:cNvSpPr/>
          <p:nvPr/>
        </p:nvSpPr>
        <p:spPr bwMode="auto">
          <a:xfrm flipH="1">
            <a:off x="2726368" y="1507493"/>
            <a:ext cx="1419582" cy="0"/>
          </a:xfrm>
          <a:prstGeom prst="line">
            <a:avLst/>
          </a:prstGeom>
          <a:ln w="666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386990768" name="AutoShape 8"/>
          <p:cNvSpPr/>
          <p:nvPr/>
        </p:nvSpPr>
        <p:spPr bwMode="auto">
          <a:xfrm flipH="1">
            <a:off x="2726368" y="3445681"/>
            <a:ext cx="1391007" cy="0"/>
          </a:xfrm>
          <a:prstGeom prst="line">
            <a:avLst/>
          </a:prstGeom>
          <a:ln w="666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444960263" name="AutoShape 9"/>
          <p:cNvSpPr/>
          <p:nvPr/>
        </p:nvSpPr>
        <p:spPr bwMode="auto">
          <a:xfrm flipH="1">
            <a:off x="2726368" y="5350507"/>
            <a:ext cx="1419582" cy="0"/>
          </a:xfrm>
          <a:prstGeom prst="line">
            <a:avLst/>
          </a:prstGeom>
          <a:ln w="666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176869678" name="Freeform 10"/>
          <p:cNvSpPr/>
          <p:nvPr/>
        </p:nvSpPr>
        <p:spPr bwMode="auto">
          <a:xfrm rot="0" flipH="0" flipV="0">
            <a:off x="968339" y="4542537"/>
            <a:ext cx="1615939" cy="1615939"/>
          </a:xfrm>
          <a:custGeom>
            <a:avLst/>
            <a:gdLst/>
            <a:ahLst/>
            <a:cxnLst/>
            <a:rect l="l" t="t" r="r" b="b"/>
            <a:pathLst>
              <a:path w="1615939" h="1615939" fill="norm" stroke="1" extrusionOk="0">
                <a:moveTo>
                  <a:pt x="0" y="0"/>
                </a:moveTo>
                <a:lnTo>
                  <a:pt x="1615939" y="0"/>
                </a:lnTo>
                <a:lnTo>
                  <a:pt x="1615939" y="1615939"/>
                </a:lnTo>
                <a:lnTo>
                  <a:pt x="0" y="161593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708251426" name="Freeform 11"/>
          <p:cNvSpPr/>
          <p:nvPr/>
        </p:nvSpPr>
        <p:spPr bwMode="auto">
          <a:xfrm rot="0" flipH="0" flipV="0">
            <a:off x="1035568" y="825064"/>
            <a:ext cx="1481481" cy="1190123"/>
          </a:xfrm>
          <a:custGeom>
            <a:avLst/>
            <a:gdLst/>
            <a:ahLst/>
            <a:cxnLst/>
            <a:rect l="l" t="t" r="r" b="b"/>
            <a:pathLst>
              <a:path w="1481481" h="1190123" fill="norm" stroke="1" extrusionOk="0">
                <a:moveTo>
                  <a:pt x="0" y="0"/>
                </a:moveTo>
                <a:lnTo>
                  <a:pt x="1481481" y="0"/>
                </a:lnTo>
                <a:lnTo>
                  <a:pt x="1481481" y="1190123"/>
                </a:lnTo>
                <a:lnTo>
                  <a:pt x="0" y="119012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rcRect l="0" t="0" r="0" b="0"/>
            <a:stretch/>
          </a:blipFill>
        </p:spPr>
        <p:txBody>
          <a:bodyPr/>
          <a:p/>
        </p:txBody>
      </p:sp>
      <p:sp>
        <p:nvSpPr>
          <p:cNvPr id="248256091" name="Freeform 12"/>
          <p:cNvSpPr/>
          <p:nvPr/>
        </p:nvSpPr>
        <p:spPr bwMode="auto">
          <a:xfrm rot="0" flipH="0" flipV="0">
            <a:off x="1115578" y="2508949"/>
            <a:ext cx="1092861" cy="1649601"/>
          </a:xfrm>
          <a:custGeom>
            <a:avLst/>
            <a:gdLst/>
            <a:ahLst/>
            <a:cxnLst/>
            <a:rect l="l" t="t" r="r" b="b"/>
            <a:pathLst>
              <a:path w="1092861" h="1649601" fill="norm" stroke="1" extrusionOk="0">
                <a:moveTo>
                  <a:pt x="0" y="0"/>
                </a:moveTo>
                <a:lnTo>
                  <a:pt x="1092861" y="0"/>
                </a:lnTo>
                <a:lnTo>
                  <a:pt x="1092861" y="1649602"/>
                </a:lnTo>
                <a:lnTo>
                  <a:pt x="0" y="164960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rcRect l="0" t="0" r="0" b="0"/>
            <a:stretch/>
          </a:blipFill>
        </p:spPr>
        <p:txBody>
          <a:bodyPr/>
          <a:p/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19580110" name="Freeform 2"/>
          <p:cNvSpPr/>
          <p:nvPr/>
        </p:nvSpPr>
        <p:spPr bwMode="auto">
          <a:xfrm rot="0" flipH="0" flipV="0">
            <a:off x="1350167" y="624416"/>
            <a:ext cx="8545289" cy="5703980"/>
          </a:xfrm>
          <a:custGeom>
            <a:avLst/>
            <a:gdLst/>
            <a:ahLst/>
            <a:cxnLst/>
            <a:rect l="l" t="t" r="r" b="b"/>
            <a:pathLst>
              <a:path w="8687332" h="5798794" fill="norm" stroke="1" extrusionOk="0">
                <a:moveTo>
                  <a:pt x="0" y="0"/>
                </a:moveTo>
                <a:lnTo>
                  <a:pt x="8687332" y="0"/>
                </a:lnTo>
                <a:lnTo>
                  <a:pt x="8687332" y="5798794"/>
                </a:lnTo>
                <a:lnTo>
                  <a:pt x="0" y="579879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996595455" name="Freeform 3"/>
          <p:cNvSpPr/>
          <p:nvPr/>
        </p:nvSpPr>
        <p:spPr bwMode="auto">
          <a:xfrm rot="0" flipH="0" flipV="0">
            <a:off x="2846417" y="918385"/>
            <a:ext cx="5591866" cy="3310607"/>
          </a:xfrm>
          <a:custGeom>
            <a:avLst/>
            <a:gdLst/>
            <a:ahLst/>
            <a:cxnLst/>
            <a:rect l="l" t="t" r="r" b="b"/>
            <a:pathLst>
              <a:path w="5684817" h="3365638" fill="norm" stroke="1" extrusionOk="0">
                <a:moveTo>
                  <a:pt x="0" y="0"/>
                </a:moveTo>
                <a:lnTo>
                  <a:pt x="5684817" y="0"/>
                </a:lnTo>
                <a:lnTo>
                  <a:pt x="5684817" y="3365637"/>
                </a:lnTo>
                <a:lnTo>
                  <a:pt x="0" y="336563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rcRect l="0" t="0" r="0" b="0"/>
            <a:stretch/>
          </a:blipFill>
        </p:spPr>
        <p:txBody>
          <a:bodyPr/>
          <a:p/>
        </p:txBody>
      </p:sp>
      <p:sp>
        <p:nvSpPr>
          <p:cNvPr id="1293843530" name="Freeform 4"/>
          <p:cNvSpPr/>
          <p:nvPr/>
        </p:nvSpPr>
        <p:spPr bwMode="auto">
          <a:xfrm rot="0" flipH="0" flipV="0">
            <a:off x="9038220" y="2234856"/>
            <a:ext cx="2528096" cy="2133082"/>
          </a:xfrm>
          <a:custGeom>
            <a:avLst/>
            <a:gdLst/>
            <a:ahLst/>
            <a:cxnLst/>
            <a:rect l="l" t="t" r="r" b="b"/>
            <a:pathLst>
              <a:path w="2570120" h="2168539" fill="norm" stroke="1" extrusionOk="0">
                <a:moveTo>
                  <a:pt x="0" y="0"/>
                </a:moveTo>
                <a:lnTo>
                  <a:pt x="2570120" y="0"/>
                </a:lnTo>
                <a:lnTo>
                  <a:pt x="2570120" y="2168539"/>
                </a:lnTo>
                <a:lnTo>
                  <a:pt x="0" y="216853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rcRect l="0" t="0" r="0" b="0"/>
            <a:stretch/>
          </a:blipFill>
        </p:spPr>
        <p:txBody>
          <a:bodyPr/>
          <a:p/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89097330" name="Freeform 2"/>
          <p:cNvSpPr/>
          <p:nvPr/>
        </p:nvSpPr>
        <p:spPr bwMode="auto">
          <a:xfrm rot="0" flipH="0" flipV="0">
            <a:off x="1872734" y="627153"/>
            <a:ext cx="8164764" cy="5449980"/>
          </a:xfrm>
          <a:custGeom>
            <a:avLst/>
            <a:gdLst/>
            <a:ahLst/>
            <a:cxnLst/>
            <a:rect l="l" t="t" r="r" b="b"/>
            <a:pathLst>
              <a:path w="8687332" h="5798794" fill="norm" stroke="1" extrusionOk="0">
                <a:moveTo>
                  <a:pt x="0" y="0"/>
                </a:moveTo>
                <a:lnTo>
                  <a:pt x="8687332" y="0"/>
                </a:lnTo>
                <a:lnTo>
                  <a:pt x="8687332" y="5798794"/>
                </a:lnTo>
                <a:lnTo>
                  <a:pt x="0" y="579879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791634752" name="Freeform 6"/>
          <p:cNvSpPr/>
          <p:nvPr/>
        </p:nvSpPr>
        <p:spPr bwMode="auto">
          <a:xfrm rot="0" flipH="0" flipV="0">
            <a:off x="3228930" y="936282"/>
            <a:ext cx="5386986" cy="3117133"/>
          </a:xfrm>
          <a:custGeom>
            <a:avLst/>
            <a:gdLst/>
            <a:ahLst/>
            <a:cxnLst/>
            <a:rect l="l" t="t" r="r" b="b"/>
            <a:pathLst>
              <a:path w="5122771" h="3243411" fill="norm" stroke="1" extrusionOk="0">
                <a:moveTo>
                  <a:pt x="0" y="0"/>
                </a:moveTo>
                <a:lnTo>
                  <a:pt x="5122770" y="0"/>
                </a:lnTo>
                <a:lnTo>
                  <a:pt x="5122770" y="3243411"/>
                </a:lnTo>
                <a:lnTo>
                  <a:pt x="0" y="324341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rcRect l="0" t="0" r="0" b="0"/>
            <a:stretch/>
          </a:blipFill>
        </p:spPr>
        <p:txBody>
          <a:bodyPr/>
          <a:p/>
        </p:txBody>
      </p:sp>
      <p:sp>
        <p:nvSpPr>
          <p:cNvPr id="1964330877" name="Freeform 7"/>
          <p:cNvSpPr/>
          <p:nvPr/>
        </p:nvSpPr>
        <p:spPr bwMode="auto">
          <a:xfrm rot="0" flipH="0" flipV="0">
            <a:off x="9322171" y="2653239"/>
            <a:ext cx="1781861" cy="1674950"/>
          </a:xfrm>
          <a:custGeom>
            <a:avLst/>
            <a:gdLst/>
            <a:ahLst/>
            <a:cxnLst/>
            <a:rect l="l" t="t" r="r" b="b"/>
            <a:pathLst>
              <a:path w="1895906" h="1782152" fill="norm" stroke="1" extrusionOk="0">
                <a:moveTo>
                  <a:pt x="0" y="0"/>
                </a:moveTo>
                <a:lnTo>
                  <a:pt x="1895906" y="0"/>
                </a:lnTo>
                <a:lnTo>
                  <a:pt x="1895906" y="1782152"/>
                </a:lnTo>
                <a:lnTo>
                  <a:pt x="0" y="178215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rcRect l="0" t="0" r="0" b="0"/>
            <a:stretch/>
          </a:blipFill>
        </p:spPr>
        <p:txBody>
          <a:bodyPr/>
          <a:p/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61139829" name="Freeform 2"/>
          <p:cNvSpPr/>
          <p:nvPr/>
        </p:nvSpPr>
        <p:spPr bwMode="auto">
          <a:xfrm rot="0" flipH="0" flipV="0">
            <a:off x="3930715" y="2151162"/>
            <a:ext cx="1854142" cy="1854142"/>
          </a:xfrm>
          <a:custGeom>
            <a:avLst/>
            <a:gdLst/>
            <a:ahLst/>
            <a:cxnLst/>
            <a:rect l="l" t="t" r="r" b="b"/>
            <a:pathLst>
              <a:path w="1854142" h="1854142" fill="norm" stroke="1" extrusionOk="0">
                <a:moveTo>
                  <a:pt x="0" y="0"/>
                </a:moveTo>
                <a:lnTo>
                  <a:pt x="1854142" y="0"/>
                </a:lnTo>
                <a:lnTo>
                  <a:pt x="1854142" y="1854142"/>
                </a:lnTo>
                <a:lnTo>
                  <a:pt x="0" y="185414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478109113" name="Freeform 3"/>
          <p:cNvSpPr/>
          <p:nvPr/>
        </p:nvSpPr>
        <p:spPr bwMode="auto">
          <a:xfrm rot="0" flipH="0" flipV="0">
            <a:off x="1124073" y="2151162"/>
            <a:ext cx="1854142" cy="1854142"/>
          </a:xfrm>
          <a:custGeom>
            <a:avLst/>
            <a:gdLst/>
            <a:ahLst/>
            <a:cxnLst/>
            <a:rect l="l" t="t" r="r" b="b"/>
            <a:pathLst>
              <a:path w="1854142" h="1854142" fill="norm" stroke="1" extrusionOk="0">
                <a:moveTo>
                  <a:pt x="0" y="0"/>
                </a:moveTo>
                <a:lnTo>
                  <a:pt x="1854142" y="0"/>
                </a:lnTo>
                <a:lnTo>
                  <a:pt x="1854142" y="1854142"/>
                </a:lnTo>
                <a:lnTo>
                  <a:pt x="0" y="185414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rcRect l="0" t="0" r="0" b="0"/>
            <a:stretch/>
          </a:blipFill>
        </p:spPr>
        <p:txBody>
          <a:bodyPr/>
          <a:p/>
        </p:txBody>
      </p:sp>
      <p:sp>
        <p:nvSpPr>
          <p:cNvPr id="591675674" name="Freeform 4"/>
          <p:cNvSpPr/>
          <p:nvPr/>
        </p:nvSpPr>
        <p:spPr bwMode="auto">
          <a:xfrm rot="0" flipH="0" flipV="0">
            <a:off x="9275130" y="2151162"/>
            <a:ext cx="1784430" cy="1854142"/>
          </a:xfrm>
          <a:custGeom>
            <a:avLst/>
            <a:gdLst/>
            <a:ahLst/>
            <a:cxnLst/>
            <a:rect l="l" t="t" r="r" b="b"/>
            <a:pathLst>
              <a:path w="1784430" h="1854142" fill="norm" stroke="1" extrusionOk="0">
                <a:moveTo>
                  <a:pt x="0" y="0"/>
                </a:moveTo>
                <a:lnTo>
                  <a:pt x="1784431" y="0"/>
                </a:lnTo>
                <a:lnTo>
                  <a:pt x="1784431" y="1854142"/>
                </a:lnTo>
                <a:lnTo>
                  <a:pt x="0" y="185414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rcRect l="0" t="0" r="0" b="0"/>
            <a:stretch/>
          </a:blipFill>
        </p:spPr>
        <p:txBody>
          <a:bodyPr/>
          <a:p/>
        </p:txBody>
      </p:sp>
      <p:sp>
        <p:nvSpPr>
          <p:cNvPr id="921709891" name="Freeform 5"/>
          <p:cNvSpPr/>
          <p:nvPr/>
        </p:nvSpPr>
        <p:spPr bwMode="auto">
          <a:xfrm rot="0" flipH="0" flipV="0">
            <a:off x="6733013" y="2151162"/>
            <a:ext cx="1589938" cy="1854142"/>
          </a:xfrm>
          <a:custGeom>
            <a:avLst/>
            <a:gdLst/>
            <a:ahLst/>
            <a:cxnLst/>
            <a:rect l="l" t="t" r="r" b="b"/>
            <a:pathLst>
              <a:path w="1589938" h="1854142" fill="norm" stroke="1" extrusionOk="0">
                <a:moveTo>
                  <a:pt x="0" y="0"/>
                </a:moveTo>
                <a:lnTo>
                  <a:pt x="1589938" y="0"/>
                </a:lnTo>
                <a:lnTo>
                  <a:pt x="1589938" y="1854142"/>
                </a:lnTo>
                <a:lnTo>
                  <a:pt x="0" y="185414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rcRect l="0" t="0" r="0" b="0"/>
            <a:stretch/>
          </a:blipFill>
        </p:spPr>
        <p:txBody>
          <a:bodyPr/>
          <a:p/>
        </p:txBody>
      </p:sp>
      <p:sp>
        <p:nvSpPr>
          <p:cNvPr id="1706665957" name="TextBox 6"/>
          <p:cNvSpPr txBox="1"/>
          <p:nvPr/>
        </p:nvSpPr>
        <p:spPr bwMode="auto">
          <a:xfrm rot="0">
            <a:off x="1150562" y="4258528"/>
            <a:ext cx="1801163" cy="4483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40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Rubik Bold"/>
              </a:rPr>
              <a:t>Cromo</a:t>
            </a:r>
            <a:endParaRPr/>
          </a:p>
        </p:txBody>
      </p:sp>
      <p:sp>
        <p:nvSpPr>
          <p:cNvPr id="1932720680" name="TextBox 7"/>
          <p:cNvSpPr txBox="1"/>
          <p:nvPr/>
        </p:nvSpPr>
        <p:spPr bwMode="auto">
          <a:xfrm rot="0">
            <a:off x="3957204" y="4258528"/>
            <a:ext cx="1801163" cy="4483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40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Rubik Bold"/>
              </a:rPr>
              <a:t>Cromo</a:t>
            </a:r>
            <a:endParaRPr/>
          </a:p>
        </p:txBody>
      </p:sp>
      <p:sp>
        <p:nvSpPr>
          <p:cNvPr id="461353742" name="TextBox 8"/>
          <p:cNvSpPr txBox="1"/>
          <p:nvPr/>
        </p:nvSpPr>
        <p:spPr bwMode="auto">
          <a:xfrm rot="0">
            <a:off x="6627400" y="4258528"/>
            <a:ext cx="1801163" cy="4483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40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Rubik Bold"/>
              </a:rPr>
              <a:t>Valiente</a:t>
            </a:r>
            <a:endParaRPr/>
          </a:p>
        </p:txBody>
      </p:sp>
      <p:sp>
        <p:nvSpPr>
          <p:cNvPr id="1752176915" name="TextBox 9"/>
          <p:cNvSpPr txBox="1"/>
          <p:nvPr/>
        </p:nvSpPr>
        <p:spPr bwMode="auto">
          <a:xfrm rot="0">
            <a:off x="9266764" y="4258528"/>
            <a:ext cx="1801163" cy="4483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40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Rubik Bold"/>
              </a:rPr>
              <a:t>Firefox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40012845" name="Freeform 2"/>
          <p:cNvSpPr/>
          <p:nvPr/>
        </p:nvSpPr>
        <p:spPr bwMode="auto">
          <a:xfrm rot="0" flipH="0" flipV="0">
            <a:off x="1115693" y="2148627"/>
            <a:ext cx="1854142" cy="1854142"/>
          </a:xfrm>
          <a:custGeom>
            <a:avLst/>
            <a:gdLst/>
            <a:ahLst/>
            <a:cxnLst/>
            <a:rect l="l" t="t" r="r" b="b"/>
            <a:pathLst>
              <a:path w="1854142" h="1854142" fill="norm" stroke="1" extrusionOk="0">
                <a:moveTo>
                  <a:pt x="0" y="0"/>
                </a:moveTo>
                <a:lnTo>
                  <a:pt x="1854142" y="0"/>
                </a:lnTo>
                <a:lnTo>
                  <a:pt x="1854142" y="1854142"/>
                </a:lnTo>
                <a:lnTo>
                  <a:pt x="0" y="185414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513928287" name="Freeform 3"/>
          <p:cNvSpPr/>
          <p:nvPr/>
        </p:nvSpPr>
        <p:spPr bwMode="auto">
          <a:xfrm rot="0" flipH="0" flipV="0">
            <a:off x="3135145" y="529602"/>
            <a:ext cx="8687332" cy="5798794"/>
          </a:xfrm>
          <a:custGeom>
            <a:avLst/>
            <a:gdLst/>
            <a:ahLst/>
            <a:cxnLst/>
            <a:rect l="l" t="t" r="r" b="b"/>
            <a:pathLst>
              <a:path w="8687332" h="5798794" fill="norm" stroke="1" extrusionOk="0">
                <a:moveTo>
                  <a:pt x="0" y="0"/>
                </a:moveTo>
                <a:lnTo>
                  <a:pt x="8687332" y="0"/>
                </a:lnTo>
                <a:lnTo>
                  <a:pt x="8687332" y="5798794"/>
                </a:lnTo>
                <a:lnTo>
                  <a:pt x="0" y="579879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rcRect l="0" t="0" r="0" b="0"/>
            <a:stretch/>
          </a:blipFill>
        </p:spPr>
        <p:txBody>
          <a:bodyPr/>
          <a:p/>
        </p:txBody>
      </p:sp>
      <p:sp>
        <p:nvSpPr>
          <p:cNvPr id="658024653" name="Freeform 7"/>
          <p:cNvSpPr/>
          <p:nvPr/>
        </p:nvSpPr>
        <p:spPr bwMode="auto">
          <a:xfrm rot="0" flipH="0" flipV="0">
            <a:off x="4502360" y="834704"/>
            <a:ext cx="5952901" cy="3426358"/>
          </a:xfrm>
          <a:custGeom>
            <a:avLst/>
            <a:gdLst/>
            <a:ahLst/>
            <a:cxnLst/>
            <a:rect l="l" t="t" r="r" b="b"/>
            <a:pathLst>
              <a:path w="5952901" h="3426358" fill="norm" stroke="1" extrusionOk="0">
                <a:moveTo>
                  <a:pt x="0" y="0"/>
                </a:moveTo>
                <a:lnTo>
                  <a:pt x="5952901" y="0"/>
                </a:lnTo>
                <a:lnTo>
                  <a:pt x="5952901" y="3426358"/>
                </a:lnTo>
                <a:lnTo>
                  <a:pt x="0" y="342635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rcRect l="0" t="0" r="0" b="0"/>
            <a:stretch/>
          </a:blipFill>
        </p:spPr>
        <p:txBody>
          <a:bodyPr/>
          <a:p/>
        </p:txBody>
      </p:sp>
      <p:sp>
        <p:nvSpPr>
          <p:cNvPr id="989022942" name="TextBox 8"/>
          <p:cNvSpPr txBox="1"/>
          <p:nvPr/>
        </p:nvSpPr>
        <p:spPr bwMode="auto">
          <a:xfrm rot="0">
            <a:off x="685800" y="4261063"/>
            <a:ext cx="2713929" cy="4483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40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Rubik Bold"/>
              </a:rPr>
              <a:t>Navegador TOR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71185006" name=""/>
          <p:cNvSpPr/>
          <p:nvPr/>
        </p:nvSpPr>
        <p:spPr bwMode="auto">
          <a:xfrm flipH="1" flipV="0">
            <a:off x="1395013" y="3767671"/>
            <a:ext cx="9718568" cy="2304648"/>
          </a:xfrm>
          <a:prstGeom prst="flowChartAlternateProcess">
            <a:avLst/>
          </a:prstGeom>
          <a:solidFill>
            <a:srgbClr val="00B050">
              <a:alpha val="23000"/>
            </a:srgbClr>
          </a:solidFill>
          <a:ln w="12699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/>
          </a:p>
        </p:txBody>
      </p:sp>
      <p:sp>
        <p:nvSpPr>
          <p:cNvPr id="1021308134" name=""/>
          <p:cNvSpPr/>
          <p:nvPr/>
        </p:nvSpPr>
        <p:spPr bwMode="auto">
          <a:xfrm flipH="1" flipV="0">
            <a:off x="1395013" y="873314"/>
            <a:ext cx="9718568" cy="2505726"/>
          </a:xfrm>
          <a:prstGeom prst="flowChartAlternateProcess">
            <a:avLst/>
          </a:prstGeom>
          <a:solidFill>
            <a:srgbClr val="C00000">
              <a:alpha val="13999"/>
            </a:srgbClr>
          </a:solidFill>
          <a:ln w="12699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/>
          </a:p>
        </p:txBody>
      </p:sp>
      <p:sp>
        <p:nvSpPr>
          <p:cNvPr id="225727416" name="AutoShape 2"/>
          <p:cNvSpPr/>
          <p:nvPr/>
        </p:nvSpPr>
        <p:spPr bwMode="auto">
          <a:xfrm flipH="0" flipV="1">
            <a:off x="3420678" y="4928912"/>
            <a:ext cx="528446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p>
            <a:pPr>
              <a:defRPr/>
            </a:pPr>
            <a:endParaRPr/>
          </a:p>
        </p:txBody>
      </p:sp>
      <p:sp>
        <p:nvSpPr>
          <p:cNvPr id="1147287715" name="Freeform 3"/>
          <p:cNvSpPr/>
          <p:nvPr/>
        </p:nvSpPr>
        <p:spPr bwMode="auto">
          <a:xfrm rot="0" flipH="0" flipV="0">
            <a:off x="4183373" y="4653424"/>
            <a:ext cx="593958" cy="805367"/>
          </a:xfrm>
          <a:custGeom>
            <a:avLst/>
            <a:gdLst/>
            <a:ahLst/>
            <a:cxnLst/>
            <a:rect l="l" t="t" r="r" b="b"/>
            <a:pathLst>
              <a:path w="829681" h="1124991" fill="norm" stroke="1" extrusionOk="0">
                <a:moveTo>
                  <a:pt x="0" y="0"/>
                </a:moveTo>
                <a:lnTo>
                  <a:pt x="829680" y="0"/>
                </a:lnTo>
                <a:lnTo>
                  <a:pt x="829680" y="1124991"/>
                </a:lnTo>
                <a:lnTo>
                  <a:pt x="0" y="112499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>
            <a:pPr>
              <a:defRPr/>
            </a:pPr>
            <a:endParaRPr sz="1600"/>
          </a:p>
        </p:txBody>
      </p:sp>
      <p:sp>
        <p:nvSpPr>
          <p:cNvPr id="1008549099" name="Freeform 4"/>
          <p:cNvSpPr/>
          <p:nvPr/>
        </p:nvSpPr>
        <p:spPr bwMode="auto">
          <a:xfrm rot="0" flipH="0" flipV="0">
            <a:off x="1924380" y="4704971"/>
            <a:ext cx="950472" cy="634437"/>
          </a:xfrm>
          <a:custGeom>
            <a:avLst/>
            <a:gdLst/>
            <a:ahLst/>
            <a:cxnLst/>
            <a:rect l="l" t="t" r="r" b="b"/>
            <a:pathLst>
              <a:path w="1327679" h="886226" fill="norm" stroke="1" extrusionOk="0">
                <a:moveTo>
                  <a:pt x="0" y="0"/>
                </a:moveTo>
                <a:lnTo>
                  <a:pt x="1327679" y="0"/>
                </a:lnTo>
                <a:lnTo>
                  <a:pt x="1327679" y="886225"/>
                </a:lnTo>
                <a:lnTo>
                  <a:pt x="0" y="88622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rcRect l="0" t="0" r="0" b="0"/>
            <a:stretch/>
          </a:blipFill>
        </p:spPr>
        <p:txBody>
          <a:bodyPr/>
          <a:p>
            <a:pPr>
              <a:defRPr/>
            </a:pPr>
            <a:endParaRPr sz="1600"/>
          </a:p>
        </p:txBody>
      </p:sp>
      <p:sp>
        <p:nvSpPr>
          <p:cNvPr id="554854090" name="Freeform 5"/>
          <p:cNvSpPr/>
          <p:nvPr/>
        </p:nvSpPr>
        <p:spPr bwMode="auto">
          <a:xfrm rot="0" flipH="0" flipV="0">
            <a:off x="5917331" y="4704971"/>
            <a:ext cx="725753" cy="503491"/>
          </a:xfrm>
          <a:custGeom>
            <a:avLst/>
            <a:gdLst/>
            <a:ahLst/>
            <a:cxnLst/>
            <a:rect l="l" t="t" r="r" b="b"/>
            <a:pathLst>
              <a:path w="1013781" h="703311" fill="norm" stroke="1" extrusionOk="0">
                <a:moveTo>
                  <a:pt x="0" y="0"/>
                </a:moveTo>
                <a:lnTo>
                  <a:pt x="1013781" y="0"/>
                </a:lnTo>
                <a:lnTo>
                  <a:pt x="1013781" y="703311"/>
                </a:lnTo>
                <a:lnTo>
                  <a:pt x="0" y="70331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rcRect l="0" t="0" r="0" b="0"/>
            <a:stretch/>
          </a:blipFill>
        </p:spPr>
        <p:txBody>
          <a:bodyPr/>
          <a:p>
            <a:pPr>
              <a:defRPr/>
            </a:pPr>
            <a:endParaRPr sz="1600"/>
          </a:p>
        </p:txBody>
      </p:sp>
      <p:sp>
        <p:nvSpPr>
          <p:cNvPr id="1242821230" name="Freeform 6"/>
          <p:cNvSpPr/>
          <p:nvPr/>
        </p:nvSpPr>
        <p:spPr bwMode="auto">
          <a:xfrm rot="0" flipH="0" flipV="0">
            <a:off x="7947198" y="4669432"/>
            <a:ext cx="769811" cy="612963"/>
          </a:xfrm>
          <a:custGeom>
            <a:avLst/>
            <a:gdLst/>
            <a:ahLst/>
            <a:cxnLst/>
            <a:rect l="l" t="t" r="r" b="b"/>
            <a:pathLst>
              <a:path w="1075323" h="856226" fill="norm" stroke="1" extrusionOk="0">
                <a:moveTo>
                  <a:pt x="0" y="0"/>
                </a:moveTo>
                <a:lnTo>
                  <a:pt x="1075323" y="0"/>
                </a:lnTo>
                <a:lnTo>
                  <a:pt x="1075323" y="856225"/>
                </a:lnTo>
                <a:lnTo>
                  <a:pt x="0" y="85622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rcRect l="0" t="0" r="0" b="0"/>
            <a:stretch/>
          </a:blipFill>
        </p:spPr>
        <p:txBody>
          <a:bodyPr/>
          <a:p>
            <a:pPr>
              <a:defRPr/>
            </a:pPr>
            <a:endParaRPr sz="1600"/>
          </a:p>
        </p:txBody>
      </p:sp>
      <p:sp>
        <p:nvSpPr>
          <p:cNvPr id="1996066520" name="Freeform 7"/>
          <p:cNvSpPr/>
          <p:nvPr/>
        </p:nvSpPr>
        <p:spPr bwMode="auto">
          <a:xfrm rot="0" flipH="0" flipV="0">
            <a:off x="9876355" y="4587126"/>
            <a:ext cx="752284" cy="752284"/>
          </a:xfrm>
          <a:custGeom>
            <a:avLst/>
            <a:gdLst/>
            <a:ahLst/>
            <a:cxnLst/>
            <a:rect l="l" t="t" r="r" b="b"/>
            <a:pathLst>
              <a:path w="1050840" h="1050840" fill="norm" stroke="1" extrusionOk="0">
                <a:moveTo>
                  <a:pt x="0" y="0"/>
                </a:moveTo>
                <a:lnTo>
                  <a:pt x="1050840" y="0"/>
                </a:lnTo>
                <a:lnTo>
                  <a:pt x="1050840" y="1050841"/>
                </a:lnTo>
                <a:lnTo>
                  <a:pt x="0" y="105084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rcRect l="0" t="0" r="0" b="0"/>
            <a:stretch/>
          </a:blipFill>
        </p:spPr>
        <p:txBody>
          <a:bodyPr/>
          <a:p>
            <a:pPr>
              <a:defRPr/>
            </a:pPr>
            <a:endParaRPr sz="1600"/>
          </a:p>
        </p:txBody>
      </p:sp>
      <p:sp>
        <p:nvSpPr>
          <p:cNvPr id="1479323852" name="AutoShape 8"/>
          <p:cNvSpPr/>
          <p:nvPr/>
        </p:nvSpPr>
        <p:spPr bwMode="auto">
          <a:xfrm flipH="1" flipV="0">
            <a:off x="3420678" y="5137446"/>
            <a:ext cx="528446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p>
            <a:pPr>
              <a:defRPr/>
            </a:pPr>
            <a:endParaRPr/>
          </a:p>
        </p:txBody>
      </p:sp>
      <p:sp>
        <p:nvSpPr>
          <p:cNvPr id="47888603" name="Freeform 9"/>
          <p:cNvSpPr/>
          <p:nvPr/>
        </p:nvSpPr>
        <p:spPr bwMode="auto">
          <a:xfrm rot="0" flipH="0" flipV="0">
            <a:off x="3583762" y="4291890"/>
            <a:ext cx="260501" cy="377541"/>
          </a:xfrm>
          <a:custGeom>
            <a:avLst/>
            <a:gdLst/>
            <a:ahLst/>
            <a:cxnLst/>
            <a:rect l="l" t="t" r="r" b="b"/>
            <a:pathLst>
              <a:path w="363888" h="527374" fill="norm" stroke="1" extrusionOk="0">
                <a:moveTo>
                  <a:pt x="0" y="0"/>
                </a:moveTo>
                <a:lnTo>
                  <a:pt x="363887" y="0"/>
                </a:lnTo>
                <a:lnTo>
                  <a:pt x="363887" y="527374"/>
                </a:lnTo>
                <a:lnTo>
                  <a:pt x="0" y="527374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rcRect l="0" t="0" r="0" b="0"/>
            <a:stretch/>
          </a:blipFill>
        </p:spPr>
        <p:txBody>
          <a:bodyPr/>
          <a:p>
            <a:pPr>
              <a:defRPr/>
            </a:pPr>
            <a:endParaRPr sz="1600"/>
          </a:p>
        </p:txBody>
      </p:sp>
      <p:sp>
        <p:nvSpPr>
          <p:cNvPr id="1119276397" name="Freeform 10"/>
          <p:cNvSpPr/>
          <p:nvPr/>
        </p:nvSpPr>
        <p:spPr bwMode="auto">
          <a:xfrm rot="0" flipH="0" flipV="0">
            <a:off x="5254014" y="4291890"/>
            <a:ext cx="261627" cy="341439"/>
          </a:xfrm>
          <a:custGeom>
            <a:avLst/>
            <a:gdLst/>
            <a:ahLst/>
            <a:cxnLst/>
            <a:rect l="l" t="t" r="r" b="b"/>
            <a:pathLst>
              <a:path w="365461" h="476947" fill="norm" stroke="1" extrusionOk="0">
                <a:moveTo>
                  <a:pt x="0" y="0"/>
                </a:moveTo>
                <a:lnTo>
                  <a:pt x="365461" y="0"/>
                </a:lnTo>
                <a:lnTo>
                  <a:pt x="365461" y="476948"/>
                </a:lnTo>
                <a:lnTo>
                  <a:pt x="0" y="476948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rcRect l="0" t="0" r="0" b="0"/>
            <a:stretch/>
          </a:blipFill>
        </p:spPr>
        <p:txBody>
          <a:bodyPr/>
          <a:p>
            <a:pPr>
              <a:defRPr/>
            </a:pPr>
            <a:endParaRPr sz="1600"/>
          </a:p>
        </p:txBody>
      </p:sp>
      <p:sp>
        <p:nvSpPr>
          <p:cNvPr id="608336526" name="TextBox 11"/>
          <p:cNvSpPr txBox="1"/>
          <p:nvPr/>
        </p:nvSpPr>
        <p:spPr bwMode="auto">
          <a:xfrm rot="0">
            <a:off x="1717936" y="1084587"/>
            <a:ext cx="2719686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38"/>
              </a:lnSpc>
              <a:defRPr/>
            </a:pPr>
            <a:r>
              <a:rPr sz="2000" b="1" u="sng" lang="en-US">
                <a:solidFill>
                  <a:srgbClr val="000000"/>
                </a:solidFill>
                <a:latin typeface="IBM Plex Sans"/>
              </a:rPr>
              <a:t>Sin VPN</a:t>
            </a:r>
            <a:endParaRPr sz="1200" b="1" u="sng">
              <a:latin typeface="IBM Plex Sans"/>
              <a:cs typeface="IBM Plex Sans"/>
            </a:endParaRPr>
          </a:p>
        </p:txBody>
      </p:sp>
      <p:sp>
        <p:nvSpPr>
          <p:cNvPr id="1755098497" name="TextBox 12"/>
          <p:cNvSpPr txBox="1"/>
          <p:nvPr/>
        </p:nvSpPr>
        <p:spPr bwMode="auto">
          <a:xfrm rot="0">
            <a:off x="1717936" y="3913444"/>
            <a:ext cx="2719686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38"/>
              </a:lnSpc>
              <a:defRPr/>
            </a:pPr>
            <a:r>
              <a:rPr sz="2000" b="1" u="sng" lang="en-US">
                <a:solidFill>
                  <a:srgbClr val="000000"/>
                </a:solidFill>
                <a:latin typeface="IBM Plex Sans"/>
              </a:rPr>
              <a:t>Con VPN</a:t>
            </a:r>
            <a:endParaRPr sz="1200" b="1" u="sng">
              <a:latin typeface="IBM Plex Sans"/>
              <a:cs typeface="IBM Plex Sans"/>
            </a:endParaRPr>
          </a:p>
        </p:txBody>
      </p:sp>
      <p:sp>
        <p:nvSpPr>
          <p:cNvPr id="1545976980" name="TextBox 13"/>
          <p:cNvSpPr txBox="1"/>
          <p:nvPr/>
        </p:nvSpPr>
        <p:spPr bwMode="auto">
          <a:xfrm rot="0" flipH="0" flipV="0">
            <a:off x="1456029" y="5545260"/>
            <a:ext cx="1779122" cy="3202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18"/>
              </a:lnSpc>
              <a:defRPr/>
            </a:pPr>
            <a:r>
              <a:rPr sz="1200" b="1" lang="en-US">
                <a:solidFill>
                  <a:srgbClr val="000000"/>
                </a:solidFill>
                <a:latin typeface="IBM Plex Sans"/>
              </a:rPr>
              <a:t>Usuario</a:t>
            </a:r>
            <a:endParaRPr sz="1200">
              <a:latin typeface="IBM Plex Sans"/>
              <a:cs typeface="IBM Plex Sans"/>
            </a:endParaRPr>
          </a:p>
        </p:txBody>
      </p:sp>
      <p:sp>
        <p:nvSpPr>
          <p:cNvPr id="1834979393" name="TextBox 14"/>
          <p:cNvSpPr txBox="1"/>
          <p:nvPr/>
        </p:nvSpPr>
        <p:spPr bwMode="auto">
          <a:xfrm rot="0" flipH="0" flipV="0">
            <a:off x="3583762" y="5545260"/>
            <a:ext cx="1404784" cy="3202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18"/>
              </a:lnSpc>
              <a:defRPr/>
            </a:pPr>
            <a:r>
              <a:rPr sz="1200" b="1" lang="en-US">
                <a:solidFill>
                  <a:srgbClr val="000000"/>
                </a:solidFill>
                <a:latin typeface="IBM Plex Sans"/>
              </a:rPr>
              <a:t>Cliente VPN</a:t>
            </a:r>
            <a:endParaRPr sz="1200">
              <a:latin typeface="IBM Plex Sans"/>
              <a:cs typeface="IBM Plex Sans"/>
            </a:endParaRPr>
          </a:p>
        </p:txBody>
      </p:sp>
      <p:sp>
        <p:nvSpPr>
          <p:cNvPr id="1259433777" name="TextBox 15"/>
          <p:cNvSpPr txBox="1"/>
          <p:nvPr/>
        </p:nvSpPr>
        <p:spPr bwMode="auto">
          <a:xfrm rot="0" flipH="0" flipV="0">
            <a:off x="5308259" y="5575017"/>
            <a:ext cx="1944974" cy="1832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ct val="100000"/>
              </a:lnSpc>
              <a:defRPr/>
            </a:pPr>
            <a:r>
              <a:rPr sz="1200" b="1" lang="en-US">
                <a:solidFill>
                  <a:srgbClr val="000000"/>
                </a:solidFill>
                <a:latin typeface="IBM Plex Sans"/>
              </a:rPr>
              <a:t>Proveedor de servicios de Internet</a:t>
            </a:r>
            <a:endParaRPr sz="1200">
              <a:latin typeface="IBM Plex Sans"/>
              <a:cs typeface="IBM Plex Sans"/>
            </a:endParaRPr>
          </a:p>
        </p:txBody>
      </p:sp>
      <p:sp>
        <p:nvSpPr>
          <p:cNvPr id="1618241087" name="TextBox 16"/>
          <p:cNvSpPr txBox="1"/>
          <p:nvPr/>
        </p:nvSpPr>
        <p:spPr bwMode="auto">
          <a:xfrm rot="0">
            <a:off x="7647278" y="5545260"/>
            <a:ext cx="1493005" cy="3202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18"/>
              </a:lnSpc>
              <a:defRPr/>
            </a:pPr>
            <a:r>
              <a:rPr sz="1200" b="1" lang="en-US">
                <a:solidFill>
                  <a:srgbClr val="000000"/>
                </a:solidFill>
                <a:latin typeface="IBM Plex Sans"/>
              </a:rPr>
              <a:t>Servidor VPN</a:t>
            </a:r>
            <a:endParaRPr sz="1200">
              <a:latin typeface="IBM Plex Sans"/>
              <a:cs typeface="IBM Plex Sans"/>
            </a:endParaRPr>
          </a:p>
        </p:txBody>
      </p:sp>
      <p:sp>
        <p:nvSpPr>
          <p:cNvPr id="870212320" name="TextBox 17"/>
          <p:cNvSpPr txBox="1"/>
          <p:nvPr/>
        </p:nvSpPr>
        <p:spPr bwMode="auto">
          <a:xfrm rot="0">
            <a:off x="9505994" y="5598120"/>
            <a:ext cx="1493005" cy="3202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18"/>
              </a:lnSpc>
              <a:defRPr/>
            </a:pPr>
            <a:r>
              <a:rPr sz="1200" b="1" lang="en-US">
                <a:solidFill>
                  <a:srgbClr val="000000"/>
                </a:solidFill>
                <a:latin typeface="IBM Plex Sans"/>
              </a:rPr>
              <a:t>Internet</a:t>
            </a:r>
            <a:endParaRPr sz="1200">
              <a:latin typeface="IBM Plex Sans"/>
              <a:cs typeface="IBM Plex Sans"/>
            </a:endParaRPr>
          </a:p>
        </p:txBody>
      </p:sp>
      <p:sp>
        <p:nvSpPr>
          <p:cNvPr id="1395768419" name="AutoShape 18"/>
          <p:cNvSpPr/>
          <p:nvPr/>
        </p:nvSpPr>
        <p:spPr bwMode="auto">
          <a:xfrm flipH="0" flipV="1">
            <a:off x="5120606" y="4863673"/>
            <a:ext cx="528446" cy="0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p>
            <a:pPr>
              <a:defRPr/>
            </a:pPr>
            <a:endParaRPr/>
          </a:p>
        </p:txBody>
      </p:sp>
      <p:sp>
        <p:nvSpPr>
          <p:cNvPr id="408463899" name="AutoShape 19"/>
          <p:cNvSpPr/>
          <p:nvPr/>
        </p:nvSpPr>
        <p:spPr bwMode="auto">
          <a:xfrm flipH="1" flipV="0">
            <a:off x="5171546" y="5137446"/>
            <a:ext cx="528446" cy="0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p>
            <a:pPr>
              <a:defRPr/>
            </a:pPr>
            <a:endParaRPr/>
          </a:p>
        </p:txBody>
      </p:sp>
      <p:sp>
        <p:nvSpPr>
          <p:cNvPr id="609128850" name="Freeform 20"/>
          <p:cNvSpPr/>
          <p:nvPr/>
        </p:nvSpPr>
        <p:spPr bwMode="auto">
          <a:xfrm rot="0" flipH="0" flipV="0">
            <a:off x="7142543" y="4291890"/>
            <a:ext cx="261627" cy="341439"/>
          </a:xfrm>
          <a:custGeom>
            <a:avLst/>
            <a:gdLst/>
            <a:ahLst/>
            <a:cxnLst/>
            <a:rect l="l" t="t" r="r" b="b"/>
            <a:pathLst>
              <a:path w="365461" h="476947" fill="norm" stroke="1" extrusionOk="0">
                <a:moveTo>
                  <a:pt x="0" y="0"/>
                </a:moveTo>
                <a:lnTo>
                  <a:pt x="365461" y="0"/>
                </a:lnTo>
                <a:lnTo>
                  <a:pt x="365461" y="476948"/>
                </a:lnTo>
                <a:lnTo>
                  <a:pt x="0" y="476948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rcRect l="0" t="0" r="0" b="0"/>
            <a:stretch/>
          </a:blipFill>
        </p:spPr>
        <p:txBody>
          <a:bodyPr/>
          <a:p>
            <a:pPr>
              <a:defRPr/>
            </a:pPr>
            <a:endParaRPr sz="1600"/>
          </a:p>
        </p:txBody>
      </p:sp>
      <p:sp>
        <p:nvSpPr>
          <p:cNvPr id="1885228967" name="AutoShape 21"/>
          <p:cNvSpPr/>
          <p:nvPr/>
        </p:nvSpPr>
        <p:spPr bwMode="auto">
          <a:xfrm flipH="0" flipV="1">
            <a:off x="6953618" y="4863673"/>
            <a:ext cx="528446" cy="0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p>
            <a:pPr>
              <a:defRPr/>
            </a:pPr>
            <a:endParaRPr/>
          </a:p>
        </p:txBody>
      </p:sp>
      <p:sp>
        <p:nvSpPr>
          <p:cNvPr id="990278727" name="AutoShape 22"/>
          <p:cNvSpPr/>
          <p:nvPr/>
        </p:nvSpPr>
        <p:spPr bwMode="auto">
          <a:xfrm flipH="1" flipV="0">
            <a:off x="7063423" y="5137446"/>
            <a:ext cx="528446" cy="0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p>
            <a:pPr>
              <a:defRPr/>
            </a:pPr>
            <a:endParaRPr/>
          </a:p>
        </p:txBody>
      </p:sp>
      <p:sp>
        <p:nvSpPr>
          <p:cNvPr id="109601101" name="AutoShape 23"/>
          <p:cNvSpPr/>
          <p:nvPr/>
        </p:nvSpPr>
        <p:spPr bwMode="auto">
          <a:xfrm flipH="0" flipV="1">
            <a:off x="9097231" y="4863673"/>
            <a:ext cx="528446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p>
            <a:pPr>
              <a:defRPr/>
            </a:pPr>
            <a:endParaRPr/>
          </a:p>
        </p:txBody>
      </p:sp>
      <p:sp>
        <p:nvSpPr>
          <p:cNvPr id="1225600126" name="AutoShape 24"/>
          <p:cNvSpPr/>
          <p:nvPr/>
        </p:nvSpPr>
        <p:spPr bwMode="auto">
          <a:xfrm flipH="1" flipV="0">
            <a:off x="9097231" y="5137446"/>
            <a:ext cx="528446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p>
            <a:pPr>
              <a:defRPr/>
            </a:pPr>
            <a:endParaRPr/>
          </a:p>
        </p:txBody>
      </p:sp>
      <p:sp>
        <p:nvSpPr>
          <p:cNvPr id="53429421" name="Freeform 25"/>
          <p:cNvSpPr/>
          <p:nvPr/>
        </p:nvSpPr>
        <p:spPr bwMode="auto">
          <a:xfrm rot="0" flipH="0" flipV="0">
            <a:off x="9270797" y="4273840"/>
            <a:ext cx="260501" cy="377541"/>
          </a:xfrm>
          <a:custGeom>
            <a:avLst/>
            <a:gdLst/>
            <a:ahLst/>
            <a:cxnLst/>
            <a:rect l="l" t="t" r="r" b="b"/>
            <a:pathLst>
              <a:path w="363888" h="527374" fill="norm" stroke="1" extrusionOk="0">
                <a:moveTo>
                  <a:pt x="0" y="0"/>
                </a:moveTo>
                <a:lnTo>
                  <a:pt x="363888" y="0"/>
                </a:lnTo>
                <a:lnTo>
                  <a:pt x="363888" y="527374"/>
                </a:lnTo>
                <a:lnTo>
                  <a:pt x="0" y="527374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rcRect l="0" t="0" r="0" b="0"/>
            <a:stretch/>
          </a:blipFill>
        </p:spPr>
        <p:txBody>
          <a:bodyPr/>
          <a:p>
            <a:pPr>
              <a:defRPr/>
            </a:pPr>
            <a:endParaRPr sz="1600"/>
          </a:p>
        </p:txBody>
      </p:sp>
      <p:sp>
        <p:nvSpPr>
          <p:cNvPr id="1236444053" name="Freeform 26"/>
          <p:cNvSpPr/>
          <p:nvPr/>
        </p:nvSpPr>
        <p:spPr bwMode="auto">
          <a:xfrm rot="0" flipH="0" flipV="0">
            <a:off x="1834508" y="1782409"/>
            <a:ext cx="1030020" cy="687538"/>
          </a:xfrm>
          <a:custGeom>
            <a:avLst/>
            <a:gdLst/>
            <a:ahLst/>
            <a:cxnLst/>
            <a:rect l="l" t="t" r="r" b="b"/>
            <a:pathLst>
              <a:path w="1327679" h="886226" fill="norm" stroke="1" extrusionOk="0">
                <a:moveTo>
                  <a:pt x="0" y="0"/>
                </a:moveTo>
                <a:lnTo>
                  <a:pt x="1327679" y="0"/>
                </a:lnTo>
                <a:lnTo>
                  <a:pt x="1327679" y="886225"/>
                </a:lnTo>
                <a:lnTo>
                  <a:pt x="0" y="88622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rcRect l="0" t="0" r="0" b="0"/>
            <a:stretch/>
          </a:blipFill>
        </p:spPr>
        <p:txBody>
          <a:bodyPr/>
          <a:p>
            <a:pPr>
              <a:defRPr/>
            </a:pPr>
            <a:endParaRPr sz="1600"/>
          </a:p>
        </p:txBody>
      </p:sp>
      <p:sp>
        <p:nvSpPr>
          <p:cNvPr id="1670758488" name="Freeform 27"/>
          <p:cNvSpPr/>
          <p:nvPr/>
        </p:nvSpPr>
        <p:spPr bwMode="auto">
          <a:xfrm rot="0" flipH="0" flipV="0">
            <a:off x="5633153" y="1924317"/>
            <a:ext cx="786496" cy="545631"/>
          </a:xfrm>
          <a:custGeom>
            <a:avLst/>
            <a:gdLst/>
            <a:ahLst/>
            <a:cxnLst/>
            <a:rect l="l" t="t" r="r" b="b"/>
            <a:pathLst>
              <a:path w="1013781" h="703311" fill="norm" stroke="1" extrusionOk="0">
                <a:moveTo>
                  <a:pt x="0" y="0"/>
                </a:moveTo>
                <a:lnTo>
                  <a:pt x="1013781" y="0"/>
                </a:lnTo>
                <a:lnTo>
                  <a:pt x="1013781" y="703311"/>
                </a:lnTo>
                <a:lnTo>
                  <a:pt x="0" y="70331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rcRect l="0" t="0" r="0" b="0"/>
            <a:stretch/>
          </a:blipFill>
        </p:spPr>
        <p:txBody>
          <a:bodyPr/>
          <a:p>
            <a:pPr>
              <a:defRPr/>
            </a:pPr>
            <a:endParaRPr sz="1600"/>
          </a:p>
        </p:txBody>
      </p:sp>
      <p:sp>
        <p:nvSpPr>
          <p:cNvPr id="329732500" name="Freeform 28"/>
          <p:cNvSpPr/>
          <p:nvPr/>
        </p:nvSpPr>
        <p:spPr bwMode="auto">
          <a:xfrm rot="0" flipH="0" flipV="0">
            <a:off x="9623396" y="1721133"/>
            <a:ext cx="815247" cy="815247"/>
          </a:xfrm>
          <a:custGeom>
            <a:avLst/>
            <a:gdLst/>
            <a:ahLst/>
            <a:cxnLst/>
            <a:rect l="l" t="t" r="r" b="b"/>
            <a:pathLst>
              <a:path w="1050840" h="1050840" fill="norm" stroke="1" extrusionOk="0">
                <a:moveTo>
                  <a:pt x="0" y="0"/>
                </a:moveTo>
                <a:lnTo>
                  <a:pt x="1050840" y="0"/>
                </a:lnTo>
                <a:lnTo>
                  <a:pt x="1050840" y="1050840"/>
                </a:lnTo>
                <a:lnTo>
                  <a:pt x="0" y="105084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rcRect l="0" t="0" r="0" b="0"/>
            <a:stretch/>
          </a:blipFill>
        </p:spPr>
        <p:txBody>
          <a:bodyPr/>
          <a:p>
            <a:pPr>
              <a:defRPr/>
            </a:pPr>
            <a:endParaRPr sz="1600"/>
          </a:p>
        </p:txBody>
      </p:sp>
      <p:sp>
        <p:nvSpPr>
          <p:cNvPr id="1854856602" name="TextBox 29"/>
          <p:cNvSpPr txBox="1"/>
          <p:nvPr/>
        </p:nvSpPr>
        <p:spPr bwMode="auto">
          <a:xfrm rot="0" flipH="0" flipV="0">
            <a:off x="1372306" y="2655535"/>
            <a:ext cx="1703502" cy="3202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18"/>
              </a:lnSpc>
              <a:defRPr/>
            </a:pPr>
            <a:r>
              <a:rPr sz="1200" b="1" lang="en-US">
                <a:solidFill>
                  <a:srgbClr val="000000"/>
                </a:solidFill>
                <a:latin typeface="IBM Plex Sans"/>
              </a:rPr>
              <a:t>Usuario</a:t>
            </a:r>
            <a:endParaRPr sz="1200">
              <a:latin typeface="IBM Plex Sans"/>
              <a:cs typeface="IBM Plex Sans"/>
            </a:endParaRPr>
          </a:p>
        </p:txBody>
      </p:sp>
      <p:sp>
        <p:nvSpPr>
          <p:cNvPr id="1201836719" name="TextBox 30"/>
          <p:cNvSpPr txBox="1"/>
          <p:nvPr/>
        </p:nvSpPr>
        <p:spPr bwMode="auto">
          <a:xfrm rot="0" flipH="0" flipV="0">
            <a:off x="4532100" y="2735951"/>
            <a:ext cx="3099848" cy="1832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ct val="100000"/>
              </a:lnSpc>
              <a:defRPr/>
            </a:pPr>
            <a:r>
              <a:rPr sz="1200" b="1" lang="en-US">
                <a:solidFill>
                  <a:srgbClr val="000000"/>
                </a:solidFill>
                <a:latin typeface="IBM Plex Sans"/>
              </a:rPr>
              <a:t>Proveedor de servicios de Internet</a:t>
            </a:r>
            <a:endParaRPr sz="1200">
              <a:latin typeface="IBM Plex Sans"/>
              <a:cs typeface="IBM Plex Sans"/>
            </a:endParaRPr>
          </a:p>
        </p:txBody>
      </p:sp>
      <p:sp>
        <p:nvSpPr>
          <p:cNvPr id="599485944" name="TextBox 31"/>
          <p:cNvSpPr txBox="1"/>
          <p:nvPr/>
        </p:nvSpPr>
        <p:spPr bwMode="auto">
          <a:xfrm rot="0">
            <a:off x="9222338" y="2703933"/>
            <a:ext cx="1493005" cy="3202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18"/>
              </a:lnSpc>
              <a:defRPr/>
            </a:pPr>
            <a:r>
              <a:rPr sz="1200" b="1" lang="en-US">
                <a:solidFill>
                  <a:srgbClr val="000000"/>
                </a:solidFill>
                <a:latin typeface="IBM Plex Sans"/>
              </a:rPr>
              <a:t>Internet</a:t>
            </a:r>
            <a:endParaRPr sz="1200">
              <a:latin typeface="IBM Plex Sans"/>
              <a:cs typeface="IBM Plex Sans"/>
            </a:endParaRPr>
          </a:p>
        </p:txBody>
      </p:sp>
      <p:sp>
        <p:nvSpPr>
          <p:cNvPr id="967420298" name="AutoShape 32"/>
          <p:cNvSpPr/>
          <p:nvPr/>
        </p:nvSpPr>
        <p:spPr bwMode="auto">
          <a:xfrm flipH="0" flipV="0">
            <a:off x="6837804" y="2197134"/>
            <a:ext cx="2298030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p>
            <a:pPr>
              <a:defRPr/>
            </a:pPr>
            <a:endParaRPr/>
          </a:p>
        </p:txBody>
      </p:sp>
      <p:sp>
        <p:nvSpPr>
          <p:cNvPr id="1230381192" name="AutoShape 33"/>
          <p:cNvSpPr/>
          <p:nvPr/>
        </p:nvSpPr>
        <p:spPr bwMode="auto">
          <a:xfrm flipH="1" flipV="1">
            <a:off x="6947610" y="2469951"/>
            <a:ext cx="2298030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p>
            <a:pPr>
              <a:defRPr/>
            </a:pPr>
            <a:endParaRPr/>
          </a:p>
        </p:txBody>
      </p:sp>
      <p:sp>
        <p:nvSpPr>
          <p:cNvPr id="1607774121" name="Freeform 34"/>
          <p:cNvSpPr/>
          <p:nvPr/>
        </p:nvSpPr>
        <p:spPr bwMode="auto">
          <a:xfrm rot="0" flipH="0" flipV="0">
            <a:off x="7631589" y="1515177"/>
            <a:ext cx="282304" cy="409140"/>
          </a:xfrm>
          <a:custGeom>
            <a:avLst/>
            <a:gdLst/>
            <a:ahLst/>
            <a:cxnLst/>
            <a:rect l="l" t="t" r="r" b="b"/>
            <a:pathLst>
              <a:path w="363888" h="527374" fill="norm" stroke="1" extrusionOk="0">
                <a:moveTo>
                  <a:pt x="0" y="0"/>
                </a:moveTo>
                <a:lnTo>
                  <a:pt x="363888" y="0"/>
                </a:lnTo>
                <a:lnTo>
                  <a:pt x="363888" y="527374"/>
                </a:lnTo>
                <a:lnTo>
                  <a:pt x="0" y="527374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rcRect l="0" t="0" r="0" b="0"/>
            <a:stretch/>
          </a:blipFill>
        </p:spPr>
        <p:txBody>
          <a:bodyPr/>
          <a:p>
            <a:pPr>
              <a:defRPr/>
            </a:pPr>
            <a:endParaRPr sz="1600"/>
          </a:p>
        </p:txBody>
      </p:sp>
      <p:sp>
        <p:nvSpPr>
          <p:cNvPr id="862172253" name="AutoShape 35"/>
          <p:cNvSpPr/>
          <p:nvPr/>
        </p:nvSpPr>
        <p:spPr bwMode="auto">
          <a:xfrm flipH="0" flipV="0">
            <a:off x="3074370" y="2010962"/>
            <a:ext cx="2298030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p>
            <a:pPr>
              <a:defRPr/>
            </a:pPr>
            <a:endParaRPr/>
          </a:p>
        </p:txBody>
      </p:sp>
      <p:sp>
        <p:nvSpPr>
          <p:cNvPr id="1991164706" name="AutoShape 36"/>
          <p:cNvSpPr/>
          <p:nvPr/>
        </p:nvSpPr>
        <p:spPr bwMode="auto">
          <a:xfrm flipH="1" flipV="1">
            <a:off x="3162188" y="2375091"/>
            <a:ext cx="2298030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p>
            <a:pPr>
              <a:defRPr/>
            </a:pPr>
            <a:endParaRPr/>
          </a:p>
        </p:txBody>
      </p:sp>
      <p:sp>
        <p:nvSpPr>
          <p:cNvPr id="207682902" name="Freeform 37"/>
          <p:cNvSpPr/>
          <p:nvPr/>
        </p:nvSpPr>
        <p:spPr bwMode="auto">
          <a:xfrm rot="0" flipH="0" flipV="0">
            <a:off x="4082233" y="1420317"/>
            <a:ext cx="282304" cy="409140"/>
          </a:xfrm>
          <a:custGeom>
            <a:avLst/>
            <a:gdLst/>
            <a:ahLst/>
            <a:cxnLst/>
            <a:rect l="l" t="t" r="r" b="b"/>
            <a:pathLst>
              <a:path w="363888" h="527374" fill="norm" stroke="1" extrusionOk="0">
                <a:moveTo>
                  <a:pt x="0" y="0"/>
                </a:moveTo>
                <a:lnTo>
                  <a:pt x="363888" y="0"/>
                </a:lnTo>
                <a:lnTo>
                  <a:pt x="363888" y="527373"/>
                </a:lnTo>
                <a:lnTo>
                  <a:pt x="0" y="527373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rcRect l="0" t="0" r="0" b="0"/>
            <a:stretch/>
          </a:blipFill>
        </p:spPr>
        <p:txBody>
          <a:bodyPr/>
          <a:p>
            <a:pPr>
              <a:defRPr/>
            </a:pPr>
            <a:endParaRPr sz="16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326161830" name="Group 2"/>
          <p:cNvGrpSpPr/>
          <p:nvPr/>
        </p:nvGrpSpPr>
        <p:grpSpPr bwMode="auto">
          <a:xfrm rot="0">
            <a:off x="5137431" y="2151162"/>
            <a:ext cx="1854142" cy="1854142"/>
            <a:chOff x="0" y="0"/>
            <a:chExt cx="812800" cy="812800"/>
          </a:xfrm>
        </p:grpSpPr>
        <p:sp>
          <p:nvSpPr>
            <p:cNvPr id="3" name="Freeform 3"/>
            <p:cNvSpPr/>
            <p:nvPr/>
          </p:nvSpPr>
          <p:spPr bwMode="auto">
            <a:xfrm rot="0" flipH="0" flipV="0"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3"/>
              <a:srcRect l="0" t="0" r="0" b="0"/>
              <a:stretch/>
            </a:blipFill>
          </p:spPr>
        </p:sp>
      </p:grpSp>
      <p:sp>
        <p:nvSpPr>
          <p:cNvPr id="1051169692" name="Freeform 4"/>
          <p:cNvSpPr/>
          <p:nvPr/>
        </p:nvSpPr>
        <p:spPr bwMode="auto">
          <a:xfrm rot="0" flipH="0" flipV="0">
            <a:off x="1550500" y="2705904"/>
            <a:ext cx="2158430" cy="744658"/>
          </a:xfrm>
          <a:custGeom>
            <a:avLst/>
            <a:gdLst/>
            <a:ahLst/>
            <a:cxnLst/>
            <a:rect l="l" t="t" r="r" b="b"/>
            <a:pathLst>
              <a:path w="2158430" h="744658" fill="norm" stroke="1" extrusionOk="0">
                <a:moveTo>
                  <a:pt x="0" y="0"/>
                </a:moveTo>
                <a:lnTo>
                  <a:pt x="2158430" y="0"/>
                </a:lnTo>
                <a:lnTo>
                  <a:pt x="2158430" y="744658"/>
                </a:lnTo>
                <a:lnTo>
                  <a:pt x="0" y="74465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rcRect l="0" t="0" r="0" b="0"/>
            <a:stretch/>
          </a:blipFill>
        </p:spPr>
        <p:txBody>
          <a:bodyPr/>
          <a:p/>
        </p:txBody>
      </p:sp>
      <p:sp>
        <p:nvSpPr>
          <p:cNvPr id="1043119927" name="Freeform 5"/>
          <p:cNvSpPr/>
          <p:nvPr/>
        </p:nvSpPr>
        <p:spPr bwMode="auto">
          <a:xfrm rot="0" flipH="0" flipV="0">
            <a:off x="8569972" y="2151162"/>
            <a:ext cx="2030081" cy="1854142"/>
          </a:xfrm>
          <a:custGeom>
            <a:avLst/>
            <a:gdLst/>
            <a:ahLst/>
            <a:cxnLst/>
            <a:rect l="l" t="t" r="r" b="b"/>
            <a:pathLst>
              <a:path w="2030082" h="1854142" fill="norm" stroke="1" extrusionOk="0">
                <a:moveTo>
                  <a:pt x="0" y="0"/>
                </a:moveTo>
                <a:lnTo>
                  <a:pt x="2030083" y="0"/>
                </a:lnTo>
                <a:lnTo>
                  <a:pt x="2030083" y="1854142"/>
                </a:lnTo>
                <a:lnTo>
                  <a:pt x="0" y="185414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rcRect l="0" t="0" r="0" b="0"/>
            <a:stretch/>
          </a:blipFill>
        </p:spPr>
        <p:txBody>
          <a:bodyPr/>
          <a:p/>
        </p:txBody>
      </p:sp>
      <p:sp>
        <p:nvSpPr>
          <p:cNvPr id="138736158" name="TextBox 6"/>
          <p:cNvSpPr txBox="1"/>
          <p:nvPr/>
        </p:nvSpPr>
        <p:spPr bwMode="auto">
          <a:xfrm rot="0" flipH="0" flipV="0">
            <a:off x="1550499" y="4258527"/>
            <a:ext cx="2398886" cy="4626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40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Rubik Bold"/>
              </a:rPr>
              <a:t>IVPN</a:t>
            </a:r>
            <a:endParaRPr/>
          </a:p>
        </p:txBody>
      </p:sp>
      <p:sp>
        <p:nvSpPr>
          <p:cNvPr id="410645639" name="TextBox 7"/>
          <p:cNvSpPr txBox="1"/>
          <p:nvPr/>
        </p:nvSpPr>
        <p:spPr bwMode="auto">
          <a:xfrm rot="0" flipH="0" flipV="0">
            <a:off x="4456666" y="4258527"/>
            <a:ext cx="3482636" cy="4626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40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Rubik Bold"/>
              </a:rPr>
              <a:t>Mullvad VPN</a:t>
            </a:r>
            <a:endParaRPr/>
          </a:p>
        </p:txBody>
      </p:sp>
      <p:sp>
        <p:nvSpPr>
          <p:cNvPr id="1489463141" name="TextBox 8"/>
          <p:cNvSpPr txBox="1"/>
          <p:nvPr/>
        </p:nvSpPr>
        <p:spPr bwMode="auto">
          <a:xfrm rot="0" flipH="0" flipV="0">
            <a:off x="8528526" y="4258527"/>
            <a:ext cx="3284636" cy="4626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40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Rubik Bold"/>
              </a:rPr>
              <a:t>Proton VPN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66349651" name="Freeform 2"/>
          <p:cNvSpPr/>
          <p:nvPr/>
        </p:nvSpPr>
        <p:spPr bwMode="auto">
          <a:xfrm rot="3828460" flipH="0" flipV="0">
            <a:off x="454175" y="1859893"/>
            <a:ext cx="1470785" cy="415497"/>
          </a:xfrm>
          <a:custGeom>
            <a:avLst/>
            <a:gdLst/>
            <a:ahLst/>
            <a:cxnLst/>
            <a:rect l="l" t="t" r="r" b="b"/>
            <a:pathLst>
              <a:path w="1470785" h="415497" fill="norm" stroke="1" extrusionOk="0">
                <a:moveTo>
                  <a:pt x="0" y="0"/>
                </a:moveTo>
                <a:lnTo>
                  <a:pt x="1470785" y="0"/>
                </a:lnTo>
                <a:lnTo>
                  <a:pt x="1470785" y="415497"/>
                </a:lnTo>
                <a:lnTo>
                  <a:pt x="0" y="41549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861607340" name="Freeform 3"/>
          <p:cNvSpPr/>
          <p:nvPr/>
        </p:nvSpPr>
        <p:spPr bwMode="auto">
          <a:xfrm rot="-3507593" flipH="1" flipV="0">
            <a:off x="10436683" y="2079178"/>
            <a:ext cx="1470785" cy="415497"/>
          </a:xfrm>
          <a:custGeom>
            <a:avLst/>
            <a:gdLst/>
            <a:ahLst/>
            <a:cxnLst/>
            <a:rect l="l" t="t" r="r" b="b"/>
            <a:pathLst>
              <a:path w="1470785" h="415497" fill="norm" stroke="1" extrusionOk="0">
                <a:moveTo>
                  <a:pt x="1470785" y="0"/>
                </a:moveTo>
                <a:lnTo>
                  <a:pt x="0" y="0"/>
                </a:lnTo>
                <a:lnTo>
                  <a:pt x="0" y="415496"/>
                </a:lnTo>
                <a:lnTo>
                  <a:pt x="1470785" y="415496"/>
                </a:lnTo>
                <a:lnTo>
                  <a:pt x="1470785" y="0"/>
                </a:lnTo>
                <a:close/>
              </a:path>
            </a:pathLst>
          </a:custGeom>
          <a:blipFill>
            <a:blip r:embed="rId4"/>
            <a:srcRect l="0" t="0" r="0" b="0"/>
            <a:stretch/>
          </a:blipFill>
        </p:spPr>
        <p:txBody>
          <a:bodyPr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2061372992" name="Freeform 4"/>
          <p:cNvSpPr/>
          <p:nvPr/>
        </p:nvSpPr>
        <p:spPr bwMode="auto">
          <a:xfrm rot="3898292" flipH="1" flipV="0">
            <a:off x="6152054" y="4878347"/>
            <a:ext cx="1470785" cy="415497"/>
          </a:xfrm>
          <a:custGeom>
            <a:avLst/>
            <a:gdLst/>
            <a:ahLst/>
            <a:cxnLst/>
            <a:rect l="l" t="t" r="r" b="b"/>
            <a:pathLst>
              <a:path w="1470785" h="415497" fill="norm" stroke="1" extrusionOk="0">
                <a:moveTo>
                  <a:pt x="1470785" y="0"/>
                </a:moveTo>
                <a:lnTo>
                  <a:pt x="0" y="0"/>
                </a:lnTo>
                <a:lnTo>
                  <a:pt x="0" y="415496"/>
                </a:lnTo>
                <a:lnTo>
                  <a:pt x="1470785" y="415496"/>
                </a:lnTo>
                <a:lnTo>
                  <a:pt x="1470785" y="0"/>
                </a:lnTo>
                <a:close/>
              </a:path>
            </a:pathLst>
          </a:custGeom>
          <a:blipFill>
            <a:blip r:embed="rId5"/>
            <a:srcRect l="0" t="0" r="0" b="0"/>
            <a:stretch/>
          </a:blipFill>
        </p:spPr>
        <p:txBody>
          <a:bodyPr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641071339" name="Freeform 5"/>
          <p:cNvSpPr/>
          <p:nvPr/>
        </p:nvSpPr>
        <p:spPr bwMode="auto">
          <a:xfrm rot="-3510518" flipH="0" flipV="0">
            <a:off x="3676054" y="4577013"/>
            <a:ext cx="1470785" cy="415497"/>
          </a:xfrm>
          <a:custGeom>
            <a:avLst/>
            <a:gdLst/>
            <a:ahLst/>
            <a:cxnLst/>
            <a:rect l="l" t="t" r="r" b="b"/>
            <a:pathLst>
              <a:path w="1470785" h="415497" fill="norm" stroke="1" extrusionOk="0">
                <a:moveTo>
                  <a:pt x="0" y="0"/>
                </a:moveTo>
                <a:lnTo>
                  <a:pt x="1470785" y="0"/>
                </a:lnTo>
                <a:lnTo>
                  <a:pt x="1470785" y="415497"/>
                </a:lnTo>
                <a:lnTo>
                  <a:pt x="0" y="41549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rcRect l="0" t="0" r="0" b="0"/>
            <a:stretch/>
          </a:blipFill>
        </p:spPr>
        <p:txBody>
          <a:bodyPr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573113007" name="TextBox 8"/>
          <p:cNvSpPr txBox="1"/>
          <p:nvPr/>
        </p:nvSpPr>
        <p:spPr bwMode="auto">
          <a:xfrm rot="0" flipH="0" flipV="0">
            <a:off x="878623" y="588870"/>
            <a:ext cx="5943766" cy="3965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2600" b="1" lang="en-US">
                <a:solidFill>
                  <a:srgbClr val="FF3131"/>
                </a:solidFill>
                <a:latin typeface="IBM Plex Sans"/>
              </a:rPr>
              <a:t>Protocolo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867583553" name="TextBox 9"/>
          <p:cNvSpPr txBox="1"/>
          <p:nvPr/>
        </p:nvSpPr>
        <p:spPr bwMode="auto">
          <a:xfrm rot="0" flipH="0" flipV="0">
            <a:off x="3351249" y="1176548"/>
            <a:ext cx="5351313" cy="5550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368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IBM Plex Sans"/>
              </a:rPr>
              <a:t>Nombre de dominio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432454251" name="TextBox 10"/>
          <p:cNvSpPr txBox="1"/>
          <p:nvPr/>
        </p:nvSpPr>
        <p:spPr bwMode="auto">
          <a:xfrm rot="0" flipH="0" flipV="0">
            <a:off x="7504666" y="5192156"/>
            <a:ext cx="2563292" cy="7928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ct val="100000"/>
              </a:lnSpc>
              <a:defRPr/>
            </a:pPr>
            <a:r>
              <a:rPr sz="2600" b="1" lang="en-US">
                <a:solidFill>
                  <a:srgbClr val="FF5C00"/>
                </a:solidFill>
                <a:latin typeface="IBM Plex Sans"/>
              </a:rPr>
              <a:t>Dominio de nivel superior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291484965" name="TextBox 11"/>
          <p:cNvSpPr txBox="1"/>
          <p:nvPr/>
        </p:nvSpPr>
        <p:spPr bwMode="auto">
          <a:xfrm rot="0" flipH="0" flipV="0">
            <a:off x="878623" y="4906902"/>
            <a:ext cx="2829669" cy="7928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ct val="100000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IBM Plex Sans"/>
              </a:rPr>
              <a:t>Dominio de segundo nivel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23297312" name="TextBox 12"/>
          <p:cNvSpPr txBox="1"/>
          <p:nvPr/>
        </p:nvSpPr>
        <p:spPr bwMode="auto">
          <a:xfrm rot="0" flipH="0" flipV="0">
            <a:off x="6493797" y="825268"/>
            <a:ext cx="5240736" cy="3965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ct val="100000"/>
              </a:lnSpc>
              <a:defRPr/>
            </a:pPr>
            <a:r>
              <a:rPr sz="2600" b="1" lang="en-US">
                <a:solidFill>
                  <a:srgbClr val="3758D3"/>
                </a:solidFill>
                <a:latin typeface="IBM Plex Sans"/>
              </a:rPr>
              <a:t>Ruta</a:t>
            </a:r>
            <a:endParaRPr sz="1400">
              <a:latin typeface="IBM Plex Sans"/>
              <a:cs typeface="IBM Plex Sans"/>
            </a:endParaRPr>
          </a:p>
        </p:txBody>
      </p:sp>
      <p:grpSp>
        <p:nvGrpSpPr>
          <p:cNvPr id="751903488" name=""/>
          <p:cNvGrpSpPr/>
          <p:nvPr/>
        </p:nvGrpSpPr>
        <p:grpSpPr bwMode="auto">
          <a:xfrm>
            <a:off x="635754" y="1874594"/>
            <a:ext cx="11369260" cy="1963680"/>
            <a:chOff x="0" y="0"/>
            <a:chExt cx="11369260" cy="1963680"/>
          </a:xfrm>
        </p:grpSpPr>
        <p:sp>
          <p:nvSpPr>
            <p:cNvPr id="969929486" name="Freeform 6"/>
            <p:cNvSpPr/>
            <p:nvPr/>
          </p:nvSpPr>
          <p:spPr bwMode="auto">
            <a:xfrm rot="5400000" flipH="0" flipV="0">
              <a:off x="4691822" y="-1680256"/>
              <a:ext cx="1040158" cy="4400671"/>
            </a:xfrm>
            <a:custGeom>
              <a:avLst/>
              <a:gdLst/>
              <a:ahLst/>
              <a:cxnLst/>
              <a:rect l="l" t="t" r="r" b="b"/>
              <a:pathLst>
                <a:path w="1040158" h="4400671" fill="norm" stroke="1" extrusionOk="0">
                  <a:moveTo>
                    <a:pt x="0" y="0"/>
                  </a:moveTo>
                  <a:lnTo>
                    <a:pt x="1040158" y="0"/>
                  </a:lnTo>
                  <a:lnTo>
                    <a:pt x="1040158" y="4400671"/>
                  </a:lnTo>
                  <a:lnTo>
                    <a:pt x="0" y="440067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rcRect l="0" t="0" r="0" b="0"/>
              <a:stretch/>
            </a:blipFill>
          </p:spPr>
          <p:txBody>
            <a:bodyPr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994286499" name="TextBox 7"/>
            <p:cNvSpPr txBox="1"/>
            <p:nvPr/>
          </p:nvSpPr>
          <p:spPr bwMode="auto">
            <a:xfrm rot="0" flipH="0" flipV="0">
              <a:off x="0" y="1087782"/>
              <a:ext cx="11369260" cy="87589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6894"/>
                </a:lnSpc>
                <a:defRPr/>
              </a:pPr>
              <a:r>
                <a:rPr lang="en-US" sz="4900" b="1">
                  <a:solidFill>
                    <a:srgbClr val="FF3131"/>
                  </a:solidFill>
                  <a:latin typeface="IBM Plex Sans"/>
                  <a:ea typeface="IBM Plex Sans"/>
                  <a:cs typeface="IBM Plex Sans"/>
                </a:rPr>
                <a:t>https://</a:t>
              </a:r>
              <a:r>
                <a:rPr lang="en-US" sz="49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planb</a:t>
              </a:r>
              <a:r>
                <a:rPr lang="en-US" sz="4900" b="1">
                  <a:solidFill>
                    <a:srgbClr val="FF5C00"/>
                  </a:solidFill>
                  <a:latin typeface="IBM Plex Sans"/>
                  <a:ea typeface="IBM Plex Sans"/>
                  <a:cs typeface="IBM Plex Sans"/>
                </a:rPr>
                <a:t>.</a:t>
              </a:r>
              <a:r>
                <a:rPr lang="fr-FR" sz="4900" b="1">
                  <a:solidFill>
                    <a:srgbClr val="FF5C00"/>
                  </a:solidFill>
                  <a:latin typeface="IBM Plex Sans"/>
                  <a:ea typeface="IBM Plex Sans"/>
                  <a:cs typeface="IBM Plex Sans"/>
                </a:rPr>
                <a:t>academy</a:t>
              </a:r>
              <a:r>
                <a:rPr lang="en-US" sz="4900" b="1">
                  <a:solidFill>
                    <a:srgbClr val="004AAD"/>
                  </a:solidFill>
                  <a:latin typeface="IBM Plex Sans"/>
                  <a:ea typeface="IBM Plex Sans"/>
                  <a:cs typeface="IBM Plex Sans"/>
                </a:rPr>
                <a:t>/</a:t>
              </a:r>
              <a:r>
                <a:rPr lang="fr-FR" sz="4900" b="1">
                  <a:solidFill>
                    <a:srgbClr val="004AAD"/>
                  </a:solidFill>
                  <a:latin typeface="IBM Plex Sans"/>
                  <a:ea typeface="IBM Plex Sans"/>
                  <a:cs typeface="IBM Plex Sans"/>
                </a:rPr>
                <a:t>en/</a:t>
              </a:r>
              <a:r>
                <a:rPr lang="en-US" sz="4900" b="1">
                  <a:solidFill>
                    <a:srgbClr val="004AAD"/>
                  </a:solidFill>
                  <a:latin typeface="IBM Plex Sans"/>
                  <a:ea typeface="IBM Plex Sans"/>
                  <a:cs typeface="IBM Plex Sans"/>
                </a:rPr>
                <a:t>tutorials</a:t>
              </a:r>
              <a:endParaRPr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89278791" name="Freeform 2"/>
          <p:cNvSpPr/>
          <p:nvPr/>
        </p:nvSpPr>
        <p:spPr bwMode="auto">
          <a:xfrm rot="0" flipH="0" flipV="0">
            <a:off x="8339937" y="2281855"/>
            <a:ext cx="1801163" cy="1854142"/>
          </a:xfrm>
          <a:custGeom>
            <a:avLst/>
            <a:gdLst/>
            <a:ahLst/>
            <a:cxnLst/>
            <a:rect l="l" t="t" r="r" b="b"/>
            <a:pathLst>
              <a:path w="1801163" h="1854142" fill="norm" stroke="1" extrusionOk="0">
                <a:moveTo>
                  <a:pt x="0" y="0"/>
                </a:moveTo>
                <a:lnTo>
                  <a:pt x="1801163" y="0"/>
                </a:lnTo>
                <a:lnTo>
                  <a:pt x="1801163" y="1854142"/>
                </a:lnTo>
                <a:lnTo>
                  <a:pt x="0" y="185414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22678" t="0" r="22676" b="0"/>
            <a:stretch/>
          </a:blipFill>
        </p:spPr>
        <p:txBody>
          <a:bodyPr/>
          <a:p/>
        </p:txBody>
      </p:sp>
      <p:sp>
        <p:nvSpPr>
          <p:cNvPr id="1067555733" name="Freeform 3"/>
          <p:cNvSpPr/>
          <p:nvPr/>
        </p:nvSpPr>
        <p:spPr bwMode="auto">
          <a:xfrm rot="0" flipH="0" flipV="0">
            <a:off x="2169143" y="2281855"/>
            <a:ext cx="1564677" cy="1854142"/>
          </a:xfrm>
          <a:custGeom>
            <a:avLst/>
            <a:gdLst/>
            <a:ahLst/>
            <a:cxnLst/>
            <a:rect l="l" t="t" r="r" b="b"/>
            <a:pathLst>
              <a:path w="1564677" h="1854142" fill="norm" stroke="1" extrusionOk="0">
                <a:moveTo>
                  <a:pt x="0" y="0"/>
                </a:moveTo>
                <a:lnTo>
                  <a:pt x="1564677" y="0"/>
                </a:lnTo>
                <a:lnTo>
                  <a:pt x="1564677" y="1854142"/>
                </a:lnTo>
                <a:lnTo>
                  <a:pt x="0" y="185414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rcRect l="0" t="0" r="0" b="0"/>
            <a:stretch/>
          </a:blipFill>
        </p:spPr>
        <p:txBody>
          <a:bodyPr/>
          <a:p/>
        </p:txBody>
      </p:sp>
      <p:sp>
        <p:nvSpPr>
          <p:cNvPr id="760365243" name="TextBox 5"/>
          <p:cNvSpPr txBox="1"/>
          <p:nvPr/>
        </p:nvSpPr>
        <p:spPr bwMode="auto">
          <a:xfrm rot="0" flipH="0" flipV="0">
            <a:off x="4647166" y="4519913"/>
            <a:ext cx="2943606" cy="4626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40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Rubik Bold"/>
              </a:rPr>
              <a:t>macOS</a:t>
            </a:r>
            <a:endParaRPr/>
          </a:p>
        </p:txBody>
      </p:sp>
      <p:sp>
        <p:nvSpPr>
          <p:cNvPr id="133874316" name="TextBox 6"/>
          <p:cNvSpPr txBox="1"/>
          <p:nvPr/>
        </p:nvSpPr>
        <p:spPr bwMode="auto">
          <a:xfrm rot="0" flipH="0" flipV="0">
            <a:off x="1588583" y="4519913"/>
            <a:ext cx="2922439" cy="4626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40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Rubik Bold"/>
              </a:rPr>
              <a:t>Linux</a:t>
            </a:r>
            <a:endParaRPr/>
          </a:p>
        </p:txBody>
      </p:sp>
      <p:sp>
        <p:nvSpPr>
          <p:cNvPr id="641848708" name="TextBox 7"/>
          <p:cNvSpPr txBox="1"/>
          <p:nvPr/>
        </p:nvSpPr>
        <p:spPr bwMode="auto">
          <a:xfrm rot="0" flipH="0" flipV="0">
            <a:off x="8339936" y="4519913"/>
            <a:ext cx="3144782" cy="4626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40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Rubik Bold"/>
              </a:rPr>
              <a:t>Windows</a:t>
            </a:r>
            <a:endParaRPr/>
          </a:p>
        </p:txBody>
      </p:sp>
      <p:pic>
        <p:nvPicPr>
          <p:cNvPr id="1225911199" name=""/>
          <p:cNvPicPr>
            <a:picLocks noChangeAspect="1"/>
          </p:cNvPicPr>
          <p:nvPr/>
        </p:nvPicPr>
        <p:blipFill>
          <a:blip r:embed="rId5"/>
          <a:stretch/>
        </p:blipFill>
        <p:spPr bwMode="auto">
          <a:xfrm flipH="0" flipV="0">
            <a:off x="5120545" y="2231571"/>
            <a:ext cx="1524174" cy="197246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54132834" name="Freeform 2"/>
          <p:cNvSpPr/>
          <p:nvPr/>
        </p:nvSpPr>
        <p:spPr bwMode="auto">
          <a:xfrm rot="0" flipH="0" flipV="0">
            <a:off x="885825" y="2128009"/>
            <a:ext cx="1937986" cy="1937986"/>
          </a:xfrm>
          <a:custGeom>
            <a:avLst/>
            <a:gdLst/>
            <a:ahLst/>
            <a:cxnLst/>
            <a:rect l="l" t="t" r="r" b="b"/>
            <a:pathLst>
              <a:path w="1937986" h="1937986" fill="norm" stroke="1" extrusionOk="0">
                <a:moveTo>
                  <a:pt x="0" y="0"/>
                </a:moveTo>
                <a:lnTo>
                  <a:pt x="1937986" y="0"/>
                </a:lnTo>
                <a:lnTo>
                  <a:pt x="1937986" y="1937986"/>
                </a:lnTo>
                <a:lnTo>
                  <a:pt x="0" y="193798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462520704" name="Freeform 3"/>
          <p:cNvSpPr/>
          <p:nvPr/>
        </p:nvSpPr>
        <p:spPr bwMode="auto">
          <a:xfrm rot="0" flipH="0" flipV="0">
            <a:off x="3209229" y="529603"/>
            <a:ext cx="8687332" cy="5798794"/>
          </a:xfrm>
          <a:custGeom>
            <a:avLst/>
            <a:gdLst/>
            <a:ahLst/>
            <a:cxnLst/>
            <a:rect l="l" t="t" r="r" b="b"/>
            <a:pathLst>
              <a:path w="8687332" h="5798794" fill="norm" stroke="1" extrusionOk="0">
                <a:moveTo>
                  <a:pt x="0" y="0"/>
                </a:moveTo>
                <a:lnTo>
                  <a:pt x="8687332" y="0"/>
                </a:lnTo>
                <a:lnTo>
                  <a:pt x="8687332" y="5798794"/>
                </a:lnTo>
                <a:lnTo>
                  <a:pt x="0" y="579879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rcRect l="0" t="0" r="0" b="0"/>
            <a:stretch/>
          </a:blipFill>
        </p:spPr>
        <p:txBody>
          <a:bodyPr/>
          <a:p/>
        </p:txBody>
      </p:sp>
      <p:grpSp>
        <p:nvGrpSpPr>
          <p:cNvPr id="332444570" name="Group 4"/>
          <p:cNvGrpSpPr/>
          <p:nvPr/>
        </p:nvGrpSpPr>
        <p:grpSpPr bwMode="auto">
          <a:xfrm rot="0">
            <a:off x="4687693" y="841587"/>
            <a:ext cx="5722687" cy="3384620"/>
            <a:chOff x="0" y="0"/>
            <a:chExt cx="2260815" cy="1337134"/>
          </a:xfrm>
        </p:grpSpPr>
        <p:sp>
          <p:nvSpPr>
            <p:cNvPr id="5" name="Freeform 5"/>
            <p:cNvSpPr/>
            <p:nvPr/>
          </p:nvSpPr>
          <p:spPr bwMode="auto">
            <a:xfrm rot="0" flipH="0" flipV="0">
              <a:off x="0" y="0"/>
              <a:ext cx="2260815" cy="1337134"/>
            </a:xfrm>
            <a:custGeom>
              <a:avLst/>
              <a:gdLst/>
              <a:ahLst/>
              <a:cxnLst/>
              <a:rect l="l" t="t" r="r" b="b"/>
              <a:pathLst>
                <a:path w="2260815" h="1337134" fill="norm" stroke="1" extrusionOk="0">
                  <a:moveTo>
                    <a:pt x="0" y="0"/>
                  </a:moveTo>
                  <a:lnTo>
                    <a:pt x="2260815" y="0"/>
                  </a:lnTo>
                  <a:lnTo>
                    <a:pt x="2260815" y="1337134"/>
                  </a:lnTo>
                  <a:lnTo>
                    <a:pt x="0" y="1337134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6" name="TextBox 6"/>
            <p:cNvSpPr txBox="1"/>
            <p:nvPr/>
          </p:nvSpPr>
          <p:spPr bwMode="auto">
            <a:xfrm>
              <a:off x="0" y="-47625"/>
              <a:ext cx="2260815" cy="1384759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037"/>
                </a:lnSpc>
                <a:defRPr/>
              </a:pPr>
              <a:endParaRPr/>
            </a:p>
          </p:txBody>
        </p:sp>
      </p:grpSp>
      <p:sp>
        <p:nvSpPr>
          <p:cNvPr id="1947105925" name="Freeform 7"/>
          <p:cNvSpPr/>
          <p:nvPr/>
        </p:nvSpPr>
        <p:spPr bwMode="auto">
          <a:xfrm rot="0" flipH="0" flipV="0">
            <a:off x="4509714" y="832063"/>
            <a:ext cx="6078644" cy="3419238"/>
          </a:xfrm>
          <a:custGeom>
            <a:avLst/>
            <a:gdLst/>
            <a:ahLst/>
            <a:cxnLst/>
            <a:rect l="l" t="t" r="r" b="b"/>
            <a:pathLst>
              <a:path w="6078644" h="3419238" fill="norm" stroke="1" extrusionOk="0">
                <a:moveTo>
                  <a:pt x="0" y="0"/>
                </a:moveTo>
                <a:lnTo>
                  <a:pt x="6078645" y="0"/>
                </a:lnTo>
                <a:lnTo>
                  <a:pt x="6078645" y="3419238"/>
                </a:lnTo>
                <a:lnTo>
                  <a:pt x="0" y="341923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rcRect l="0" t="0" r="0" b="0"/>
            <a:stretch/>
          </a:blipFill>
        </p:spPr>
        <p:txBody>
          <a:bodyPr/>
          <a:p/>
        </p:txBody>
      </p:sp>
      <p:sp>
        <p:nvSpPr>
          <p:cNvPr id="1099197656" name="TextBox 8"/>
          <p:cNvSpPr txBox="1"/>
          <p:nvPr/>
        </p:nvSpPr>
        <p:spPr bwMode="auto">
          <a:xfrm rot="0" flipH="0" flipV="0">
            <a:off x="339749" y="4281680"/>
            <a:ext cx="3101636" cy="4626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40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Rubik Bold"/>
              </a:rPr>
              <a:t>Ubuntu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823157633" name="Group 2"/>
          <p:cNvGrpSpPr/>
          <p:nvPr/>
        </p:nvGrpSpPr>
        <p:grpSpPr bwMode="auto">
          <a:xfrm rot="0">
            <a:off x="2856057" y="1786480"/>
            <a:ext cx="2349516" cy="2349516"/>
            <a:chOff x="0" y="0"/>
            <a:chExt cx="812800" cy="812800"/>
          </a:xfrm>
        </p:grpSpPr>
        <p:sp>
          <p:nvSpPr>
            <p:cNvPr id="3" name="Freeform 3"/>
            <p:cNvSpPr/>
            <p:nvPr/>
          </p:nvSpPr>
          <p:spPr bwMode="auto">
            <a:xfrm rot="0" flipH="0" flipV="0"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3"/>
              <a:srcRect l="21874" t="0" r="21873" b="0"/>
              <a:stretch/>
            </a:blipFill>
          </p:spPr>
        </p:sp>
      </p:grpSp>
      <p:sp>
        <p:nvSpPr>
          <p:cNvPr id="842494845" name="Freeform 4"/>
          <p:cNvSpPr/>
          <p:nvPr/>
        </p:nvSpPr>
        <p:spPr bwMode="auto">
          <a:xfrm rot="0" flipH="0" flipV="0">
            <a:off x="7098855" y="1786480"/>
            <a:ext cx="2237088" cy="2349516"/>
          </a:xfrm>
          <a:custGeom>
            <a:avLst/>
            <a:gdLst/>
            <a:ahLst/>
            <a:cxnLst/>
            <a:rect l="l" t="t" r="r" b="b"/>
            <a:pathLst>
              <a:path w="2237088" h="2349516" fill="norm" stroke="1" extrusionOk="0">
                <a:moveTo>
                  <a:pt x="0" y="0"/>
                </a:moveTo>
                <a:lnTo>
                  <a:pt x="2237088" y="0"/>
                </a:lnTo>
                <a:lnTo>
                  <a:pt x="2237088" y="2349517"/>
                </a:lnTo>
                <a:lnTo>
                  <a:pt x="0" y="234951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rcRect l="0" t="0" r="0" b="0"/>
            <a:stretch/>
          </a:blipFill>
        </p:spPr>
        <p:txBody>
          <a:bodyPr/>
          <a:p/>
        </p:txBody>
      </p:sp>
      <p:sp>
        <p:nvSpPr>
          <p:cNvPr id="1388922128" name="TextBox 5"/>
          <p:cNvSpPr txBox="1"/>
          <p:nvPr/>
        </p:nvSpPr>
        <p:spPr bwMode="auto">
          <a:xfrm rot="0" flipH="0" flipV="0">
            <a:off x="2096583" y="4519913"/>
            <a:ext cx="3736636" cy="4626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40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Rubik Bold"/>
              </a:rPr>
              <a:t>Kaspersky</a:t>
            </a:r>
            <a:endParaRPr/>
          </a:p>
        </p:txBody>
      </p:sp>
      <p:sp>
        <p:nvSpPr>
          <p:cNvPr id="1187116898" name="TextBox 6"/>
          <p:cNvSpPr txBox="1"/>
          <p:nvPr/>
        </p:nvSpPr>
        <p:spPr bwMode="auto">
          <a:xfrm rot="0" flipH="0" flipV="0">
            <a:off x="6255833" y="4519913"/>
            <a:ext cx="4287690" cy="4626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40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Rubik Bold"/>
              </a:rPr>
              <a:t>Windows Defender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26214754" name="Freeform 2"/>
          <p:cNvSpPr/>
          <p:nvPr/>
        </p:nvSpPr>
        <p:spPr bwMode="auto">
          <a:xfrm rot="0" flipH="0" flipV="0">
            <a:off x="1752334" y="529603"/>
            <a:ext cx="8687332" cy="5798794"/>
          </a:xfrm>
          <a:custGeom>
            <a:avLst/>
            <a:gdLst/>
            <a:ahLst/>
            <a:cxnLst/>
            <a:rect l="l" t="t" r="r" b="b"/>
            <a:pathLst>
              <a:path w="8687332" h="5798794" fill="norm" stroke="1" extrusionOk="0">
                <a:moveTo>
                  <a:pt x="0" y="0"/>
                </a:moveTo>
                <a:lnTo>
                  <a:pt x="8687332" y="0"/>
                </a:lnTo>
                <a:lnTo>
                  <a:pt x="8687332" y="5798794"/>
                </a:lnTo>
                <a:lnTo>
                  <a:pt x="0" y="579879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497117978" name="Freeform 3"/>
          <p:cNvSpPr/>
          <p:nvPr/>
        </p:nvSpPr>
        <p:spPr bwMode="auto">
          <a:xfrm rot="0" flipH="0" flipV="0">
            <a:off x="3242297" y="834771"/>
            <a:ext cx="5707406" cy="3443015"/>
          </a:xfrm>
          <a:custGeom>
            <a:avLst/>
            <a:gdLst/>
            <a:ahLst/>
            <a:cxnLst/>
            <a:rect l="l" t="t" r="r" b="b"/>
            <a:pathLst>
              <a:path w="5707406" h="3443015" fill="norm" stroke="1" extrusionOk="0">
                <a:moveTo>
                  <a:pt x="0" y="0"/>
                </a:moveTo>
                <a:lnTo>
                  <a:pt x="5707406" y="0"/>
                </a:lnTo>
                <a:lnTo>
                  <a:pt x="5707406" y="3443016"/>
                </a:lnTo>
                <a:lnTo>
                  <a:pt x="0" y="344301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rcRect l="0" t="0" r="250" b="20299"/>
            <a:stretch/>
          </a:blipFill>
        </p:spPr>
        <p:txBody>
          <a:bodyPr/>
          <a:p/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02375423" name="Freeform 2"/>
          <p:cNvSpPr/>
          <p:nvPr/>
        </p:nvSpPr>
        <p:spPr bwMode="auto">
          <a:xfrm rot="0" flipH="0" flipV="0">
            <a:off x="3209229" y="529603"/>
            <a:ext cx="8687332" cy="5798794"/>
          </a:xfrm>
          <a:custGeom>
            <a:avLst/>
            <a:gdLst/>
            <a:ahLst/>
            <a:cxnLst/>
            <a:rect l="l" t="t" r="r" b="b"/>
            <a:pathLst>
              <a:path w="8687332" h="5798794" fill="norm" stroke="1" extrusionOk="0">
                <a:moveTo>
                  <a:pt x="0" y="0"/>
                </a:moveTo>
                <a:lnTo>
                  <a:pt x="8687332" y="0"/>
                </a:lnTo>
                <a:lnTo>
                  <a:pt x="8687332" y="5798794"/>
                </a:lnTo>
                <a:lnTo>
                  <a:pt x="0" y="579879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grpSp>
        <p:nvGrpSpPr>
          <p:cNvPr id="15392943" name="Group 3"/>
          <p:cNvGrpSpPr/>
          <p:nvPr/>
        </p:nvGrpSpPr>
        <p:grpSpPr bwMode="auto">
          <a:xfrm rot="0">
            <a:off x="4687693" y="841587"/>
            <a:ext cx="5722687" cy="3384620"/>
            <a:chOff x="0" y="0"/>
            <a:chExt cx="2260815" cy="1337134"/>
          </a:xfrm>
        </p:grpSpPr>
        <p:sp>
          <p:nvSpPr>
            <p:cNvPr id="4" name="Freeform 4"/>
            <p:cNvSpPr/>
            <p:nvPr/>
          </p:nvSpPr>
          <p:spPr bwMode="auto">
            <a:xfrm rot="0" flipH="0" flipV="0">
              <a:off x="0" y="0"/>
              <a:ext cx="2260815" cy="1337134"/>
            </a:xfrm>
            <a:custGeom>
              <a:avLst/>
              <a:gdLst/>
              <a:ahLst/>
              <a:cxnLst/>
              <a:rect l="l" t="t" r="r" b="b"/>
              <a:pathLst>
                <a:path w="2260815" h="1337134" fill="norm" stroke="1" extrusionOk="0">
                  <a:moveTo>
                    <a:pt x="0" y="0"/>
                  </a:moveTo>
                  <a:lnTo>
                    <a:pt x="2260815" y="0"/>
                  </a:lnTo>
                  <a:lnTo>
                    <a:pt x="2260815" y="1337134"/>
                  </a:lnTo>
                  <a:lnTo>
                    <a:pt x="0" y="1337134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5" name="TextBox 5"/>
            <p:cNvSpPr txBox="1"/>
            <p:nvPr/>
          </p:nvSpPr>
          <p:spPr bwMode="auto">
            <a:xfrm>
              <a:off x="0" y="-47625"/>
              <a:ext cx="2260815" cy="1384759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037"/>
                </a:lnSpc>
                <a:defRPr/>
              </a:pPr>
              <a:endParaRPr/>
            </a:p>
          </p:txBody>
        </p:sp>
      </p:grpSp>
      <p:sp>
        <p:nvSpPr>
          <p:cNvPr id="1461871000" name="Freeform 6"/>
          <p:cNvSpPr/>
          <p:nvPr/>
        </p:nvSpPr>
        <p:spPr bwMode="auto">
          <a:xfrm rot="0" flipH="0" flipV="0">
            <a:off x="4519603" y="822365"/>
            <a:ext cx="6058867" cy="3423067"/>
          </a:xfrm>
          <a:custGeom>
            <a:avLst/>
            <a:gdLst/>
            <a:ahLst/>
            <a:cxnLst/>
            <a:rect l="l" t="t" r="r" b="b"/>
            <a:pathLst>
              <a:path w="6058867" h="3423067" fill="norm" stroke="1" extrusionOk="0">
                <a:moveTo>
                  <a:pt x="0" y="0"/>
                </a:moveTo>
                <a:lnTo>
                  <a:pt x="6058867" y="0"/>
                </a:lnTo>
                <a:lnTo>
                  <a:pt x="6058867" y="3423067"/>
                </a:lnTo>
                <a:lnTo>
                  <a:pt x="0" y="342306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rcRect l="0" t="0" r="379" b="0"/>
            <a:stretch/>
          </a:blipFill>
        </p:spPr>
        <p:txBody>
          <a:bodyPr/>
          <a:p/>
        </p:txBody>
      </p:sp>
      <p:sp>
        <p:nvSpPr>
          <p:cNvPr id="650233215" name="Freeform 7"/>
          <p:cNvSpPr/>
          <p:nvPr/>
        </p:nvSpPr>
        <p:spPr bwMode="auto">
          <a:xfrm rot="0" flipH="0" flipV="0">
            <a:off x="981886" y="2273698"/>
            <a:ext cx="2199084" cy="1766597"/>
          </a:xfrm>
          <a:custGeom>
            <a:avLst/>
            <a:gdLst/>
            <a:ahLst/>
            <a:cxnLst/>
            <a:rect l="l" t="t" r="r" b="b"/>
            <a:pathLst>
              <a:path w="2199084" h="1766597" fill="norm" stroke="1" extrusionOk="0">
                <a:moveTo>
                  <a:pt x="0" y="0"/>
                </a:moveTo>
                <a:lnTo>
                  <a:pt x="2199084" y="0"/>
                </a:lnTo>
                <a:lnTo>
                  <a:pt x="2199084" y="1766597"/>
                </a:lnTo>
                <a:lnTo>
                  <a:pt x="0" y="176659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rcRect l="0" t="0" r="0" b="0"/>
            <a:stretch/>
          </a:blipFill>
        </p:spPr>
        <p:txBody>
          <a:bodyPr/>
          <a:p/>
        </p:txBody>
      </p:sp>
      <p:sp>
        <p:nvSpPr>
          <p:cNvPr id="306188857" name="TextBox 8"/>
          <p:cNvSpPr txBox="1"/>
          <p:nvPr/>
        </p:nvSpPr>
        <p:spPr bwMode="auto">
          <a:xfrm rot="0" flipH="0" flipV="0">
            <a:off x="255083" y="4281680"/>
            <a:ext cx="3652689" cy="4626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40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Rubik Bold"/>
              </a:rPr>
              <a:t>Correo Proton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68595089" name="Freeform 2"/>
          <p:cNvSpPr/>
          <p:nvPr/>
        </p:nvSpPr>
        <p:spPr bwMode="auto">
          <a:xfrm rot="0" flipH="0" flipV="0">
            <a:off x="1752334" y="529603"/>
            <a:ext cx="8687332" cy="5798794"/>
          </a:xfrm>
          <a:custGeom>
            <a:avLst/>
            <a:gdLst/>
            <a:ahLst/>
            <a:cxnLst/>
            <a:rect l="l" t="t" r="r" b="b"/>
            <a:pathLst>
              <a:path w="8687332" h="5798794" fill="norm" stroke="1" extrusionOk="0">
                <a:moveTo>
                  <a:pt x="0" y="0"/>
                </a:moveTo>
                <a:lnTo>
                  <a:pt x="8687332" y="0"/>
                </a:lnTo>
                <a:lnTo>
                  <a:pt x="8687332" y="5798794"/>
                </a:lnTo>
                <a:lnTo>
                  <a:pt x="0" y="579879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grpSp>
        <p:nvGrpSpPr>
          <p:cNvPr id="1098082757" name="Group 3"/>
          <p:cNvGrpSpPr/>
          <p:nvPr/>
        </p:nvGrpSpPr>
        <p:grpSpPr bwMode="auto">
          <a:xfrm rot="0">
            <a:off x="3230798" y="841587"/>
            <a:ext cx="5722687" cy="3384620"/>
            <a:chOff x="0" y="0"/>
            <a:chExt cx="2260815" cy="1337134"/>
          </a:xfrm>
        </p:grpSpPr>
        <p:sp>
          <p:nvSpPr>
            <p:cNvPr id="4" name="Freeform 4"/>
            <p:cNvSpPr/>
            <p:nvPr/>
          </p:nvSpPr>
          <p:spPr bwMode="auto">
            <a:xfrm rot="0" flipH="0" flipV="0">
              <a:off x="0" y="0"/>
              <a:ext cx="2260815" cy="1337134"/>
            </a:xfrm>
            <a:custGeom>
              <a:avLst/>
              <a:gdLst/>
              <a:ahLst/>
              <a:cxnLst/>
              <a:rect l="l" t="t" r="r" b="b"/>
              <a:pathLst>
                <a:path w="2260815" h="1337134" fill="norm" stroke="1" extrusionOk="0">
                  <a:moveTo>
                    <a:pt x="0" y="0"/>
                  </a:moveTo>
                  <a:lnTo>
                    <a:pt x="2260815" y="0"/>
                  </a:lnTo>
                  <a:lnTo>
                    <a:pt x="2260815" y="1337134"/>
                  </a:lnTo>
                  <a:lnTo>
                    <a:pt x="0" y="1337134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5" name="TextBox 5"/>
            <p:cNvSpPr txBox="1"/>
            <p:nvPr/>
          </p:nvSpPr>
          <p:spPr bwMode="auto">
            <a:xfrm>
              <a:off x="0" y="-47625"/>
              <a:ext cx="2260815" cy="1384759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037"/>
                </a:lnSpc>
                <a:defRPr/>
              </a:pPr>
              <a:endParaRPr/>
            </a:p>
          </p:txBody>
        </p:sp>
      </p:grpSp>
      <p:sp>
        <p:nvSpPr>
          <p:cNvPr id="693983757" name="Freeform 6"/>
          <p:cNvSpPr/>
          <p:nvPr/>
        </p:nvSpPr>
        <p:spPr bwMode="auto">
          <a:xfrm rot="0" flipH="0" flipV="0">
            <a:off x="3198132" y="752143"/>
            <a:ext cx="5795735" cy="3608996"/>
          </a:xfrm>
          <a:custGeom>
            <a:avLst/>
            <a:gdLst/>
            <a:ahLst/>
            <a:cxnLst/>
            <a:rect l="l" t="t" r="r" b="b"/>
            <a:pathLst>
              <a:path w="5795735" h="3608996" fill="norm" stroke="1" extrusionOk="0">
                <a:moveTo>
                  <a:pt x="0" y="0"/>
                </a:moveTo>
                <a:lnTo>
                  <a:pt x="5795736" y="0"/>
                </a:lnTo>
                <a:lnTo>
                  <a:pt x="5795736" y="3608997"/>
                </a:lnTo>
                <a:lnTo>
                  <a:pt x="0" y="360899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rcRect l="0" t="1446" r="0" b="3438"/>
            <a:stretch/>
          </a:blipFill>
        </p:spPr>
        <p:txBody>
          <a:bodyPr/>
          <a:p/>
        </p:txBody>
      </p:sp>
      <p:grpSp>
        <p:nvGrpSpPr>
          <p:cNvPr id="743850276" name="Group 7"/>
          <p:cNvGrpSpPr/>
          <p:nvPr/>
        </p:nvGrpSpPr>
        <p:grpSpPr bwMode="auto">
          <a:xfrm rot="0">
            <a:off x="7031596" y="2748077"/>
            <a:ext cx="698494" cy="196149"/>
            <a:chOff x="0" y="0"/>
            <a:chExt cx="275948" cy="77491"/>
          </a:xfrm>
        </p:grpSpPr>
        <p:sp>
          <p:nvSpPr>
            <p:cNvPr id="8" name="Freeform 8"/>
            <p:cNvSpPr/>
            <p:nvPr/>
          </p:nvSpPr>
          <p:spPr bwMode="auto">
            <a:xfrm rot="0" flipH="0" flipV="0">
              <a:off x="0" y="0"/>
              <a:ext cx="275948" cy="77491"/>
            </a:xfrm>
            <a:custGeom>
              <a:avLst/>
              <a:gdLst/>
              <a:ahLst/>
              <a:cxnLst/>
              <a:rect l="l" t="t" r="r" b="b"/>
              <a:pathLst>
                <a:path w="275948" h="77491" fill="norm" stroke="1" extrusionOk="0">
                  <a:moveTo>
                    <a:pt x="0" y="0"/>
                  </a:moveTo>
                  <a:lnTo>
                    <a:pt x="275948" y="0"/>
                  </a:lnTo>
                  <a:lnTo>
                    <a:pt x="275948" y="77491"/>
                  </a:lnTo>
                  <a:lnTo>
                    <a:pt x="0" y="77491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9" name="TextBox 9"/>
            <p:cNvSpPr txBox="1"/>
            <p:nvPr/>
          </p:nvSpPr>
          <p:spPr bwMode="auto">
            <a:xfrm>
              <a:off x="0" y="-47625"/>
              <a:ext cx="275948" cy="125116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037"/>
                </a:lnSpc>
                <a:defRPr/>
              </a:pP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720157138" name="Group 2"/>
          <p:cNvGrpSpPr/>
          <p:nvPr/>
        </p:nvGrpSpPr>
        <p:grpSpPr bwMode="auto">
          <a:xfrm rot="0">
            <a:off x="2856057" y="1786480"/>
            <a:ext cx="2349516" cy="2349516"/>
            <a:chOff x="0" y="0"/>
            <a:chExt cx="812800" cy="812800"/>
          </a:xfrm>
        </p:grpSpPr>
        <p:sp>
          <p:nvSpPr>
            <p:cNvPr id="3" name="Freeform 3"/>
            <p:cNvSpPr/>
            <p:nvPr/>
          </p:nvSpPr>
          <p:spPr bwMode="auto">
            <a:xfrm rot="0" flipH="0" flipV="0"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3"/>
              <a:srcRect l="0" t="0" r="0" b="0"/>
              <a:stretch/>
            </a:blipFill>
          </p:spPr>
        </p:sp>
      </p:grpSp>
      <p:sp>
        <p:nvSpPr>
          <p:cNvPr id="1369499524" name="Freeform 4"/>
          <p:cNvSpPr/>
          <p:nvPr/>
        </p:nvSpPr>
        <p:spPr bwMode="auto">
          <a:xfrm rot="0" flipH="0" flipV="0">
            <a:off x="7042641" y="1786480"/>
            <a:ext cx="2349516" cy="2349516"/>
          </a:xfrm>
          <a:custGeom>
            <a:avLst/>
            <a:gdLst/>
            <a:ahLst/>
            <a:cxnLst/>
            <a:rect l="l" t="t" r="r" b="b"/>
            <a:pathLst>
              <a:path w="2349516" h="2349516" fill="norm" stroke="1" extrusionOk="0">
                <a:moveTo>
                  <a:pt x="0" y="0"/>
                </a:moveTo>
                <a:lnTo>
                  <a:pt x="2349516" y="0"/>
                </a:lnTo>
                <a:lnTo>
                  <a:pt x="2349516" y="2349517"/>
                </a:lnTo>
                <a:lnTo>
                  <a:pt x="0" y="234951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rcRect l="0" t="0" r="0" b="0"/>
            <a:stretch/>
          </a:blipFill>
        </p:spPr>
        <p:txBody>
          <a:bodyPr/>
          <a:p/>
        </p:txBody>
      </p:sp>
      <p:sp>
        <p:nvSpPr>
          <p:cNvPr id="84526225" name="TextBox 5"/>
          <p:cNvSpPr txBox="1"/>
          <p:nvPr/>
        </p:nvSpPr>
        <p:spPr bwMode="auto">
          <a:xfrm rot="0" flipH="0" flipV="0">
            <a:off x="2350583" y="4519913"/>
            <a:ext cx="3736636" cy="4626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40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Rubik Bold"/>
              </a:rPr>
              <a:t>Dashlane</a:t>
            </a:r>
            <a:endParaRPr/>
          </a:p>
        </p:txBody>
      </p:sp>
      <p:sp>
        <p:nvSpPr>
          <p:cNvPr id="1800511430" name="TextBox 6"/>
          <p:cNvSpPr txBox="1"/>
          <p:nvPr/>
        </p:nvSpPr>
        <p:spPr bwMode="auto">
          <a:xfrm rot="0">
            <a:off x="6634268" y="4519914"/>
            <a:ext cx="3166263" cy="4483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40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Rubik Bold"/>
              </a:rPr>
              <a:t>LastPass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33873808" name="Freeform 2"/>
          <p:cNvSpPr/>
          <p:nvPr/>
        </p:nvSpPr>
        <p:spPr bwMode="auto">
          <a:xfrm rot="0" flipH="0" flipV="0">
            <a:off x="2856057" y="1786480"/>
            <a:ext cx="2349516" cy="2349516"/>
          </a:xfrm>
          <a:custGeom>
            <a:avLst/>
            <a:gdLst/>
            <a:ahLst/>
            <a:cxnLst/>
            <a:rect l="l" t="t" r="r" b="b"/>
            <a:pathLst>
              <a:path w="2349516" h="2349516" fill="norm" stroke="1" extrusionOk="0">
                <a:moveTo>
                  <a:pt x="0" y="0"/>
                </a:moveTo>
                <a:lnTo>
                  <a:pt x="2349516" y="0"/>
                </a:lnTo>
                <a:lnTo>
                  <a:pt x="2349516" y="2349517"/>
                </a:lnTo>
                <a:lnTo>
                  <a:pt x="0" y="234951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557447485" name="Freeform 3"/>
          <p:cNvSpPr/>
          <p:nvPr/>
        </p:nvSpPr>
        <p:spPr bwMode="auto">
          <a:xfrm rot="0" flipH="0" flipV="0">
            <a:off x="7042641" y="1786480"/>
            <a:ext cx="2349516" cy="2349516"/>
          </a:xfrm>
          <a:custGeom>
            <a:avLst/>
            <a:gdLst/>
            <a:ahLst/>
            <a:cxnLst/>
            <a:rect l="l" t="t" r="r" b="b"/>
            <a:pathLst>
              <a:path w="2349516" h="2349516" fill="norm" stroke="1" extrusionOk="0">
                <a:moveTo>
                  <a:pt x="0" y="0"/>
                </a:moveTo>
                <a:lnTo>
                  <a:pt x="2349516" y="0"/>
                </a:lnTo>
                <a:lnTo>
                  <a:pt x="2349516" y="2349517"/>
                </a:lnTo>
                <a:lnTo>
                  <a:pt x="0" y="234951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rcRect l="0" t="0" r="0" b="0"/>
            <a:stretch/>
          </a:blipFill>
        </p:spPr>
        <p:txBody>
          <a:bodyPr/>
          <a:p/>
        </p:txBody>
      </p:sp>
      <p:sp>
        <p:nvSpPr>
          <p:cNvPr id="423949812" name="TextBox 4"/>
          <p:cNvSpPr txBox="1"/>
          <p:nvPr/>
        </p:nvSpPr>
        <p:spPr bwMode="auto">
          <a:xfrm rot="0" flipH="0" flipV="0">
            <a:off x="2096583" y="4519913"/>
            <a:ext cx="4043553" cy="4626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40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Rubik Bold"/>
              </a:rPr>
              <a:t>Bitwarden</a:t>
            </a:r>
            <a:endParaRPr/>
          </a:p>
        </p:txBody>
      </p:sp>
      <p:sp>
        <p:nvSpPr>
          <p:cNvPr id="1655083270" name="TextBox 5"/>
          <p:cNvSpPr txBox="1"/>
          <p:nvPr/>
        </p:nvSpPr>
        <p:spPr bwMode="auto">
          <a:xfrm rot="0">
            <a:off x="6634268" y="4519914"/>
            <a:ext cx="3166263" cy="4483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40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Rubik Bold"/>
              </a:rPr>
              <a:t>KeePass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46728728" name="Freeform 2"/>
          <p:cNvSpPr/>
          <p:nvPr/>
        </p:nvSpPr>
        <p:spPr bwMode="auto">
          <a:xfrm rot="0" flipH="0" flipV="0">
            <a:off x="370157" y="1786480"/>
            <a:ext cx="2349516" cy="2349516"/>
          </a:xfrm>
          <a:custGeom>
            <a:avLst/>
            <a:gdLst/>
            <a:ahLst/>
            <a:cxnLst/>
            <a:rect l="l" t="t" r="r" b="b"/>
            <a:pathLst>
              <a:path w="2349516" h="2349516" fill="norm" stroke="1" extrusionOk="0">
                <a:moveTo>
                  <a:pt x="0" y="0"/>
                </a:moveTo>
                <a:lnTo>
                  <a:pt x="2349517" y="0"/>
                </a:lnTo>
                <a:lnTo>
                  <a:pt x="2349517" y="2349517"/>
                </a:lnTo>
                <a:lnTo>
                  <a:pt x="0" y="234951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973717796" name="Freeform 3"/>
          <p:cNvSpPr/>
          <p:nvPr/>
        </p:nvSpPr>
        <p:spPr bwMode="auto">
          <a:xfrm rot="0" flipH="0" flipV="0">
            <a:off x="9827788" y="1786480"/>
            <a:ext cx="1994055" cy="2349516"/>
          </a:xfrm>
          <a:custGeom>
            <a:avLst/>
            <a:gdLst/>
            <a:ahLst/>
            <a:cxnLst/>
            <a:rect l="l" t="t" r="r" b="b"/>
            <a:pathLst>
              <a:path w="1994055" h="2349516" fill="norm" stroke="1" extrusionOk="0">
                <a:moveTo>
                  <a:pt x="0" y="0"/>
                </a:moveTo>
                <a:lnTo>
                  <a:pt x="1994055" y="0"/>
                </a:lnTo>
                <a:lnTo>
                  <a:pt x="1994055" y="2349517"/>
                </a:lnTo>
                <a:lnTo>
                  <a:pt x="0" y="234951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rcRect l="0" t="0" r="0" b="0"/>
            <a:stretch/>
          </a:blipFill>
        </p:spPr>
        <p:txBody>
          <a:bodyPr/>
          <a:p/>
        </p:txBody>
      </p:sp>
      <p:sp>
        <p:nvSpPr>
          <p:cNvPr id="549708042" name="Freeform 4"/>
          <p:cNvSpPr/>
          <p:nvPr/>
        </p:nvSpPr>
        <p:spPr bwMode="auto">
          <a:xfrm rot="0" flipH="0" flipV="0">
            <a:off x="6628082" y="1786480"/>
            <a:ext cx="2349516" cy="2349516"/>
          </a:xfrm>
          <a:custGeom>
            <a:avLst/>
            <a:gdLst/>
            <a:ahLst/>
            <a:cxnLst/>
            <a:rect l="l" t="t" r="r" b="b"/>
            <a:pathLst>
              <a:path w="2349516" h="2349516" fill="norm" stroke="1" extrusionOk="0">
                <a:moveTo>
                  <a:pt x="0" y="0"/>
                </a:moveTo>
                <a:lnTo>
                  <a:pt x="2349517" y="0"/>
                </a:lnTo>
                <a:lnTo>
                  <a:pt x="2349517" y="2349517"/>
                </a:lnTo>
                <a:lnTo>
                  <a:pt x="0" y="234951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rcRect l="0" t="0" r="0" b="0"/>
            <a:stretch/>
          </a:blipFill>
        </p:spPr>
        <p:txBody>
          <a:bodyPr/>
          <a:p/>
        </p:txBody>
      </p:sp>
      <p:sp>
        <p:nvSpPr>
          <p:cNvPr id="1724942572" name="Freeform 5"/>
          <p:cNvSpPr/>
          <p:nvPr/>
        </p:nvSpPr>
        <p:spPr bwMode="auto">
          <a:xfrm rot="0" flipH="0" flipV="0">
            <a:off x="3499120" y="1918790"/>
            <a:ext cx="2349516" cy="2084898"/>
          </a:xfrm>
          <a:custGeom>
            <a:avLst/>
            <a:gdLst/>
            <a:ahLst/>
            <a:cxnLst/>
            <a:rect l="l" t="t" r="r" b="b"/>
            <a:pathLst>
              <a:path w="2349516" h="2084898" fill="norm" stroke="1" extrusionOk="0">
                <a:moveTo>
                  <a:pt x="0" y="0"/>
                </a:moveTo>
                <a:lnTo>
                  <a:pt x="2349516" y="0"/>
                </a:lnTo>
                <a:lnTo>
                  <a:pt x="2349516" y="2084897"/>
                </a:lnTo>
                <a:lnTo>
                  <a:pt x="0" y="208489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rcRect l="13934" t="17955" r="13872" b="17982"/>
            <a:stretch/>
          </a:blipFill>
        </p:spPr>
        <p:txBody>
          <a:bodyPr/>
          <a:p/>
        </p:txBody>
      </p:sp>
      <p:sp>
        <p:nvSpPr>
          <p:cNvPr id="1383103709" name="TextBox 6"/>
          <p:cNvSpPr txBox="1"/>
          <p:nvPr/>
        </p:nvSpPr>
        <p:spPr bwMode="auto">
          <a:xfrm rot="0">
            <a:off x="485583" y="4519913"/>
            <a:ext cx="1801163" cy="4483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40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Rubik Bold"/>
              </a:rPr>
              <a:t>SMS</a:t>
            </a:r>
            <a:endParaRPr/>
          </a:p>
        </p:txBody>
      </p:sp>
      <p:sp>
        <p:nvSpPr>
          <p:cNvPr id="1309673928" name="TextBox 7"/>
          <p:cNvSpPr txBox="1"/>
          <p:nvPr/>
        </p:nvSpPr>
        <p:spPr bwMode="auto">
          <a:xfrm rot="0">
            <a:off x="2697931" y="4519914"/>
            <a:ext cx="3951894" cy="4483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40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Rubik Bold"/>
              </a:rPr>
              <a:t>Autenticador de Google</a:t>
            </a:r>
            <a:endParaRPr/>
          </a:p>
        </p:txBody>
      </p:sp>
      <p:sp>
        <p:nvSpPr>
          <p:cNvPr id="1739735838" name="TextBox 8"/>
          <p:cNvSpPr txBox="1"/>
          <p:nvPr/>
        </p:nvSpPr>
        <p:spPr bwMode="auto">
          <a:xfrm rot="0" flipH="0" flipV="0">
            <a:off x="6628081" y="4519913"/>
            <a:ext cx="2438887" cy="4626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40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Rubik Bold"/>
              </a:rPr>
              <a:t>Authy</a:t>
            </a:r>
            <a:endParaRPr/>
          </a:p>
        </p:txBody>
      </p:sp>
      <p:sp>
        <p:nvSpPr>
          <p:cNvPr id="1395132848" name="TextBox 9"/>
          <p:cNvSpPr txBox="1"/>
          <p:nvPr/>
        </p:nvSpPr>
        <p:spPr bwMode="auto">
          <a:xfrm rot="0" flipH="0" flipV="0">
            <a:off x="9431374" y="4519913"/>
            <a:ext cx="2446189" cy="4626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40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Rubik Bold"/>
              </a:rPr>
              <a:t>Clave de seguridad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80595656" name="Freeform 2"/>
          <p:cNvSpPr/>
          <p:nvPr/>
        </p:nvSpPr>
        <p:spPr bwMode="auto">
          <a:xfrm rot="0" flipH="0" flipV="0">
            <a:off x="3536161" y="1786480"/>
            <a:ext cx="1870262" cy="2349516"/>
          </a:xfrm>
          <a:custGeom>
            <a:avLst/>
            <a:gdLst/>
            <a:ahLst/>
            <a:cxnLst/>
            <a:rect l="l" t="t" r="r" b="b"/>
            <a:pathLst>
              <a:path w="1870262" h="2349516" fill="norm" stroke="1" extrusionOk="0">
                <a:moveTo>
                  <a:pt x="0" y="0"/>
                </a:moveTo>
                <a:lnTo>
                  <a:pt x="1870262" y="0"/>
                </a:lnTo>
                <a:lnTo>
                  <a:pt x="1870262" y="2349517"/>
                </a:lnTo>
                <a:lnTo>
                  <a:pt x="0" y="234951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16376" t="7883" r="16872" b="8260"/>
            <a:stretch/>
          </a:blipFill>
        </p:spPr>
        <p:txBody>
          <a:bodyPr/>
          <a:p/>
        </p:txBody>
      </p:sp>
      <p:sp>
        <p:nvSpPr>
          <p:cNvPr id="1624275612" name="Freeform 3"/>
          <p:cNvSpPr/>
          <p:nvPr/>
        </p:nvSpPr>
        <p:spPr bwMode="auto">
          <a:xfrm rot="0" flipH="0" flipV="0">
            <a:off x="353587" y="1758896"/>
            <a:ext cx="2404684" cy="2404684"/>
          </a:xfrm>
          <a:custGeom>
            <a:avLst/>
            <a:gdLst/>
            <a:ahLst/>
            <a:cxnLst/>
            <a:rect l="l" t="t" r="r" b="b"/>
            <a:pathLst>
              <a:path w="2404684" h="2404684" fill="norm" stroke="1" extrusionOk="0">
                <a:moveTo>
                  <a:pt x="0" y="0"/>
                </a:moveTo>
                <a:lnTo>
                  <a:pt x="2404685" y="0"/>
                </a:lnTo>
                <a:lnTo>
                  <a:pt x="2404685" y="2404684"/>
                </a:lnTo>
                <a:lnTo>
                  <a:pt x="0" y="240468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rcRect l="0" t="0" r="0" b="0"/>
            <a:stretch/>
          </a:blipFill>
        </p:spPr>
        <p:txBody>
          <a:bodyPr/>
          <a:p/>
        </p:txBody>
      </p:sp>
      <p:sp>
        <p:nvSpPr>
          <p:cNvPr id="206463546" name="Freeform 4"/>
          <p:cNvSpPr/>
          <p:nvPr/>
        </p:nvSpPr>
        <p:spPr bwMode="auto">
          <a:xfrm rot="0" flipH="0" flipV="0">
            <a:off x="6184313" y="1786480"/>
            <a:ext cx="2324265" cy="2349516"/>
          </a:xfrm>
          <a:custGeom>
            <a:avLst/>
            <a:gdLst/>
            <a:ahLst/>
            <a:cxnLst/>
            <a:rect l="l" t="t" r="r" b="b"/>
            <a:pathLst>
              <a:path w="2324265" h="2349516" fill="norm" stroke="1" extrusionOk="0">
                <a:moveTo>
                  <a:pt x="0" y="0"/>
                </a:moveTo>
                <a:lnTo>
                  <a:pt x="2324265" y="0"/>
                </a:lnTo>
                <a:lnTo>
                  <a:pt x="2324265" y="2349517"/>
                </a:lnTo>
                <a:lnTo>
                  <a:pt x="0" y="234951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rcRect l="0" t="0" r="3114" b="10622"/>
            <a:stretch/>
          </a:blipFill>
        </p:spPr>
        <p:txBody>
          <a:bodyPr/>
          <a:p/>
        </p:txBody>
      </p:sp>
      <p:sp>
        <p:nvSpPr>
          <p:cNvPr id="1032766442" name="Freeform 5"/>
          <p:cNvSpPr/>
          <p:nvPr/>
        </p:nvSpPr>
        <p:spPr bwMode="auto">
          <a:xfrm rot="0" flipH="0" flipV="0">
            <a:off x="9289628" y="1786480"/>
            <a:ext cx="2548784" cy="2347082"/>
          </a:xfrm>
          <a:custGeom>
            <a:avLst/>
            <a:gdLst/>
            <a:ahLst/>
            <a:cxnLst/>
            <a:rect l="l" t="t" r="r" b="b"/>
            <a:pathLst>
              <a:path w="2548784" h="2347082" fill="norm" stroke="1" extrusionOk="0">
                <a:moveTo>
                  <a:pt x="0" y="0"/>
                </a:moveTo>
                <a:lnTo>
                  <a:pt x="2548785" y="0"/>
                </a:lnTo>
                <a:lnTo>
                  <a:pt x="2548785" y="2347082"/>
                </a:lnTo>
                <a:lnTo>
                  <a:pt x="0" y="234708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rcRect l="0" t="0" r="0" b="0"/>
            <a:stretch/>
          </a:blipFill>
        </p:spPr>
        <p:txBody>
          <a:bodyPr/>
          <a:p/>
        </p:txBody>
      </p:sp>
      <p:sp>
        <p:nvSpPr>
          <p:cNvPr id="1837530637" name="TextBox 6"/>
          <p:cNvSpPr txBox="1"/>
          <p:nvPr/>
        </p:nvSpPr>
        <p:spPr bwMode="auto">
          <a:xfrm rot="0">
            <a:off x="655348" y="4519914"/>
            <a:ext cx="1801163" cy="4483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40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Rubik Bold"/>
              </a:rPr>
              <a:t>Nmap</a:t>
            </a:r>
            <a:endParaRPr/>
          </a:p>
        </p:txBody>
      </p:sp>
      <p:sp>
        <p:nvSpPr>
          <p:cNvPr id="1732630817" name="TextBox 7"/>
          <p:cNvSpPr txBox="1"/>
          <p:nvPr/>
        </p:nvSpPr>
        <p:spPr bwMode="auto">
          <a:xfrm rot="0" flipH="0" flipV="0">
            <a:off x="2843249" y="4519913"/>
            <a:ext cx="3143970" cy="4626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40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Rubik Bold"/>
              </a:rPr>
              <a:t>Metasploit</a:t>
            </a:r>
            <a:endParaRPr/>
          </a:p>
        </p:txBody>
      </p:sp>
      <p:sp>
        <p:nvSpPr>
          <p:cNvPr id="1948740273" name="TextBox 8"/>
          <p:cNvSpPr txBox="1"/>
          <p:nvPr/>
        </p:nvSpPr>
        <p:spPr bwMode="auto">
          <a:xfrm rot="0" flipH="0" flipV="0">
            <a:off x="5907124" y="4519913"/>
            <a:ext cx="2763689" cy="4626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40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Rubik Bold"/>
              </a:rPr>
              <a:t>Python</a:t>
            </a:r>
            <a:endParaRPr/>
          </a:p>
        </p:txBody>
      </p:sp>
      <p:sp>
        <p:nvSpPr>
          <p:cNvPr id="1079441136" name="TextBox 9"/>
          <p:cNvSpPr txBox="1"/>
          <p:nvPr/>
        </p:nvSpPr>
        <p:spPr bwMode="auto">
          <a:xfrm rot="0" flipH="0" flipV="0">
            <a:off x="9050374" y="4519913"/>
            <a:ext cx="2954189" cy="4626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40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Rubik Bold"/>
              </a:rPr>
              <a:t>Normas ISO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5224140" name="Freeform 2"/>
          <p:cNvSpPr/>
          <p:nvPr/>
        </p:nvSpPr>
        <p:spPr bwMode="auto">
          <a:xfrm rot="0" flipH="0" flipV="0">
            <a:off x="2751589" y="1682012"/>
            <a:ext cx="2558452" cy="2558452"/>
          </a:xfrm>
          <a:custGeom>
            <a:avLst/>
            <a:gdLst/>
            <a:ahLst/>
            <a:cxnLst/>
            <a:rect l="l" t="t" r="r" b="b"/>
            <a:pathLst>
              <a:path w="2558453" h="2558453" fill="norm" stroke="1" extrusionOk="0">
                <a:moveTo>
                  <a:pt x="0" y="0"/>
                </a:moveTo>
                <a:lnTo>
                  <a:pt x="2558452" y="0"/>
                </a:lnTo>
                <a:lnTo>
                  <a:pt x="2558452" y="2558453"/>
                </a:lnTo>
                <a:lnTo>
                  <a:pt x="0" y="255845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2043565106" name="Freeform 3"/>
          <p:cNvSpPr/>
          <p:nvPr/>
        </p:nvSpPr>
        <p:spPr bwMode="auto">
          <a:xfrm rot="0" flipH="0" flipV="0">
            <a:off x="7042641" y="1786480"/>
            <a:ext cx="2349516" cy="2349516"/>
          </a:xfrm>
          <a:custGeom>
            <a:avLst/>
            <a:gdLst/>
            <a:ahLst/>
            <a:cxnLst/>
            <a:rect l="l" t="t" r="r" b="b"/>
            <a:pathLst>
              <a:path w="2349516" h="2349516" fill="norm" stroke="1" extrusionOk="0">
                <a:moveTo>
                  <a:pt x="0" y="0"/>
                </a:moveTo>
                <a:lnTo>
                  <a:pt x="2349516" y="0"/>
                </a:lnTo>
                <a:lnTo>
                  <a:pt x="2349516" y="2349517"/>
                </a:lnTo>
                <a:lnTo>
                  <a:pt x="0" y="234951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rcRect l="0" t="0" r="0" b="0"/>
            <a:stretch/>
          </a:blipFill>
        </p:spPr>
        <p:txBody>
          <a:bodyPr/>
          <a:p/>
        </p:txBody>
      </p:sp>
      <p:sp>
        <p:nvSpPr>
          <p:cNvPr id="895705989" name="TextBox 4"/>
          <p:cNvSpPr txBox="1"/>
          <p:nvPr/>
        </p:nvSpPr>
        <p:spPr bwMode="auto">
          <a:xfrm rot="0">
            <a:off x="3130233" y="4519914"/>
            <a:ext cx="1801163" cy="4483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40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Rubik Bold"/>
              </a:rPr>
              <a:t>yOTP</a:t>
            </a:r>
            <a:endParaRPr/>
          </a:p>
        </p:txBody>
      </p:sp>
      <p:sp>
        <p:nvSpPr>
          <p:cNvPr id="1631462426" name="TextBox 5"/>
          <p:cNvSpPr txBox="1"/>
          <p:nvPr/>
        </p:nvSpPr>
        <p:spPr bwMode="auto">
          <a:xfrm rot="0">
            <a:off x="6634268" y="4519914"/>
            <a:ext cx="3166263" cy="4483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40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Rubik Bold"/>
              </a:rPr>
              <a:t>Authy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ONLYOFFICE/9.0.3.29</Application>
  <PresentationFormat>On-screen Show (4:3)</PresentationFormat>
  <Paragraphs>0</Paragraphs>
  <Slides>21</Slides>
  <Notes>21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2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/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Planb - SCU101</dc:title>
  <dc:identifier>DAF9OTvybPA</dc:identifier>
  <cp:lastModifiedBy/>
  <cp:revision>6</cp:revision>
  <dcterms:created xsi:type="dcterms:W3CDTF">2006-08-16T00:00:00Z</dcterms:created>
  <dcterms:modified xsi:type="dcterms:W3CDTF">2025-10-12T15:05:23Z</dcterms:modified>
</cp:coreProperties>
</file>