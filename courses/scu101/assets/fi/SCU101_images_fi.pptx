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Online-navigointi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Tietokoneen käyttö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Konkreettiset ratkaisut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Kromi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Kromi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Rohkea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TOR-selain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Ilman VPN:ää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VPN:n avulla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Käyttäjä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VPN-asiakas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Internet-palveluntarjoaja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VPN-palvelin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Käyttäjä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Internet-palveluntarjoaja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Pöytäkirja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Verkkotunnus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Ylätason verkkotunnus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Toisen tason verkkotunnus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Polku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 Defender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Google Authenticator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Turva-avain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Python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ISO-normit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andOTP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