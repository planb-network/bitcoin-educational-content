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Navigație online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Utilizarea calculatorului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Soluții concrete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Crom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Curajos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Browser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Fără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Cu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Utilizator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Client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Furnizor de servicii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Server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Utilizator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Furnizor de servicii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VPN Mullvad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Protocol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Numele domeniului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Domeniu de nivel superior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Domeniu de nivel doi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Calea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Ferestre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Autentificator Google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Cheie de securitate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Normele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șiOTP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