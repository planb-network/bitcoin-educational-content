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Онлайн-навигация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Использование компьютера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Бетонные растворы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Хром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Хром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Храбрец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Браузер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Без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С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Пользователь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VPN-клиент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Интернет-провайдер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VPN-сервер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Интернет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Пользователь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Интернет-провайдер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Интернет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Протокол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Доменное имя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Домен верхнего уровня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Домен второго уровня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Путь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Касперский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Защитник Windows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Почта Протона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Битварден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Аутентификатор Google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Ключ безопасности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Нормы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иOTP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