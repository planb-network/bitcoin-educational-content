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Online navigace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Používání počítače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Konkrétní řešení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Chrome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Chrom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Brave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Firefox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Prohlížeč TOR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Bez sítě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S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Uživatel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Klient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Poskytovatel internetových služeb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Server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Uživatel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Poskytovatel internetových služeb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IVPN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Mullvad VPN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VPN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Protokol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Název domény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Doména nejvyšší úrovně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Doména druhé úrovně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Cesta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macOS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Linux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Ubuntu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Kaspersky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 Defender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Mail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Dashlane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LastPass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Bitwarden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KeePass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SMS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Autentikátor Google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Bezpečnostní klíč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Nmap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Metasploit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Python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Normy ISO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