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Online navigace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Používání počítače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Konkrétní řešení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Bez sítě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S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Uživatel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Klient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Poskytovatel internetových služeb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Server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Uživatel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Poskytovatel internetových služeb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Protokol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Název domény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Doména nejvyšší úrovně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Doména druhé úrovně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Cesta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