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온라인 탐색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컴퓨터 사용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구체적인 솔루션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미사용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사용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사용자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클라이언트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인터넷 서비스 제공업체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서버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인터넷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사용자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인터넷 서비스 제공업체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인터넷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프로토콜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도메인 이름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최상위 도메인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두 번째 수준 도메인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경로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프로톤 메일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