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2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tableStyles" Target="tableStyles.xml"/><Relationship Id="rId28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779158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0308887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97019446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48723363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05690387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8884016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70162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41624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07672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F67644-3D00-4344-85FA-4AE388E01C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22570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78514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35118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69066-B780-156C-C0E4-B63E5A9860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69093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23330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17144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0B08FF-727B-DF33-14B9-3C26325CEB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5618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9279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04104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176DCC-F3EA-F819-3D8C-59380827F4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64006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94247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0087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2D62FD-D300-1C90-727F-4C214D0BA5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38880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921565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74521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625164C-C457-F7CE-D3F0-1C3E32919D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3167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70640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2368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BA781B-CAA4-8AD1-3542-3B0463DCD7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16312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48983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34554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1AD30C5-168D-2E72-955D-BF84A37A60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6242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90078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10916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20E2E4-3A96-6C3C-1799-4BB1FC04A1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26907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64415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07020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C4CCF2-A05D-CF54-29A6-D2F9F7D8D0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6917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86120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46791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FD7BE8-37F1-4C11-1070-F24C3B6912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2667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98399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54259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C71DE2-3D7A-48B2-9947-973BA277E5C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66889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8065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61908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675C1C-C5E9-20A5-BCD3-0CA414D017D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79747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00311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09229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E81334-C396-53D7-E867-CC495E28416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35764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55648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411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8AAA90-31AA-F8DF-E3DC-431BB8B9CA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52185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82480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95684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F206B0-4485-5ADD-B335-2FE9C887D5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75683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80913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86991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B2B094-7B2C-3B4E-66C0-5841496B8C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3252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43376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30566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B40D7C-96CC-FE55-7472-60EA56BC88F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26187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811255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4811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93D4DC-34CE-6A5A-9349-0882DF8837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24824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171741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1694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C55CD1-63AC-DF5A-300F-16428CA0417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0744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78112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76414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0C327D-742E-AC27-CBA0-C187A22956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4129645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61259411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64450362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78285193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3792105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785205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7186237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6800152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86214372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9264221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3617724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8999105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2772586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55029163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443216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03533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3942038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7888185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6266227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9844873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1429317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24222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5234706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7994767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3399378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6981249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3738522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0405913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68056297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25621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0661890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26588077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95441700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3470525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888103419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8598044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0053352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05937883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8570893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7290668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31789766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7829116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0382121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2387833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66614978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1589149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67815374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8096441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96183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65994761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2079924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4689129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9795699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260612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37178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9006190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1812330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9658372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914525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396155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6719588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3797286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999657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2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7.png"/><Relationship Id="rId4" Type="http://schemas.openxmlformats.org/officeDocument/2006/relationships/image" Target="../media/image11.png"/><Relationship Id="rId5" Type="http://schemas.openxmlformats.org/officeDocument/2006/relationships/image" Target="../media/image38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4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4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5.png"/><Relationship Id="rId4" Type="http://schemas.openxmlformats.org/officeDocument/2006/relationships/image" Target="../media/image4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7.png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6979208" name="Freeform 3"/>
          <p:cNvSpPr/>
          <p:nvPr/>
        </p:nvSpPr>
        <p:spPr bwMode="auto">
          <a:xfrm rot="0" flipH="0" flipV="0">
            <a:off x="6256042" y="2984845"/>
            <a:ext cx="4967997" cy="955029"/>
          </a:xfrm>
          <a:custGeom>
            <a:avLst/>
            <a:gdLst/>
            <a:ahLst/>
            <a:cxnLst/>
            <a:rect l="l" t="t" r="r" b="b"/>
            <a:pathLst>
              <a:path w="1962666" h="377296" fill="norm" stroke="1" extrusionOk="0">
                <a:moveTo>
                  <a:pt x="52984" y="0"/>
                </a:moveTo>
                <a:lnTo>
                  <a:pt x="1909682" y="0"/>
                </a:lnTo>
                <a:cubicBezTo>
                  <a:pt x="1923734" y="0"/>
                  <a:pt x="1937211" y="5582"/>
                  <a:pt x="1947147" y="15519"/>
                </a:cubicBezTo>
                <a:cubicBezTo>
                  <a:pt x="1957084" y="25455"/>
                  <a:pt x="1962666" y="38932"/>
                  <a:pt x="1962666" y="52984"/>
                </a:cubicBezTo>
                <a:lnTo>
                  <a:pt x="1962666" y="324312"/>
                </a:lnTo>
                <a:cubicBezTo>
                  <a:pt x="1962666" y="353574"/>
                  <a:pt x="1938944" y="377296"/>
                  <a:pt x="1909682" y="377296"/>
                </a:cubicBezTo>
                <a:lnTo>
                  <a:pt x="52984" y="377296"/>
                </a:lnTo>
                <a:cubicBezTo>
                  <a:pt x="23722" y="377296"/>
                  <a:pt x="0" y="353574"/>
                  <a:pt x="0" y="324312"/>
                </a:cubicBezTo>
                <a:lnTo>
                  <a:pt x="0" y="52984"/>
                </a:lnTo>
                <a:cubicBezTo>
                  <a:pt x="0" y="38932"/>
                  <a:pt x="5582" y="25455"/>
                  <a:pt x="15519" y="15519"/>
                </a:cubicBezTo>
                <a:cubicBezTo>
                  <a:pt x="25455" y="5582"/>
                  <a:pt x="38932" y="0"/>
                  <a:pt x="5298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29533089" name="TextBox 4"/>
          <p:cNvSpPr txBox="1"/>
          <p:nvPr/>
        </p:nvSpPr>
        <p:spPr bwMode="auto">
          <a:xfrm rot="0" flipH="0" flipV="0">
            <a:off x="6256041" y="2984844"/>
            <a:ext cx="4967996" cy="955029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온라인 탐색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73260422" name="Freeform 5"/>
          <p:cNvSpPr/>
          <p:nvPr/>
        </p:nvSpPr>
        <p:spPr bwMode="auto">
          <a:xfrm rot="0" flipH="0" flipV="0">
            <a:off x="967959" y="2729677"/>
            <a:ext cx="1498729" cy="1498729"/>
          </a:xfrm>
          <a:custGeom>
            <a:avLst/>
            <a:gdLst/>
            <a:ahLst/>
            <a:cxnLst/>
            <a:rect l="l" t="t" r="r" b="b"/>
            <a:pathLst>
              <a:path w="1498730" h="1498730" fill="norm" stroke="1" extrusionOk="0">
                <a:moveTo>
                  <a:pt x="0" y="0"/>
                </a:moveTo>
                <a:lnTo>
                  <a:pt x="1498730" y="0"/>
                </a:lnTo>
                <a:lnTo>
                  <a:pt x="1498730" y="1498730"/>
                </a:lnTo>
                <a:lnTo>
                  <a:pt x="0" y="14987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91608501" name="AutoShape 6"/>
          <p:cNvSpPr/>
          <p:nvPr/>
        </p:nvSpPr>
        <p:spPr bwMode="auto">
          <a:xfrm>
            <a:off x="4079275" y="3462361"/>
            <a:ext cx="2043419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773528658" name="AutoShape 7"/>
          <p:cNvSpPr/>
          <p:nvPr/>
        </p:nvSpPr>
        <p:spPr bwMode="auto">
          <a:xfrm>
            <a:off x="4079275" y="1490813"/>
            <a:ext cx="0" cy="3909733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47694261" name="Freeform 8"/>
          <p:cNvSpPr/>
          <p:nvPr/>
        </p:nvSpPr>
        <p:spPr bwMode="auto">
          <a:xfrm rot="0" flipH="0" flipV="0">
            <a:off x="967959" y="4649876"/>
            <a:ext cx="1544681" cy="1434623"/>
          </a:xfrm>
          <a:custGeom>
            <a:avLst/>
            <a:gdLst/>
            <a:ahLst/>
            <a:cxnLst/>
            <a:rect l="l" t="t" r="r" b="b"/>
            <a:pathLst>
              <a:path w="1544681" h="1434623" fill="norm" stroke="1" extrusionOk="0">
                <a:moveTo>
                  <a:pt x="0" y="0"/>
                </a:moveTo>
                <a:lnTo>
                  <a:pt x="1544681" y="0"/>
                </a:lnTo>
                <a:lnTo>
                  <a:pt x="1544681" y="1434623"/>
                </a:lnTo>
                <a:lnTo>
                  <a:pt x="0" y="14346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564201547" name="Freeform 9"/>
          <p:cNvSpPr/>
          <p:nvPr/>
        </p:nvSpPr>
        <p:spPr bwMode="auto">
          <a:xfrm rot="0" flipH="0" flipV="0">
            <a:off x="989626" y="773501"/>
            <a:ext cx="1501345" cy="1501345"/>
          </a:xfrm>
          <a:custGeom>
            <a:avLst/>
            <a:gdLst/>
            <a:ahLst/>
            <a:cxnLst/>
            <a:rect l="l" t="t" r="r" b="b"/>
            <a:pathLst>
              <a:path w="1501345" h="1501345" fill="norm" stroke="1" extrusionOk="0">
                <a:moveTo>
                  <a:pt x="0" y="0"/>
                </a:moveTo>
                <a:lnTo>
                  <a:pt x="1501345" y="0"/>
                </a:lnTo>
                <a:lnTo>
                  <a:pt x="1501345" y="1501345"/>
                </a:lnTo>
                <a:lnTo>
                  <a:pt x="0" y="15013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220387659" name="AutoShape 10"/>
          <p:cNvSpPr/>
          <p:nvPr/>
        </p:nvSpPr>
        <p:spPr bwMode="auto">
          <a:xfrm flipH="1">
            <a:off x="2688268" y="1524174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90231089" name="AutoShape 11"/>
          <p:cNvSpPr/>
          <p:nvPr/>
        </p:nvSpPr>
        <p:spPr bwMode="auto">
          <a:xfrm flipH="1">
            <a:off x="2688268" y="3462361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12373558" name="AutoShape 12"/>
          <p:cNvSpPr/>
          <p:nvPr/>
        </p:nvSpPr>
        <p:spPr bwMode="auto">
          <a:xfrm flipH="1">
            <a:off x="2688268" y="536718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4165300" name="Freeform 3"/>
          <p:cNvSpPr/>
          <p:nvPr/>
        </p:nvSpPr>
        <p:spPr bwMode="auto">
          <a:xfrm rot="0" flipH="0" flipV="0">
            <a:off x="5579737" y="2980233"/>
            <a:ext cx="6090439" cy="955029"/>
          </a:xfrm>
          <a:custGeom>
            <a:avLst/>
            <a:gdLst/>
            <a:ahLst/>
            <a:cxnLst/>
            <a:rect l="l" t="t" r="r" b="b"/>
            <a:pathLst>
              <a:path w="2406100" h="377296" fill="norm" stroke="1" extrusionOk="0">
                <a:moveTo>
                  <a:pt x="43219" y="0"/>
                </a:moveTo>
                <a:lnTo>
                  <a:pt x="2362880" y="0"/>
                </a:lnTo>
                <a:cubicBezTo>
                  <a:pt x="2386750" y="0"/>
                  <a:pt x="2406100" y="19350"/>
                  <a:pt x="2406100" y="43219"/>
                </a:cubicBezTo>
                <a:lnTo>
                  <a:pt x="2406100" y="334077"/>
                </a:lnTo>
                <a:cubicBezTo>
                  <a:pt x="2406100" y="357946"/>
                  <a:pt x="2386750" y="377296"/>
                  <a:pt x="2362880" y="377296"/>
                </a:cubicBezTo>
                <a:lnTo>
                  <a:pt x="43219" y="377296"/>
                </a:lnTo>
                <a:cubicBezTo>
                  <a:pt x="19350" y="377296"/>
                  <a:pt x="0" y="357946"/>
                  <a:pt x="0" y="334077"/>
                </a:cubicBezTo>
                <a:lnTo>
                  <a:pt x="0" y="43219"/>
                </a:lnTo>
                <a:cubicBezTo>
                  <a:pt x="0" y="19350"/>
                  <a:pt x="19350" y="0"/>
                  <a:pt x="4321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486656808" name="TextBox 4"/>
          <p:cNvSpPr txBox="1"/>
          <p:nvPr/>
        </p:nvSpPr>
        <p:spPr bwMode="auto">
          <a:xfrm rot="0" flipH="0" flipV="0">
            <a:off x="5579736" y="2980233"/>
            <a:ext cx="6090438" cy="955029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컴퓨터 사용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333633886" name="AutoShape 5"/>
          <p:cNvSpPr/>
          <p:nvPr/>
        </p:nvSpPr>
        <p:spPr bwMode="auto">
          <a:xfrm>
            <a:off x="3953538" y="3457749"/>
            <a:ext cx="1404053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706308324" name="AutoShape 6"/>
          <p:cNvSpPr/>
          <p:nvPr/>
        </p:nvSpPr>
        <p:spPr bwMode="auto">
          <a:xfrm>
            <a:off x="3953538" y="1181038"/>
            <a:ext cx="0" cy="4553837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09372573" name="AutoShape 7"/>
          <p:cNvSpPr/>
          <p:nvPr/>
        </p:nvSpPr>
        <p:spPr bwMode="auto">
          <a:xfrm flipH="1">
            <a:off x="2562531" y="1212862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35767852" name="AutoShape 8"/>
          <p:cNvSpPr/>
          <p:nvPr/>
        </p:nvSpPr>
        <p:spPr bwMode="auto">
          <a:xfrm flipH="1">
            <a:off x="2562531" y="2712899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16562788" name="AutoShape 9"/>
          <p:cNvSpPr/>
          <p:nvPr/>
        </p:nvSpPr>
        <p:spPr bwMode="auto">
          <a:xfrm flipH="1">
            <a:off x="2562531" y="4209763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95825195" name="AutoShape 11"/>
          <p:cNvSpPr/>
          <p:nvPr/>
        </p:nvSpPr>
        <p:spPr bwMode="auto">
          <a:xfrm flipH="1">
            <a:off x="2562531" y="570263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8409874" name="Freeform 12"/>
          <p:cNvSpPr/>
          <p:nvPr/>
        </p:nvSpPr>
        <p:spPr bwMode="auto">
          <a:xfrm rot="0" flipH="0" flipV="0">
            <a:off x="521821" y="3671955"/>
            <a:ext cx="1912207" cy="1075617"/>
          </a:xfrm>
          <a:custGeom>
            <a:avLst/>
            <a:gdLst/>
            <a:ahLst/>
            <a:cxnLst/>
            <a:rect l="l" t="t" r="r" b="b"/>
            <a:pathLst>
              <a:path w="1912207" h="1075617" fill="norm" stroke="1" extrusionOk="0">
                <a:moveTo>
                  <a:pt x="0" y="0"/>
                </a:moveTo>
                <a:lnTo>
                  <a:pt x="1912208" y="0"/>
                </a:lnTo>
                <a:lnTo>
                  <a:pt x="1912208" y="1075617"/>
                </a:lnTo>
                <a:lnTo>
                  <a:pt x="0" y="10756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19158197" name="Freeform 13"/>
          <p:cNvSpPr/>
          <p:nvPr/>
        </p:nvSpPr>
        <p:spPr bwMode="auto">
          <a:xfrm rot="0" flipH="0" flipV="0">
            <a:off x="947959" y="1999222"/>
            <a:ext cx="1059933" cy="1256020"/>
          </a:xfrm>
          <a:custGeom>
            <a:avLst/>
            <a:gdLst/>
            <a:ahLst/>
            <a:cxnLst/>
            <a:rect l="l" t="t" r="r" b="b"/>
            <a:pathLst>
              <a:path w="1059933" h="1256020" fill="norm" stroke="1" extrusionOk="0">
                <a:moveTo>
                  <a:pt x="0" y="0"/>
                </a:moveTo>
                <a:lnTo>
                  <a:pt x="1059932" y="0"/>
                </a:lnTo>
                <a:lnTo>
                  <a:pt x="1059932" y="1256020"/>
                </a:lnTo>
                <a:lnTo>
                  <a:pt x="0" y="12560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2058670167" name="Freeform 14"/>
          <p:cNvSpPr/>
          <p:nvPr/>
        </p:nvSpPr>
        <p:spPr bwMode="auto">
          <a:xfrm rot="0" flipH="0" flipV="0">
            <a:off x="733241" y="5007326"/>
            <a:ext cx="1487297" cy="1390622"/>
          </a:xfrm>
          <a:custGeom>
            <a:avLst/>
            <a:gdLst/>
            <a:ahLst/>
            <a:cxnLst/>
            <a:rect l="l" t="t" r="r" b="b"/>
            <a:pathLst>
              <a:path w="1487297" h="1390622" fill="norm" stroke="1" extrusionOk="0">
                <a:moveTo>
                  <a:pt x="0" y="0"/>
                </a:moveTo>
                <a:lnTo>
                  <a:pt x="1487296" y="0"/>
                </a:lnTo>
                <a:lnTo>
                  <a:pt x="1487296" y="1390622"/>
                </a:lnTo>
                <a:lnTo>
                  <a:pt x="0" y="13906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pic>
        <p:nvPicPr>
          <p:cNvPr id="287702904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173399" y="103655"/>
            <a:ext cx="2527421" cy="18955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3396435" name="Freeform 3"/>
          <p:cNvSpPr/>
          <p:nvPr/>
        </p:nvSpPr>
        <p:spPr bwMode="auto">
          <a:xfrm rot="0" flipH="0" flipV="0">
            <a:off x="5734964" y="2951483"/>
            <a:ext cx="5937588" cy="955029"/>
          </a:xfrm>
          <a:custGeom>
            <a:avLst/>
            <a:gdLst/>
            <a:ahLst/>
            <a:cxnLst/>
            <a:rect l="l" t="t" r="r" b="b"/>
            <a:pathLst>
              <a:path w="2345714" h="377296" fill="norm" stroke="1" extrusionOk="0">
                <a:moveTo>
                  <a:pt x="44332" y="0"/>
                </a:moveTo>
                <a:lnTo>
                  <a:pt x="2301382" y="0"/>
                </a:lnTo>
                <a:cubicBezTo>
                  <a:pt x="2313139" y="0"/>
                  <a:pt x="2324415" y="4671"/>
                  <a:pt x="2332729" y="12985"/>
                </a:cubicBezTo>
                <a:cubicBezTo>
                  <a:pt x="2341043" y="21298"/>
                  <a:pt x="2345714" y="32574"/>
                  <a:pt x="2345714" y="44332"/>
                </a:cubicBezTo>
                <a:lnTo>
                  <a:pt x="2345714" y="332964"/>
                </a:lnTo>
                <a:cubicBezTo>
                  <a:pt x="2345714" y="344721"/>
                  <a:pt x="2341043" y="355998"/>
                  <a:pt x="2332729" y="364311"/>
                </a:cubicBezTo>
                <a:cubicBezTo>
                  <a:pt x="2324415" y="372625"/>
                  <a:pt x="2313139" y="377296"/>
                  <a:pt x="2301382" y="377296"/>
                </a:cubicBezTo>
                <a:lnTo>
                  <a:pt x="44332" y="377296"/>
                </a:lnTo>
                <a:cubicBezTo>
                  <a:pt x="32574" y="377296"/>
                  <a:pt x="21298" y="372625"/>
                  <a:pt x="12985" y="364311"/>
                </a:cubicBezTo>
                <a:cubicBezTo>
                  <a:pt x="4671" y="355998"/>
                  <a:pt x="0" y="344721"/>
                  <a:pt x="0" y="332964"/>
                </a:cubicBezTo>
                <a:lnTo>
                  <a:pt x="0" y="44332"/>
                </a:lnTo>
                <a:cubicBezTo>
                  <a:pt x="0" y="32574"/>
                  <a:pt x="4671" y="21298"/>
                  <a:pt x="12985" y="12985"/>
                </a:cubicBezTo>
                <a:cubicBezTo>
                  <a:pt x="21298" y="4671"/>
                  <a:pt x="32574" y="0"/>
                  <a:pt x="4433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021780123" name="TextBox 4"/>
          <p:cNvSpPr txBox="1"/>
          <p:nvPr/>
        </p:nvSpPr>
        <p:spPr bwMode="auto">
          <a:xfrm rot="0" flipH="0" flipV="0">
            <a:off x="5734963" y="2951482"/>
            <a:ext cx="5937588" cy="955030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구체적인 솔루션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933317765" name="AutoShape 5"/>
          <p:cNvSpPr/>
          <p:nvPr/>
        </p:nvSpPr>
        <p:spPr bwMode="auto">
          <a:xfrm>
            <a:off x="4117375" y="3445681"/>
            <a:ext cx="139293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90664071" name="AutoShape 6"/>
          <p:cNvSpPr/>
          <p:nvPr/>
        </p:nvSpPr>
        <p:spPr bwMode="auto">
          <a:xfrm>
            <a:off x="4117375" y="1474134"/>
            <a:ext cx="0" cy="3909733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841452301" name="AutoShape 7"/>
          <p:cNvSpPr/>
          <p:nvPr/>
        </p:nvSpPr>
        <p:spPr bwMode="auto">
          <a:xfrm flipH="1">
            <a:off x="2726368" y="1507493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86990768" name="AutoShape 8"/>
          <p:cNvSpPr/>
          <p:nvPr/>
        </p:nvSpPr>
        <p:spPr bwMode="auto">
          <a:xfrm flipH="1">
            <a:off x="2726368" y="3445681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44960263" name="AutoShape 9"/>
          <p:cNvSpPr/>
          <p:nvPr/>
        </p:nvSpPr>
        <p:spPr bwMode="auto">
          <a:xfrm flipH="1">
            <a:off x="2726368" y="535050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76869678" name="Freeform 10"/>
          <p:cNvSpPr/>
          <p:nvPr/>
        </p:nvSpPr>
        <p:spPr bwMode="auto">
          <a:xfrm rot="0" flipH="0" flipV="0">
            <a:off x="968339" y="4542537"/>
            <a:ext cx="1615939" cy="1615939"/>
          </a:xfrm>
          <a:custGeom>
            <a:avLst/>
            <a:gdLst/>
            <a:ahLst/>
            <a:cxnLst/>
            <a:rect l="l" t="t" r="r" b="b"/>
            <a:pathLst>
              <a:path w="1615939" h="1615939" fill="norm" stroke="1" extrusionOk="0">
                <a:moveTo>
                  <a:pt x="0" y="0"/>
                </a:moveTo>
                <a:lnTo>
                  <a:pt x="1615939" y="0"/>
                </a:lnTo>
                <a:lnTo>
                  <a:pt x="1615939" y="1615939"/>
                </a:lnTo>
                <a:lnTo>
                  <a:pt x="0" y="16159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08251426" name="Freeform 11"/>
          <p:cNvSpPr/>
          <p:nvPr/>
        </p:nvSpPr>
        <p:spPr bwMode="auto">
          <a:xfrm rot="0" flipH="0" flipV="0">
            <a:off x="1035568" y="825064"/>
            <a:ext cx="1481481" cy="1190123"/>
          </a:xfrm>
          <a:custGeom>
            <a:avLst/>
            <a:gdLst/>
            <a:ahLst/>
            <a:cxnLst/>
            <a:rect l="l" t="t" r="r" b="b"/>
            <a:pathLst>
              <a:path w="1481481" h="1190123" fill="norm" stroke="1" extrusionOk="0">
                <a:moveTo>
                  <a:pt x="0" y="0"/>
                </a:moveTo>
                <a:lnTo>
                  <a:pt x="1481481" y="0"/>
                </a:lnTo>
                <a:lnTo>
                  <a:pt x="1481481" y="1190123"/>
                </a:lnTo>
                <a:lnTo>
                  <a:pt x="0" y="11901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248256091" name="Freeform 12"/>
          <p:cNvSpPr/>
          <p:nvPr/>
        </p:nvSpPr>
        <p:spPr bwMode="auto">
          <a:xfrm rot="0" flipH="0" flipV="0">
            <a:off x="1115578" y="2508949"/>
            <a:ext cx="1092861" cy="1649601"/>
          </a:xfrm>
          <a:custGeom>
            <a:avLst/>
            <a:gdLst/>
            <a:ahLst/>
            <a:cxnLst/>
            <a:rect l="l" t="t" r="r" b="b"/>
            <a:pathLst>
              <a:path w="1092861" h="1649601" fill="norm" stroke="1" extrusionOk="0">
                <a:moveTo>
                  <a:pt x="0" y="0"/>
                </a:moveTo>
                <a:lnTo>
                  <a:pt x="1092861" y="0"/>
                </a:lnTo>
                <a:lnTo>
                  <a:pt x="1092861" y="1649602"/>
                </a:lnTo>
                <a:lnTo>
                  <a:pt x="0" y="16496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9580110" name="Freeform 2"/>
          <p:cNvSpPr/>
          <p:nvPr/>
        </p:nvSpPr>
        <p:spPr bwMode="auto">
          <a:xfrm rot="0" flipH="0" flipV="0">
            <a:off x="1350167" y="624416"/>
            <a:ext cx="8545289" cy="5703980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6595455" name="Freeform 3"/>
          <p:cNvSpPr/>
          <p:nvPr/>
        </p:nvSpPr>
        <p:spPr bwMode="auto">
          <a:xfrm rot="0" flipH="0" flipV="0">
            <a:off x="2846417" y="918385"/>
            <a:ext cx="5591866" cy="3310607"/>
          </a:xfrm>
          <a:custGeom>
            <a:avLst/>
            <a:gdLst/>
            <a:ahLst/>
            <a:cxnLst/>
            <a:rect l="l" t="t" r="r" b="b"/>
            <a:pathLst>
              <a:path w="5684817" h="3365638" fill="norm" stroke="1" extrusionOk="0">
                <a:moveTo>
                  <a:pt x="0" y="0"/>
                </a:moveTo>
                <a:lnTo>
                  <a:pt x="5684817" y="0"/>
                </a:lnTo>
                <a:lnTo>
                  <a:pt x="5684817" y="3365637"/>
                </a:lnTo>
                <a:lnTo>
                  <a:pt x="0" y="3365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293843530" name="Freeform 4"/>
          <p:cNvSpPr/>
          <p:nvPr/>
        </p:nvSpPr>
        <p:spPr bwMode="auto">
          <a:xfrm rot="0" flipH="0" flipV="0">
            <a:off x="9038220" y="2234856"/>
            <a:ext cx="2528096" cy="2133082"/>
          </a:xfrm>
          <a:custGeom>
            <a:avLst/>
            <a:gdLst/>
            <a:ahLst/>
            <a:cxnLst/>
            <a:rect l="l" t="t" r="r" b="b"/>
            <a:pathLst>
              <a:path w="2570120" h="2168539" fill="norm" stroke="1" extrusionOk="0">
                <a:moveTo>
                  <a:pt x="0" y="0"/>
                </a:moveTo>
                <a:lnTo>
                  <a:pt x="2570120" y="0"/>
                </a:lnTo>
                <a:lnTo>
                  <a:pt x="2570120" y="2168539"/>
                </a:lnTo>
                <a:lnTo>
                  <a:pt x="0" y="21685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9097330" name="Freeform 2"/>
          <p:cNvSpPr/>
          <p:nvPr/>
        </p:nvSpPr>
        <p:spPr bwMode="auto">
          <a:xfrm rot="0" flipH="0" flipV="0">
            <a:off x="1872734" y="627153"/>
            <a:ext cx="8164764" cy="5449980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91634752" name="Freeform 6"/>
          <p:cNvSpPr/>
          <p:nvPr/>
        </p:nvSpPr>
        <p:spPr bwMode="auto">
          <a:xfrm rot="0" flipH="0" flipV="0">
            <a:off x="3228930" y="936282"/>
            <a:ext cx="5386986" cy="3117133"/>
          </a:xfrm>
          <a:custGeom>
            <a:avLst/>
            <a:gdLst/>
            <a:ahLst/>
            <a:cxnLst/>
            <a:rect l="l" t="t" r="r" b="b"/>
            <a:pathLst>
              <a:path w="5122771" h="3243411" fill="norm" stroke="1" extrusionOk="0">
                <a:moveTo>
                  <a:pt x="0" y="0"/>
                </a:moveTo>
                <a:lnTo>
                  <a:pt x="5122770" y="0"/>
                </a:lnTo>
                <a:lnTo>
                  <a:pt x="5122770" y="3243411"/>
                </a:lnTo>
                <a:lnTo>
                  <a:pt x="0" y="32434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964330877" name="Freeform 7"/>
          <p:cNvSpPr/>
          <p:nvPr/>
        </p:nvSpPr>
        <p:spPr bwMode="auto">
          <a:xfrm rot="0" flipH="0" flipV="0">
            <a:off x="9322171" y="2653239"/>
            <a:ext cx="1781861" cy="1674950"/>
          </a:xfrm>
          <a:custGeom>
            <a:avLst/>
            <a:gdLst/>
            <a:ahLst/>
            <a:cxnLst/>
            <a:rect l="l" t="t" r="r" b="b"/>
            <a:pathLst>
              <a:path w="1895906" h="1782152" fill="norm" stroke="1" extrusionOk="0">
                <a:moveTo>
                  <a:pt x="0" y="0"/>
                </a:moveTo>
                <a:lnTo>
                  <a:pt x="1895906" y="0"/>
                </a:lnTo>
                <a:lnTo>
                  <a:pt x="1895906" y="1782152"/>
                </a:lnTo>
                <a:lnTo>
                  <a:pt x="0" y="17821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1139829" name="Freeform 2"/>
          <p:cNvSpPr/>
          <p:nvPr/>
        </p:nvSpPr>
        <p:spPr bwMode="auto">
          <a:xfrm rot="0" flipH="0" flipV="0">
            <a:off x="3930715" y="2151162"/>
            <a:ext cx="1854142" cy="1854142"/>
          </a:xfrm>
          <a:custGeom>
            <a:avLst/>
            <a:gdLst/>
            <a:ahLst/>
            <a:cxnLst/>
            <a:rect l="l" t="t" r="r" b="b"/>
            <a:pathLst>
              <a:path w="1854142" h="1854142" fill="norm" stroke="1" extrusionOk="0">
                <a:moveTo>
                  <a:pt x="0" y="0"/>
                </a:moveTo>
                <a:lnTo>
                  <a:pt x="1854142" y="0"/>
                </a:lnTo>
                <a:lnTo>
                  <a:pt x="1854142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78109113" name="Freeform 3"/>
          <p:cNvSpPr/>
          <p:nvPr/>
        </p:nvSpPr>
        <p:spPr bwMode="auto">
          <a:xfrm rot="0" flipH="0" flipV="0">
            <a:off x="1124073" y="2151162"/>
            <a:ext cx="1854142" cy="1854142"/>
          </a:xfrm>
          <a:custGeom>
            <a:avLst/>
            <a:gdLst/>
            <a:ahLst/>
            <a:cxnLst/>
            <a:rect l="l" t="t" r="r" b="b"/>
            <a:pathLst>
              <a:path w="1854142" h="1854142" fill="norm" stroke="1" extrusionOk="0">
                <a:moveTo>
                  <a:pt x="0" y="0"/>
                </a:moveTo>
                <a:lnTo>
                  <a:pt x="1854142" y="0"/>
                </a:lnTo>
                <a:lnTo>
                  <a:pt x="1854142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591675674" name="Freeform 4"/>
          <p:cNvSpPr/>
          <p:nvPr/>
        </p:nvSpPr>
        <p:spPr bwMode="auto">
          <a:xfrm rot="0" flipH="0" flipV="0">
            <a:off x="9275130" y="2151162"/>
            <a:ext cx="1784430" cy="1854142"/>
          </a:xfrm>
          <a:custGeom>
            <a:avLst/>
            <a:gdLst/>
            <a:ahLst/>
            <a:cxnLst/>
            <a:rect l="l" t="t" r="r" b="b"/>
            <a:pathLst>
              <a:path w="1784430" h="1854142" fill="norm" stroke="1" extrusionOk="0">
                <a:moveTo>
                  <a:pt x="0" y="0"/>
                </a:moveTo>
                <a:lnTo>
                  <a:pt x="1784431" y="0"/>
                </a:lnTo>
                <a:lnTo>
                  <a:pt x="1784431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921709891" name="Freeform 5"/>
          <p:cNvSpPr/>
          <p:nvPr/>
        </p:nvSpPr>
        <p:spPr bwMode="auto">
          <a:xfrm rot="0" flipH="0" flipV="0">
            <a:off x="6733013" y="2151162"/>
            <a:ext cx="1589938" cy="1854142"/>
          </a:xfrm>
          <a:custGeom>
            <a:avLst/>
            <a:gdLst/>
            <a:ahLst/>
            <a:cxnLst/>
            <a:rect l="l" t="t" r="r" b="b"/>
            <a:pathLst>
              <a:path w="1589938" h="1854142" fill="norm" stroke="1" extrusionOk="0">
                <a:moveTo>
                  <a:pt x="0" y="0"/>
                </a:moveTo>
                <a:lnTo>
                  <a:pt x="1589938" y="0"/>
                </a:lnTo>
                <a:lnTo>
                  <a:pt x="1589938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/>
        </p:txBody>
      </p:sp>
      <p:sp>
        <p:nvSpPr>
          <p:cNvPr id="1706665957" name="TextBox 6"/>
          <p:cNvSpPr txBox="1"/>
          <p:nvPr/>
        </p:nvSpPr>
        <p:spPr bwMode="auto">
          <a:xfrm rot="0">
            <a:off x="1150562" y="4258528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Chrome</a:t>
            </a:r>
            <a:endParaRPr/>
          </a:p>
        </p:txBody>
      </p:sp>
      <p:sp>
        <p:nvSpPr>
          <p:cNvPr id="1932720680" name="TextBox 7"/>
          <p:cNvSpPr txBox="1"/>
          <p:nvPr/>
        </p:nvSpPr>
        <p:spPr bwMode="auto">
          <a:xfrm rot="0">
            <a:off x="3957204" y="4258528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크롬</a:t>
            </a:r>
            <a:endParaRPr/>
          </a:p>
        </p:txBody>
      </p:sp>
      <p:sp>
        <p:nvSpPr>
          <p:cNvPr id="461353742" name="TextBox 8"/>
          <p:cNvSpPr txBox="1"/>
          <p:nvPr/>
        </p:nvSpPr>
        <p:spPr bwMode="auto">
          <a:xfrm rot="0">
            <a:off x="6627400" y="4258528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Brave</a:t>
            </a:r>
            <a:endParaRPr/>
          </a:p>
        </p:txBody>
      </p:sp>
      <p:sp>
        <p:nvSpPr>
          <p:cNvPr id="1752176915" name="TextBox 9"/>
          <p:cNvSpPr txBox="1"/>
          <p:nvPr/>
        </p:nvSpPr>
        <p:spPr bwMode="auto">
          <a:xfrm rot="0">
            <a:off x="9266764" y="4258528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Firefox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0012845" name="Freeform 2"/>
          <p:cNvSpPr/>
          <p:nvPr/>
        </p:nvSpPr>
        <p:spPr bwMode="auto">
          <a:xfrm rot="0" flipH="0" flipV="0">
            <a:off x="1115693" y="2148627"/>
            <a:ext cx="1854142" cy="1854142"/>
          </a:xfrm>
          <a:custGeom>
            <a:avLst/>
            <a:gdLst/>
            <a:ahLst/>
            <a:cxnLst/>
            <a:rect l="l" t="t" r="r" b="b"/>
            <a:pathLst>
              <a:path w="1854142" h="1854142" fill="norm" stroke="1" extrusionOk="0">
                <a:moveTo>
                  <a:pt x="0" y="0"/>
                </a:moveTo>
                <a:lnTo>
                  <a:pt x="1854142" y="0"/>
                </a:lnTo>
                <a:lnTo>
                  <a:pt x="1854142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13928287" name="Freeform 3"/>
          <p:cNvSpPr/>
          <p:nvPr/>
        </p:nvSpPr>
        <p:spPr bwMode="auto">
          <a:xfrm rot="0" flipH="0" flipV="0">
            <a:off x="3135145" y="529602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658024653" name="Freeform 7"/>
          <p:cNvSpPr/>
          <p:nvPr/>
        </p:nvSpPr>
        <p:spPr bwMode="auto">
          <a:xfrm rot="0" flipH="0" flipV="0">
            <a:off x="4502360" y="834704"/>
            <a:ext cx="5952901" cy="3426358"/>
          </a:xfrm>
          <a:custGeom>
            <a:avLst/>
            <a:gdLst/>
            <a:ahLst/>
            <a:cxnLst/>
            <a:rect l="l" t="t" r="r" b="b"/>
            <a:pathLst>
              <a:path w="5952901" h="3426358" fill="norm" stroke="1" extrusionOk="0">
                <a:moveTo>
                  <a:pt x="0" y="0"/>
                </a:moveTo>
                <a:lnTo>
                  <a:pt x="5952901" y="0"/>
                </a:lnTo>
                <a:lnTo>
                  <a:pt x="5952901" y="3426358"/>
                </a:lnTo>
                <a:lnTo>
                  <a:pt x="0" y="34263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989022942" name="TextBox 8"/>
          <p:cNvSpPr txBox="1"/>
          <p:nvPr/>
        </p:nvSpPr>
        <p:spPr bwMode="auto">
          <a:xfrm rot="0">
            <a:off x="685800" y="4261063"/>
            <a:ext cx="2713929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TOR 브라우저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1185006" name=""/>
          <p:cNvSpPr/>
          <p:nvPr/>
        </p:nvSpPr>
        <p:spPr bwMode="auto">
          <a:xfrm flipH="1" flipV="0">
            <a:off x="1395013" y="3767671"/>
            <a:ext cx="9718568" cy="2304648"/>
          </a:xfrm>
          <a:prstGeom prst="flowChartAlternateProcess">
            <a:avLst/>
          </a:prstGeom>
          <a:solidFill>
            <a:srgbClr val="00B050">
              <a:alpha val="23000"/>
            </a:srgbClr>
          </a:solidFill>
          <a:ln w="12699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21308134" name=""/>
          <p:cNvSpPr/>
          <p:nvPr/>
        </p:nvSpPr>
        <p:spPr bwMode="auto">
          <a:xfrm flipH="1" flipV="0">
            <a:off x="1395013" y="873314"/>
            <a:ext cx="9718568" cy="2505726"/>
          </a:xfrm>
          <a:prstGeom prst="flowChartAlternateProcess">
            <a:avLst/>
          </a:prstGeom>
          <a:solidFill>
            <a:srgbClr val="C00000">
              <a:alpha val="13999"/>
            </a:srgbClr>
          </a:solidFill>
          <a:ln w="12699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25727416" name="AutoShape 2"/>
          <p:cNvSpPr/>
          <p:nvPr/>
        </p:nvSpPr>
        <p:spPr bwMode="auto">
          <a:xfrm flipH="0" flipV="1">
            <a:off x="3420678" y="4928912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147287715" name="Freeform 3"/>
          <p:cNvSpPr/>
          <p:nvPr/>
        </p:nvSpPr>
        <p:spPr bwMode="auto">
          <a:xfrm rot="0" flipH="0" flipV="0">
            <a:off x="4183373" y="4653424"/>
            <a:ext cx="593958" cy="805367"/>
          </a:xfrm>
          <a:custGeom>
            <a:avLst/>
            <a:gdLst/>
            <a:ahLst/>
            <a:cxnLst/>
            <a:rect l="l" t="t" r="r" b="b"/>
            <a:pathLst>
              <a:path w="829681" h="1124991" fill="norm" stroke="1" extrusionOk="0">
                <a:moveTo>
                  <a:pt x="0" y="0"/>
                </a:moveTo>
                <a:lnTo>
                  <a:pt x="829680" y="0"/>
                </a:lnTo>
                <a:lnTo>
                  <a:pt x="829680" y="1124991"/>
                </a:lnTo>
                <a:lnTo>
                  <a:pt x="0" y="11249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008549099" name="Freeform 4"/>
          <p:cNvSpPr/>
          <p:nvPr/>
        </p:nvSpPr>
        <p:spPr bwMode="auto">
          <a:xfrm rot="0" flipH="0" flipV="0">
            <a:off x="1924380" y="4704971"/>
            <a:ext cx="950472" cy="634437"/>
          </a:xfrm>
          <a:custGeom>
            <a:avLst/>
            <a:gdLst/>
            <a:ahLst/>
            <a:cxnLst/>
            <a:rect l="l" t="t" r="r" b="b"/>
            <a:pathLst>
              <a:path w="1327679" h="886226" fill="norm" stroke="1" extrusionOk="0">
                <a:moveTo>
                  <a:pt x="0" y="0"/>
                </a:moveTo>
                <a:lnTo>
                  <a:pt x="1327679" y="0"/>
                </a:lnTo>
                <a:lnTo>
                  <a:pt x="1327679" y="886225"/>
                </a:lnTo>
                <a:lnTo>
                  <a:pt x="0" y="886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554854090" name="Freeform 5"/>
          <p:cNvSpPr/>
          <p:nvPr/>
        </p:nvSpPr>
        <p:spPr bwMode="auto">
          <a:xfrm rot="0" flipH="0" flipV="0">
            <a:off x="5917331" y="4704971"/>
            <a:ext cx="725753" cy="503491"/>
          </a:xfrm>
          <a:custGeom>
            <a:avLst/>
            <a:gdLst/>
            <a:ahLst/>
            <a:cxnLst/>
            <a:rect l="l" t="t" r="r" b="b"/>
            <a:pathLst>
              <a:path w="1013781" h="703311" fill="norm" stroke="1" extrusionOk="0">
                <a:moveTo>
                  <a:pt x="0" y="0"/>
                </a:moveTo>
                <a:lnTo>
                  <a:pt x="1013781" y="0"/>
                </a:lnTo>
                <a:lnTo>
                  <a:pt x="1013781" y="703311"/>
                </a:lnTo>
                <a:lnTo>
                  <a:pt x="0" y="7033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242821230" name="Freeform 6"/>
          <p:cNvSpPr/>
          <p:nvPr/>
        </p:nvSpPr>
        <p:spPr bwMode="auto">
          <a:xfrm rot="0" flipH="0" flipV="0">
            <a:off x="7947198" y="4669432"/>
            <a:ext cx="769811" cy="612963"/>
          </a:xfrm>
          <a:custGeom>
            <a:avLst/>
            <a:gdLst/>
            <a:ahLst/>
            <a:cxnLst/>
            <a:rect l="l" t="t" r="r" b="b"/>
            <a:pathLst>
              <a:path w="1075323" h="856226" fill="norm" stroke="1" extrusionOk="0">
                <a:moveTo>
                  <a:pt x="0" y="0"/>
                </a:moveTo>
                <a:lnTo>
                  <a:pt x="1075323" y="0"/>
                </a:lnTo>
                <a:lnTo>
                  <a:pt x="1075323" y="856225"/>
                </a:lnTo>
                <a:lnTo>
                  <a:pt x="0" y="8562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996066520" name="Freeform 7"/>
          <p:cNvSpPr/>
          <p:nvPr/>
        </p:nvSpPr>
        <p:spPr bwMode="auto">
          <a:xfrm rot="0" flipH="0" flipV="0">
            <a:off x="9876355" y="4587126"/>
            <a:ext cx="752284" cy="752284"/>
          </a:xfrm>
          <a:custGeom>
            <a:avLst/>
            <a:gdLst/>
            <a:ahLst/>
            <a:cxnLst/>
            <a:rect l="l" t="t" r="r" b="b"/>
            <a:pathLst>
              <a:path w="1050840" h="1050840" fill="norm" stroke="1" extrusionOk="0">
                <a:moveTo>
                  <a:pt x="0" y="0"/>
                </a:moveTo>
                <a:lnTo>
                  <a:pt x="1050840" y="0"/>
                </a:lnTo>
                <a:lnTo>
                  <a:pt x="1050840" y="1050841"/>
                </a:lnTo>
                <a:lnTo>
                  <a:pt x="0" y="10508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479323852" name="AutoShape 8"/>
          <p:cNvSpPr/>
          <p:nvPr/>
        </p:nvSpPr>
        <p:spPr bwMode="auto">
          <a:xfrm flipH="1" flipV="0">
            <a:off x="3420678" y="5137446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47888603" name="Freeform 9"/>
          <p:cNvSpPr/>
          <p:nvPr/>
        </p:nvSpPr>
        <p:spPr bwMode="auto">
          <a:xfrm rot="0" flipH="0" flipV="0">
            <a:off x="3583762" y="4291890"/>
            <a:ext cx="260501" cy="377541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7" y="0"/>
                </a:lnTo>
                <a:lnTo>
                  <a:pt x="363887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119276397" name="Freeform 10"/>
          <p:cNvSpPr/>
          <p:nvPr/>
        </p:nvSpPr>
        <p:spPr bwMode="auto">
          <a:xfrm rot="0" flipH="0" flipV="0">
            <a:off x="5254014" y="4291890"/>
            <a:ext cx="261627" cy="341439"/>
          </a:xfrm>
          <a:custGeom>
            <a:avLst/>
            <a:gdLst/>
            <a:ahLst/>
            <a:cxnLst/>
            <a:rect l="l" t="t" r="r" b="b"/>
            <a:pathLst>
              <a:path w="365461" h="476947" fill="norm" stroke="1" extrusionOk="0">
                <a:moveTo>
                  <a:pt x="0" y="0"/>
                </a:moveTo>
                <a:lnTo>
                  <a:pt x="365461" y="0"/>
                </a:lnTo>
                <a:lnTo>
                  <a:pt x="365461" y="476948"/>
                </a:lnTo>
                <a:lnTo>
                  <a:pt x="0" y="4769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608336526" name="TextBox 11"/>
          <p:cNvSpPr txBox="1"/>
          <p:nvPr/>
        </p:nvSpPr>
        <p:spPr bwMode="auto">
          <a:xfrm rot="0">
            <a:off x="1717936" y="1084587"/>
            <a:ext cx="2719686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000" b="1" u="sng" lang="en-US">
                <a:solidFill>
                  <a:srgbClr val="000000"/>
                </a:solidFill>
                <a:latin typeface="IBM Plex Sans"/>
              </a:rPr>
              <a:t>VPN 미사용</a:t>
            </a:r>
            <a:endParaRPr sz="1200" b="1" u="sng">
              <a:latin typeface="IBM Plex Sans"/>
              <a:cs typeface="IBM Plex Sans"/>
            </a:endParaRPr>
          </a:p>
        </p:txBody>
      </p:sp>
      <p:sp>
        <p:nvSpPr>
          <p:cNvPr id="1755098497" name="TextBox 12"/>
          <p:cNvSpPr txBox="1"/>
          <p:nvPr/>
        </p:nvSpPr>
        <p:spPr bwMode="auto">
          <a:xfrm rot="0">
            <a:off x="1717936" y="3913444"/>
            <a:ext cx="2719686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000" b="1" u="sng" lang="en-US">
                <a:solidFill>
                  <a:srgbClr val="000000"/>
                </a:solidFill>
                <a:latin typeface="IBM Plex Sans"/>
              </a:rPr>
              <a:t>VPN 사용</a:t>
            </a:r>
            <a:endParaRPr sz="1200" b="1" u="sng">
              <a:latin typeface="IBM Plex Sans"/>
              <a:cs typeface="IBM Plex Sans"/>
            </a:endParaRPr>
          </a:p>
        </p:txBody>
      </p:sp>
      <p:sp>
        <p:nvSpPr>
          <p:cNvPr id="1545976980" name="TextBox 13"/>
          <p:cNvSpPr txBox="1"/>
          <p:nvPr/>
        </p:nvSpPr>
        <p:spPr bwMode="auto">
          <a:xfrm rot="0" flipH="0" flipV="0">
            <a:off x="1456029" y="5545260"/>
            <a:ext cx="1779122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사용자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834979393" name="TextBox 14"/>
          <p:cNvSpPr txBox="1"/>
          <p:nvPr/>
        </p:nvSpPr>
        <p:spPr bwMode="auto">
          <a:xfrm rot="0" flipH="0" flipV="0">
            <a:off x="3583762" y="5545260"/>
            <a:ext cx="1404784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VPN 클라이언트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259433777" name="TextBox 15"/>
          <p:cNvSpPr txBox="1"/>
          <p:nvPr/>
        </p:nvSpPr>
        <p:spPr bwMode="auto">
          <a:xfrm rot="0" flipH="0" flipV="0">
            <a:off x="5308259" y="5575017"/>
            <a:ext cx="1944974" cy="183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인터넷 서비스 제공업체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618241087" name="TextBox 16"/>
          <p:cNvSpPr txBox="1"/>
          <p:nvPr/>
        </p:nvSpPr>
        <p:spPr bwMode="auto">
          <a:xfrm rot="0">
            <a:off x="7647278" y="5545260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VPN 서버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870212320" name="TextBox 17"/>
          <p:cNvSpPr txBox="1"/>
          <p:nvPr/>
        </p:nvSpPr>
        <p:spPr bwMode="auto">
          <a:xfrm rot="0">
            <a:off x="9505994" y="5598120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인터넷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395768419" name="AutoShape 18"/>
          <p:cNvSpPr/>
          <p:nvPr/>
        </p:nvSpPr>
        <p:spPr bwMode="auto">
          <a:xfrm flipH="0" flipV="1">
            <a:off x="5120606" y="4863673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408463899" name="AutoShape 19"/>
          <p:cNvSpPr/>
          <p:nvPr/>
        </p:nvSpPr>
        <p:spPr bwMode="auto">
          <a:xfrm flipH="1" flipV="0">
            <a:off x="5171546" y="5137446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609128850" name="Freeform 20"/>
          <p:cNvSpPr/>
          <p:nvPr/>
        </p:nvSpPr>
        <p:spPr bwMode="auto">
          <a:xfrm rot="0" flipH="0" flipV="0">
            <a:off x="7142543" y="4291890"/>
            <a:ext cx="261627" cy="341439"/>
          </a:xfrm>
          <a:custGeom>
            <a:avLst/>
            <a:gdLst/>
            <a:ahLst/>
            <a:cxnLst/>
            <a:rect l="l" t="t" r="r" b="b"/>
            <a:pathLst>
              <a:path w="365461" h="476947" fill="norm" stroke="1" extrusionOk="0">
                <a:moveTo>
                  <a:pt x="0" y="0"/>
                </a:moveTo>
                <a:lnTo>
                  <a:pt x="365461" y="0"/>
                </a:lnTo>
                <a:lnTo>
                  <a:pt x="365461" y="476948"/>
                </a:lnTo>
                <a:lnTo>
                  <a:pt x="0" y="4769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85228967" name="AutoShape 21"/>
          <p:cNvSpPr/>
          <p:nvPr/>
        </p:nvSpPr>
        <p:spPr bwMode="auto">
          <a:xfrm flipH="0" flipV="1">
            <a:off x="6953618" y="4863673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990278727" name="AutoShape 22"/>
          <p:cNvSpPr/>
          <p:nvPr/>
        </p:nvSpPr>
        <p:spPr bwMode="auto">
          <a:xfrm flipH="1" flipV="0">
            <a:off x="7063423" y="5137446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09601101" name="AutoShape 23"/>
          <p:cNvSpPr/>
          <p:nvPr/>
        </p:nvSpPr>
        <p:spPr bwMode="auto">
          <a:xfrm flipH="0" flipV="1">
            <a:off x="9097231" y="4863673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225600126" name="AutoShape 24"/>
          <p:cNvSpPr/>
          <p:nvPr/>
        </p:nvSpPr>
        <p:spPr bwMode="auto">
          <a:xfrm flipH="1" flipV="0">
            <a:off x="9097231" y="5137446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53429421" name="Freeform 25"/>
          <p:cNvSpPr/>
          <p:nvPr/>
        </p:nvSpPr>
        <p:spPr bwMode="auto">
          <a:xfrm rot="0" flipH="0" flipV="0">
            <a:off x="9270797" y="4273840"/>
            <a:ext cx="260501" cy="377541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236444053" name="Freeform 26"/>
          <p:cNvSpPr/>
          <p:nvPr/>
        </p:nvSpPr>
        <p:spPr bwMode="auto">
          <a:xfrm rot="0" flipH="0" flipV="0">
            <a:off x="1834508" y="1782409"/>
            <a:ext cx="1030020" cy="687538"/>
          </a:xfrm>
          <a:custGeom>
            <a:avLst/>
            <a:gdLst/>
            <a:ahLst/>
            <a:cxnLst/>
            <a:rect l="l" t="t" r="r" b="b"/>
            <a:pathLst>
              <a:path w="1327679" h="886226" fill="norm" stroke="1" extrusionOk="0">
                <a:moveTo>
                  <a:pt x="0" y="0"/>
                </a:moveTo>
                <a:lnTo>
                  <a:pt x="1327679" y="0"/>
                </a:lnTo>
                <a:lnTo>
                  <a:pt x="1327679" y="886225"/>
                </a:lnTo>
                <a:lnTo>
                  <a:pt x="0" y="886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670758488" name="Freeform 27"/>
          <p:cNvSpPr/>
          <p:nvPr/>
        </p:nvSpPr>
        <p:spPr bwMode="auto">
          <a:xfrm rot="0" flipH="0" flipV="0">
            <a:off x="5633153" y="1924317"/>
            <a:ext cx="786496" cy="545631"/>
          </a:xfrm>
          <a:custGeom>
            <a:avLst/>
            <a:gdLst/>
            <a:ahLst/>
            <a:cxnLst/>
            <a:rect l="l" t="t" r="r" b="b"/>
            <a:pathLst>
              <a:path w="1013781" h="703311" fill="norm" stroke="1" extrusionOk="0">
                <a:moveTo>
                  <a:pt x="0" y="0"/>
                </a:moveTo>
                <a:lnTo>
                  <a:pt x="1013781" y="0"/>
                </a:lnTo>
                <a:lnTo>
                  <a:pt x="1013781" y="703311"/>
                </a:lnTo>
                <a:lnTo>
                  <a:pt x="0" y="7033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329732500" name="Freeform 28"/>
          <p:cNvSpPr/>
          <p:nvPr/>
        </p:nvSpPr>
        <p:spPr bwMode="auto">
          <a:xfrm rot="0" flipH="0" flipV="0">
            <a:off x="9623396" y="1721133"/>
            <a:ext cx="815247" cy="815247"/>
          </a:xfrm>
          <a:custGeom>
            <a:avLst/>
            <a:gdLst/>
            <a:ahLst/>
            <a:cxnLst/>
            <a:rect l="l" t="t" r="r" b="b"/>
            <a:pathLst>
              <a:path w="1050840" h="1050840" fill="norm" stroke="1" extrusionOk="0">
                <a:moveTo>
                  <a:pt x="0" y="0"/>
                </a:moveTo>
                <a:lnTo>
                  <a:pt x="1050840" y="0"/>
                </a:lnTo>
                <a:lnTo>
                  <a:pt x="1050840" y="1050840"/>
                </a:lnTo>
                <a:lnTo>
                  <a:pt x="0" y="10508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54856602" name="TextBox 29"/>
          <p:cNvSpPr txBox="1"/>
          <p:nvPr/>
        </p:nvSpPr>
        <p:spPr bwMode="auto">
          <a:xfrm rot="0" flipH="0" flipV="0">
            <a:off x="1372306" y="2655535"/>
            <a:ext cx="1703502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사용자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201836719" name="TextBox 30"/>
          <p:cNvSpPr txBox="1"/>
          <p:nvPr/>
        </p:nvSpPr>
        <p:spPr bwMode="auto">
          <a:xfrm rot="0" flipH="0" flipV="0">
            <a:off x="4532100" y="2735951"/>
            <a:ext cx="3099848" cy="183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인터넷 서비스 제공업체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599485944" name="TextBox 31"/>
          <p:cNvSpPr txBox="1"/>
          <p:nvPr/>
        </p:nvSpPr>
        <p:spPr bwMode="auto">
          <a:xfrm rot="0">
            <a:off x="9222338" y="2703933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인터넷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967420298" name="AutoShape 32"/>
          <p:cNvSpPr/>
          <p:nvPr/>
        </p:nvSpPr>
        <p:spPr bwMode="auto">
          <a:xfrm flipH="0" flipV="0">
            <a:off x="6837804" y="2197134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230381192" name="AutoShape 33"/>
          <p:cNvSpPr/>
          <p:nvPr/>
        </p:nvSpPr>
        <p:spPr bwMode="auto">
          <a:xfrm flipH="1" flipV="1">
            <a:off x="6947610" y="2469951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607774121" name="Freeform 34"/>
          <p:cNvSpPr/>
          <p:nvPr/>
        </p:nvSpPr>
        <p:spPr bwMode="auto">
          <a:xfrm rot="0" flipH="0" flipV="0">
            <a:off x="7631589" y="1515177"/>
            <a:ext cx="282304" cy="409140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862172253" name="AutoShape 35"/>
          <p:cNvSpPr/>
          <p:nvPr/>
        </p:nvSpPr>
        <p:spPr bwMode="auto">
          <a:xfrm flipH="0" flipV="0">
            <a:off x="3074370" y="2010962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991164706" name="AutoShape 36"/>
          <p:cNvSpPr/>
          <p:nvPr/>
        </p:nvSpPr>
        <p:spPr bwMode="auto">
          <a:xfrm flipH="1" flipV="1">
            <a:off x="3162188" y="2375091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07682902" name="Freeform 37"/>
          <p:cNvSpPr/>
          <p:nvPr/>
        </p:nvSpPr>
        <p:spPr bwMode="auto">
          <a:xfrm rot="0" flipH="0" flipV="0">
            <a:off x="4082233" y="1420317"/>
            <a:ext cx="282304" cy="409140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3"/>
                </a:lnTo>
                <a:lnTo>
                  <a:pt x="0" y="52737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26161830" name="Group 2"/>
          <p:cNvGrpSpPr/>
          <p:nvPr/>
        </p:nvGrpSpPr>
        <p:grpSpPr bwMode="auto">
          <a:xfrm rot="0">
            <a:off x="5137431" y="2151162"/>
            <a:ext cx="1854142" cy="185414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  <p:sp>
        <p:nvSpPr>
          <p:cNvPr id="1051169692" name="Freeform 4"/>
          <p:cNvSpPr/>
          <p:nvPr/>
        </p:nvSpPr>
        <p:spPr bwMode="auto">
          <a:xfrm rot="0" flipH="0" flipV="0">
            <a:off x="1550500" y="2705904"/>
            <a:ext cx="2158430" cy="744658"/>
          </a:xfrm>
          <a:custGeom>
            <a:avLst/>
            <a:gdLst/>
            <a:ahLst/>
            <a:cxnLst/>
            <a:rect l="l" t="t" r="r" b="b"/>
            <a:pathLst>
              <a:path w="2158430" h="744658" fill="norm" stroke="1" extrusionOk="0">
                <a:moveTo>
                  <a:pt x="0" y="0"/>
                </a:moveTo>
                <a:lnTo>
                  <a:pt x="2158430" y="0"/>
                </a:lnTo>
                <a:lnTo>
                  <a:pt x="2158430" y="744658"/>
                </a:lnTo>
                <a:lnTo>
                  <a:pt x="0" y="7446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043119927" name="Freeform 5"/>
          <p:cNvSpPr/>
          <p:nvPr/>
        </p:nvSpPr>
        <p:spPr bwMode="auto">
          <a:xfrm rot="0" flipH="0" flipV="0">
            <a:off x="8569972" y="2151162"/>
            <a:ext cx="2030081" cy="1854142"/>
          </a:xfrm>
          <a:custGeom>
            <a:avLst/>
            <a:gdLst/>
            <a:ahLst/>
            <a:cxnLst/>
            <a:rect l="l" t="t" r="r" b="b"/>
            <a:pathLst>
              <a:path w="2030082" h="1854142" fill="norm" stroke="1" extrusionOk="0">
                <a:moveTo>
                  <a:pt x="0" y="0"/>
                </a:moveTo>
                <a:lnTo>
                  <a:pt x="2030083" y="0"/>
                </a:lnTo>
                <a:lnTo>
                  <a:pt x="2030083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38736158" name="TextBox 6"/>
          <p:cNvSpPr txBox="1"/>
          <p:nvPr/>
        </p:nvSpPr>
        <p:spPr bwMode="auto">
          <a:xfrm rot="0" flipH="0" flipV="0">
            <a:off x="1550499" y="4258527"/>
            <a:ext cx="239888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IVPN</a:t>
            </a:r>
            <a:endParaRPr/>
          </a:p>
        </p:txBody>
      </p:sp>
      <p:sp>
        <p:nvSpPr>
          <p:cNvPr id="410645639" name="TextBox 7"/>
          <p:cNvSpPr txBox="1"/>
          <p:nvPr/>
        </p:nvSpPr>
        <p:spPr bwMode="auto">
          <a:xfrm rot="0" flipH="0" flipV="0">
            <a:off x="4456666" y="4258527"/>
            <a:ext cx="348263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Mullvad VPN</a:t>
            </a:r>
            <a:endParaRPr/>
          </a:p>
        </p:txBody>
      </p:sp>
      <p:sp>
        <p:nvSpPr>
          <p:cNvPr id="1489463141" name="TextBox 8"/>
          <p:cNvSpPr txBox="1"/>
          <p:nvPr/>
        </p:nvSpPr>
        <p:spPr bwMode="auto">
          <a:xfrm rot="0" flipH="0" flipV="0">
            <a:off x="8528526" y="4258527"/>
            <a:ext cx="328463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Proton VPN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6349651" name="Freeform 2"/>
          <p:cNvSpPr/>
          <p:nvPr/>
        </p:nvSpPr>
        <p:spPr bwMode="auto">
          <a:xfrm rot="3828460" flipH="0" flipV="0">
            <a:off x="454175" y="1859893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0" y="0"/>
                </a:moveTo>
                <a:lnTo>
                  <a:pt x="1470785" y="0"/>
                </a:lnTo>
                <a:lnTo>
                  <a:pt x="1470785" y="415497"/>
                </a:lnTo>
                <a:lnTo>
                  <a:pt x="0" y="4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61607340" name="Freeform 3"/>
          <p:cNvSpPr/>
          <p:nvPr/>
        </p:nvSpPr>
        <p:spPr bwMode="auto">
          <a:xfrm rot="-3507593" flipH="1" flipV="0">
            <a:off x="10436683" y="2079178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1470785" y="0"/>
                </a:moveTo>
                <a:lnTo>
                  <a:pt x="0" y="0"/>
                </a:lnTo>
                <a:lnTo>
                  <a:pt x="0" y="415496"/>
                </a:lnTo>
                <a:lnTo>
                  <a:pt x="1470785" y="415496"/>
                </a:lnTo>
                <a:lnTo>
                  <a:pt x="1470785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061372992" name="Freeform 4"/>
          <p:cNvSpPr/>
          <p:nvPr/>
        </p:nvSpPr>
        <p:spPr bwMode="auto">
          <a:xfrm rot="3898292" flipH="1" flipV="0">
            <a:off x="6152054" y="4878347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1470785" y="0"/>
                </a:moveTo>
                <a:lnTo>
                  <a:pt x="0" y="0"/>
                </a:lnTo>
                <a:lnTo>
                  <a:pt x="0" y="415496"/>
                </a:lnTo>
                <a:lnTo>
                  <a:pt x="1470785" y="415496"/>
                </a:lnTo>
                <a:lnTo>
                  <a:pt x="1470785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641071339" name="Freeform 5"/>
          <p:cNvSpPr/>
          <p:nvPr/>
        </p:nvSpPr>
        <p:spPr bwMode="auto">
          <a:xfrm rot="-3510518" flipH="0" flipV="0">
            <a:off x="3676054" y="4577013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0" y="0"/>
                </a:moveTo>
                <a:lnTo>
                  <a:pt x="1470785" y="0"/>
                </a:lnTo>
                <a:lnTo>
                  <a:pt x="1470785" y="415497"/>
                </a:lnTo>
                <a:lnTo>
                  <a:pt x="0" y="4154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73113007" name="TextBox 8"/>
          <p:cNvSpPr txBox="1"/>
          <p:nvPr/>
        </p:nvSpPr>
        <p:spPr bwMode="auto">
          <a:xfrm rot="0" flipH="0" flipV="0">
            <a:off x="878623" y="588870"/>
            <a:ext cx="5943766" cy="396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600" b="1" lang="en-US">
                <a:solidFill>
                  <a:srgbClr val="FF3131"/>
                </a:solidFill>
                <a:latin typeface="IBM Plex Sans"/>
              </a:rPr>
              <a:t>프로토콜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67583553" name="TextBox 9"/>
          <p:cNvSpPr txBox="1"/>
          <p:nvPr/>
        </p:nvSpPr>
        <p:spPr bwMode="auto">
          <a:xfrm rot="0" flipH="0" flipV="0">
            <a:off x="3351249" y="1176548"/>
            <a:ext cx="5351313" cy="555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도메인 이름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32454251" name="TextBox 10"/>
          <p:cNvSpPr txBox="1"/>
          <p:nvPr/>
        </p:nvSpPr>
        <p:spPr bwMode="auto">
          <a:xfrm rot="0" flipH="0" flipV="0">
            <a:off x="7504666" y="5192156"/>
            <a:ext cx="2563292" cy="792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5C00"/>
                </a:solidFill>
                <a:latin typeface="IBM Plex Sans"/>
              </a:rPr>
              <a:t>최상위 도메인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91484965" name="TextBox 11"/>
          <p:cNvSpPr txBox="1"/>
          <p:nvPr/>
        </p:nvSpPr>
        <p:spPr bwMode="auto">
          <a:xfrm rot="0" flipH="0" flipV="0">
            <a:off x="878623" y="4906902"/>
            <a:ext cx="2829669" cy="792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두 번째 수준 도메인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3297312" name="TextBox 12"/>
          <p:cNvSpPr txBox="1"/>
          <p:nvPr/>
        </p:nvSpPr>
        <p:spPr bwMode="auto">
          <a:xfrm rot="0" flipH="0" flipV="0">
            <a:off x="6493797" y="825268"/>
            <a:ext cx="5240736" cy="396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2600" b="1" lang="en-US">
                <a:solidFill>
                  <a:srgbClr val="3758D3"/>
                </a:solidFill>
                <a:latin typeface="IBM Plex Sans"/>
              </a:rPr>
              <a:t>경로</a:t>
            </a:r>
            <a:endParaRPr sz="1400">
              <a:latin typeface="IBM Plex Sans"/>
              <a:cs typeface="IBM Plex Sans"/>
            </a:endParaRPr>
          </a:p>
        </p:txBody>
      </p:sp>
      <p:grpSp>
        <p:nvGrpSpPr>
          <p:cNvPr id="751903488" name=""/>
          <p:cNvGrpSpPr/>
          <p:nvPr/>
        </p:nvGrpSpPr>
        <p:grpSpPr bwMode="auto">
          <a:xfrm>
            <a:off x="635754" y="1874594"/>
            <a:ext cx="11369260" cy="1963680"/>
            <a:chOff x="0" y="0"/>
            <a:chExt cx="11369260" cy="1963680"/>
          </a:xfrm>
        </p:grpSpPr>
        <p:sp>
          <p:nvSpPr>
            <p:cNvPr id="969929486" name="Freeform 6"/>
            <p:cNvSpPr/>
            <p:nvPr/>
          </p:nvSpPr>
          <p:spPr bwMode="auto">
            <a:xfrm rot="5400000" flipH="0" flipV="0">
              <a:off x="4691822" y="-1680256"/>
              <a:ext cx="1040158" cy="4400671"/>
            </a:xfrm>
            <a:custGeom>
              <a:avLst/>
              <a:gdLst/>
              <a:ahLst/>
              <a:cxnLst/>
              <a:rect l="l" t="t" r="r" b="b"/>
              <a:pathLst>
                <a:path w="1040158" h="4400671" fill="norm" stroke="1" extrusionOk="0">
                  <a:moveTo>
                    <a:pt x="0" y="0"/>
                  </a:moveTo>
                  <a:lnTo>
                    <a:pt x="1040158" y="0"/>
                  </a:lnTo>
                  <a:lnTo>
                    <a:pt x="1040158" y="4400671"/>
                  </a:lnTo>
                  <a:lnTo>
                    <a:pt x="0" y="4400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94286499" name="TextBox 7"/>
            <p:cNvSpPr txBox="1"/>
            <p:nvPr/>
          </p:nvSpPr>
          <p:spPr bwMode="auto">
            <a:xfrm rot="0" flipH="0" flipV="0">
              <a:off x="0" y="1087782"/>
              <a:ext cx="11369260" cy="8758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894"/>
                </a:lnSpc>
                <a:defRPr/>
              </a:pPr>
              <a:r>
                <a:rPr lang="en-US" sz="4900" b="1">
                  <a:solidFill>
                    <a:srgbClr val="FF3131"/>
                  </a:solidFill>
                  <a:latin typeface="IBM Plex Sans"/>
                  <a:ea typeface="IBM Plex Sans"/>
                  <a:cs typeface="IBM Plex Sans"/>
                </a:rPr>
                <a:t>https://</a:t>
              </a:r>
              <a:r>
                <a:rPr lang="en-US" sz="49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planb</a:t>
              </a:r>
              <a:r>
                <a:rPr lang="en-US" sz="49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.</a:t>
              </a:r>
              <a:r>
                <a:rPr lang="fr-FR" sz="49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academy</a:t>
              </a:r>
              <a:r>
                <a:rPr lang="en-US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/</a:t>
              </a:r>
              <a:r>
                <a:rPr lang="fr-FR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en/</a:t>
              </a:r>
              <a:r>
                <a:rPr lang="en-US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tutorials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9278791" name="Freeform 2"/>
          <p:cNvSpPr/>
          <p:nvPr/>
        </p:nvSpPr>
        <p:spPr bwMode="auto">
          <a:xfrm rot="0" flipH="0" flipV="0">
            <a:off x="8339937" y="2281855"/>
            <a:ext cx="1801163" cy="1854142"/>
          </a:xfrm>
          <a:custGeom>
            <a:avLst/>
            <a:gdLst/>
            <a:ahLst/>
            <a:cxnLst/>
            <a:rect l="l" t="t" r="r" b="b"/>
            <a:pathLst>
              <a:path w="1801163" h="1854142" fill="norm" stroke="1" extrusionOk="0">
                <a:moveTo>
                  <a:pt x="0" y="0"/>
                </a:moveTo>
                <a:lnTo>
                  <a:pt x="1801163" y="0"/>
                </a:lnTo>
                <a:lnTo>
                  <a:pt x="1801163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22678" t="0" r="22676" b="0"/>
            <a:stretch/>
          </a:blipFill>
        </p:spPr>
        <p:txBody>
          <a:bodyPr/>
          <a:p/>
        </p:txBody>
      </p:sp>
      <p:sp>
        <p:nvSpPr>
          <p:cNvPr id="1067555733" name="Freeform 3"/>
          <p:cNvSpPr/>
          <p:nvPr/>
        </p:nvSpPr>
        <p:spPr bwMode="auto">
          <a:xfrm rot="0" flipH="0" flipV="0">
            <a:off x="2169143" y="2281855"/>
            <a:ext cx="1564677" cy="1854142"/>
          </a:xfrm>
          <a:custGeom>
            <a:avLst/>
            <a:gdLst/>
            <a:ahLst/>
            <a:cxnLst/>
            <a:rect l="l" t="t" r="r" b="b"/>
            <a:pathLst>
              <a:path w="1564677" h="1854142" fill="norm" stroke="1" extrusionOk="0">
                <a:moveTo>
                  <a:pt x="0" y="0"/>
                </a:moveTo>
                <a:lnTo>
                  <a:pt x="1564677" y="0"/>
                </a:lnTo>
                <a:lnTo>
                  <a:pt x="1564677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760365243" name="TextBox 5"/>
          <p:cNvSpPr txBox="1"/>
          <p:nvPr/>
        </p:nvSpPr>
        <p:spPr bwMode="auto">
          <a:xfrm rot="0" flipH="0" flipV="0">
            <a:off x="4647166" y="4519913"/>
            <a:ext cx="294360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macOS</a:t>
            </a:r>
            <a:endParaRPr/>
          </a:p>
        </p:txBody>
      </p:sp>
      <p:sp>
        <p:nvSpPr>
          <p:cNvPr id="133874316" name="TextBox 6"/>
          <p:cNvSpPr txBox="1"/>
          <p:nvPr/>
        </p:nvSpPr>
        <p:spPr bwMode="auto">
          <a:xfrm rot="0" flipH="0" flipV="0">
            <a:off x="1588583" y="4519913"/>
            <a:ext cx="292243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Linux</a:t>
            </a:r>
            <a:endParaRPr/>
          </a:p>
        </p:txBody>
      </p:sp>
      <p:sp>
        <p:nvSpPr>
          <p:cNvPr id="641848708" name="TextBox 7"/>
          <p:cNvSpPr txBox="1"/>
          <p:nvPr/>
        </p:nvSpPr>
        <p:spPr bwMode="auto">
          <a:xfrm rot="0" flipH="0" flipV="0">
            <a:off x="8339936" y="4519913"/>
            <a:ext cx="3144782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Windows</a:t>
            </a:r>
            <a:endParaRPr/>
          </a:p>
        </p:txBody>
      </p:sp>
      <p:pic>
        <p:nvPicPr>
          <p:cNvPr id="1225911199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5120545" y="2231571"/>
            <a:ext cx="1524174" cy="19724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4132834" name="Freeform 2"/>
          <p:cNvSpPr/>
          <p:nvPr/>
        </p:nvSpPr>
        <p:spPr bwMode="auto">
          <a:xfrm rot="0" flipH="0" flipV="0">
            <a:off x="885825" y="2128009"/>
            <a:ext cx="1937986" cy="1937986"/>
          </a:xfrm>
          <a:custGeom>
            <a:avLst/>
            <a:gdLst/>
            <a:ahLst/>
            <a:cxnLst/>
            <a:rect l="l" t="t" r="r" b="b"/>
            <a:pathLst>
              <a:path w="1937986" h="1937986" fill="norm" stroke="1" extrusionOk="0">
                <a:moveTo>
                  <a:pt x="0" y="0"/>
                </a:moveTo>
                <a:lnTo>
                  <a:pt x="1937986" y="0"/>
                </a:lnTo>
                <a:lnTo>
                  <a:pt x="1937986" y="1937986"/>
                </a:lnTo>
                <a:lnTo>
                  <a:pt x="0" y="19379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62520704" name="Freeform 3"/>
          <p:cNvSpPr/>
          <p:nvPr/>
        </p:nvSpPr>
        <p:spPr bwMode="auto">
          <a:xfrm rot="0" flipH="0" flipV="0">
            <a:off x="3209229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grpSp>
        <p:nvGrpSpPr>
          <p:cNvPr id="332444570" name="Group 4"/>
          <p:cNvGrpSpPr/>
          <p:nvPr/>
        </p:nvGrpSpPr>
        <p:grpSpPr bwMode="auto">
          <a:xfrm rot="0">
            <a:off x="4687693" y="841587"/>
            <a:ext cx="5722687" cy="3384620"/>
            <a:chOff x="0" y="0"/>
            <a:chExt cx="2260815" cy="1337134"/>
          </a:xfrm>
        </p:grpSpPr>
        <p:sp>
          <p:nvSpPr>
            <p:cNvPr id="5" name="Freeform 5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1947105925" name="Freeform 7"/>
          <p:cNvSpPr/>
          <p:nvPr/>
        </p:nvSpPr>
        <p:spPr bwMode="auto">
          <a:xfrm rot="0" flipH="0" flipV="0">
            <a:off x="4509714" y="832063"/>
            <a:ext cx="6078644" cy="3419238"/>
          </a:xfrm>
          <a:custGeom>
            <a:avLst/>
            <a:gdLst/>
            <a:ahLst/>
            <a:cxnLst/>
            <a:rect l="l" t="t" r="r" b="b"/>
            <a:pathLst>
              <a:path w="6078644" h="3419238" fill="norm" stroke="1" extrusionOk="0">
                <a:moveTo>
                  <a:pt x="0" y="0"/>
                </a:moveTo>
                <a:lnTo>
                  <a:pt x="6078645" y="0"/>
                </a:lnTo>
                <a:lnTo>
                  <a:pt x="6078645" y="3419238"/>
                </a:lnTo>
                <a:lnTo>
                  <a:pt x="0" y="34192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099197656" name="TextBox 8"/>
          <p:cNvSpPr txBox="1"/>
          <p:nvPr/>
        </p:nvSpPr>
        <p:spPr bwMode="auto">
          <a:xfrm rot="0" flipH="0" flipV="0">
            <a:off x="339749" y="4281680"/>
            <a:ext cx="310163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우분투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23157633" name="Group 2"/>
          <p:cNvGrpSpPr/>
          <p:nvPr/>
        </p:nvGrpSpPr>
        <p:grpSpPr bwMode="auto">
          <a:xfrm rot="0">
            <a:off x="2856057" y="1786480"/>
            <a:ext cx="2349516" cy="234951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rcRect l="21874" t="0" r="21873" b="0"/>
              <a:stretch/>
            </a:blipFill>
          </p:spPr>
        </p:sp>
      </p:grpSp>
      <p:sp>
        <p:nvSpPr>
          <p:cNvPr id="842494845" name="Freeform 4"/>
          <p:cNvSpPr/>
          <p:nvPr/>
        </p:nvSpPr>
        <p:spPr bwMode="auto">
          <a:xfrm rot="0" flipH="0" flipV="0">
            <a:off x="7098855" y="1786480"/>
            <a:ext cx="2237088" cy="2349516"/>
          </a:xfrm>
          <a:custGeom>
            <a:avLst/>
            <a:gdLst/>
            <a:ahLst/>
            <a:cxnLst/>
            <a:rect l="l" t="t" r="r" b="b"/>
            <a:pathLst>
              <a:path w="2237088" h="2349516" fill="norm" stroke="1" extrusionOk="0">
                <a:moveTo>
                  <a:pt x="0" y="0"/>
                </a:moveTo>
                <a:lnTo>
                  <a:pt x="2237088" y="0"/>
                </a:lnTo>
                <a:lnTo>
                  <a:pt x="2237088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388922128" name="TextBox 5"/>
          <p:cNvSpPr txBox="1"/>
          <p:nvPr/>
        </p:nvSpPr>
        <p:spPr bwMode="auto">
          <a:xfrm rot="0" flipH="0" flipV="0">
            <a:off x="2096583" y="4519913"/>
            <a:ext cx="373663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카스퍼스키</a:t>
            </a:r>
            <a:endParaRPr/>
          </a:p>
        </p:txBody>
      </p:sp>
      <p:sp>
        <p:nvSpPr>
          <p:cNvPr id="1187116898" name="TextBox 6"/>
          <p:cNvSpPr txBox="1"/>
          <p:nvPr/>
        </p:nvSpPr>
        <p:spPr bwMode="auto">
          <a:xfrm rot="0" flipH="0" flipV="0">
            <a:off x="6255833" y="4519913"/>
            <a:ext cx="4287690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윈도우 디펜더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6214754" name="Freeform 2"/>
          <p:cNvSpPr/>
          <p:nvPr/>
        </p:nvSpPr>
        <p:spPr bwMode="auto">
          <a:xfrm rot="0" flipH="0" flipV="0">
            <a:off x="1752334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97117978" name="Freeform 3"/>
          <p:cNvSpPr/>
          <p:nvPr/>
        </p:nvSpPr>
        <p:spPr bwMode="auto">
          <a:xfrm rot="0" flipH="0" flipV="0">
            <a:off x="3242297" y="834771"/>
            <a:ext cx="5707406" cy="3443015"/>
          </a:xfrm>
          <a:custGeom>
            <a:avLst/>
            <a:gdLst/>
            <a:ahLst/>
            <a:cxnLst/>
            <a:rect l="l" t="t" r="r" b="b"/>
            <a:pathLst>
              <a:path w="5707406" h="3443015" fill="norm" stroke="1" extrusionOk="0">
                <a:moveTo>
                  <a:pt x="0" y="0"/>
                </a:moveTo>
                <a:lnTo>
                  <a:pt x="5707406" y="0"/>
                </a:lnTo>
                <a:lnTo>
                  <a:pt x="5707406" y="3443016"/>
                </a:lnTo>
                <a:lnTo>
                  <a:pt x="0" y="34430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250" b="20299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2375423" name="Freeform 2"/>
          <p:cNvSpPr/>
          <p:nvPr/>
        </p:nvSpPr>
        <p:spPr bwMode="auto">
          <a:xfrm rot="0" flipH="0" flipV="0">
            <a:off x="3209229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grpSp>
        <p:nvGrpSpPr>
          <p:cNvPr id="15392943" name="Group 3"/>
          <p:cNvGrpSpPr/>
          <p:nvPr/>
        </p:nvGrpSpPr>
        <p:grpSpPr bwMode="auto">
          <a:xfrm rot="0">
            <a:off x="4687693" y="841587"/>
            <a:ext cx="5722687" cy="3384620"/>
            <a:chOff x="0" y="0"/>
            <a:chExt cx="2260815" cy="1337134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1461871000" name="Freeform 6"/>
          <p:cNvSpPr/>
          <p:nvPr/>
        </p:nvSpPr>
        <p:spPr bwMode="auto">
          <a:xfrm rot="0" flipH="0" flipV="0">
            <a:off x="4519603" y="822365"/>
            <a:ext cx="6058867" cy="3423067"/>
          </a:xfrm>
          <a:custGeom>
            <a:avLst/>
            <a:gdLst/>
            <a:ahLst/>
            <a:cxnLst/>
            <a:rect l="l" t="t" r="r" b="b"/>
            <a:pathLst>
              <a:path w="6058867" h="3423067" fill="norm" stroke="1" extrusionOk="0">
                <a:moveTo>
                  <a:pt x="0" y="0"/>
                </a:moveTo>
                <a:lnTo>
                  <a:pt x="6058867" y="0"/>
                </a:lnTo>
                <a:lnTo>
                  <a:pt x="6058867" y="3423067"/>
                </a:lnTo>
                <a:lnTo>
                  <a:pt x="0" y="34230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379" b="0"/>
            <a:stretch/>
          </a:blipFill>
        </p:spPr>
        <p:txBody>
          <a:bodyPr/>
          <a:p/>
        </p:txBody>
      </p:sp>
      <p:sp>
        <p:nvSpPr>
          <p:cNvPr id="650233215" name="Freeform 7"/>
          <p:cNvSpPr/>
          <p:nvPr/>
        </p:nvSpPr>
        <p:spPr bwMode="auto">
          <a:xfrm rot="0" flipH="0" flipV="0">
            <a:off x="981886" y="2273698"/>
            <a:ext cx="2199084" cy="1766597"/>
          </a:xfrm>
          <a:custGeom>
            <a:avLst/>
            <a:gdLst/>
            <a:ahLst/>
            <a:cxnLst/>
            <a:rect l="l" t="t" r="r" b="b"/>
            <a:pathLst>
              <a:path w="2199084" h="1766597" fill="norm" stroke="1" extrusionOk="0">
                <a:moveTo>
                  <a:pt x="0" y="0"/>
                </a:moveTo>
                <a:lnTo>
                  <a:pt x="2199084" y="0"/>
                </a:lnTo>
                <a:lnTo>
                  <a:pt x="2199084" y="1766597"/>
                </a:lnTo>
                <a:lnTo>
                  <a:pt x="0" y="17665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306188857" name="TextBox 8"/>
          <p:cNvSpPr txBox="1"/>
          <p:nvPr/>
        </p:nvSpPr>
        <p:spPr bwMode="auto">
          <a:xfrm rot="0" flipH="0" flipV="0">
            <a:off x="255083" y="4281680"/>
            <a:ext cx="365268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프로톤 메일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8595089" name="Freeform 2"/>
          <p:cNvSpPr/>
          <p:nvPr/>
        </p:nvSpPr>
        <p:spPr bwMode="auto">
          <a:xfrm rot="0" flipH="0" flipV="0">
            <a:off x="1752334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grpSp>
        <p:nvGrpSpPr>
          <p:cNvPr id="1098082757" name="Group 3"/>
          <p:cNvGrpSpPr/>
          <p:nvPr/>
        </p:nvGrpSpPr>
        <p:grpSpPr bwMode="auto">
          <a:xfrm rot="0">
            <a:off x="3230798" y="841587"/>
            <a:ext cx="5722687" cy="3384620"/>
            <a:chOff x="0" y="0"/>
            <a:chExt cx="2260815" cy="1337134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693983757" name="Freeform 6"/>
          <p:cNvSpPr/>
          <p:nvPr/>
        </p:nvSpPr>
        <p:spPr bwMode="auto">
          <a:xfrm rot="0" flipH="0" flipV="0">
            <a:off x="3198132" y="752143"/>
            <a:ext cx="5795735" cy="3608996"/>
          </a:xfrm>
          <a:custGeom>
            <a:avLst/>
            <a:gdLst/>
            <a:ahLst/>
            <a:cxnLst/>
            <a:rect l="l" t="t" r="r" b="b"/>
            <a:pathLst>
              <a:path w="5795735" h="3608996" fill="norm" stroke="1" extrusionOk="0">
                <a:moveTo>
                  <a:pt x="0" y="0"/>
                </a:moveTo>
                <a:lnTo>
                  <a:pt x="5795736" y="0"/>
                </a:lnTo>
                <a:lnTo>
                  <a:pt x="5795736" y="3608997"/>
                </a:lnTo>
                <a:lnTo>
                  <a:pt x="0" y="36089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1446" r="0" b="3438"/>
            <a:stretch/>
          </a:blipFill>
        </p:spPr>
        <p:txBody>
          <a:bodyPr/>
          <a:p/>
        </p:txBody>
      </p:sp>
      <p:grpSp>
        <p:nvGrpSpPr>
          <p:cNvPr id="743850276" name="Group 7"/>
          <p:cNvGrpSpPr/>
          <p:nvPr/>
        </p:nvGrpSpPr>
        <p:grpSpPr bwMode="auto">
          <a:xfrm rot="0">
            <a:off x="7031596" y="2748077"/>
            <a:ext cx="698494" cy="196149"/>
            <a:chOff x="0" y="0"/>
            <a:chExt cx="275948" cy="77491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275948" cy="77491"/>
            </a:xfrm>
            <a:custGeom>
              <a:avLst/>
              <a:gdLst/>
              <a:ahLst/>
              <a:cxnLst/>
              <a:rect l="l" t="t" r="r" b="b"/>
              <a:pathLst>
                <a:path w="275948" h="77491" fill="norm" stroke="1" extrusionOk="0">
                  <a:moveTo>
                    <a:pt x="0" y="0"/>
                  </a:moveTo>
                  <a:lnTo>
                    <a:pt x="275948" y="0"/>
                  </a:lnTo>
                  <a:lnTo>
                    <a:pt x="275948" y="77491"/>
                  </a:lnTo>
                  <a:lnTo>
                    <a:pt x="0" y="774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TextBox 9"/>
            <p:cNvSpPr txBox="1"/>
            <p:nvPr/>
          </p:nvSpPr>
          <p:spPr bwMode="auto">
            <a:xfrm>
              <a:off x="0" y="-47625"/>
              <a:ext cx="275948" cy="12511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20157138" name="Group 2"/>
          <p:cNvGrpSpPr/>
          <p:nvPr/>
        </p:nvGrpSpPr>
        <p:grpSpPr bwMode="auto">
          <a:xfrm rot="0">
            <a:off x="2856057" y="1786480"/>
            <a:ext cx="2349516" cy="234951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  <p:sp>
        <p:nvSpPr>
          <p:cNvPr id="1369499524" name="Freeform 4"/>
          <p:cNvSpPr/>
          <p:nvPr/>
        </p:nvSpPr>
        <p:spPr bwMode="auto">
          <a:xfrm rot="0" flipH="0" flipV="0">
            <a:off x="7042641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6" y="0"/>
                </a:lnTo>
                <a:lnTo>
                  <a:pt x="2349516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84526225" name="TextBox 5"/>
          <p:cNvSpPr txBox="1"/>
          <p:nvPr/>
        </p:nvSpPr>
        <p:spPr bwMode="auto">
          <a:xfrm rot="0" flipH="0" flipV="0">
            <a:off x="2350583" y="4519913"/>
            <a:ext cx="373663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Dashlane</a:t>
            </a:r>
            <a:endParaRPr/>
          </a:p>
        </p:txBody>
      </p:sp>
      <p:sp>
        <p:nvSpPr>
          <p:cNvPr id="1800511430" name="TextBox 6"/>
          <p:cNvSpPr txBox="1"/>
          <p:nvPr/>
        </p:nvSpPr>
        <p:spPr bwMode="auto">
          <a:xfrm rot="0">
            <a:off x="6634268" y="4519914"/>
            <a:ext cx="31662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LastPass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3873808" name="Freeform 2"/>
          <p:cNvSpPr/>
          <p:nvPr/>
        </p:nvSpPr>
        <p:spPr bwMode="auto">
          <a:xfrm rot="0" flipH="0" flipV="0">
            <a:off x="2856057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6" y="0"/>
                </a:lnTo>
                <a:lnTo>
                  <a:pt x="2349516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57447485" name="Freeform 3"/>
          <p:cNvSpPr/>
          <p:nvPr/>
        </p:nvSpPr>
        <p:spPr bwMode="auto">
          <a:xfrm rot="0" flipH="0" flipV="0">
            <a:off x="7042641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6" y="0"/>
                </a:lnTo>
                <a:lnTo>
                  <a:pt x="2349516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23949812" name="TextBox 4"/>
          <p:cNvSpPr txBox="1"/>
          <p:nvPr/>
        </p:nvSpPr>
        <p:spPr bwMode="auto">
          <a:xfrm rot="0" flipH="0" flipV="0">
            <a:off x="2096583" y="4519913"/>
            <a:ext cx="4043553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비트워든</a:t>
            </a:r>
            <a:endParaRPr/>
          </a:p>
        </p:txBody>
      </p:sp>
      <p:sp>
        <p:nvSpPr>
          <p:cNvPr id="1655083270" name="TextBox 5"/>
          <p:cNvSpPr txBox="1"/>
          <p:nvPr/>
        </p:nvSpPr>
        <p:spPr bwMode="auto">
          <a:xfrm rot="0">
            <a:off x="6634268" y="4519914"/>
            <a:ext cx="31662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KeePass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6728728" name="Freeform 2"/>
          <p:cNvSpPr/>
          <p:nvPr/>
        </p:nvSpPr>
        <p:spPr bwMode="auto">
          <a:xfrm rot="0" flipH="0" flipV="0">
            <a:off x="370157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7" y="0"/>
                </a:lnTo>
                <a:lnTo>
                  <a:pt x="2349517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73717796" name="Freeform 3"/>
          <p:cNvSpPr/>
          <p:nvPr/>
        </p:nvSpPr>
        <p:spPr bwMode="auto">
          <a:xfrm rot="0" flipH="0" flipV="0">
            <a:off x="9827788" y="1786480"/>
            <a:ext cx="1994055" cy="2349516"/>
          </a:xfrm>
          <a:custGeom>
            <a:avLst/>
            <a:gdLst/>
            <a:ahLst/>
            <a:cxnLst/>
            <a:rect l="l" t="t" r="r" b="b"/>
            <a:pathLst>
              <a:path w="1994055" h="2349516" fill="norm" stroke="1" extrusionOk="0">
                <a:moveTo>
                  <a:pt x="0" y="0"/>
                </a:moveTo>
                <a:lnTo>
                  <a:pt x="1994055" y="0"/>
                </a:lnTo>
                <a:lnTo>
                  <a:pt x="1994055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549708042" name="Freeform 4"/>
          <p:cNvSpPr/>
          <p:nvPr/>
        </p:nvSpPr>
        <p:spPr bwMode="auto">
          <a:xfrm rot="0" flipH="0" flipV="0">
            <a:off x="6628082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7" y="0"/>
                </a:lnTo>
                <a:lnTo>
                  <a:pt x="2349517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724942572" name="Freeform 5"/>
          <p:cNvSpPr/>
          <p:nvPr/>
        </p:nvSpPr>
        <p:spPr bwMode="auto">
          <a:xfrm rot="0" flipH="0" flipV="0">
            <a:off x="3499120" y="1918790"/>
            <a:ext cx="2349516" cy="2084898"/>
          </a:xfrm>
          <a:custGeom>
            <a:avLst/>
            <a:gdLst/>
            <a:ahLst/>
            <a:cxnLst/>
            <a:rect l="l" t="t" r="r" b="b"/>
            <a:pathLst>
              <a:path w="2349516" h="2084898" fill="norm" stroke="1" extrusionOk="0">
                <a:moveTo>
                  <a:pt x="0" y="0"/>
                </a:moveTo>
                <a:lnTo>
                  <a:pt x="2349516" y="0"/>
                </a:lnTo>
                <a:lnTo>
                  <a:pt x="2349516" y="2084897"/>
                </a:lnTo>
                <a:lnTo>
                  <a:pt x="0" y="20848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13934" t="17955" r="13872" b="17982"/>
            <a:stretch/>
          </a:blipFill>
        </p:spPr>
        <p:txBody>
          <a:bodyPr/>
          <a:p/>
        </p:txBody>
      </p:sp>
      <p:sp>
        <p:nvSpPr>
          <p:cNvPr id="1383103709" name="TextBox 6"/>
          <p:cNvSpPr txBox="1"/>
          <p:nvPr/>
        </p:nvSpPr>
        <p:spPr bwMode="auto">
          <a:xfrm rot="0">
            <a:off x="485583" y="4519913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SMS</a:t>
            </a:r>
            <a:endParaRPr/>
          </a:p>
        </p:txBody>
      </p:sp>
      <p:sp>
        <p:nvSpPr>
          <p:cNvPr id="1309673928" name="TextBox 7"/>
          <p:cNvSpPr txBox="1"/>
          <p:nvPr/>
        </p:nvSpPr>
        <p:spPr bwMode="auto">
          <a:xfrm rot="0">
            <a:off x="2697931" y="4519914"/>
            <a:ext cx="3951894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Google 인증자</a:t>
            </a:r>
            <a:endParaRPr/>
          </a:p>
        </p:txBody>
      </p:sp>
      <p:sp>
        <p:nvSpPr>
          <p:cNvPr id="1739735838" name="TextBox 8"/>
          <p:cNvSpPr txBox="1"/>
          <p:nvPr/>
        </p:nvSpPr>
        <p:spPr bwMode="auto">
          <a:xfrm rot="0" flipH="0" flipV="0">
            <a:off x="6628081" y="4519913"/>
            <a:ext cx="2438887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Authy</a:t>
            </a:r>
            <a:endParaRPr/>
          </a:p>
        </p:txBody>
      </p:sp>
      <p:sp>
        <p:nvSpPr>
          <p:cNvPr id="1395132848" name="TextBox 9"/>
          <p:cNvSpPr txBox="1"/>
          <p:nvPr/>
        </p:nvSpPr>
        <p:spPr bwMode="auto">
          <a:xfrm rot="0" flipH="0" flipV="0">
            <a:off x="9431374" y="4519913"/>
            <a:ext cx="244618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보안 키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595656" name="Freeform 2"/>
          <p:cNvSpPr/>
          <p:nvPr/>
        </p:nvSpPr>
        <p:spPr bwMode="auto">
          <a:xfrm rot="0" flipH="0" flipV="0">
            <a:off x="3536161" y="1786480"/>
            <a:ext cx="1870262" cy="2349516"/>
          </a:xfrm>
          <a:custGeom>
            <a:avLst/>
            <a:gdLst/>
            <a:ahLst/>
            <a:cxnLst/>
            <a:rect l="l" t="t" r="r" b="b"/>
            <a:pathLst>
              <a:path w="1870262" h="2349516" fill="norm" stroke="1" extrusionOk="0">
                <a:moveTo>
                  <a:pt x="0" y="0"/>
                </a:moveTo>
                <a:lnTo>
                  <a:pt x="1870262" y="0"/>
                </a:lnTo>
                <a:lnTo>
                  <a:pt x="1870262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16376" t="7883" r="16872" b="8260"/>
            <a:stretch/>
          </a:blipFill>
        </p:spPr>
        <p:txBody>
          <a:bodyPr/>
          <a:p/>
        </p:txBody>
      </p:sp>
      <p:sp>
        <p:nvSpPr>
          <p:cNvPr id="1624275612" name="Freeform 3"/>
          <p:cNvSpPr/>
          <p:nvPr/>
        </p:nvSpPr>
        <p:spPr bwMode="auto">
          <a:xfrm rot="0" flipH="0" flipV="0">
            <a:off x="353587" y="1758896"/>
            <a:ext cx="2404684" cy="2404684"/>
          </a:xfrm>
          <a:custGeom>
            <a:avLst/>
            <a:gdLst/>
            <a:ahLst/>
            <a:cxnLst/>
            <a:rect l="l" t="t" r="r" b="b"/>
            <a:pathLst>
              <a:path w="2404684" h="2404684" fill="norm" stroke="1" extrusionOk="0">
                <a:moveTo>
                  <a:pt x="0" y="0"/>
                </a:moveTo>
                <a:lnTo>
                  <a:pt x="2404685" y="0"/>
                </a:lnTo>
                <a:lnTo>
                  <a:pt x="2404685" y="2404684"/>
                </a:lnTo>
                <a:lnTo>
                  <a:pt x="0" y="2404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206463546" name="Freeform 4"/>
          <p:cNvSpPr/>
          <p:nvPr/>
        </p:nvSpPr>
        <p:spPr bwMode="auto">
          <a:xfrm rot="0" flipH="0" flipV="0">
            <a:off x="6184313" y="1786480"/>
            <a:ext cx="2324265" cy="2349516"/>
          </a:xfrm>
          <a:custGeom>
            <a:avLst/>
            <a:gdLst/>
            <a:ahLst/>
            <a:cxnLst/>
            <a:rect l="l" t="t" r="r" b="b"/>
            <a:pathLst>
              <a:path w="2324265" h="2349516" fill="norm" stroke="1" extrusionOk="0">
                <a:moveTo>
                  <a:pt x="0" y="0"/>
                </a:moveTo>
                <a:lnTo>
                  <a:pt x="2324265" y="0"/>
                </a:lnTo>
                <a:lnTo>
                  <a:pt x="2324265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3114" b="10622"/>
            <a:stretch/>
          </a:blipFill>
        </p:spPr>
        <p:txBody>
          <a:bodyPr/>
          <a:p/>
        </p:txBody>
      </p:sp>
      <p:sp>
        <p:nvSpPr>
          <p:cNvPr id="1032766442" name="Freeform 5"/>
          <p:cNvSpPr/>
          <p:nvPr/>
        </p:nvSpPr>
        <p:spPr bwMode="auto">
          <a:xfrm rot="0" flipH="0" flipV="0">
            <a:off x="9289628" y="1786480"/>
            <a:ext cx="2548784" cy="2347082"/>
          </a:xfrm>
          <a:custGeom>
            <a:avLst/>
            <a:gdLst/>
            <a:ahLst/>
            <a:cxnLst/>
            <a:rect l="l" t="t" r="r" b="b"/>
            <a:pathLst>
              <a:path w="2548784" h="2347082" fill="norm" stroke="1" extrusionOk="0">
                <a:moveTo>
                  <a:pt x="0" y="0"/>
                </a:moveTo>
                <a:lnTo>
                  <a:pt x="2548785" y="0"/>
                </a:lnTo>
                <a:lnTo>
                  <a:pt x="2548785" y="2347082"/>
                </a:lnTo>
                <a:lnTo>
                  <a:pt x="0" y="23470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/>
        </p:txBody>
      </p:sp>
      <p:sp>
        <p:nvSpPr>
          <p:cNvPr id="1837530637" name="TextBox 6"/>
          <p:cNvSpPr txBox="1"/>
          <p:nvPr/>
        </p:nvSpPr>
        <p:spPr bwMode="auto">
          <a:xfrm rot="0">
            <a:off x="655348" y="4519914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Nmap</a:t>
            </a:r>
            <a:endParaRPr/>
          </a:p>
        </p:txBody>
      </p:sp>
      <p:sp>
        <p:nvSpPr>
          <p:cNvPr id="1732630817" name="TextBox 7"/>
          <p:cNvSpPr txBox="1"/>
          <p:nvPr/>
        </p:nvSpPr>
        <p:spPr bwMode="auto">
          <a:xfrm rot="0" flipH="0" flipV="0">
            <a:off x="2843249" y="4519913"/>
            <a:ext cx="3143970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메타스플로잇</a:t>
            </a:r>
            <a:endParaRPr/>
          </a:p>
        </p:txBody>
      </p:sp>
      <p:sp>
        <p:nvSpPr>
          <p:cNvPr id="1948740273" name="TextBox 8"/>
          <p:cNvSpPr txBox="1"/>
          <p:nvPr/>
        </p:nvSpPr>
        <p:spPr bwMode="auto">
          <a:xfrm rot="0" flipH="0" flipV="0">
            <a:off x="5907124" y="4519913"/>
            <a:ext cx="276368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Python</a:t>
            </a:r>
            <a:endParaRPr/>
          </a:p>
        </p:txBody>
      </p:sp>
      <p:sp>
        <p:nvSpPr>
          <p:cNvPr id="1079441136" name="TextBox 9"/>
          <p:cNvSpPr txBox="1"/>
          <p:nvPr/>
        </p:nvSpPr>
        <p:spPr bwMode="auto">
          <a:xfrm rot="0" flipH="0" flipV="0">
            <a:off x="9050374" y="4519913"/>
            <a:ext cx="295418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ISO 표준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24140" name="Freeform 2"/>
          <p:cNvSpPr/>
          <p:nvPr/>
        </p:nvSpPr>
        <p:spPr bwMode="auto">
          <a:xfrm rot="0" flipH="0" flipV="0">
            <a:off x="2751589" y="1682012"/>
            <a:ext cx="2558452" cy="2558452"/>
          </a:xfrm>
          <a:custGeom>
            <a:avLst/>
            <a:gdLst/>
            <a:ahLst/>
            <a:cxnLst/>
            <a:rect l="l" t="t" r="r" b="b"/>
            <a:pathLst>
              <a:path w="2558453" h="2558453" fill="norm" stroke="1" extrusionOk="0">
                <a:moveTo>
                  <a:pt x="0" y="0"/>
                </a:moveTo>
                <a:lnTo>
                  <a:pt x="2558452" y="0"/>
                </a:lnTo>
                <a:lnTo>
                  <a:pt x="2558452" y="2558453"/>
                </a:lnTo>
                <a:lnTo>
                  <a:pt x="0" y="25584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043565106" name="Freeform 3"/>
          <p:cNvSpPr/>
          <p:nvPr/>
        </p:nvSpPr>
        <p:spPr bwMode="auto">
          <a:xfrm rot="0" flipH="0" flipV="0">
            <a:off x="7042641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6" y="0"/>
                </a:lnTo>
                <a:lnTo>
                  <a:pt x="2349516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895705989" name="TextBox 4"/>
          <p:cNvSpPr txBox="1"/>
          <p:nvPr/>
        </p:nvSpPr>
        <p:spPr bwMode="auto">
          <a:xfrm rot="0">
            <a:off x="3130233" y="4519914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및OTP</a:t>
            </a:r>
            <a:endParaRPr/>
          </a:p>
        </p:txBody>
      </p:sp>
      <p:sp>
        <p:nvSpPr>
          <p:cNvPr id="1631462426" name="TextBox 5"/>
          <p:cNvSpPr txBox="1"/>
          <p:nvPr/>
        </p:nvSpPr>
        <p:spPr bwMode="auto">
          <a:xfrm rot="0">
            <a:off x="6634268" y="4519914"/>
            <a:ext cx="31662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Authy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ONLYOFFICE/9.0.3.29</Application>
  <PresentationFormat>On-screen Show (4:3)</PresentationFormat>
  <Paragraphs>0</Paragraphs>
  <Slides>21</Slides>
  <Notes>21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Planb - SCU101</dc:title>
  <dc:identifier>DAF9OTvybPA</dc:identifier>
  <cp:lastModifiedBy/>
  <cp:revision>6</cp:revision>
  <dcterms:created xsi:type="dcterms:W3CDTF">2006-08-16T00:00:00Z</dcterms:created>
  <dcterms:modified xsi:type="dcterms:W3CDTF">2025-10-12T15:05:23Z</dcterms:modified>
</cp:coreProperties>
</file>