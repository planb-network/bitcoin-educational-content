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オンラインナビゲーション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コンピューター使用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具体的なソリューション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クローム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クロム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勇敢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ファイアフォックス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TORブラウザ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VPNなし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VPN付き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ユーザー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VPNクライアント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インターネット・サービス・プロバイダー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VPNサーバー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インターネット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ユーザー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インターネット・サービス・プロバイダー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インターネット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アイブイピーエヌ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マルバッドVPN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プロトンVPN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プロトコル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ドメイン名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トップレベルドメイン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第2レベルドメイン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パス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マックオス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リナックス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ウィンドウズ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ウブントゥ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カスペルスキー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ウィンドウズ・ディフェンダー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プロトン・メール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ダッシュレーン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ラストパス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ビットウォーデン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キーパス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ショートメール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グーグル認証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オーサー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セキュリティ・キー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エヌマップ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メタスプロイト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パイソン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ISO規格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とOTP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オーサー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