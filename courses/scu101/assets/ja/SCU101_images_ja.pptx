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オンラインナビゲーション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コンピューター使用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具体的なソリューション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VPNなし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VPN付き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ユーザー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VPNクライアント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インターネット・サービス・プロバイダー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VPNサーバー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インターネット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ユーザー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インターネット・サービス・プロバイダー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インターネット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プロトコル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ドメイン名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トップレベルドメイン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第2レベルドメイン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パス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プロトン・メール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